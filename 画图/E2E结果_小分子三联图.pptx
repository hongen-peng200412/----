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51427666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591300" cy="53975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0" d="100"/>
          <a:sy n="130" d="100"/>
        </p:scale>
        <p:origin x="4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omments/modernComment_100_514276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DEF3EAF-A518-4B40-94F7-B70D62FBB388}" authorId="{D3F71A66-0C34-DF1A-5236-FECDBC820DCB}" created="2026-10-03T10:09:53.689">
    <pc:sldMkLst xmlns:pc="http://schemas.microsoft.com/office/powerpoint/2013/main/command">
      <pc:docMk/>
      <pc:sldMk cId="1363310182" sldId="256"/>
    </pc:sldMkLst>
    <p188:pos x="101600" y="101600"/>
    <p188:txBody>
      <a:bodyPr/>
      <a:lstStyle/>
      <a:p>
        <a:r>
          <a:rPr lang="zh-CN" altLang="en-US"/>
          <a:t>@@e2e-small-pipeline</a:t>
        </a:r>
      </a:p>
    </p188:txBody>
  </p188:cm>
  <p188:cm id="{EB7B5976-BDCD-4656-B2EB-E3724DF6E638}" authorId="{D3F71A66-0C34-DF1A-5236-FECDBC820DCB}" created="2026-10-03T10:09:53.763">
    <pc:sldMkLst xmlns:pc="http://schemas.microsoft.com/office/powerpoint/2013/main/command">
      <pc:docMk/>
      <pc:sldMk cId="1363310182" sldId="256"/>
    </pc:sldMkLst>
    <p188:pos x="228600" y="228600"/>
    <p188:txBody>
      <a:bodyPr/>
      <a:lstStyle/>
      <a:p>
        <a:r>
          <a:rPr lang="zh-CN" altLang="en-US"/>
          <a:t>/storage/penghongen/Matcher/evaluation/test_smallmolecule_v1/strongest-1/train_strongest1_revised_job378587_20260920T230727/evaluation.json；/storage/penghongen/PocketXMol/final_evaluation/end_to_end/GT、CA2/docking_results.jsonl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B41A6-7A0D-4EB0-83A9-0946CDEA336E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544638" y="1143000"/>
            <a:ext cx="3768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DC8409-929D-466A-A2CD-CAE0966F44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3371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图 </a:t>
            </a:r>
            <a:r>
              <a:rPr lang="en-US" altLang="zh-CN"/>
              <a:t>11</a:t>
            </a:r>
            <a:r>
              <a:rPr lang="zh-CN" altLang="en-US"/>
              <a:t>｜</a:t>
            </a:r>
            <a:r>
              <a:rPr lang="en-US" altLang="zh-CN"/>
              <a:t>Stage3 </a:t>
            </a:r>
            <a:r>
              <a:rPr lang="zh-CN" altLang="en-US"/>
              <a:t>小分子从位点检出到全原子构象重建。</a:t>
            </a:r>
            <a:r>
              <a:rPr lang="en-US" altLang="zh-CN"/>
              <a:t>a</a:t>
            </a:r>
            <a:r>
              <a:rPr lang="zh-CN" altLang="en-US"/>
              <a:t>，在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 altLang="zh-CN"/>
              <a:t>PDB </a:t>
            </a:r>
            <a:r>
              <a:rPr lang="zh-CN" altLang="en-US"/>
              <a:t>中，前 </a:t>
            </a:r>
            <a:r>
              <a:rPr lang="en-US" altLang="zh-CN"/>
              <a:t>K </a:t>
            </a:r>
            <a:r>
              <a:rPr lang="zh-CN" altLang="en-US"/>
              <a:t>个位点至少有一次区域检出或正确身份匹配时的 </a:t>
            </a:r>
            <a:r>
              <a:rPr lang="en-US" altLang="zh-CN"/>
              <a:t>Find</a:t>
            </a:r>
            <a:r>
              <a:rPr lang="zh-CN" altLang="en-US"/>
              <a:t>、</a:t>
            </a:r>
            <a:r>
              <a:rPr lang="en-US" altLang="zh-CN"/>
              <a:t>Find+Match </a:t>
            </a:r>
            <a:r>
              <a:rPr lang="zh-CN" altLang="en-US"/>
              <a:t>成功率，以及不使用受体的 </a:t>
            </a:r>
            <a:r>
              <a:rPr lang="en-US" altLang="zh-CN"/>
              <a:t>Emap2lig-Find </a:t>
            </a:r>
            <a:r>
              <a:rPr lang="zh-CN" altLang="en-US"/>
              <a:t>成功率；已知不适用于 </a:t>
            </a:r>
            <a:r>
              <a:rPr lang="en-US" altLang="zh-CN"/>
              <a:t>Stage3 </a:t>
            </a:r>
            <a:r>
              <a:rPr lang="zh-CN" altLang="en-US"/>
              <a:t>的前景位点不计入 </a:t>
            </a:r>
            <a:r>
              <a:rPr lang="en-US" altLang="zh-CN"/>
              <a:t>K</a:t>
            </a:r>
            <a:r>
              <a:rPr lang="zh-CN" altLang="en-US"/>
              <a:t>。</a:t>
            </a:r>
            <a:r>
              <a:rPr lang="en-US" altLang="zh-CN"/>
              <a:t>b</a:t>
            </a:r>
            <a:r>
              <a:rPr lang="zh-CN" altLang="en-US"/>
              <a:t>、</a:t>
            </a:r>
            <a:r>
              <a:rPr lang="en-US" altLang="zh-CN"/>
              <a:t>c</a:t>
            </a:r>
            <a:r>
              <a:rPr lang="zh-CN" altLang="en-US"/>
              <a:t>，分别在真实受体与 </a:t>
            </a:r>
            <a:r>
              <a:rPr lang="en-US" altLang="zh-CN"/>
              <a:t>CryoAtom2 </a:t>
            </a:r>
            <a:r>
              <a:rPr lang="zh-CN" altLang="en-US"/>
              <a:t>受体条件下，使用单次 </a:t>
            </a:r>
            <a:r>
              <a:rPr lang="en-US" altLang="zh-CN"/>
              <a:t>PocketXMol-tuned </a:t>
            </a:r>
            <a:r>
              <a:rPr lang="zh-CN" altLang="en-US"/>
              <a:t>重建配体姿态。前 </a:t>
            </a:r>
            <a:r>
              <a:rPr lang="en-US" altLang="zh-CN"/>
              <a:t>K </a:t>
            </a:r>
            <a:r>
              <a:rPr lang="zh-CN" altLang="en-US"/>
              <a:t>个计费位点有任一成功姿态时，该 </a:t>
            </a:r>
            <a:r>
              <a:rPr lang="en-US" altLang="zh-CN"/>
              <a:t>PDB </a:t>
            </a:r>
            <a:r>
              <a:rPr lang="zh-CN" altLang="en-US"/>
              <a:t>计为成功。实线为每个位点自评分首位姿态，虚线为该位点全部 </a:t>
            </a:r>
            <a:r>
              <a:rPr lang="en-US" altLang="zh-CN"/>
              <a:t>50 </a:t>
            </a:r>
            <a:r>
              <a:rPr lang="zh-CN" altLang="en-US"/>
              <a:t>个姿态中事后 </a:t>
            </a:r>
            <a:r>
              <a:rPr lang="en-US" altLang="zh-CN"/>
              <a:t>RMSD </a:t>
            </a:r>
            <a:r>
              <a:rPr lang="zh-CN" altLang="en-US"/>
              <a:t>最低值；两种阈值均为严格 </a:t>
            </a:r>
            <a:r>
              <a:rPr lang="en-US" altLang="zh-CN"/>
              <a:t>RMSD &lt;2 Å </a:t>
            </a:r>
            <a:r>
              <a:rPr lang="zh-CN" altLang="en-US"/>
              <a:t>或 </a:t>
            </a:r>
            <a:r>
              <a:rPr lang="en-US" altLang="zh-CN"/>
              <a:t>&lt;3 Å</a:t>
            </a:r>
            <a:r>
              <a:rPr lang="zh-CN" altLang="en-US"/>
              <a:t>。纵轴为成功 </a:t>
            </a:r>
            <a:r>
              <a:rPr lang="en-US" altLang="zh-CN"/>
              <a:t>PDB </a:t>
            </a:r>
            <a:r>
              <a:rPr lang="zh-CN" altLang="en-US"/>
              <a:t>比例，</a:t>
            </a:r>
            <a:r>
              <a:rPr lang="en-US" altLang="zh-CN"/>
              <a:t>K=1–10</a:t>
            </a:r>
            <a:r>
              <a:rPr lang="zh-CN" altLang="en-US"/>
              <a:t>。</a:t>
            </a:r>
            <a:r>
              <a:rPr lang="en-US" altLang="zh-CN"/>
              <a:t>GT </a:t>
            </a:r>
            <a:r>
              <a:rPr lang="zh-CN" altLang="en-US"/>
              <a:t>与 </a:t>
            </a:r>
            <a:r>
              <a:rPr lang="en-US" altLang="zh-CN"/>
              <a:t>CA2 </a:t>
            </a:r>
            <a:r>
              <a:rPr lang="zh-CN" altLang="en-US"/>
              <a:t>分别使用真实受体与 </a:t>
            </a:r>
            <a:r>
              <a:rPr lang="en-US" altLang="zh-CN"/>
              <a:t>CryoAtom2 </a:t>
            </a:r>
            <a:r>
              <a:rPr lang="zh-CN" altLang="en-US"/>
              <a:t>受体及其对应模拟密度，实验密度相同。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DC8409-929D-466A-A2CD-CAE0966F44C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214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F5BCA1-ECA7-2223-B6EF-B12F315A86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914" y="883341"/>
            <a:ext cx="4943475" cy="1879130"/>
          </a:xfrm>
        </p:spPr>
        <p:txBody>
          <a:bodyPr anchor="b"/>
          <a:lstStyle>
            <a:lvl1pPr algn="ctr">
              <a:defRPr sz="255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247DAB-FF88-3FA4-7F54-C316A995F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914" y="2834937"/>
            <a:ext cx="4943475" cy="1303146"/>
          </a:xfrm>
        </p:spPr>
        <p:txBody>
          <a:bodyPr/>
          <a:lstStyle>
            <a:lvl1pPr marL="0" indent="0" algn="ctr">
              <a:buNone/>
              <a:defRPr sz="1021"/>
            </a:lvl1pPr>
            <a:lvl2pPr marL="194516" indent="0" algn="ctr">
              <a:buNone/>
              <a:defRPr sz="851"/>
            </a:lvl2pPr>
            <a:lvl3pPr marL="389034" indent="0" algn="ctr">
              <a:buNone/>
              <a:defRPr sz="766"/>
            </a:lvl3pPr>
            <a:lvl4pPr marL="583550" indent="0" algn="ctr">
              <a:buNone/>
              <a:defRPr sz="681"/>
            </a:lvl4pPr>
            <a:lvl5pPr marL="778067" indent="0" algn="ctr">
              <a:buNone/>
              <a:defRPr sz="681"/>
            </a:lvl5pPr>
            <a:lvl6pPr marL="972584" indent="0" algn="ctr">
              <a:buNone/>
              <a:defRPr sz="681"/>
            </a:lvl6pPr>
            <a:lvl7pPr marL="1167101" indent="0" algn="ctr">
              <a:buNone/>
              <a:defRPr sz="681"/>
            </a:lvl7pPr>
            <a:lvl8pPr marL="1361617" indent="0" algn="ctr">
              <a:buNone/>
              <a:defRPr sz="681"/>
            </a:lvl8pPr>
            <a:lvl9pPr marL="1556134" indent="0" algn="ctr">
              <a:buNone/>
              <a:defRPr sz="681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C106C1-CF0C-F911-10F6-B62487816E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0A2FA5-6667-B6C7-7D47-8DD8436E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14116A-16E0-2A44-F22F-57A23446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024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2A1076-D16C-C6E6-23DC-882266C03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B827D6-1AF3-E09B-5CCF-16C12D209C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D2855-23E8-C071-4CE9-29D147479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B16C32-4CF4-9C62-AFD5-0D677C161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CC9726-343B-6314-1640-4A30187C7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5260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82E2A9-3D6B-DFE3-CEC4-E08C64692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19" y="1345628"/>
            <a:ext cx="5684996" cy="2245210"/>
          </a:xfrm>
        </p:spPr>
        <p:txBody>
          <a:bodyPr anchor="b"/>
          <a:lstStyle>
            <a:lvl1pPr>
              <a:defRPr sz="2553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3F3081-B007-65C4-C1C0-82A4FBCCB0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9719" y="3612078"/>
            <a:ext cx="5684996" cy="1180703"/>
          </a:xfrm>
        </p:spPr>
        <p:txBody>
          <a:bodyPr/>
          <a:lstStyle>
            <a:lvl1pPr marL="0" indent="0">
              <a:buNone/>
              <a:defRPr sz="1021">
                <a:solidFill>
                  <a:schemeClr val="tx1">
                    <a:tint val="75000"/>
                  </a:schemeClr>
                </a:solidFill>
              </a:defRPr>
            </a:lvl1pPr>
            <a:lvl2pPr marL="194516" indent="0">
              <a:buNone/>
              <a:defRPr sz="851">
                <a:solidFill>
                  <a:schemeClr val="tx1">
                    <a:tint val="75000"/>
                  </a:schemeClr>
                </a:solidFill>
              </a:defRPr>
            </a:lvl2pPr>
            <a:lvl3pPr marL="389034" indent="0">
              <a:buNone/>
              <a:defRPr sz="766">
                <a:solidFill>
                  <a:schemeClr val="tx1">
                    <a:tint val="75000"/>
                  </a:schemeClr>
                </a:solidFill>
              </a:defRPr>
            </a:lvl3pPr>
            <a:lvl4pPr marL="583550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4pPr>
            <a:lvl5pPr marL="778067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5pPr>
            <a:lvl6pPr marL="97258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6pPr>
            <a:lvl7pPr marL="1167101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7pPr>
            <a:lvl8pPr marL="1361617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8pPr>
            <a:lvl9pPr marL="1556134" indent="0">
              <a:buNone/>
              <a:defRPr sz="6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2308B1-16A2-3C7A-7DB6-C62E74DD1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6E613-0EA1-AB51-F59F-72F79FF11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C0E57C-DC90-8ABD-7B39-4EBC014DB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734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9B431E-92D4-4D3E-9181-919CB88C1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CC2B6F-749C-4C6A-6198-0F74573ED9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3152" y="1436835"/>
            <a:ext cx="2801303" cy="34246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B7655A-5841-E0D0-46E4-2F014956B2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36846" y="1436835"/>
            <a:ext cx="2801303" cy="34246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191A85-234D-873C-7ADD-3B5DDA451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F1ED68-AC5D-61C1-2A9F-A81A1CE7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B6C959-9CED-88FA-2765-B5F0C1139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880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3946CB-E108-2649-0956-A07301ACB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1" y="287368"/>
            <a:ext cx="5684996" cy="10432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273C84A-C9FE-D8B6-8741-DE7721509F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11" y="1323138"/>
            <a:ext cx="2788429" cy="648449"/>
          </a:xfrm>
        </p:spPr>
        <p:txBody>
          <a:bodyPr anchor="b"/>
          <a:lstStyle>
            <a:lvl1pPr marL="0" indent="0">
              <a:buNone/>
              <a:defRPr sz="1021" b="1"/>
            </a:lvl1pPr>
            <a:lvl2pPr marL="194516" indent="0">
              <a:buNone/>
              <a:defRPr sz="851" b="1"/>
            </a:lvl2pPr>
            <a:lvl3pPr marL="389034" indent="0">
              <a:buNone/>
              <a:defRPr sz="766" b="1"/>
            </a:lvl3pPr>
            <a:lvl4pPr marL="583550" indent="0">
              <a:buNone/>
              <a:defRPr sz="681" b="1"/>
            </a:lvl4pPr>
            <a:lvl5pPr marL="778067" indent="0">
              <a:buNone/>
              <a:defRPr sz="681" b="1"/>
            </a:lvl5pPr>
            <a:lvl6pPr marL="972584" indent="0">
              <a:buNone/>
              <a:defRPr sz="681" b="1"/>
            </a:lvl6pPr>
            <a:lvl7pPr marL="1167101" indent="0">
              <a:buNone/>
              <a:defRPr sz="681" b="1"/>
            </a:lvl7pPr>
            <a:lvl8pPr marL="1361617" indent="0">
              <a:buNone/>
              <a:defRPr sz="681" b="1"/>
            </a:lvl8pPr>
            <a:lvl9pPr marL="1556134" indent="0">
              <a:buNone/>
              <a:defRPr sz="6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035860-4B1B-AD38-35A1-E4B7EA3440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4011" y="1971587"/>
            <a:ext cx="2788429" cy="28999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93F52DB-9409-D4BF-2AA0-C70B2D48BE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336847" y="1323138"/>
            <a:ext cx="2802161" cy="648449"/>
          </a:xfrm>
        </p:spPr>
        <p:txBody>
          <a:bodyPr anchor="b"/>
          <a:lstStyle>
            <a:lvl1pPr marL="0" indent="0">
              <a:buNone/>
              <a:defRPr sz="1021" b="1"/>
            </a:lvl1pPr>
            <a:lvl2pPr marL="194516" indent="0">
              <a:buNone/>
              <a:defRPr sz="851" b="1"/>
            </a:lvl2pPr>
            <a:lvl3pPr marL="389034" indent="0">
              <a:buNone/>
              <a:defRPr sz="766" b="1"/>
            </a:lvl3pPr>
            <a:lvl4pPr marL="583550" indent="0">
              <a:buNone/>
              <a:defRPr sz="681" b="1"/>
            </a:lvl4pPr>
            <a:lvl5pPr marL="778067" indent="0">
              <a:buNone/>
              <a:defRPr sz="681" b="1"/>
            </a:lvl5pPr>
            <a:lvl6pPr marL="972584" indent="0">
              <a:buNone/>
              <a:defRPr sz="681" b="1"/>
            </a:lvl6pPr>
            <a:lvl7pPr marL="1167101" indent="0">
              <a:buNone/>
              <a:defRPr sz="681" b="1"/>
            </a:lvl7pPr>
            <a:lvl8pPr marL="1361617" indent="0">
              <a:buNone/>
              <a:defRPr sz="681" b="1"/>
            </a:lvl8pPr>
            <a:lvl9pPr marL="1556134" indent="0">
              <a:buNone/>
              <a:defRPr sz="6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CDCDAD-1FE6-9DC9-029C-B4B1E33617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336847" y="1971587"/>
            <a:ext cx="2802161" cy="28999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F56A77C-6EAE-8C92-8771-7A4F2A7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5D3EBF-344C-812F-F69A-4A03F519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C5BEB96-C158-CBC6-217B-5A7737EB8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1036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5B740B-95F1-757C-AAA0-B10AE5D2C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264EBFC-A1AD-96F5-6F47-FDF328FE4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D3F748-D9D6-6DFF-E8F8-08135539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ABF7289-59FD-3A54-0676-587AAA540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940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517A13C-1EAF-E947-CB24-E985DD794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F70D1A-C330-C200-1722-7CF91582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8EFDA0-B479-9D29-28F8-1053BCB84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569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B4D08-2ADE-161E-B6CB-CDF8E305A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0" y="359833"/>
            <a:ext cx="2125866" cy="1259417"/>
          </a:xfrm>
        </p:spPr>
        <p:txBody>
          <a:bodyPr anchor="b"/>
          <a:lstStyle>
            <a:lvl1pPr>
              <a:defRPr sz="13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C1195D-0701-59E2-D69F-7F10B255E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2161" y="777141"/>
            <a:ext cx="3336846" cy="3835723"/>
          </a:xfrm>
        </p:spPr>
        <p:txBody>
          <a:bodyPr/>
          <a:lstStyle>
            <a:lvl1pPr>
              <a:defRPr sz="1362"/>
            </a:lvl1pPr>
            <a:lvl2pPr>
              <a:defRPr sz="1192"/>
            </a:lvl2pPr>
            <a:lvl3pPr>
              <a:defRPr sz="1021"/>
            </a:lvl3pPr>
            <a:lvl4pPr>
              <a:defRPr sz="851"/>
            </a:lvl4pPr>
            <a:lvl5pPr>
              <a:defRPr sz="851"/>
            </a:lvl5pPr>
            <a:lvl6pPr>
              <a:defRPr sz="851"/>
            </a:lvl6pPr>
            <a:lvl7pPr>
              <a:defRPr sz="851"/>
            </a:lvl7pPr>
            <a:lvl8pPr>
              <a:defRPr sz="851"/>
            </a:lvl8pPr>
            <a:lvl9pPr>
              <a:defRPr sz="85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0D3F283-A022-CD3B-6064-A54957C23E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4010" y="1619250"/>
            <a:ext cx="2125866" cy="2999861"/>
          </a:xfrm>
        </p:spPr>
        <p:txBody>
          <a:bodyPr/>
          <a:lstStyle>
            <a:lvl1pPr marL="0" indent="0">
              <a:buNone/>
              <a:defRPr sz="681"/>
            </a:lvl1pPr>
            <a:lvl2pPr marL="194516" indent="0">
              <a:buNone/>
              <a:defRPr sz="596"/>
            </a:lvl2pPr>
            <a:lvl3pPr marL="389034" indent="0">
              <a:buNone/>
              <a:defRPr sz="511"/>
            </a:lvl3pPr>
            <a:lvl4pPr marL="583550" indent="0">
              <a:buNone/>
              <a:defRPr sz="426"/>
            </a:lvl4pPr>
            <a:lvl5pPr marL="778067" indent="0">
              <a:buNone/>
              <a:defRPr sz="426"/>
            </a:lvl5pPr>
            <a:lvl6pPr marL="972584" indent="0">
              <a:buNone/>
              <a:defRPr sz="426"/>
            </a:lvl6pPr>
            <a:lvl7pPr marL="1167101" indent="0">
              <a:buNone/>
              <a:defRPr sz="426"/>
            </a:lvl7pPr>
            <a:lvl8pPr marL="1361617" indent="0">
              <a:buNone/>
              <a:defRPr sz="426"/>
            </a:lvl8pPr>
            <a:lvl9pPr marL="1556134" indent="0">
              <a:buNone/>
              <a:defRPr sz="42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F74E53-BE75-F674-BE23-FBFCE215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42B156B-4B50-759C-91FE-7E9FFFD2A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E819B0-7FD9-0C3F-C50F-8C092D094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110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09D79-76F0-F0EC-5DBC-5628DECCD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10" y="359833"/>
            <a:ext cx="2125866" cy="1259417"/>
          </a:xfrm>
        </p:spPr>
        <p:txBody>
          <a:bodyPr anchor="b"/>
          <a:lstStyle>
            <a:lvl1pPr>
              <a:defRPr sz="1362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A6636FB-6AA3-EDE6-4E1D-2942014ADE1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802161" y="777141"/>
            <a:ext cx="3336846" cy="3835723"/>
          </a:xfrm>
        </p:spPr>
        <p:txBody>
          <a:bodyPr/>
          <a:lstStyle>
            <a:lvl1pPr marL="0" indent="0">
              <a:buNone/>
              <a:defRPr sz="1362"/>
            </a:lvl1pPr>
            <a:lvl2pPr marL="194516" indent="0">
              <a:buNone/>
              <a:defRPr sz="1192"/>
            </a:lvl2pPr>
            <a:lvl3pPr marL="389034" indent="0">
              <a:buNone/>
              <a:defRPr sz="1021"/>
            </a:lvl3pPr>
            <a:lvl4pPr marL="583550" indent="0">
              <a:buNone/>
              <a:defRPr sz="851"/>
            </a:lvl4pPr>
            <a:lvl5pPr marL="778067" indent="0">
              <a:buNone/>
              <a:defRPr sz="851"/>
            </a:lvl5pPr>
            <a:lvl6pPr marL="972584" indent="0">
              <a:buNone/>
              <a:defRPr sz="851"/>
            </a:lvl6pPr>
            <a:lvl7pPr marL="1167101" indent="0">
              <a:buNone/>
              <a:defRPr sz="851"/>
            </a:lvl7pPr>
            <a:lvl8pPr marL="1361617" indent="0">
              <a:buNone/>
              <a:defRPr sz="851"/>
            </a:lvl8pPr>
            <a:lvl9pPr marL="1556134" indent="0">
              <a:buNone/>
              <a:defRPr sz="851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B0CA60-825E-F966-96AD-E321A152D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4010" y="1619250"/>
            <a:ext cx="2125866" cy="2999861"/>
          </a:xfrm>
        </p:spPr>
        <p:txBody>
          <a:bodyPr/>
          <a:lstStyle>
            <a:lvl1pPr marL="0" indent="0">
              <a:buNone/>
              <a:defRPr sz="681"/>
            </a:lvl1pPr>
            <a:lvl2pPr marL="194516" indent="0">
              <a:buNone/>
              <a:defRPr sz="596"/>
            </a:lvl2pPr>
            <a:lvl3pPr marL="389034" indent="0">
              <a:buNone/>
              <a:defRPr sz="511"/>
            </a:lvl3pPr>
            <a:lvl4pPr marL="583550" indent="0">
              <a:buNone/>
              <a:defRPr sz="426"/>
            </a:lvl4pPr>
            <a:lvl5pPr marL="778067" indent="0">
              <a:buNone/>
              <a:defRPr sz="426"/>
            </a:lvl5pPr>
            <a:lvl6pPr marL="972584" indent="0">
              <a:buNone/>
              <a:defRPr sz="426"/>
            </a:lvl6pPr>
            <a:lvl7pPr marL="1167101" indent="0">
              <a:buNone/>
              <a:defRPr sz="426"/>
            </a:lvl7pPr>
            <a:lvl8pPr marL="1361617" indent="0">
              <a:buNone/>
              <a:defRPr sz="426"/>
            </a:lvl8pPr>
            <a:lvl9pPr marL="1556134" indent="0">
              <a:buNone/>
              <a:defRPr sz="42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6D600A-A07F-B087-F40E-5583DFB83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47AB91-83E6-33C9-3E3D-20B290EBA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AAAC3C6-FA92-5B89-B211-F892A26F1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64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D283E7-61A4-79A4-2547-3641FA921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6A30F59-FB34-3E34-0B05-985827079A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DE4F37-9061-1F1E-F242-A495A7D4F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E0AD4-A942-8087-5DEE-085D8DED2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E3532B-12A9-56ED-DD77-01FEDC32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3611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9B97025-0EC6-6131-75D1-8224EC7F3A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716900" y="287367"/>
            <a:ext cx="1421249" cy="457413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3BBF64-58A6-B609-00C1-4132C7E27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3152" y="287367"/>
            <a:ext cx="4181356" cy="457413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27CD0-999B-CD38-2677-C4FF92E3D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79E0CE-8FA8-05C9-BDA2-4FEB0EA30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579E3C-72F3-45BD-FAFD-BB27E9AB2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622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19F368F-B15D-DCC4-C0A6-A204DB5A1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52" y="287368"/>
            <a:ext cx="5684996" cy="1043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C2B44AA-1A2C-3C0E-02FB-69ABCD9C7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152" y="1436835"/>
            <a:ext cx="5684996" cy="3424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17F7F5-CC42-FD3C-0C42-61DD8EE8A8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3153" y="5002684"/>
            <a:ext cx="1483043" cy="2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89D31-4EE8-42AC-B337-E0BCAC431459}" type="datetimeFigureOut">
              <a:rPr lang="zh-CN" altLang="en-US" smtClean="0"/>
              <a:t>2026/10/3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44709-9CFA-4AFC-945F-D871D5DEE5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83368" y="5002684"/>
            <a:ext cx="2224564" cy="2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6F2797-42ED-D70C-37ED-CD6488350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655106" y="5002684"/>
            <a:ext cx="1483043" cy="2873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AAF7C8-4E0F-4286-8591-F4E79592BF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181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89034" rtl="0" eaLnBrk="1" latinLnBrk="0" hangingPunct="1">
        <a:lnSpc>
          <a:spcPct val="90000"/>
        </a:lnSpc>
        <a:spcBef>
          <a:spcPct val="0"/>
        </a:spcBef>
        <a:buNone/>
        <a:defRPr sz="18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258" indent="-97258" algn="l" defTabSz="389034" rtl="0" eaLnBrk="1" latinLnBrk="0" hangingPunct="1">
        <a:lnSpc>
          <a:spcPct val="90000"/>
        </a:lnSpc>
        <a:spcBef>
          <a:spcPts val="426"/>
        </a:spcBef>
        <a:buFont typeface="Arial" panose="020B0604020202020204" pitchFamily="34" charset="0"/>
        <a:buChar char="•"/>
        <a:defRPr sz="1192" kern="1200">
          <a:solidFill>
            <a:schemeClr val="tx1"/>
          </a:solidFill>
          <a:latin typeface="+mn-lt"/>
          <a:ea typeface="+mn-ea"/>
          <a:cs typeface="+mn-cs"/>
        </a:defRPr>
      </a:lvl1pPr>
      <a:lvl2pPr marL="291775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1021" kern="1200">
          <a:solidFill>
            <a:schemeClr val="tx1"/>
          </a:solidFill>
          <a:latin typeface="+mn-lt"/>
          <a:ea typeface="+mn-ea"/>
          <a:cs typeface="+mn-cs"/>
        </a:defRPr>
      </a:lvl2pPr>
      <a:lvl3pPr marL="486292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80809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4pPr>
      <a:lvl5pPr marL="875325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5pPr>
      <a:lvl6pPr marL="1069842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6pPr>
      <a:lvl7pPr marL="1264359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7pPr>
      <a:lvl8pPr marL="1458875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8pPr>
      <a:lvl9pPr marL="1653393" indent="-97258" algn="l" defTabSz="389034" rtl="0" eaLnBrk="1" latinLnBrk="0" hangingPunct="1">
        <a:lnSpc>
          <a:spcPct val="90000"/>
        </a:lnSpc>
        <a:spcBef>
          <a:spcPts val="212"/>
        </a:spcBef>
        <a:buFont typeface="Arial" panose="020B0604020202020204" pitchFamily="34" charset="0"/>
        <a:buChar char="•"/>
        <a:defRPr sz="76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1pPr>
      <a:lvl2pPr marL="194516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2pPr>
      <a:lvl3pPr marL="389034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3pPr>
      <a:lvl4pPr marL="583550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4pPr>
      <a:lvl5pPr marL="778067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5pPr>
      <a:lvl6pPr marL="972584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6pPr>
      <a:lvl7pPr marL="1167101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7pPr>
      <a:lvl8pPr marL="1361617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8pPr>
      <a:lvl9pPr marL="1556134" algn="l" defTabSz="389034" rtl="0" eaLnBrk="1" latinLnBrk="0" hangingPunct="1">
        <a:defRPr sz="76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5142766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D628937-719C-B429-830A-B015D53DD90D}"/>
              </a:ext>
            </a:extLst>
          </p:cNvPr>
          <p:cNvSpPr txBox="1"/>
          <p:nvPr/>
        </p:nvSpPr>
        <p:spPr>
          <a:xfrm>
            <a:off x="114300" y="114300"/>
            <a:ext cx="70532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63746"/>
                </a:solidFill>
                <a:latin typeface="Arial" panose="020B0604020202020204" pitchFamily="34" charset="0"/>
              </a:rPr>
              <a:t>a</a:t>
            </a:r>
            <a:endParaRPr lang="zh-CN" altLang="en-US" sz="1000" b="1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289090-3065-F9DC-AC12-C92D01030C3E}"/>
              </a:ext>
            </a:extLst>
          </p:cNvPr>
          <p:cNvSpPr txBox="1"/>
          <p:nvPr/>
        </p:nvSpPr>
        <p:spPr>
          <a:xfrm>
            <a:off x="342900" y="127000"/>
            <a:ext cx="1122102" cy="1292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263746"/>
                </a:solidFill>
                <a:latin typeface="Arial" panose="020B0604020202020204" pitchFamily="34" charset="0"/>
              </a:rPr>
              <a:t>Detection and identity</a:t>
            </a:r>
            <a:endParaRPr lang="zh-CN" altLang="en-US" sz="840" b="1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13CBAC4-F603-0F66-6D3D-C90353556E44}"/>
              </a:ext>
            </a:extLst>
          </p:cNvPr>
          <p:cNvSpPr txBox="1"/>
          <p:nvPr/>
        </p:nvSpPr>
        <p:spPr>
          <a:xfrm rot="16200000">
            <a:off x="0" y="882650"/>
            <a:ext cx="724557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Success rate (%)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E3CBFA-865F-B274-6CF2-4ED0AAA15591}"/>
              </a:ext>
            </a:extLst>
          </p:cNvPr>
          <p:cNvSpPr txBox="1"/>
          <p:nvPr/>
        </p:nvSpPr>
        <p:spPr>
          <a:xfrm>
            <a:off x="520700" y="13970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2B34A4F-7C49-849F-FD20-579D0ED63633}"/>
              </a:ext>
            </a:extLst>
          </p:cNvPr>
          <p:cNvCxnSpPr/>
          <p:nvPr/>
        </p:nvCxnSpPr>
        <p:spPr>
          <a:xfrm>
            <a:off x="889000" y="120967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B373756C-6BFA-349E-3E0C-9374AE52DF59}"/>
              </a:ext>
            </a:extLst>
          </p:cNvPr>
          <p:cNvSpPr txBox="1"/>
          <p:nvPr/>
        </p:nvSpPr>
        <p:spPr>
          <a:xfrm>
            <a:off x="520700" y="114617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25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F91BA9E8-35B1-0EA6-6890-489CA4F2F2FC}"/>
              </a:ext>
            </a:extLst>
          </p:cNvPr>
          <p:cNvCxnSpPr/>
          <p:nvPr/>
        </p:nvCxnSpPr>
        <p:spPr>
          <a:xfrm>
            <a:off x="889000" y="958850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45A7577-C4A0-565F-E536-0EAA31703096}"/>
              </a:ext>
            </a:extLst>
          </p:cNvPr>
          <p:cNvSpPr txBox="1"/>
          <p:nvPr/>
        </p:nvSpPr>
        <p:spPr>
          <a:xfrm>
            <a:off x="520700" y="89535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F4C6766-5BAE-5517-3AB7-25150A7CAE06}"/>
              </a:ext>
            </a:extLst>
          </p:cNvPr>
          <p:cNvCxnSpPr/>
          <p:nvPr/>
        </p:nvCxnSpPr>
        <p:spPr>
          <a:xfrm>
            <a:off x="889000" y="70802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8B00AC9-D94D-5E7D-CC84-DDE7F9D41695}"/>
              </a:ext>
            </a:extLst>
          </p:cNvPr>
          <p:cNvSpPr txBox="1"/>
          <p:nvPr/>
        </p:nvSpPr>
        <p:spPr>
          <a:xfrm>
            <a:off x="520700" y="64452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4A85EA6-6001-37D4-9CAF-6FA7ECB3402E}"/>
              </a:ext>
            </a:extLst>
          </p:cNvPr>
          <p:cNvSpPr txBox="1"/>
          <p:nvPr/>
        </p:nvSpPr>
        <p:spPr>
          <a:xfrm>
            <a:off x="520700" y="393700"/>
            <a:ext cx="149080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360CBFA-DE21-9532-862A-D70114FA7AFA}"/>
              </a:ext>
            </a:extLst>
          </p:cNvPr>
          <p:cNvCxnSpPr/>
          <p:nvPr/>
        </p:nvCxnSpPr>
        <p:spPr>
          <a:xfrm>
            <a:off x="889000" y="457200"/>
            <a:ext cx="0" cy="100330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C9331F40-09F1-1CC4-5978-5324A35ECA87}"/>
              </a:ext>
            </a:extLst>
          </p:cNvPr>
          <p:cNvCxnSpPr/>
          <p:nvPr/>
        </p:nvCxnSpPr>
        <p:spPr>
          <a:xfrm>
            <a:off x="889000" y="1460500"/>
            <a:ext cx="3657600" cy="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90AF724-0D9A-E817-62C1-9DA5A13DEA74}"/>
              </a:ext>
            </a:extLst>
          </p:cNvPr>
          <p:cNvCxnSpPr/>
          <p:nvPr/>
        </p:nvCxnSpPr>
        <p:spPr>
          <a:xfrm>
            <a:off x="8890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D18BAFD-0A64-9EA4-30C1-F162949F4B71}"/>
              </a:ext>
            </a:extLst>
          </p:cNvPr>
          <p:cNvSpPr txBox="1"/>
          <p:nvPr/>
        </p:nvSpPr>
        <p:spPr>
          <a:xfrm>
            <a:off x="825500" y="15113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56AD3331-A611-EF0F-8230-CC6536751EA1}"/>
              </a:ext>
            </a:extLst>
          </p:cNvPr>
          <p:cNvCxnSpPr/>
          <p:nvPr/>
        </p:nvCxnSpPr>
        <p:spPr>
          <a:xfrm>
            <a:off x="12954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998F21C-5E75-82C9-C9C6-98ECDFD18039}"/>
              </a:ext>
            </a:extLst>
          </p:cNvPr>
          <p:cNvCxnSpPr/>
          <p:nvPr/>
        </p:nvCxnSpPr>
        <p:spPr>
          <a:xfrm>
            <a:off x="17018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97FD6C4E-73C4-A13B-E5A7-2A51C660D3B1}"/>
              </a:ext>
            </a:extLst>
          </p:cNvPr>
          <p:cNvSpPr txBox="1"/>
          <p:nvPr/>
        </p:nvSpPr>
        <p:spPr>
          <a:xfrm>
            <a:off x="1638300" y="15113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3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43D872ED-0685-C8E3-0C8D-C8D99C8F29C0}"/>
              </a:ext>
            </a:extLst>
          </p:cNvPr>
          <p:cNvCxnSpPr/>
          <p:nvPr/>
        </p:nvCxnSpPr>
        <p:spPr>
          <a:xfrm>
            <a:off x="21082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B4015AE-F1E8-2ABA-7644-8BA0F50BA69B}"/>
              </a:ext>
            </a:extLst>
          </p:cNvPr>
          <p:cNvCxnSpPr/>
          <p:nvPr/>
        </p:nvCxnSpPr>
        <p:spPr>
          <a:xfrm>
            <a:off x="25146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DDDADF82-CD04-DB4D-396C-A1C93C06B8C4}"/>
              </a:ext>
            </a:extLst>
          </p:cNvPr>
          <p:cNvSpPr txBox="1"/>
          <p:nvPr/>
        </p:nvSpPr>
        <p:spPr>
          <a:xfrm>
            <a:off x="2451100" y="15113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684A09A7-F856-CE2A-827D-07458E943A48}"/>
              </a:ext>
            </a:extLst>
          </p:cNvPr>
          <p:cNvCxnSpPr/>
          <p:nvPr/>
        </p:nvCxnSpPr>
        <p:spPr>
          <a:xfrm>
            <a:off x="29210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CE445788-CC29-7E45-83B8-AB5DF4193412}"/>
              </a:ext>
            </a:extLst>
          </p:cNvPr>
          <p:cNvCxnSpPr/>
          <p:nvPr/>
        </p:nvCxnSpPr>
        <p:spPr>
          <a:xfrm>
            <a:off x="33274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AA8B6C6F-1F89-A729-F002-E6066C1F66EB}"/>
              </a:ext>
            </a:extLst>
          </p:cNvPr>
          <p:cNvSpPr txBox="1"/>
          <p:nvPr/>
        </p:nvSpPr>
        <p:spPr>
          <a:xfrm>
            <a:off x="3263900" y="15113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CCEB6DB9-7D5E-0291-5C65-8B9927F004CD}"/>
              </a:ext>
            </a:extLst>
          </p:cNvPr>
          <p:cNvCxnSpPr/>
          <p:nvPr/>
        </p:nvCxnSpPr>
        <p:spPr>
          <a:xfrm>
            <a:off x="37338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AC9388A7-AA39-F03F-A40B-6632B21281CE}"/>
              </a:ext>
            </a:extLst>
          </p:cNvPr>
          <p:cNvCxnSpPr/>
          <p:nvPr/>
        </p:nvCxnSpPr>
        <p:spPr>
          <a:xfrm>
            <a:off x="41402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32BB2D58-6CC9-BF61-B49F-6A54F4BCC8EF}"/>
              </a:ext>
            </a:extLst>
          </p:cNvPr>
          <p:cNvCxnSpPr/>
          <p:nvPr/>
        </p:nvCxnSpPr>
        <p:spPr>
          <a:xfrm>
            <a:off x="4546600" y="14605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D1220D42-7046-18E5-3375-5DF1BE8ACFA5}"/>
              </a:ext>
            </a:extLst>
          </p:cNvPr>
          <p:cNvSpPr txBox="1"/>
          <p:nvPr/>
        </p:nvSpPr>
        <p:spPr>
          <a:xfrm>
            <a:off x="4483100" y="151130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AF4E961-4CAE-E166-48BF-0D65F3B9452C}"/>
              </a:ext>
            </a:extLst>
          </p:cNvPr>
          <p:cNvSpPr txBox="1"/>
          <p:nvPr/>
        </p:nvSpPr>
        <p:spPr>
          <a:xfrm>
            <a:off x="2057400" y="1676400"/>
            <a:ext cx="702115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Ranked sites (K)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8BE03791-2A6F-D34C-5A9F-93F8F61B2AE7}"/>
              </a:ext>
            </a:extLst>
          </p:cNvPr>
          <p:cNvCxnSpPr/>
          <p:nvPr/>
        </p:nvCxnSpPr>
        <p:spPr>
          <a:xfrm flipV="1">
            <a:off x="889000" y="600529"/>
            <a:ext cx="406400" cy="26059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AD1285FA-B73B-BA2D-CD76-BDD57793147C}"/>
              </a:ext>
            </a:extLst>
          </p:cNvPr>
          <p:cNvCxnSpPr/>
          <p:nvPr/>
        </p:nvCxnSpPr>
        <p:spPr>
          <a:xfrm>
            <a:off x="1295400" y="600529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081DB69-E84D-26E8-7593-BEFF98EEAA4B}"/>
              </a:ext>
            </a:extLst>
          </p:cNvPr>
          <p:cNvCxnSpPr/>
          <p:nvPr/>
        </p:nvCxnSpPr>
        <p:spPr>
          <a:xfrm flipV="1">
            <a:off x="1701800" y="587499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512B012-C084-6756-B07E-1E31E398A504}"/>
              </a:ext>
            </a:extLst>
          </p:cNvPr>
          <p:cNvCxnSpPr/>
          <p:nvPr/>
        </p:nvCxnSpPr>
        <p:spPr>
          <a:xfrm flipV="1">
            <a:off x="2108200" y="574469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D067B578-83DE-43ED-BF07-FFE77DCC7E82}"/>
              </a:ext>
            </a:extLst>
          </p:cNvPr>
          <p:cNvCxnSpPr/>
          <p:nvPr/>
        </p:nvCxnSpPr>
        <p:spPr>
          <a:xfrm>
            <a:off x="2514600" y="574469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D975E09A-21D9-D4A7-1E9D-505A24CB45EA}"/>
              </a:ext>
            </a:extLst>
          </p:cNvPr>
          <p:cNvCxnSpPr/>
          <p:nvPr/>
        </p:nvCxnSpPr>
        <p:spPr>
          <a:xfrm flipV="1">
            <a:off x="2921000" y="561439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0398CA5C-754E-9FDD-27FE-B237DF9E21E5}"/>
              </a:ext>
            </a:extLst>
          </p:cNvPr>
          <p:cNvCxnSpPr/>
          <p:nvPr/>
        </p:nvCxnSpPr>
        <p:spPr>
          <a:xfrm>
            <a:off x="3327400" y="561439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BCB94BC8-C957-C5D0-54CC-DFCDEF3DF20D}"/>
              </a:ext>
            </a:extLst>
          </p:cNvPr>
          <p:cNvCxnSpPr/>
          <p:nvPr/>
        </p:nvCxnSpPr>
        <p:spPr>
          <a:xfrm>
            <a:off x="3733800" y="561439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953F39E3-A281-76E6-588C-0C0604744292}"/>
              </a:ext>
            </a:extLst>
          </p:cNvPr>
          <p:cNvCxnSpPr/>
          <p:nvPr/>
        </p:nvCxnSpPr>
        <p:spPr>
          <a:xfrm>
            <a:off x="4140200" y="561439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椭圆 39">
            <a:extLst>
              <a:ext uri="{FF2B5EF4-FFF2-40B4-BE49-F238E27FC236}">
                <a16:creationId xmlns:a16="http://schemas.microsoft.com/office/drawing/2014/main" id="{051D78A4-ECC4-E5EA-C4FB-0D4717090C3C}"/>
              </a:ext>
            </a:extLst>
          </p:cNvPr>
          <p:cNvSpPr/>
          <p:nvPr/>
        </p:nvSpPr>
        <p:spPr>
          <a:xfrm>
            <a:off x="866775" y="604363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250F6CF6-3411-CD58-0B1C-860E0AAA7583}"/>
              </a:ext>
            </a:extLst>
          </p:cNvPr>
          <p:cNvSpPr/>
          <p:nvPr/>
        </p:nvSpPr>
        <p:spPr>
          <a:xfrm>
            <a:off x="1273175" y="57830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1D66ED8-A905-0D80-42F7-1E85DD2EFC6E}"/>
              </a:ext>
            </a:extLst>
          </p:cNvPr>
          <p:cNvSpPr/>
          <p:nvPr/>
        </p:nvSpPr>
        <p:spPr>
          <a:xfrm>
            <a:off x="1679575" y="57830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A2D11F3-820E-8B6D-1AA9-361FFA7EA0BD}"/>
              </a:ext>
            </a:extLst>
          </p:cNvPr>
          <p:cNvSpPr/>
          <p:nvPr/>
        </p:nvSpPr>
        <p:spPr>
          <a:xfrm>
            <a:off x="2085975" y="56527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0AFC921D-30D8-85CE-5B84-066C7B4D554B}"/>
              </a:ext>
            </a:extLst>
          </p:cNvPr>
          <p:cNvSpPr/>
          <p:nvPr/>
        </p:nvSpPr>
        <p:spPr>
          <a:xfrm>
            <a:off x="2492375" y="55224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53109AAA-6593-13A7-8D62-663F3FED7AAB}"/>
              </a:ext>
            </a:extLst>
          </p:cNvPr>
          <p:cNvSpPr/>
          <p:nvPr/>
        </p:nvSpPr>
        <p:spPr>
          <a:xfrm>
            <a:off x="2898775" y="55224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B6C9816D-2FA6-2327-FE5E-865AC31D06A8}"/>
              </a:ext>
            </a:extLst>
          </p:cNvPr>
          <p:cNvSpPr/>
          <p:nvPr/>
        </p:nvSpPr>
        <p:spPr>
          <a:xfrm>
            <a:off x="3305175" y="53921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2DBC8014-C2A3-4AAB-99B9-67D670BD69C6}"/>
              </a:ext>
            </a:extLst>
          </p:cNvPr>
          <p:cNvSpPr/>
          <p:nvPr/>
        </p:nvSpPr>
        <p:spPr>
          <a:xfrm>
            <a:off x="3711575" y="53921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25FC82FB-C76E-F4E4-17F1-3C8A564E297C}"/>
              </a:ext>
            </a:extLst>
          </p:cNvPr>
          <p:cNvSpPr/>
          <p:nvPr/>
        </p:nvSpPr>
        <p:spPr>
          <a:xfrm>
            <a:off x="4117975" y="53921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98480185-C3D3-0FD9-206C-60F6DE8D6B00}"/>
              </a:ext>
            </a:extLst>
          </p:cNvPr>
          <p:cNvSpPr/>
          <p:nvPr/>
        </p:nvSpPr>
        <p:spPr>
          <a:xfrm>
            <a:off x="4524375" y="539214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95E528D5-FAB5-F821-1DA0-E3CA276A8DFA}"/>
              </a:ext>
            </a:extLst>
          </p:cNvPr>
          <p:cNvCxnSpPr/>
          <p:nvPr/>
        </p:nvCxnSpPr>
        <p:spPr>
          <a:xfrm flipV="1">
            <a:off x="889000" y="652648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0B21DD4-7F3D-58CC-DC41-5832883B2153}"/>
              </a:ext>
            </a:extLst>
          </p:cNvPr>
          <p:cNvCxnSpPr/>
          <p:nvPr/>
        </p:nvCxnSpPr>
        <p:spPr>
          <a:xfrm flipV="1">
            <a:off x="1295400" y="639618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4D8A5F9-3378-5280-CC42-D86DD30ABF39}"/>
              </a:ext>
            </a:extLst>
          </p:cNvPr>
          <p:cNvCxnSpPr/>
          <p:nvPr/>
        </p:nvCxnSpPr>
        <p:spPr>
          <a:xfrm>
            <a:off x="1701800" y="639618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>
            <a:extLst>
              <a:ext uri="{FF2B5EF4-FFF2-40B4-BE49-F238E27FC236}">
                <a16:creationId xmlns:a16="http://schemas.microsoft.com/office/drawing/2014/main" id="{35B2BD85-E68A-0AAD-9726-53BCE4ABBF2C}"/>
              </a:ext>
            </a:extLst>
          </p:cNvPr>
          <p:cNvCxnSpPr/>
          <p:nvPr/>
        </p:nvCxnSpPr>
        <p:spPr>
          <a:xfrm>
            <a:off x="2108200" y="639618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DDDCE722-6BA1-DCEC-DA21-16CDB6205782}"/>
              </a:ext>
            </a:extLst>
          </p:cNvPr>
          <p:cNvCxnSpPr/>
          <p:nvPr/>
        </p:nvCxnSpPr>
        <p:spPr>
          <a:xfrm>
            <a:off x="2514600" y="639618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07F8325C-8468-1C31-8569-8AB10E214397}"/>
              </a:ext>
            </a:extLst>
          </p:cNvPr>
          <p:cNvCxnSpPr/>
          <p:nvPr/>
        </p:nvCxnSpPr>
        <p:spPr>
          <a:xfrm flipV="1">
            <a:off x="2921000" y="626588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DBF77282-F659-0949-A888-5BFD14077CCC}"/>
              </a:ext>
            </a:extLst>
          </p:cNvPr>
          <p:cNvCxnSpPr/>
          <p:nvPr/>
        </p:nvCxnSpPr>
        <p:spPr>
          <a:xfrm>
            <a:off x="3327400" y="626588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>
            <a:extLst>
              <a:ext uri="{FF2B5EF4-FFF2-40B4-BE49-F238E27FC236}">
                <a16:creationId xmlns:a16="http://schemas.microsoft.com/office/drawing/2014/main" id="{87A32140-ED6B-E5EC-626E-B6106B018FD7}"/>
              </a:ext>
            </a:extLst>
          </p:cNvPr>
          <p:cNvCxnSpPr/>
          <p:nvPr/>
        </p:nvCxnSpPr>
        <p:spPr>
          <a:xfrm>
            <a:off x="3733800" y="626588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6477B400-F875-A326-6ED9-4543A44CFDB6}"/>
              </a:ext>
            </a:extLst>
          </p:cNvPr>
          <p:cNvCxnSpPr/>
          <p:nvPr/>
        </p:nvCxnSpPr>
        <p:spPr>
          <a:xfrm>
            <a:off x="4140200" y="626588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矩形 58">
            <a:extLst>
              <a:ext uri="{FF2B5EF4-FFF2-40B4-BE49-F238E27FC236}">
                <a16:creationId xmlns:a16="http://schemas.microsoft.com/office/drawing/2014/main" id="{0F9988C3-5C1B-F6E5-9A06-4FDB3841F1CA}"/>
              </a:ext>
            </a:extLst>
          </p:cNvPr>
          <p:cNvSpPr/>
          <p:nvPr/>
        </p:nvSpPr>
        <p:spPr>
          <a:xfrm>
            <a:off x="866775" y="64345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DECEC2C2-B76D-7561-D461-745E8D7CF371}"/>
              </a:ext>
            </a:extLst>
          </p:cNvPr>
          <p:cNvSpPr/>
          <p:nvPr/>
        </p:nvSpPr>
        <p:spPr>
          <a:xfrm>
            <a:off x="1273175" y="63042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C7843C1-41F8-4B04-44F6-5677512B0C91}"/>
              </a:ext>
            </a:extLst>
          </p:cNvPr>
          <p:cNvSpPr/>
          <p:nvPr/>
        </p:nvSpPr>
        <p:spPr>
          <a:xfrm>
            <a:off x="1679575" y="61739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D9D15FDD-9E18-8B69-E113-2F6A57A957D4}"/>
              </a:ext>
            </a:extLst>
          </p:cNvPr>
          <p:cNvSpPr/>
          <p:nvPr/>
        </p:nvSpPr>
        <p:spPr>
          <a:xfrm>
            <a:off x="2085975" y="61739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B39C430-9C2E-F353-DDA2-E6E19612C93D}"/>
              </a:ext>
            </a:extLst>
          </p:cNvPr>
          <p:cNvSpPr/>
          <p:nvPr/>
        </p:nvSpPr>
        <p:spPr>
          <a:xfrm>
            <a:off x="2492375" y="61739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101B99B-E92C-C70A-674A-38EFC7A436CF}"/>
              </a:ext>
            </a:extLst>
          </p:cNvPr>
          <p:cNvSpPr/>
          <p:nvPr/>
        </p:nvSpPr>
        <p:spPr>
          <a:xfrm>
            <a:off x="2898775" y="61739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A1025023-459F-00D1-8937-7A6FB9A3E12F}"/>
              </a:ext>
            </a:extLst>
          </p:cNvPr>
          <p:cNvSpPr/>
          <p:nvPr/>
        </p:nvSpPr>
        <p:spPr>
          <a:xfrm>
            <a:off x="3305175" y="60436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935E10C-E850-618F-8495-8C460C82AACB}"/>
              </a:ext>
            </a:extLst>
          </p:cNvPr>
          <p:cNvSpPr/>
          <p:nvPr/>
        </p:nvSpPr>
        <p:spPr>
          <a:xfrm>
            <a:off x="3711575" y="60436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62B1AF2-A45D-D57A-C555-4B8108CEE4C9}"/>
              </a:ext>
            </a:extLst>
          </p:cNvPr>
          <p:cNvSpPr/>
          <p:nvPr/>
        </p:nvSpPr>
        <p:spPr>
          <a:xfrm>
            <a:off x="4117975" y="60436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A27694F-D44A-9326-290D-81657C785AB7}"/>
              </a:ext>
            </a:extLst>
          </p:cNvPr>
          <p:cNvSpPr/>
          <p:nvPr/>
        </p:nvSpPr>
        <p:spPr>
          <a:xfrm>
            <a:off x="4524375" y="604363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BC4829BB-83F3-7913-533D-32B3DF6C1E78}"/>
              </a:ext>
            </a:extLst>
          </p:cNvPr>
          <p:cNvCxnSpPr/>
          <p:nvPr/>
        </p:nvCxnSpPr>
        <p:spPr>
          <a:xfrm flipV="1">
            <a:off x="889000" y="652648"/>
            <a:ext cx="406400" cy="65149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A8EDB0D0-CB58-1AA9-8E38-143984F254D1}"/>
              </a:ext>
            </a:extLst>
          </p:cNvPr>
          <p:cNvCxnSpPr/>
          <p:nvPr/>
        </p:nvCxnSpPr>
        <p:spPr>
          <a:xfrm flipV="1">
            <a:off x="1295400" y="600529"/>
            <a:ext cx="406400" cy="52119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D2D7AC1C-C969-C06C-72B3-4697CED449C1}"/>
              </a:ext>
            </a:extLst>
          </p:cNvPr>
          <p:cNvCxnSpPr/>
          <p:nvPr/>
        </p:nvCxnSpPr>
        <p:spPr>
          <a:xfrm flipV="1">
            <a:off x="1701800" y="587499"/>
            <a:ext cx="406400" cy="1303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AEB3C760-51E3-C9E2-F8C5-00C4DC68D10B}"/>
              </a:ext>
            </a:extLst>
          </p:cNvPr>
          <p:cNvCxnSpPr/>
          <p:nvPr/>
        </p:nvCxnSpPr>
        <p:spPr>
          <a:xfrm flipV="1">
            <a:off x="2108200" y="574469"/>
            <a:ext cx="406400" cy="1303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3446AE88-D7F6-B016-50E0-545C336B4FD7}"/>
              </a:ext>
            </a:extLst>
          </p:cNvPr>
          <p:cNvCxnSpPr/>
          <p:nvPr/>
        </p:nvCxnSpPr>
        <p:spPr>
          <a:xfrm>
            <a:off x="2514600" y="574469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81EEA3B6-6C1D-FC18-B1B2-64236987E68C}"/>
              </a:ext>
            </a:extLst>
          </p:cNvPr>
          <p:cNvCxnSpPr/>
          <p:nvPr/>
        </p:nvCxnSpPr>
        <p:spPr>
          <a:xfrm>
            <a:off x="2921000" y="574469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DD7C57B7-408E-99A4-ACBF-982FCD1974DB}"/>
              </a:ext>
            </a:extLst>
          </p:cNvPr>
          <p:cNvCxnSpPr/>
          <p:nvPr/>
        </p:nvCxnSpPr>
        <p:spPr>
          <a:xfrm>
            <a:off x="3327400" y="574469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>
            <a:extLst>
              <a:ext uri="{FF2B5EF4-FFF2-40B4-BE49-F238E27FC236}">
                <a16:creationId xmlns:a16="http://schemas.microsoft.com/office/drawing/2014/main" id="{1EFC9539-1951-7283-B109-009B5A7666FC}"/>
              </a:ext>
            </a:extLst>
          </p:cNvPr>
          <p:cNvCxnSpPr/>
          <p:nvPr/>
        </p:nvCxnSpPr>
        <p:spPr>
          <a:xfrm>
            <a:off x="3733800" y="574469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E94EAC6A-A71A-FA56-9629-5C4118229053}"/>
              </a:ext>
            </a:extLst>
          </p:cNvPr>
          <p:cNvCxnSpPr/>
          <p:nvPr/>
        </p:nvCxnSpPr>
        <p:spPr>
          <a:xfrm>
            <a:off x="4140200" y="574469"/>
            <a:ext cx="4064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椭圆 77">
            <a:extLst>
              <a:ext uri="{FF2B5EF4-FFF2-40B4-BE49-F238E27FC236}">
                <a16:creationId xmlns:a16="http://schemas.microsoft.com/office/drawing/2014/main" id="{403ECFE6-7760-15DE-676C-EBC09D76EE26}"/>
              </a:ext>
            </a:extLst>
          </p:cNvPr>
          <p:cNvSpPr/>
          <p:nvPr/>
        </p:nvSpPr>
        <p:spPr>
          <a:xfrm>
            <a:off x="866775" y="695572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BD5F7CA7-A7BF-BB85-BA3B-9F243B754A76}"/>
              </a:ext>
            </a:extLst>
          </p:cNvPr>
          <p:cNvSpPr/>
          <p:nvPr/>
        </p:nvSpPr>
        <p:spPr>
          <a:xfrm>
            <a:off x="1273175" y="630423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E91484BD-8578-9486-9299-AC6A7102791D}"/>
              </a:ext>
            </a:extLst>
          </p:cNvPr>
          <p:cNvSpPr/>
          <p:nvPr/>
        </p:nvSpPr>
        <p:spPr>
          <a:xfrm>
            <a:off x="1679575" y="57830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A9FA62BD-99F5-E9C6-3743-E8706283E4F5}"/>
              </a:ext>
            </a:extLst>
          </p:cNvPr>
          <p:cNvSpPr/>
          <p:nvPr/>
        </p:nvSpPr>
        <p:spPr>
          <a:xfrm>
            <a:off x="2085975" y="56527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505FDA49-17D0-934A-8495-73772D9D7651}"/>
              </a:ext>
            </a:extLst>
          </p:cNvPr>
          <p:cNvSpPr/>
          <p:nvPr/>
        </p:nvSpPr>
        <p:spPr>
          <a:xfrm>
            <a:off x="2492375" y="55224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id="{5AE2422C-D097-6474-B4E4-C53545A65224}"/>
              </a:ext>
            </a:extLst>
          </p:cNvPr>
          <p:cNvSpPr/>
          <p:nvPr/>
        </p:nvSpPr>
        <p:spPr>
          <a:xfrm>
            <a:off x="2898775" y="55224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EBB40BDE-3EF8-A5AB-96A6-3B13003A2488}"/>
              </a:ext>
            </a:extLst>
          </p:cNvPr>
          <p:cNvSpPr/>
          <p:nvPr/>
        </p:nvSpPr>
        <p:spPr>
          <a:xfrm>
            <a:off x="3305175" y="55224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椭圆 84">
            <a:extLst>
              <a:ext uri="{FF2B5EF4-FFF2-40B4-BE49-F238E27FC236}">
                <a16:creationId xmlns:a16="http://schemas.microsoft.com/office/drawing/2014/main" id="{8C3797A3-FD02-177D-1638-4B9F2BDF43FE}"/>
              </a:ext>
            </a:extLst>
          </p:cNvPr>
          <p:cNvSpPr/>
          <p:nvPr/>
        </p:nvSpPr>
        <p:spPr>
          <a:xfrm>
            <a:off x="3711575" y="55224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id="{589CC0F5-6521-E8E0-44E4-79EA8A9E667B}"/>
              </a:ext>
            </a:extLst>
          </p:cNvPr>
          <p:cNvSpPr/>
          <p:nvPr/>
        </p:nvSpPr>
        <p:spPr>
          <a:xfrm>
            <a:off x="4117975" y="55224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椭圆 86">
            <a:extLst>
              <a:ext uri="{FF2B5EF4-FFF2-40B4-BE49-F238E27FC236}">
                <a16:creationId xmlns:a16="http://schemas.microsoft.com/office/drawing/2014/main" id="{7F3C9700-876B-9712-A4D9-493F2C300369}"/>
              </a:ext>
            </a:extLst>
          </p:cNvPr>
          <p:cNvSpPr/>
          <p:nvPr/>
        </p:nvSpPr>
        <p:spPr>
          <a:xfrm>
            <a:off x="4524375" y="552244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5C49D0A0-805C-43D9-388C-30EAC9872471}"/>
              </a:ext>
            </a:extLst>
          </p:cNvPr>
          <p:cNvCxnSpPr/>
          <p:nvPr/>
        </p:nvCxnSpPr>
        <p:spPr>
          <a:xfrm flipV="1">
            <a:off x="889000" y="704768"/>
            <a:ext cx="406400" cy="91209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id="{61900BF4-6B1D-C5A3-2668-6D65A6A91622}"/>
              </a:ext>
            </a:extLst>
          </p:cNvPr>
          <p:cNvCxnSpPr/>
          <p:nvPr/>
        </p:nvCxnSpPr>
        <p:spPr>
          <a:xfrm flipV="1">
            <a:off x="1295400" y="639618"/>
            <a:ext cx="406400" cy="6515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接连接符 89">
            <a:extLst>
              <a:ext uri="{FF2B5EF4-FFF2-40B4-BE49-F238E27FC236}">
                <a16:creationId xmlns:a16="http://schemas.microsoft.com/office/drawing/2014/main" id="{F9C4D37D-2E41-BF85-DD1C-8C9AC7A5E1E9}"/>
              </a:ext>
            </a:extLst>
          </p:cNvPr>
          <p:cNvCxnSpPr/>
          <p:nvPr/>
        </p:nvCxnSpPr>
        <p:spPr>
          <a:xfrm>
            <a:off x="17018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6C12DA50-BA36-BC56-1AE8-929B1B8D0B8F}"/>
              </a:ext>
            </a:extLst>
          </p:cNvPr>
          <p:cNvCxnSpPr/>
          <p:nvPr/>
        </p:nvCxnSpPr>
        <p:spPr>
          <a:xfrm>
            <a:off x="21082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3E0CCD4C-C092-4C3E-234A-211B5EA225D9}"/>
              </a:ext>
            </a:extLst>
          </p:cNvPr>
          <p:cNvCxnSpPr/>
          <p:nvPr/>
        </p:nvCxnSpPr>
        <p:spPr>
          <a:xfrm>
            <a:off x="25146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36F6F366-EACA-699B-9C2B-16C40E56714F}"/>
              </a:ext>
            </a:extLst>
          </p:cNvPr>
          <p:cNvCxnSpPr/>
          <p:nvPr/>
        </p:nvCxnSpPr>
        <p:spPr>
          <a:xfrm>
            <a:off x="29210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166B147B-4DC9-D28C-3DEC-1278087D0080}"/>
              </a:ext>
            </a:extLst>
          </p:cNvPr>
          <p:cNvCxnSpPr/>
          <p:nvPr/>
        </p:nvCxnSpPr>
        <p:spPr>
          <a:xfrm>
            <a:off x="33274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id="{9AA35080-3684-52CA-42EB-B99B2F72BC54}"/>
              </a:ext>
            </a:extLst>
          </p:cNvPr>
          <p:cNvCxnSpPr/>
          <p:nvPr/>
        </p:nvCxnSpPr>
        <p:spPr>
          <a:xfrm>
            <a:off x="37338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F5253DCF-7163-8DA9-5200-EAC8F0C8860A}"/>
              </a:ext>
            </a:extLst>
          </p:cNvPr>
          <p:cNvCxnSpPr/>
          <p:nvPr/>
        </p:nvCxnSpPr>
        <p:spPr>
          <a:xfrm>
            <a:off x="4140200" y="639618"/>
            <a:ext cx="4064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矩形 96">
            <a:extLst>
              <a:ext uri="{FF2B5EF4-FFF2-40B4-BE49-F238E27FC236}">
                <a16:creationId xmlns:a16="http://schemas.microsoft.com/office/drawing/2014/main" id="{B5D539A3-B27E-AF51-6E93-CF6BF679F1C8}"/>
              </a:ext>
            </a:extLst>
          </p:cNvPr>
          <p:cNvSpPr/>
          <p:nvPr/>
        </p:nvSpPr>
        <p:spPr>
          <a:xfrm>
            <a:off x="866775" y="773752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92048C30-E1D3-68D5-9CCD-BFCEFE8D163D}"/>
              </a:ext>
            </a:extLst>
          </p:cNvPr>
          <p:cNvSpPr/>
          <p:nvPr/>
        </p:nvSpPr>
        <p:spPr>
          <a:xfrm>
            <a:off x="1273175" y="68254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984A01CF-DDFB-5E88-819B-D68C97CB4ECE}"/>
              </a:ext>
            </a:extLst>
          </p:cNvPr>
          <p:cNvSpPr/>
          <p:nvPr/>
        </p:nvSpPr>
        <p:spPr>
          <a:xfrm>
            <a:off x="16795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043BE831-B4B7-3E04-A0CF-DB38EFB1B9BD}"/>
              </a:ext>
            </a:extLst>
          </p:cNvPr>
          <p:cNvSpPr/>
          <p:nvPr/>
        </p:nvSpPr>
        <p:spPr>
          <a:xfrm>
            <a:off x="20859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C89B5AC4-E05E-FA4B-81DA-8091DFD56FDD}"/>
              </a:ext>
            </a:extLst>
          </p:cNvPr>
          <p:cNvSpPr/>
          <p:nvPr/>
        </p:nvSpPr>
        <p:spPr>
          <a:xfrm>
            <a:off x="24923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8C46918-1C02-82F6-1068-6FF2B9D1E9BF}"/>
              </a:ext>
            </a:extLst>
          </p:cNvPr>
          <p:cNvSpPr/>
          <p:nvPr/>
        </p:nvSpPr>
        <p:spPr>
          <a:xfrm>
            <a:off x="28987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26CB0203-E92B-0729-67FF-A14293277DED}"/>
              </a:ext>
            </a:extLst>
          </p:cNvPr>
          <p:cNvSpPr/>
          <p:nvPr/>
        </p:nvSpPr>
        <p:spPr>
          <a:xfrm>
            <a:off x="33051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401884B8-6DD6-69DC-36F7-7AA3D0D3BCE1}"/>
              </a:ext>
            </a:extLst>
          </p:cNvPr>
          <p:cNvSpPr/>
          <p:nvPr/>
        </p:nvSpPr>
        <p:spPr>
          <a:xfrm>
            <a:off x="37115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6062553D-70A6-4856-775A-A53E612993C3}"/>
              </a:ext>
            </a:extLst>
          </p:cNvPr>
          <p:cNvSpPr/>
          <p:nvPr/>
        </p:nvSpPr>
        <p:spPr>
          <a:xfrm>
            <a:off x="41179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B9F93DA5-F171-30AC-849C-4E2C92B501E0}"/>
              </a:ext>
            </a:extLst>
          </p:cNvPr>
          <p:cNvSpPr/>
          <p:nvPr/>
        </p:nvSpPr>
        <p:spPr>
          <a:xfrm>
            <a:off x="4524375" y="617393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1815C4FD-7213-1737-2B6C-FA59AA22253E}"/>
              </a:ext>
            </a:extLst>
          </p:cNvPr>
          <p:cNvCxnSpPr/>
          <p:nvPr/>
        </p:nvCxnSpPr>
        <p:spPr>
          <a:xfrm flipV="1">
            <a:off x="889000" y="822036"/>
            <a:ext cx="406400" cy="5212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CEA547C3-5520-0A74-852F-EF66E0EB880B}"/>
              </a:ext>
            </a:extLst>
          </p:cNvPr>
          <p:cNvCxnSpPr/>
          <p:nvPr/>
        </p:nvCxnSpPr>
        <p:spPr>
          <a:xfrm flipV="1">
            <a:off x="1295400" y="809006"/>
            <a:ext cx="406400" cy="1303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9B669AD5-F1BB-2E55-D3A8-CB959B2B9769}"/>
              </a:ext>
            </a:extLst>
          </p:cNvPr>
          <p:cNvCxnSpPr/>
          <p:nvPr/>
        </p:nvCxnSpPr>
        <p:spPr>
          <a:xfrm flipV="1">
            <a:off x="1701800" y="782947"/>
            <a:ext cx="406400" cy="26059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DB8BBE43-E703-357C-B26B-B5B8991420BD}"/>
              </a:ext>
            </a:extLst>
          </p:cNvPr>
          <p:cNvCxnSpPr/>
          <p:nvPr/>
        </p:nvCxnSpPr>
        <p:spPr>
          <a:xfrm flipV="1">
            <a:off x="2108200" y="769917"/>
            <a:ext cx="406400" cy="1303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接连接符 110">
            <a:extLst>
              <a:ext uri="{FF2B5EF4-FFF2-40B4-BE49-F238E27FC236}">
                <a16:creationId xmlns:a16="http://schemas.microsoft.com/office/drawing/2014/main" id="{80B14F3D-301B-2662-D7D2-D7A32BB52F8C}"/>
              </a:ext>
            </a:extLst>
          </p:cNvPr>
          <p:cNvCxnSpPr/>
          <p:nvPr/>
        </p:nvCxnSpPr>
        <p:spPr>
          <a:xfrm flipV="1">
            <a:off x="2514600" y="756887"/>
            <a:ext cx="406400" cy="1303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FD9F5356-C64D-C858-66A1-89D20DB31AC8}"/>
              </a:ext>
            </a:extLst>
          </p:cNvPr>
          <p:cNvCxnSpPr/>
          <p:nvPr/>
        </p:nvCxnSpPr>
        <p:spPr>
          <a:xfrm>
            <a:off x="2921000" y="756887"/>
            <a:ext cx="4064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连接符 112">
            <a:extLst>
              <a:ext uri="{FF2B5EF4-FFF2-40B4-BE49-F238E27FC236}">
                <a16:creationId xmlns:a16="http://schemas.microsoft.com/office/drawing/2014/main" id="{E8AE33E2-3A1C-0C1C-D28A-EA4BBDEAD5C0}"/>
              </a:ext>
            </a:extLst>
          </p:cNvPr>
          <p:cNvCxnSpPr/>
          <p:nvPr/>
        </p:nvCxnSpPr>
        <p:spPr>
          <a:xfrm>
            <a:off x="3327400" y="756887"/>
            <a:ext cx="4064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029C1A38-6F1A-E9BC-2024-5B9B07B59853}"/>
              </a:ext>
            </a:extLst>
          </p:cNvPr>
          <p:cNvCxnSpPr/>
          <p:nvPr/>
        </p:nvCxnSpPr>
        <p:spPr>
          <a:xfrm>
            <a:off x="3733800" y="756887"/>
            <a:ext cx="4064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接连接符 114">
            <a:extLst>
              <a:ext uri="{FF2B5EF4-FFF2-40B4-BE49-F238E27FC236}">
                <a16:creationId xmlns:a16="http://schemas.microsoft.com/office/drawing/2014/main" id="{C959ED5A-CC91-95ED-E164-59CBE15A514A}"/>
              </a:ext>
            </a:extLst>
          </p:cNvPr>
          <p:cNvCxnSpPr/>
          <p:nvPr/>
        </p:nvCxnSpPr>
        <p:spPr>
          <a:xfrm>
            <a:off x="4140200" y="756887"/>
            <a:ext cx="4064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菱形 115">
            <a:extLst>
              <a:ext uri="{FF2B5EF4-FFF2-40B4-BE49-F238E27FC236}">
                <a16:creationId xmlns:a16="http://schemas.microsoft.com/office/drawing/2014/main" id="{6D463266-6CE7-02AF-F187-8E70A35CE117}"/>
              </a:ext>
            </a:extLst>
          </p:cNvPr>
          <p:cNvSpPr/>
          <p:nvPr/>
        </p:nvSpPr>
        <p:spPr>
          <a:xfrm>
            <a:off x="866775" y="851931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C3F3DAD1-74B7-BECC-1878-2DF35BFD1FD8}"/>
              </a:ext>
            </a:extLst>
          </p:cNvPr>
          <p:cNvSpPr/>
          <p:nvPr/>
        </p:nvSpPr>
        <p:spPr>
          <a:xfrm>
            <a:off x="1273175" y="799811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F91CF997-EA33-1542-B6B3-E61FB936CA7D}"/>
              </a:ext>
            </a:extLst>
          </p:cNvPr>
          <p:cNvSpPr/>
          <p:nvPr/>
        </p:nvSpPr>
        <p:spPr>
          <a:xfrm>
            <a:off x="1679575" y="786781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D6270D36-E285-B3C5-C0E9-1499F9889EE0}"/>
              </a:ext>
            </a:extLst>
          </p:cNvPr>
          <p:cNvSpPr/>
          <p:nvPr/>
        </p:nvSpPr>
        <p:spPr>
          <a:xfrm>
            <a:off x="2085975" y="76072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CDF61B95-587A-800B-1F09-605ADF0B0F42}"/>
              </a:ext>
            </a:extLst>
          </p:cNvPr>
          <p:cNvSpPr/>
          <p:nvPr/>
        </p:nvSpPr>
        <p:spPr>
          <a:xfrm>
            <a:off x="2492375" y="74769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35C68F38-1C91-9298-FF8F-0C86B7D71C63}"/>
              </a:ext>
            </a:extLst>
          </p:cNvPr>
          <p:cNvSpPr/>
          <p:nvPr/>
        </p:nvSpPr>
        <p:spPr>
          <a:xfrm>
            <a:off x="2898775" y="73466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033E3EF5-2D0F-19D4-D966-18B49CB36DA3}"/>
              </a:ext>
            </a:extLst>
          </p:cNvPr>
          <p:cNvSpPr/>
          <p:nvPr/>
        </p:nvSpPr>
        <p:spPr>
          <a:xfrm>
            <a:off x="3305175" y="73466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15F1D24D-7FB3-D86E-3D7D-663287E732DF}"/>
              </a:ext>
            </a:extLst>
          </p:cNvPr>
          <p:cNvSpPr/>
          <p:nvPr/>
        </p:nvSpPr>
        <p:spPr>
          <a:xfrm>
            <a:off x="3711575" y="73466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311CA4E7-CA5F-E94E-1CA3-F0A36AF10B87}"/>
              </a:ext>
            </a:extLst>
          </p:cNvPr>
          <p:cNvSpPr/>
          <p:nvPr/>
        </p:nvSpPr>
        <p:spPr>
          <a:xfrm>
            <a:off x="4117975" y="73466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37AD639B-8ECC-25B5-3093-7A4F5C18D0D0}"/>
              </a:ext>
            </a:extLst>
          </p:cNvPr>
          <p:cNvSpPr/>
          <p:nvPr/>
        </p:nvSpPr>
        <p:spPr>
          <a:xfrm>
            <a:off x="4524375" y="734662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6" name="直接连接符 125">
            <a:extLst>
              <a:ext uri="{FF2B5EF4-FFF2-40B4-BE49-F238E27FC236}">
                <a16:creationId xmlns:a16="http://schemas.microsoft.com/office/drawing/2014/main" id="{539D20AF-E6F2-E5A2-B3C5-7D22805638FD}"/>
              </a:ext>
            </a:extLst>
          </p:cNvPr>
          <p:cNvCxnSpPr/>
          <p:nvPr/>
        </p:nvCxnSpPr>
        <p:spPr>
          <a:xfrm>
            <a:off x="4826000" y="673100"/>
            <a:ext cx="2540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椭圆 126">
            <a:extLst>
              <a:ext uri="{FF2B5EF4-FFF2-40B4-BE49-F238E27FC236}">
                <a16:creationId xmlns:a16="http://schemas.microsoft.com/office/drawing/2014/main" id="{CB7202CF-6302-D826-0FC0-1DD9E36A920E}"/>
              </a:ext>
            </a:extLst>
          </p:cNvPr>
          <p:cNvSpPr/>
          <p:nvPr/>
        </p:nvSpPr>
        <p:spPr>
          <a:xfrm>
            <a:off x="4930775" y="65087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54ADA79-96CD-A10F-7C5E-EAB57BDF972D}"/>
              </a:ext>
            </a:extLst>
          </p:cNvPr>
          <p:cNvSpPr txBox="1"/>
          <p:nvPr/>
        </p:nvSpPr>
        <p:spPr>
          <a:xfrm>
            <a:off x="5168900" y="596900"/>
            <a:ext cx="418384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 · GT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29" name="直接连接符 128">
            <a:extLst>
              <a:ext uri="{FF2B5EF4-FFF2-40B4-BE49-F238E27FC236}">
                <a16:creationId xmlns:a16="http://schemas.microsoft.com/office/drawing/2014/main" id="{9CDCC3D4-5F11-8A88-A91F-A2FB4EEC90B3}"/>
              </a:ext>
            </a:extLst>
          </p:cNvPr>
          <p:cNvCxnSpPr/>
          <p:nvPr/>
        </p:nvCxnSpPr>
        <p:spPr>
          <a:xfrm>
            <a:off x="4826000" y="881380"/>
            <a:ext cx="2540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矩形 129">
            <a:extLst>
              <a:ext uri="{FF2B5EF4-FFF2-40B4-BE49-F238E27FC236}">
                <a16:creationId xmlns:a16="http://schemas.microsoft.com/office/drawing/2014/main" id="{9D5EAFDA-CE84-B840-C4A3-6AD409FF4F63}"/>
              </a:ext>
            </a:extLst>
          </p:cNvPr>
          <p:cNvSpPr/>
          <p:nvPr/>
        </p:nvSpPr>
        <p:spPr>
          <a:xfrm>
            <a:off x="4930775" y="859155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1" name="文本框 130">
            <a:extLst>
              <a:ext uri="{FF2B5EF4-FFF2-40B4-BE49-F238E27FC236}">
                <a16:creationId xmlns:a16="http://schemas.microsoft.com/office/drawing/2014/main" id="{8240F980-2506-7C8F-630C-48D3D2F9C5EE}"/>
              </a:ext>
            </a:extLst>
          </p:cNvPr>
          <p:cNvSpPr txBox="1"/>
          <p:nvPr/>
        </p:nvSpPr>
        <p:spPr>
          <a:xfrm>
            <a:off x="5168900" y="805180"/>
            <a:ext cx="74379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Find+Match · GT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6C620CDF-1A70-4191-9F5A-1B80F9B3631D}"/>
              </a:ext>
            </a:extLst>
          </p:cNvPr>
          <p:cNvCxnSpPr/>
          <p:nvPr/>
        </p:nvCxnSpPr>
        <p:spPr>
          <a:xfrm>
            <a:off x="4826000" y="1089660"/>
            <a:ext cx="254000" cy="0"/>
          </a:xfrm>
          <a:prstGeom prst="line">
            <a:avLst/>
          </a:prstGeom>
          <a:ln w="20320">
            <a:solidFill>
              <a:srgbClr val="5363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椭圆 132">
            <a:extLst>
              <a:ext uri="{FF2B5EF4-FFF2-40B4-BE49-F238E27FC236}">
                <a16:creationId xmlns:a16="http://schemas.microsoft.com/office/drawing/2014/main" id="{FAC1C7C1-2C06-AF1A-5B58-549BED857CDF}"/>
              </a:ext>
            </a:extLst>
          </p:cNvPr>
          <p:cNvSpPr/>
          <p:nvPr/>
        </p:nvSpPr>
        <p:spPr>
          <a:xfrm>
            <a:off x="4930775" y="1067435"/>
            <a:ext cx="44450" cy="44450"/>
          </a:xfrm>
          <a:prstGeom prst="ellipse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345DEA5C-09CB-1D5F-2459-0440EEED4D95}"/>
              </a:ext>
            </a:extLst>
          </p:cNvPr>
          <p:cNvSpPr txBox="1"/>
          <p:nvPr/>
        </p:nvSpPr>
        <p:spPr>
          <a:xfrm>
            <a:off x="5168900" y="1013460"/>
            <a:ext cx="47128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 · CA2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35" name="直接连接符 134">
            <a:extLst>
              <a:ext uri="{FF2B5EF4-FFF2-40B4-BE49-F238E27FC236}">
                <a16:creationId xmlns:a16="http://schemas.microsoft.com/office/drawing/2014/main" id="{93C91DA2-CD54-FBBF-7579-7EB555AEE8D8}"/>
              </a:ext>
            </a:extLst>
          </p:cNvPr>
          <p:cNvCxnSpPr/>
          <p:nvPr/>
        </p:nvCxnSpPr>
        <p:spPr>
          <a:xfrm>
            <a:off x="4826000" y="1297940"/>
            <a:ext cx="254000" cy="0"/>
          </a:xfrm>
          <a:prstGeom prst="line">
            <a:avLst/>
          </a:prstGeom>
          <a:ln w="20320">
            <a:solidFill>
              <a:srgbClr val="5363AE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>
            <a:extLst>
              <a:ext uri="{FF2B5EF4-FFF2-40B4-BE49-F238E27FC236}">
                <a16:creationId xmlns:a16="http://schemas.microsoft.com/office/drawing/2014/main" id="{6E9743CF-FFE5-2F36-5907-A014FBEEBAE7}"/>
              </a:ext>
            </a:extLst>
          </p:cNvPr>
          <p:cNvSpPr/>
          <p:nvPr/>
        </p:nvSpPr>
        <p:spPr>
          <a:xfrm>
            <a:off x="4930775" y="1275715"/>
            <a:ext cx="44450" cy="44450"/>
          </a:xfrm>
          <a:prstGeom prst="rect">
            <a:avLst/>
          </a:prstGeom>
          <a:solidFill>
            <a:srgbClr val="5363AE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CEB29E73-B6EB-C801-9921-DF84BB56BA83}"/>
              </a:ext>
            </a:extLst>
          </p:cNvPr>
          <p:cNvSpPr txBox="1"/>
          <p:nvPr/>
        </p:nvSpPr>
        <p:spPr>
          <a:xfrm>
            <a:off x="5168900" y="1221740"/>
            <a:ext cx="79669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Find+Match · CA2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38" name="直接连接符 137">
            <a:extLst>
              <a:ext uri="{FF2B5EF4-FFF2-40B4-BE49-F238E27FC236}">
                <a16:creationId xmlns:a16="http://schemas.microsoft.com/office/drawing/2014/main" id="{92673CF9-0C4F-5EE2-D7C2-29E28A6351AF}"/>
              </a:ext>
            </a:extLst>
          </p:cNvPr>
          <p:cNvCxnSpPr/>
          <p:nvPr/>
        </p:nvCxnSpPr>
        <p:spPr>
          <a:xfrm>
            <a:off x="4826000" y="1506220"/>
            <a:ext cx="254000" cy="0"/>
          </a:xfrm>
          <a:prstGeom prst="line">
            <a:avLst/>
          </a:prstGeom>
          <a:ln w="20320">
            <a:solidFill>
              <a:srgbClr val="858D9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菱形 138">
            <a:extLst>
              <a:ext uri="{FF2B5EF4-FFF2-40B4-BE49-F238E27FC236}">
                <a16:creationId xmlns:a16="http://schemas.microsoft.com/office/drawing/2014/main" id="{A9F9B859-17BA-6550-5845-4F4FEE1BA201}"/>
              </a:ext>
            </a:extLst>
          </p:cNvPr>
          <p:cNvSpPr/>
          <p:nvPr/>
        </p:nvSpPr>
        <p:spPr>
          <a:xfrm>
            <a:off x="4930775" y="1483995"/>
            <a:ext cx="44450" cy="44450"/>
          </a:xfrm>
          <a:prstGeom prst="diamond">
            <a:avLst/>
          </a:prstGeom>
          <a:solidFill>
            <a:srgbClr val="858D9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379023A-5425-F03A-2A37-145493BC59B4}"/>
              </a:ext>
            </a:extLst>
          </p:cNvPr>
          <p:cNvSpPr txBox="1"/>
          <p:nvPr/>
        </p:nvSpPr>
        <p:spPr>
          <a:xfrm>
            <a:off x="5168900" y="1430020"/>
            <a:ext cx="63639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Emap2lig-Find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940E9759-3DAB-33DB-381F-06D1AD25AE41}"/>
              </a:ext>
            </a:extLst>
          </p:cNvPr>
          <p:cNvSpPr txBox="1"/>
          <p:nvPr/>
        </p:nvSpPr>
        <p:spPr>
          <a:xfrm>
            <a:off x="114300" y="1841500"/>
            <a:ext cx="78548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63746"/>
                </a:solidFill>
                <a:latin typeface="Arial" panose="020B0604020202020204" pitchFamily="34" charset="0"/>
              </a:rPr>
              <a:t>b</a:t>
            </a:r>
            <a:endParaRPr lang="zh-CN" altLang="en-US" sz="1000" b="1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F974D744-6C22-6BB7-F22D-EE8E916A0E61}"/>
              </a:ext>
            </a:extLst>
          </p:cNvPr>
          <p:cNvSpPr txBox="1"/>
          <p:nvPr/>
        </p:nvSpPr>
        <p:spPr>
          <a:xfrm>
            <a:off x="342900" y="1854200"/>
            <a:ext cx="1282402" cy="1292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263746"/>
                </a:solidFill>
                <a:latin typeface="Arial" panose="020B0604020202020204" pitchFamily="34" charset="0"/>
              </a:rPr>
              <a:t>Pose reconstruction · GT</a:t>
            </a:r>
            <a:endParaRPr lang="zh-CN" altLang="en-US" sz="840" b="1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8C0A65EC-631D-7919-42D6-938A3C96F57B}"/>
              </a:ext>
            </a:extLst>
          </p:cNvPr>
          <p:cNvSpPr txBox="1"/>
          <p:nvPr/>
        </p:nvSpPr>
        <p:spPr>
          <a:xfrm rot="16200000">
            <a:off x="0" y="2609850"/>
            <a:ext cx="724557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Success rate (%)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D2B115EB-4FD2-840B-3324-F934ADC8396D}"/>
              </a:ext>
            </a:extLst>
          </p:cNvPr>
          <p:cNvSpPr txBox="1"/>
          <p:nvPr/>
        </p:nvSpPr>
        <p:spPr>
          <a:xfrm>
            <a:off x="520700" y="31242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45" name="直接连接符 144">
            <a:extLst>
              <a:ext uri="{FF2B5EF4-FFF2-40B4-BE49-F238E27FC236}">
                <a16:creationId xmlns:a16="http://schemas.microsoft.com/office/drawing/2014/main" id="{8E6530CB-23CA-381C-EA72-7D4128CDAE97}"/>
              </a:ext>
            </a:extLst>
          </p:cNvPr>
          <p:cNvCxnSpPr/>
          <p:nvPr/>
        </p:nvCxnSpPr>
        <p:spPr>
          <a:xfrm>
            <a:off x="889000" y="293687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文本框 145">
            <a:extLst>
              <a:ext uri="{FF2B5EF4-FFF2-40B4-BE49-F238E27FC236}">
                <a16:creationId xmlns:a16="http://schemas.microsoft.com/office/drawing/2014/main" id="{419F6998-F949-47B4-DD1F-E26974EEAEA4}"/>
              </a:ext>
            </a:extLst>
          </p:cNvPr>
          <p:cNvSpPr txBox="1"/>
          <p:nvPr/>
        </p:nvSpPr>
        <p:spPr>
          <a:xfrm>
            <a:off x="520700" y="287337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25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47" name="直接连接符 146">
            <a:extLst>
              <a:ext uri="{FF2B5EF4-FFF2-40B4-BE49-F238E27FC236}">
                <a16:creationId xmlns:a16="http://schemas.microsoft.com/office/drawing/2014/main" id="{7292D50D-76B2-3D69-605C-1E406A6C985C}"/>
              </a:ext>
            </a:extLst>
          </p:cNvPr>
          <p:cNvCxnSpPr/>
          <p:nvPr/>
        </p:nvCxnSpPr>
        <p:spPr>
          <a:xfrm>
            <a:off x="889000" y="2686050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文本框 147">
            <a:extLst>
              <a:ext uri="{FF2B5EF4-FFF2-40B4-BE49-F238E27FC236}">
                <a16:creationId xmlns:a16="http://schemas.microsoft.com/office/drawing/2014/main" id="{4E8AB701-437B-828C-F0AA-4F4B802BC9BD}"/>
              </a:ext>
            </a:extLst>
          </p:cNvPr>
          <p:cNvSpPr txBox="1"/>
          <p:nvPr/>
        </p:nvSpPr>
        <p:spPr>
          <a:xfrm>
            <a:off x="520700" y="262255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49" name="直接连接符 148">
            <a:extLst>
              <a:ext uri="{FF2B5EF4-FFF2-40B4-BE49-F238E27FC236}">
                <a16:creationId xmlns:a16="http://schemas.microsoft.com/office/drawing/2014/main" id="{91322531-BE66-DBEB-94DA-AD1AEA0C8513}"/>
              </a:ext>
            </a:extLst>
          </p:cNvPr>
          <p:cNvCxnSpPr/>
          <p:nvPr/>
        </p:nvCxnSpPr>
        <p:spPr>
          <a:xfrm>
            <a:off x="889000" y="243522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文本框 149">
            <a:extLst>
              <a:ext uri="{FF2B5EF4-FFF2-40B4-BE49-F238E27FC236}">
                <a16:creationId xmlns:a16="http://schemas.microsoft.com/office/drawing/2014/main" id="{6C6B1521-F281-42E9-AB7A-340C7DFD6378}"/>
              </a:ext>
            </a:extLst>
          </p:cNvPr>
          <p:cNvSpPr txBox="1"/>
          <p:nvPr/>
        </p:nvSpPr>
        <p:spPr>
          <a:xfrm>
            <a:off x="520700" y="237172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921DAD7E-16CF-E794-4AAD-04191BF52E35}"/>
              </a:ext>
            </a:extLst>
          </p:cNvPr>
          <p:cNvSpPr txBox="1"/>
          <p:nvPr/>
        </p:nvSpPr>
        <p:spPr>
          <a:xfrm>
            <a:off x="520700" y="2120900"/>
            <a:ext cx="149080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670507EC-94E2-7B84-D0DB-B7C70CF6E8FF}"/>
              </a:ext>
            </a:extLst>
          </p:cNvPr>
          <p:cNvCxnSpPr/>
          <p:nvPr/>
        </p:nvCxnSpPr>
        <p:spPr>
          <a:xfrm>
            <a:off x="889000" y="2184400"/>
            <a:ext cx="0" cy="100330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连接符 152">
            <a:extLst>
              <a:ext uri="{FF2B5EF4-FFF2-40B4-BE49-F238E27FC236}">
                <a16:creationId xmlns:a16="http://schemas.microsoft.com/office/drawing/2014/main" id="{9F9BAAB0-7EF0-E7C7-1E76-54E3DC535095}"/>
              </a:ext>
            </a:extLst>
          </p:cNvPr>
          <p:cNvCxnSpPr/>
          <p:nvPr/>
        </p:nvCxnSpPr>
        <p:spPr>
          <a:xfrm>
            <a:off x="889000" y="3187700"/>
            <a:ext cx="3657600" cy="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连接符 153">
            <a:extLst>
              <a:ext uri="{FF2B5EF4-FFF2-40B4-BE49-F238E27FC236}">
                <a16:creationId xmlns:a16="http://schemas.microsoft.com/office/drawing/2014/main" id="{B628B906-BA51-DD28-E815-DD3DE53163CA}"/>
              </a:ext>
            </a:extLst>
          </p:cNvPr>
          <p:cNvCxnSpPr/>
          <p:nvPr/>
        </p:nvCxnSpPr>
        <p:spPr>
          <a:xfrm>
            <a:off x="8890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文本框 154">
            <a:extLst>
              <a:ext uri="{FF2B5EF4-FFF2-40B4-BE49-F238E27FC236}">
                <a16:creationId xmlns:a16="http://schemas.microsoft.com/office/drawing/2014/main" id="{B7B1D34D-FBCE-69C9-ABE7-1E904C19E53D}"/>
              </a:ext>
            </a:extLst>
          </p:cNvPr>
          <p:cNvSpPr txBox="1"/>
          <p:nvPr/>
        </p:nvSpPr>
        <p:spPr>
          <a:xfrm>
            <a:off x="825500" y="32385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56" name="直接连接符 155">
            <a:extLst>
              <a:ext uri="{FF2B5EF4-FFF2-40B4-BE49-F238E27FC236}">
                <a16:creationId xmlns:a16="http://schemas.microsoft.com/office/drawing/2014/main" id="{9D8CE715-C450-1067-5686-FB13400F31E5}"/>
              </a:ext>
            </a:extLst>
          </p:cNvPr>
          <p:cNvCxnSpPr/>
          <p:nvPr/>
        </p:nvCxnSpPr>
        <p:spPr>
          <a:xfrm>
            <a:off x="12954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连接符 156">
            <a:extLst>
              <a:ext uri="{FF2B5EF4-FFF2-40B4-BE49-F238E27FC236}">
                <a16:creationId xmlns:a16="http://schemas.microsoft.com/office/drawing/2014/main" id="{1CF91DDC-756C-45AC-D1A3-2F520E185352}"/>
              </a:ext>
            </a:extLst>
          </p:cNvPr>
          <p:cNvCxnSpPr/>
          <p:nvPr/>
        </p:nvCxnSpPr>
        <p:spPr>
          <a:xfrm>
            <a:off x="17018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文本框 157">
            <a:extLst>
              <a:ext uri="{FF2B5EF4-FFF2-40B4-BE49-F238E27FC236}">
                <a16:creationId xmlns:a16="http://schemas.microsoft.com/office/drawing/2014/main" id="{FB9D0544-5D1B-109F-9759-09AE2BA630FE}"/>
              </a:ext>
            </a:extLst>
          </p:cNvPr>
          <p:cNvSpPr txBox="1"/>
          <p:nvPr/>
        </p:nvSpPr>
        <p:spPr>
          <a:xfrm>
            <a:off x="1638300" y="32385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3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59" name="直接连接符 158">
            <a:extLst>
              <a:ext uri="{FF2B5EF4-FFF2-40B4-BE49-F238E27FC236}">
                <a16:creationId xmlns:a16="http://schemas.microsoft.com/office/drawing/2014/main" id="{716DC207-B491-2443-0511-5D57661C2CED}"/>
              </a:ext>
            </a:extLst>
          </p:cNvPr>
          <p:cNvCxnSpPr/>
          <p:nvPr/>
        </p:nvCxnSpPr>
        <p:spPr>
          <a:xfrm>
            <a:off x="21082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连接符 159">
            <a:extLst>
              <a:ext uri="{FF2B5EF4-FFF2-40B4-BE49-F238E27FC236}">
                <a16:creationId xmlns:a16="http://schemas.microsoft.com/office/drawing/2014/main" id="{6AC3E1CA-1CFD-A9B7-767A-4783C589FB5A}"/>
              </a:ext>
            </a:extLst>
          </p:cNvPr>
          <p:cNvCxnSpPr/>
          <p:nvPr/>
        </p:nvCxnSpPr>
        <p:spPr>
          <a:xfrm>
            <a:off x="25146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文本框 160">
            <a:extLst>
              <a:ext uri="{FF2B5EF4-FFF2-40B4-BE49-F238E27FC236}">
                <a16:creationId xmlns:a16="http://schemas.microsoft.com/office/drawing/2014/main" id="{A1183E64-5E6D-11B0-390B-23227EFD7E0B}"/>
              </a:ext>
            </a:extLst>
          </p:cNvPr>
          <p:cNvSpPr txBox="1"/>
          <p:nvPr/>
        </p:nvSpPr>
        <p:spPr>
          <a:xfrm>
            <a:off x="2451100" y="32385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62" name="直接连接符 161">
            <a:extLst>
              <a:ext uri="{FF2B5EF4-FFF2-40B4-BE49-F238E27FC236}">
                <a16:creationId xmlns:a16="http://schemas.microsoft.com/office/drawing/2014/main" id="{998A8CE5-CA9E-763D-C5CC-26CDF7C2ECCE}"/>
              </a:ext>
            </a:extLst>
          </p:cNvPr>
          <p:cNvCxnSpPr/>
          <p:nvPr/>
        </p:nvCxnSpPr>
        <p:spPr>
          <a:xfrm>
            <a:off x="29210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直接连接符 162">
            <a:extLst>
              <a:ext uri="{FF2B5EF4-FFF2-40B4-BE49-F238E27FC236}">
                <a16:creationId xmlns:a16="http://schemas.microsoft.com/office/drawing/2014/main" id="{1057C72A-091D-EB79-C77C-F5B3CBD51028}"/>
              </a:ext>
            </a:extLst>
          </p:cNvPr>
          <p:cNvCxnSpPr/>
          <p:nvPr/>
        </p:nvCxnSpPr>
        <p:spPr>
          <a:xfrm>
            <a:off x="33274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文本框 163">
            <a:extLst>
              <a:ext uri="{FF2B5EF4-FFF2-40B4-BE49-F238E27FC236}">
                <a16:creationId xmlns:a16="http://schemas.microsoft.com/office/drawing/2014/main" id="{A9A85474-C342-C778-D057-266051AC92C4}"/>
              </a:ext>
            </a:extLst>
          </p:cNvPr>
          <p:cNvSpPr txBox="1"/>
          <p:nvPr/>
        </p:nvSpPr>
        <p:spPr>
          <a:xfrm>
            <a:off x="3263900" y="32385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165" name="直接连接符 164">
            <a:extLst>
              <a:ext uri="{FF2B5EF4-FFF2-40B4-BE49-F238E27FC236}">
                <a16:creationId xmlns:a16="http://schemas.microsoft.com/office/drawing/2014/main" id="{F61B8785-6C91-3124-0282-CE362DA1B896}"/>
              </a:ext>
            </a:extLst>
          </p:cNvPr>
          <p:cNvCxnSpPr/>
          <p:nvPr/>
        </p:nvCxnSpPr>
        <p:spPr>
          <a:xfrm>
            <a:off x="37338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直接连接符 165">
            <a:extLst>
              <a:ext uri="{FF2B5EF4-FFF2-40B4-BE49-F238E27FC236}">
                <a16:creationId xmlns:a16="http://schemas.microsoft.com/office/drawing/2014/main" id="{991CA3D3-AB6C-AA7B-24D2-79EA844BF96D}"/>
              </a:ext>
            </a:extLst>
          </p:cNvPr>
          <p:cNvCxnSpPr/>
          <p:nvPr/>
        </p:nvCxnSpPr>
        <p:spPr>
          <a:xfrm>
            <a:off x="41402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直接连接符 166">
            <a:extLst>
              <a:ext uri="{FF2B5EF4-FFF2-40B4-BE49-F238E27FC236}">
                <a16:creationId xmlns:a16="http://schemas.microsoft.com/office/drawing/2014/main" id="{42C5DE43-28C4-2E48-66C7-0C28043AB52C}"/>
              </a:ext>
            </a:extLst>
          </p:cNvPr>
          <p:cNvCxnSpPr/>
          <p:nvPr/>
        </p:nvCxnSpPr>
        <p:spPr>
          <a:xfrm>
            <a:off x="4546600" y="31877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文本框 167">
            <a:extLst>
              <a:ext uri="{FF2B5EF4-FFF2-40B4-BE49-F238E27FC236}">
                <a16:creationId xmlns:a16="http://schemas.microsoft.com/office/drawing/2014/main" id="{71A8AE1F-ABB9-A6C2-2B15-652021968F4A}"/>
              </a:ext>
            </a:extLst>
          </p:cNvPr>
          <p:cNvSpPr txBox="1"/>
          <p:nvPr/>
        </p:nvSpPr>
        <p:spPr>
          <a:xfrm>
            <a:off x="4483100" y="323850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101A6B7C-07D1-D0AD-8B0C-5720E09F987A}"/>
              </a:ext>
            </a:extLst>
          </p:cNvPr>
          <p:cNvSpPr txBox="1"/>
          <p:nvPr/>
        </p:nvSpPr>
        <p:spPr>
          <a:xfrm>
            <a:off x="2057400" y="3403600"/>
            <a:ext cx="702115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Ranked sites (K)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5E25FAE2-9990-E4AB-9F98-CBDCEA134973}"/>
              </a:ext>
            </a:extLst>
          </p:cNvPr>
          <p:cNvCxnSpPr/>
          <p:nvPr/>
        </p:nvCxnSpPr>
        <p:spPr>
          <a:xfrm flipV="1">
            <a:off x="889000" y="2536206"/>
            <a:ext cx="406400" cy="7818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直接连接符 170">
            <a:extLst>
              <a:ext uri="{FF2B5EF4-FFF2-40B4-BE49-F238E27FC236}">
                <a16:creationId xmlns:a16="http://schemas.microsoft.com/office/drawing/2014/main" id="{B617BA3B-73A6-9323-767E-3CFCC3108967}"/>
              </a:ext>
            </a:extLst>
          </p:cNvPr>
          <p:cNvCxnSpPr/>
          <p:nvPr/>
        </p:nvCxnSpPr>
        <p:spPr>
          <a:xfrm flipV="1">
            <a:off x="1295400" y="2523177"/>
            <a:ext cx="406400" cy="13029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71614171-1639-D922-1F97-FE0C3FEB8F7C}"/>
              </a:ext>
            </a:extLst>
          </p:cNvPr>
          <p:cNvCxnSpPr/>
          <p:nvPr/>
        </p:nvCxnSpPr>
        <p:spPr>
          <a:xfrm>
            <a:off x="17018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024686E8-4295-F6EB-0FC2-6429F0E0CEE8}"/>
              </a:ext>
            </a:extLst>
          </p:cNvPr>
          <p:cNvCxnSpPr/>
          <p:nvPr/>
        </p:nvCxnSpPr>
        <p:spPr>
          <a:xfrm>
            <a:off x="21082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DEFB6957-E7D9-8FFB-0136-AB1D1DED00EB}"/>
              </a:ext>
            </a:extLst>
          </p:cNvPr>
          <p:cNvCxnSpPr/>
          <p:nvPr/>
        </p:nvCxnSpPr>
        <p:spPr>
          <a:xfrm>
            <a:off x="25146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>
            <a:extLst>
              <a:ext uri="{FF2B5EF4-FFF2-40B4-BE49-F238E27FC236}">
                <a16:creationId xmlns:a16="http://schemas.microsoft.com/office/drawing/2014/main" id="{0F469ABE-EDFF-5502-ADA9-1E3510AC4572}"/>
              </a:ext>
            </a:extLst>
          </p:cNvPr>
          <p:cNvCxnSpPr/>
          <p:nvPr/>
        </p:nvCxnSpPr>
        <p:spPr>
          <a:xfrm>
            <a:off x="29210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>
            <a:extLst>
              <a:ext uri="{FF2B5EF4-FFF2-40B4-BE49-F238E27FC236}">
                <a16:creationId xmlns:a16="http://schemas.microsoft.com/office/drawing/2014/main" id="{3F2B748E-29A2-5DD7-AC0B-B8FCB8BB500A}"/>
              </a:ext>
            </a:extLst>
          </p:cNvPr>
          <p:cNvCxnSpPr/>
          <p:nvPr/>
        </p:nvCxnSpPr>
        <p:spPr>
          <a:xfrm>
            <a:off x="33274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直接连接符 176">
            <a:extLst>
              <a:ext uri="{FF2B5EF4-FFF2-40B4-BE49-F238E27FC236}">
                <a16:creationId xmlns:a16="http://schemas.microsoft.com/office/drawing/2014/main" id="{40F4FBE0-BF77-FF3D-7876-59E683AC6CB9}"/>
              </a:ext>
            </a:extLst>
          </p:cNvPr>
          <p:cNvCxnSpPr/>
          <p:nvPr/>
        </p:nvCxnSpPr>
        <p:spPr>
          <a:xfrm>
            <a:off x="37338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直接连接符 177">
            <a:extLst>
              <a:ext uri="{FF2B5EF4-FFF2-40B4-BE49-F238E27FC236}">
                <a16:creationId xmlns:a16="http://schemas.microsoft.com/office/drawing/2014/main" id="{E47EF5F2-2C41-CA53-793F-6D709AA0B845}"/>
              </a:ext>
            </a:extLst>
          </p:cNvPr>
          <p:cNvCxnSpPr/>
          <p:nvPr/>
        </p:nvCxnSpPr>
        <p:spPr>
          <a:xfrm>
            <a:off x="4140200" y="2523177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椭圆 178">
            <a:extLst>
              <a:ext uri="{FF2B5EF4-FFF2-40B4-BE49-F238E27FC236}">
                <a16:creationId xmlns:a16="http://schemas.microsoft.com/office/drawing/2014/main" id="{9E236DE8-D2AB-37DF-D80B-621E625F2173}"/>
              </a:ext>
            </a:extLst>
          </p:cNvPr>
          <p:cNvSpPr/>
          <p:nvPr/>
        </p:nvSpPr>
        <p:spPr>
          <a:xfrm>
            <a:off x="866775" y="259216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2DEEDFB9-3BF4-3302-4CD4-30C5E1F3D640}"/>
              </a:ext>
            </a:extLst>
          </p:cNvPr>
          <p:cNvSpPr/>
          <p:nvPr/>
        </p:nvSpPr>
        <p:spPr>
          <a:xfrm>
            <a:off x="1273175" y="251398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04C9D3F6-7755-DC35-856F-0C70457FE4F9}"/>
              </a:ext>
            </a:extLst>
          </p:cNvPr>
          <p:cNvSpPr/>
          <p:nvPr/>
        </p:nvSpPr>
        <p:spPr>
          <a:xfrm>
            <a:off x="16795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F2C52315-9473-1EC2-3708-36C7CE4228BE}"/>
              </a:ext>
            </a:extLst>
          </p:cNvPr>
          <p:cNvSpPr/>
          <p:nvPr/>
        </p:nvSpPr>
        <p:spPr>
          <a:xfrm>
            <a:off x="20859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6246050C-FCA6-9468-C898-32F72C3C0B5C}"/>
              </a:ext>
            </a:extLst>
          </p:cNvPr>
          <p:cNvSpPr/>
          <p:nvPr/>
        </p:nvSpPr>
        <p:spPr>
          <a:xfrm>
            <a:off x="24923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B1A296AF-432A-25B4-557B-A405AF0C47FC}"/>
              </a:ext>
            </a:extLst>
          </p:cNvPr>
          <p:cNvSpPr/>
          <p:nvPr/>
        </p:nvSpPr>
        <p:spPr>
          <a:xfrm>
            <a:off x="28987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4B3BBBE2-1A47-3BF4-9DB4-40269AF9EEC6}"/>
              </a:ext>
            </a:extLst>
          </p:cNvPr>
          <p:cNvSpPr/>
          <p:nvPr/>
        </p:nvSpPr>
        <p:spPr>
          <a:xfrm>
            <a:off x="33051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7CA25F58-86CD-EA1F-442B-3782E01F1B58}"/>
              </a:ext>
            </a:extLst>
          </p:cNvPr>
          <p:cNvSpPr/>
          <p:nvPr/>
        </p:nvSpPr>
        <p:spPr>
          <a:xfrm>
            <a:off x="37115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3839DB9A-CD81-338D-AF70-E7A1691E2594}"/>
              </a:ext>
            </a:extLst>
          </p:cNvPr>
          <p:cNvSpPr/>
          <p:nvPr/>
        </p:nvSpPr>
        <p:spPr>
          <a:xfrm>
            <a:off x="41179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EB2AF242-4DDE-D9BC-5D1E-47B123C76919}"/>
              </a:ext>
            </a:extLst>
          </p:cNvPr>
          <p:cNvSpPr/>
          <p:nvPr/>
        </p:nvSpPr>
        <p:spPr>
          <a:xfrm>
            <a:off x="4524375" y="2500952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9" name="直接连接符 188">
            <a:extLst>
              <a:ext uri="{FF2B5EF4-FFF2-40B4-BE49-F238E27FC236}">
                <a16:creationId xmlns:a16="http://schemas.microsoft.com/office/drawing/2014/main" id="{E07C7732-0526-2564-8F87-F4CE82883B20}"/>
              </a:ext>
            </a:extLst>
          </p:cNvPr>
          <p:cNvCxnSpPr/>
          <p:nvPr/>
        </p:nvCxnSpPr>
        <p:spPr>
          <a:xfrm flipV="1">
            <a:off x="889000" y="2484087"/>
            <a:ext cx="406400" cy="52119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连接符 189">
            <a:extLst>
              <a:ext uri="{FF2B5EF4-FFF2-40B4-BE49-F238E27FC236}">
                <a16:creationId xmlns:a16="http://schemas.microsoft.com/office/drawing/2014/main" id="{F95F7163-C58C-0FDD-1151-FA891F44A63A}"/>
              </a:ext>
            </a:extLst>
          </p:cNvPr>
          <p:cNvCxnSpPr/>
          <p:nvPr/>
        </p:nvCxnSpPr>
        <p:spPr>
          <a:xfrm flipV="1">
            <a:off x="1295400" y="2471057"/>
            <a:ext cx="406400" cy="1303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连接符 190">
            <a:extLst>
              <a:ext uri="{FF2B5EF4-FFF2-40B4-BE49-F238E27FC236}">
                <a16:creationId xmlns:a16="http://schemas.microsoft.com/office/drawing/2014/main" id="{8281DE39-96D3-1746-E2AE-18EA9C1E9553}"/>
              </a:ext>
            </a:extLst>
          </p:cNvPr>
          <p:cNvCxnSpPr/>
          <p:nvPr/>
        </p:nvCxnSpPr>
        <p:spPr>
          <a:xfrm>
            <a:off x="17018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连接符 191">
            <a:extLst>
              <a:ext uri="{FF2B5EF4-FFF2-40B4-BE49-F238E27FC236}">
                <a16:creationId xmlns:a16="http://schemas.microsoft.com/office/drawing/2014/main" id="{738A64DD-E34C-7BAF-9E77-97F32AA35DB7}"/>
              </a:ext>
            </a:extLst>
          </p:cNvPr>
          <p:cNvCxnSpPr/>
          <p:nvPr/>
        </p:nvCxnSpPr>
        <p:spPr>
          <a:xfrm>
            <a:off x="21082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连接符 192">
            <a:extLst>
              <a:ext uri="{FF2B5EF4-FFF2-40B4-BE49-F238E27FC236}">
                <a16:creationId xmlns:a16="http://schemas.microsoft.com/office/drawing/2014/main" id="{7048C083-ABFE-DC15-B533-0301363A6FEA}"/>
              </a:ext>
            </a:extLst>
          </p:cNvPr>
          <p:cNvCxnSpPr/>
          <p:nvPr/>
        </p:nvCxnSpPr>
        <p:spPr>
          <a:xfrm>
            <a:off x="25146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直接连接符 193">
            <a:extLst>
              <a:ext uri="{FF2B5EF4-FFF2-40B4-BE49-F238E27FC236}">
                <a16:creationId xmlns:a16="http://schemas.microsoft.com/office/drawing/2014/main" id="{02E8CB7D-BFA3-3531-ADB3-DD1C42D2C9CD}"/>
              </a:ext>
            </a:extLst>
          </p:cNvPr>
          <p:cNvCxnSpPr/>
          <p:nvPr/>
        </p:nvCxnSpPr>
        <p:spPr>
          <a:xfrm>
            <a:off x="29210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连接符 194">
            <a:extLst>
              <a:ext uri="{FF2B5EF4-FFF2-40B4-BE49-F238E27FC236}">
                <a16:creationId xmlns:a16="http://schemas.microsoft.com/office/drawing/2014/main" id="{D700969B-5F49-0D82-059C-2D467531DE51}"/>
              </a:ext>
            </a:extLst>
          </p:cNvPr>
          <p:cNvCxnSpPr/>
          <p:nvPr/>
        </p:nvCxnSpPr>
        <p:spPr>
          <a:xfrm>
            <a:off x="33274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直接连接符 195">
            <a:extLst>
              <a:ext uri="{FF2B5EF4-FFF2-40B4-BE49-F238E27FC236}">
                <a16:creationId xmlns:a16="http://schemas.microsoft.com/office/drawing/2014/main" id="{BA554737-CB38-3E15-B55E-7705BD841D68}"/>
              </a:ext>
            </a:extLst>
          </p:cNvPr>
          <p:cNvCxnSpPr/>
          <p:nvPr/>
        </p:nvCxnSpPr>
        <p:spPr>
          <a:xfrm>
            <a:off x="37338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直接连接符 196">
            <a:extLst>
              <a:ext uri="{FF2B5EF4-FFF2-40B4-BE49-F238E27FC236}">
                <a16:creationId xmlns:a16="http://schemas.microsoft.com/office/drawing/2014/main" id="{1B42F19D-80D0-B245-7448-8064F07D904A}"/>
              </a:ext>
            </a:extLst>
          </p:cNvPr>
          <p:cNvCxnSpPr/>
          <p:nvPr/>
        </p:nvCxnSpPr>
        <p:spPr>
          <a:xfrm>
            <a:off x="4140200" y="247105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椭圆 197">
            <a:extLst>
              <a:ext uri="{FF2B5EF4-FFF2-40B4-BE49-F238E27FC236}">
                <a16:creationId xmlns:a16="http://schemas.microsoft.com/office/drawing/2014/main" id="{A814B89E-298D-107C-7361-107B1C23F5F6}"/>
              </a:ext>
            </a:extLst>
          </p:cNvPr>
          <p:cNvSpPr/>
          <p:nvPr/>
        </p:nvSpPr>
        <p:spPr>
          <a:xfrm>
            <a:off x="866775" y="2513981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9" name="椭圆 198">
            <a:extLst>
              <a:ext uri="{FF2B5EF4-FFF2-40B4-BE49-F238E27FC236}">
                <a16:creationId xmlns:a16="http://schemas.microsoft.com/office/drawing/2014/main" id="{D2FF2846-5FA1-D272-46DD-928C15E4E15F}"/>
              </a:ext>
            </a:extLst>
          </p:cNvPr>
          <p:cNvSpPr/>
          <p:nvPr/>
        </p:nvSpPr>
        <p:spPr>
          <a:xfrm>
            <a:off x="1273175" y="246186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0" name="椭圆 199">
            <a:extLst>
              <a:ext uri="{FF2B5EF4-FFF2-40B4-BE49-F238E27FC236}">
                <a16:creationId xmlns:a16="http://schemas.microsoft.com/office/drawing/2014/main" id="{F091D1A6-F450-BAEE-18AD-A786C6F4AA48}"/>
              </a:ext>
            </a:extLst>
          </p:cNvPr>
          <p:cNvSpPr/>
          <p:nvPr/>
        </p:nvSpPr>
        <p:spPr>
          <a:xfrm>
            <a:off x="16795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1" name="椭圆 200">
            <a:extLst>
              <a:ext uri="{FF2B5EF4-FFF2-40B4-BE49-F238E27FC236}">
                <a16:creationId xmlns:a16="http://schemas.microsoft.com/office/drawing/2014/main" id="{490701A2-BFA5-C228-18CB-BB39E5AC0718}"/>
              </a:ext>
            </a:extLst>
          </p:cNvPr>
          <p:cNvSpPr/>
          <p:nvPr/>
        </p:nvSpPr>
        <p:spPr>
          <a:xfrm>
            <a:off x="20859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2" name="椭圆 201">
            <a:extLst>
              <a:ext uri="{FF2B5EF4-FFF2-40B4-BE49-F238E27FC236}">
                <a16:creationId xmlns:a16="http://schemas.microsoft.com/office/drawing/2014/main" id="{4C8E8234-80A1-C8AA-1407-943BB603E963}"/>
              </a:ext>
            </a:extLst>
          </p:cNvPr>
          <p:cNvSpPr/>
          <p:nvPr/>
        </p:nvSpPr>
        <p:spPr>
          <a:xfrm>
            <a:off x="24923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椭圆 202">
            <a:extLst>
              <a:ext uri="{FF2B5EF4-FFF2-40B4-BE49-F238E27FC236}">
                <a16:creationId xmlns:a16="http://schemas.microsoft.com/office/drawing/2014/main" id="{E50218DF-679A-03C7-5BDE-EC3CFBD08FBB}"/>
              </a:ext>
            </a:extLst>
          </p:cNvPr>
          <p:cNvSpPr/>
          <p:nvPr/>
        </p:nvSpPr>
        <p:spPr>
          <a:xfrm>
            <a:off x="28987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椭圆 203">
            <a:extLst>
              <a:ext uri="{FF2B5EF4-FFF2-40B4-BE49-F238E27FC236}">
                <a16:creationId xmlns:a16="http://schemas.microsoft.com/office/drawing/2014/main" id="{C395DDA9-6893-74BD-E04E-C0DC6786F022}"/>
              </a:ext>
            </a:extLst>
          </p:cNvPr>
          <p:cNvSpPr/>
          <p:nvPr/>
        </p:nvSpPr>
        <p:spPr>
          <a:xfrm>
            <a:off x="33051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椭圆 204">
            <a:extLst>
              <a:ext uri="{FF2B5EF4-FFF2-40B4-BE49-F238E27FC236}">
                <a16:creationId xmlns:a16="http://schemas.microsoft.com/office/drawing/2014/main" id="{5306C3C6-1B55-64CA-5E59-43725EFD771F}"/>
              </a:ext>
            </a:extLst>
          </p:cNvPr>
          <p:cNvSpPr/>
          <p:nvPr/>
        </p:nvSpPr>
        <p:spPr>
          <a:xfrm>
            <a:off x="37115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椭圆 205">
            <a:extLst>
              <a:ext uri="{FF2B5EF4-FFF2-40B4-BE49-F238E27FC236}">
                <a16:creationId xmlns:a16="http://schemas.microsoft.com/office/drawing/2014/main" id="{2EDB7E21-FDEE-3C4B-7E3B-46FEF95AAE5A}"/>
              </a:ext>
            </a:extLst>
          </p:cNvPr>
          <p:cNvSpPr/>
          <p:nvPr/>
        </p:nvSpPr>
        <p:spPr>
          <a:xfrm>
            <a:off x="41179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椭圆 206">
            <a:extLst>
              <a:ext uri="{FF2B5EF4-FFF2-40B4-BE49-F238E27FC236}">
                <a16:creationId xmlns:a16="http://schemas.microsoft.com/office/drawing/2014/main" id="{E092CBB4-D0B8-0F28-4961-506B8CD1EF91}"/>
              </a:ext>
            </a:extLst>
          </p:cNvPr>
          <p:cNvSpPr/>
          <p:nvPr/>
        </p:nvSpPr>
        <p:spPr>
          <a:xfrm>
            <a:off x="4524375" y="244883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8" name="直接连接符 207">
            <a:extLst>
              <a:ext uri="{FF2B5EF4-FFF2-40B4-BE49-F238E27FC236}">
                <a16:creationId xmlns:a16="http://schemas.microsoft.com/office/drawing/2014/main" id="{4CE481E6-269D-8DA2-F9DB-2957204E2B2F}"/>
              </a:ext>
            </a:extLst>
          </p:cNvPr>
          <p:cNvCxnSpPr/>
          <p:nvPr/>
        </p:nvCxnSpPr>
        <p:spPr>
          <a:xfrm flipV="1">
            <a:off x="889000" y="2484087"/>
            <a:ext cx="406400" cy="2606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>
            <a:extLst>
              <a:ext uri="{FF2B5EF4-FFF2-40B4-BE49-F238E27FC236}">
                <a16:creationId xmlns:a16="http://schemas.microsoft.com/office/drawing/2014/main" id="{90F4549B-D378-A32F-A6E4-DD1EC4FF1C7E}"/>
              </a:ext>
            </a:extLst>
          </p:cNvPr>
          <p:cNvCxnSpPr/>
          <p:nvPr/>
        </p:nvCxnSpPr>
        <p:spPr>
          <a:xfrm flipV="1">
            <a:off x="1295400" y="2458027"/>
            <a:ext cx="406400" cy="2606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>
            <a:extLst>
              <a:ext uri="{FF2B5EF4-FFF2-40B4-BE49-F238E27FC236}">
                <a16:creationId xmlns:a16="http://schemas.microsoft.com/office/drawing/2014/main" id="{36252D7E-6792-7872-C54E-0547659280C0}"/>
              </a:ext>
            </a:extLst>
          </p:cNvPr>
          <p:cNvCxnSpPr/>
          <p:nvPr/>
        </p:nvCxnSpPr>
        <p:spPr>
          <a:xfrm flipV="1">
            <a:off x="1701800" y="2444997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>
            <a:extLst>
              <a:ext uri="{FF2B5EF4-FFF2-40B4-BE49-F238E27FC236}">
                <a16:creationId xmlns:a16="http://schemas.microsoft.com/office/drawing/2014/main" id="{587B56C5-F9CF-F87F-6F03-0BB626380971}"/>
              </a:ext>
            </a:extLst>
          </p:cNvPr>
          <p:cNvCxnSpPr/>
          <p:nvPr/>
        </p:nvCxnSpPr>
        <p:spPr>
          <a:xfrm>
            <a:off x="2108200" y="244499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>
            <a:extLst>
              <a:ext uri="{FF2B5EF4-FFF2-40B4-BE49-F238E27FC236}">
                <a16:creationId xmlns:a16="http://schemas.microsoft.com/office/drawing/2014/main" id="{43BF8CC5-A10A-0633-CFC0-D7F5DE2A2345}"/>
              </a:ext>
            </a:extLst>
          </p:cNvPr>
          <p:cNvCxnSpPr/>
          <p:nvPr/>
        </p:nvCxnSpPr>
        <p:spPr>
          <a:xfrm>
            <a:off x="2514600" y="244499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>
            <a:extLst>
              <a:ext uri="{FF2B5EF4-FFF2-40B4-BE49-F238E27FC236}">
                <a16:creationId xmlns:a16="http://schemas.microsoft.com/office/drawing/2014/main" id="{6E831728-2DFC-141F-91F1-C2FF64DA985E}"/>
              </a:ext>
            </a:extLst>
          </p:cNvPr>
          <p:cNvCxnSpPr/>
          <p:nvPr/>
        </p:nvCxnSpPr>
        <p:spPr>
          <a:xfrm flipV="1">
            <a:off x="2921000" y="2431967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>
            <a:extLst>
              <a:ext uri="{FF2B5EF4-FFF2-40B4-BE49-F238E27FC236}">
                <a16:creationId xmlns:a16="http://schemas.microsoft.com/office/drawing/2014/main" id="{4E4543B6-CF2C-5434-6BB3-6553C7A468AF}"/>
              </a:ext>
            </a:extLst>
          </p:cNvPr>
          <p:cNvCxnSpPr/>
          <p:nvPr/>
        </p:nvCxnSpPr>
        <p:spPr>
          <a:xfrm>
            <a:off x="3327400" y="243196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>
            <a:extLst>
              <a:ext uri="{FF2B5EF4-FFF2-40B4-BE49-F238E27FC236}">
                <a16:creationId xmlns:a16="http://schemas.microsoft.com/office/drawing/2014/main" id="{C9186FE7-CC05-B4CA-B37B-3AF4296A8E1C}"/>
              </a:ext>
            </a:extLst>
          </p:cNvPr>
          <p:cNvCxnSpPr/>
          <p:nvPr/>
        </p:nvCxnSpPr>
        <p:spPr>
          <a:xfrm>
            <a:off x="3733800" y="243196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直接连接符 215">
            <a:extLst>
              <a:ext uri="{FF2B5EF4-FFF2-40B4-BE49-F238E27FC236}">
                <a16:creationId xmlns:a16="http://schemas.microsoft.com/office/drawing/2014/main" id="{637C1BE0-BB97-86AE-BC2F-80BA545C9388}"/>
              </a:ext>
            </a:extLst>
          </p:cNvPr>
          <p:cNvCxnSpPr/>
          <p:nvPr/>
        </p:nvCxnSpPr>
        <p:spPr>
          <a:xfrm>
            <a:off x="4140200" y="243196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矩形 216">
            <a:extLst>
              <a:ext uri="{FF2B5EF4-FFF2-40B4-BE49-F238E27FC236}">
                <a16:creationId xmlns:a16="http://schemas.microsoft.com/office/drawing/2014/main" id="{4A9D6FAE-BE19-6036-897E-35A2780332BB}"/>
              </a:ext>
            </a:extLst>
          </p:cNvPr>
          <p:cNvSpPr/>
          <p:nvPr/>
        </p:nvSpPr>
        <p:spPr>
          <a:xfrm>
            <a:off x="866775" y="24879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2394C901-9E10-E339-9378-7F797C0657ED}"/>
              </a:ext>
            </a:extLst>
          </p:cNvPr>
          <p:cNvSpPr/>
          <p:nvPr/>
        </p:nvSpPr>
        <p:spPr>
          <a:xfrm>
            <a:off x="1273175" y="246186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7F12784-4B8B-A05D-8FA9-FC500923D067}"/>
              </a:ext>
            </a:extLst>
          </p:cNvPr>
          <p:cNvSpPr/>
          <p:nvPr/>
        </p:nvSpPr>
        <p:spPr>
          <a:xfrm>
            <a:off x="1679575" y="243580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4B989C21-2822-4E68-361F-2B93E9BAB0A5}"/>
              </a:ext>
            </a:extLst>
          </p:cNvPr>
          <p:cNvSpPr/>
          <p:nvPr/>
        </p:nvSpPr>
        <p:spPr>
          <a:xfrm>
            <a:off x="2085975" y="242277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949382F3-3EDA-76B0-3061-84ACA706F7C8}"/>
              </a:ext>
            </a:extLst>
          </p:cNvPr>
          <p:cNvSpPr/>
          <p:nvPr/>
        </p:nvSpPr>
        <p:spPr>
          <a:xfrm>
            <a:off x="2492375" y="242277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34D0BD6B-0D63-3CC9-46FB-E5147B40AF70}"/>
              </a:ext>
            </a:extLst>
          </p:cNvPr>
          <p:cNvSpPr/>
          <p:nvPr/>
        </p:nvSpPr>
        <p:spPr>
          <a:xfrm>
            <a:off x="2898775" y="242277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3C9FE235-83D2-3F27-0F9A-7274EB671A57}"/>
              </a:ext>
            </a:extLst>
          </p:cNvPr>
          <p:cNvSpPr/>
          <p:nvPr/>
        </p:nvSpPr>
        <p:spPr>
          <a:xfrm>
            <a:off x="3305175" y="240974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BE56CB2A-8303-FE82-38AB-5BAACC85CF60}"/>
              </a:ext>
            </a:extLst>
          </p:cNvPr>
          <p:cNvSpPr/>
          <p:nvPr/>
        </p:nvSpPr>
        <p:spPr>
          <a:xfrm>
            <a:off x="3711575" y="240974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1A99FC82-358F-9153-3488-29AE7EAD13E1}"/>
              </a:ext>
            </a:extLst>
          </p:cNvPr>
          <p:cNvSpPr/>
          <p:nvPr/>
        </p:nvSpPr>
        <p:spPr>
          <a:xfrm>
            <a:off x="4117975" y="240974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B2548622-3E66-44FC-1B02-7B9B7D6246B2}"/>
              </a:ext>
            </a:extLst>
          </p:cNvPr>
          <p:cNvSpPr/>
          <p:nvPr/>
        </p:nvSpPr>
        <p:spPr>
          <a:xfrm>
            <a:off x="4524375" y="240974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7" name="直接连接符 226">
            <a:extLst>
              <a:ext uri="{FF2B5EF4-FFF2-40B4-BE49-F238E27FC236}">
                <a16:creationId xmlns:a16="http://schemas.microsoft.com/office/drawing/2014/main" id="{CB034AD0-A2ED-1E28-C315-BE4CB06ED3B5}"/>
              </a:ext>
            </a:extLst>
          </p:cNvPr>
          <p:cNvCxnSpPr/>
          <p:nvPr/>
        </p:nvCxnSpPr>
        <p:spPr>
          <a:xfrm flipV="1">
            <a:off x="889000" y="2444997"/>
            <a:ext cx="406400" cy="2606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>
            <a:extLst>
              <a:ext uri="{FF2B5EF4-FFF2-40B4-BE49-F238E27FC236}">
                <a16:creationId xmlns:a16="http://schemas.microsoft.com/office/drawing/2014/main" id="{0636299D-686C-EEED-933A-8882B1050546}"/>
              </a:ext>
            </a:extLst>
          </p:cNvPr>
          <p:cNvCxnSpPr/>
          <p:nvPr/>
        </p:nvCxnSpPr>
        <p:spPr>
          <a:xfrm flipV="1">
            <a:off x="1295400" y="2431967"/>
            <a:ext cx="406400" cy="1303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>
            <a:extLst>
              <a:ext uri="{FF2B5EF4-FFF2-40B4-BE49-F238E27FC236}">
                <a16:creationId xmlns:a16="http://schemas.microsoft.com/office/drawing/2014/main" id="{4A10EF4F-FB44-572D-CE36-055DF1E81E33}"/>
              </a:ext>
            </a:extLst>
          </p:cNvPr>
          <p:cNvCxnSpPr/>
          <p:nvPr/>
        </p:nvCxnSpPr>
        <p:spPr>
          <a:xfrm>
            <a:off x="1701800" y="24319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>
            <a:extLst>
              <a:ext uri="{FF2B5EF4-FFF2-40B4-BE49-F238E27FC236}">
                <a16:creationId xmlns:a16="http://schemas.microsoft.com/office/drawing/2014/main" id="{F8D1BABA-C1B0-0A94-A751-EDB420C4D49F}"/>
              </a:ext>
            </a:extLst>
          </p:cNvPr>
          <p:cNvCxnSpPr/>
          <p:nvPr/>
        </p:nvCxnSpPr>
        <p:spPr>
          <a:xfrm>
            <a:off x="2108200" y="24319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881DF8DE-1414-5E11-3D3F-401CB223D7F2}"/>
              </a:ext>
            </a:extLst>
          </p:cNvPr>
          <p:cNvCxnSpPr/>
          <p:nvPr/>
        </p:nvCxnSpPr>
        <p:spPr>
          <a:xfrm>
            <a:off x="2514600" y="24319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A193335E-1FF5-6EA4-BD8A-8515B590A2F3}"/>
              </a:ext>
            </a:extLst>
          </p:cNvPr>
          <p:cNvCxnSpPr/>
          <p:nvPr/>
        </p:nvCxnSpPr>
        <p:spPr>
          <a:xfrm flipV="1">
            <a:off x="2921000" y="2418938"/>
            <a:ext cx="406400" cy="13029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>
            <a:extLst>
              <a:ext uri="{FF2B5EF4-FFF2-40B4-BE49-F238E27FC236}">
                <a16:creationId xmlns:a16="http://schemas.microsoft.com/office/drawing/2014/main" id="{E7951A31-2A50-2E33-D335-0157179F6FD6}"/>
              </a:ext>
            </a:extLst>
          </p:cNvPr>
          <p:cNvCxnSpPr/>
          <p:nvPr/>
        </p:nvCxnSpPr>
        <p:spPr>
          <a:xfrm>
            <a:off x="3327400" y="2418938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>
            <a:extLst>
              <a:ext uri="{FF2B5EF4-FFF2-40B4-BE49-F238E27FC236}">
                <a16:creationId xmlns:a16="http://schemas.microsoft.com/office/drawing/2014/main" id="{5DECB876-9008-092B-42E6-51FE2C36F133}"/>
              </a:ext>
            </a:extLst>
          </p:cNvPr>
          <p:cNvCxnSpPr/>
          <p:nvPr/>
        </p:nvCxnSpPr>
        <p:spPr>
          <a:xfrm>
            <a:off x="3733800" y="2418938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17E35DF4-FAB2-D0FA-1EAF-20CDBBDDEF48}"/>
              </a:ext>
            </a:extLst>
          </p:cNvPr>
          <p:cNvCxnSpPr/>
          <p:nvPr/>
        </p:nvCxnSpPr>
        <p:spPr>
          <a:xfrm>
            <a:off x="4140200" y="2418938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矩形 235">
            <a:extLst>
              <a:ext uri="{FF2B5EF4-FFF2-40B4-BE49-F238E27FC236}">
                <a16:creationId xmlns:a16="http://schemas.microsoft.com/office/drawing/2014/main" id="{7688CDE9-286C-68DB-9B74-9A497CF2FF0F}"/>
              </a:ext>
            </a:extLst>
          </p:cNvPr>
          <p:cNvSpPr/>
          <p:nvPr/>
        </p:nvSpPr>
        <p:spPr>
          <a:xfrm>
            <a:off x="866775" y="244883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8DD6CC5A-42D8-1B79-9C75-CCAC5880296C}"/>
              </a:ext>
            </a:extLst>
          </p:cNvPr>
          <p:cNvSpPr/>
          <p:nvPr/>
        </p:nvSpPr>
        <p:spPr>
          <a:xfrm>
            <a:off x="1273175" y="242277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5F3D3EA3-EE25-25B6-9E75-A51A2DB40B13}"/>
              </a:ext>
            </a:extLst>
          </p:cNvPr>
          <p:cNvSpPr/>
          <p:nvPr/>
        </p:nvSpPr>
        <p:spPr>
          <a:xfrm>
            <a:off x="1679575" y="24097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E6AA4061-ADD3-BDD1-A0FA-390A3711C7F6}"/>
              </a:ext>
            </a:extLst>
          </p:cNvPr>
          <p:cNvSpPr/>
          <p:nvPr/>
        </p:nvSpPr>
        <p:spPr>
          <a:xfrm>
            <a:off x="2085975" y="24097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78810D02-3E78-E410-4F1A-FBAFE79C1A27}"/>
              </a:ext>
            </a:extLst>
          </p:cNvPr>
          <p:cNvSpPr/>
          <p:nvPr/>
        </p:nvSpPr>
        <p:spPr>
          <a:xfrm>
            <a:off x="2492375" y="24097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36BA5A78-B0B6-76B6-0F2D-984B6E95ADE9}"/>
              </a:ext>
            </a:extLst>
          </p:cNvPr>
          <p:cNvSpPr/>
          <p:nvPr/>
        </p:nvSpPr>
        <p:spPr>
          <a:xfrm>
            <a:off x="2898775" y="24097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67791DF8-E542-1CA2-76C8-C62F309D4CA9}"/>
              </a:ext>
            </a:extLst>
          </p:cNvPr>
          <p:cNvSpPr/>
          <p:nvPr/>
        </p:nvSpPr>
        <p:spPr>
          <a:xfrm>
            <a:off x="3305175" y="2396713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83A0FC50-289E-996F-1008-64D9118618ED}"/>
              </a:ext>
            </a:extLst>
          </p:cNvPr>
          <p:cNvSpPr/>
          <p:nvPr/>
        </p:nvSpPr>
        <p:spPr>
          <a:xfrm>
            <a:off x="3711575" y="2396713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5B9A2FCB-1606-4BE6-58A9-336479DD878D}"/>
              </a:ext>
            </a:extLst>
          </p:cNvPr>
          <p:cNvSpPr/>
          <p:nvPr/>
        </p:nvSpPr>
        <p:spPr>
          <a:xfrm>
            <a:off x="4117975" y="2396713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FEA8FF02-CF26-74FD-AC0C-BA540C5506C0}"/>
              </a:ext>
            </a:extLst>
          </p:cNvPr>
          <p:cNvSpPr/>
          <p:nvPr/>
        </p:nvSpPr>
        <p:spPr>
          <a:xfrm>
            <a:off x="4524375" y="2396713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6" name="直接连接符 245">
            <a:extLst>
              <a:ext uri="{FF2B5EF4-FFF2-40B4-BE49-F238E27FC236}">
                <a16:creationId xmlns:a16="http://schemas.microsoft.com/office/drawing/2014/main" id="{28FBD3D4-188C-BBF5-E4CC-751A93C57CC3}"/>
              </a:ext>
            </a:extLst>
          </p:cNvPr>
          <p:cNvCxnSpPr/>
          <p:nvPr/>
        </p:nvCxnSpPr>
        <p:spPr>
          <a:xfrm>
            <a:off x="4826000" y="2400300"/>
            <a:ext cx="2540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椭圆 246">
            <a:extLst>
              <a:ext uri="{FF2B5EF4-FFF2-40B4-BE49-F238E27FC236}">
                <a16:creationId xmlns:a16="http://schemas.microsoft.com/office/drawing/2014/main" id="{6EF88D0F-1801-0ADA-3F3B-7C7491F6C910}"/>
              </a:ext>
            </a:extLst>
          </p:cNvPr>
          <p:cNvSpPr/>
          <p:nvPr/>
        </p:nvSpPr>
        <p:spPr>
          <a:xfrm>
            <a:off x="4930775" y="237807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8" name="文本框 247">
            <a:extLst>
              <a:ext uri="{FF2B5EF4-FFF2-40B4-BE49-F238E27FC236}">
                <a16:creationId xmlns:a16="http://schemas.microsoft.com/office/drawing/2014/main" id="{FAD4D5DB-5C4E-00EB-6920-BB3B04CA42F9}"/>
              </a:ext>
            </a:extLst>
          </p:cNvPr>
          <p:cNvSpPr txBox="1"/>
          <p:nvPr/>
        </p:nvSpPr>
        <p:spPr>
          <a:xfrm>
            <a:off x="5168900" y="2324100"/>
            <a:ext cx="55143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Top-1 · &lt;2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249" name="直接连接符 248">
            <a:extLst>
              <a:ext uri="{FF2B5EF4-FFF2-40B4-BE49-F238E27FC236}">
                <a16:creationId xmlns:a16="http://schemas.microsoft.com/office/drawing/2014/main" id="{3C066C67-C14F-485A-7B6C-9A709BD4F16B}"/>
              </a:ext>
            </a:extLst>
          </p:cNvPr>
          <p:cNvCxnSpPr/>
          <p:nvPr/>
        </p:nvCxnSpPr>
        <p:spPr>
          <a:xfrm>
            <a:off x="4826000" y="2621280"/>
            <a:ext cx="2540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椭圆 249">
            <a:extLst>
              <a:ext uri="{FF2B5EF4-FFF2-40B4-BE49-F238E27FC236}">
                <a16:creationId xmlns:a16="http://schemas.microsoft.com/office/drawing/2014/main" id="{10C92FCD-7D46-E382-B245-9BF190375118}"/>
              </a:ext>
            </a:extLst>
          </p:cNvPr>
          <p:cNvSpPr/>
          <p:nvPr/>
        </p:nvSpPr>
        <p:spPr>
          <a:xfrm>
            <a:off x="4930775" y="2599055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ACC9AB84-B18C-8F8C-F4DB-DDAEB97E33D9}"/>
              </a:ext>
            </a:extLst>
          </p:cNvPr>
          <p:cNvSpPr txBox="1"/>
          <p:nvPr/>
        </p:nvSpPr>
        <p:spPr>
          <a:xfrm>
            <a:off x="5168900" y="2545080"/>
            <a:ext cx="55143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Top-1 · &lt;3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252" name="直接连接符 251">
            <a:extLst>
              <a:ext uri="{FF2B5EF4-FFF2-40B4-BE49-F238E27FC236}">
                <a16:creationId xmlns:a16="http://schemas.microsoft.com/office/drawing/2014/main" id="{20AF2A9F-ED8C-541C-1421-53312957440C}"/>
              </a:ext>
            </a:extLst>
          </p:cNvPr>
          <p:cNvCxnSpPr/>
          <p:nvPr/>
        </p:nvCxnSpPr>
        <p:spPr>
          <a:xfrm>
            <a:off x="4826000" y="2842260"/>
            <a:ext cx="2540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矩形 252">
            <a:extLst>
              <a:ext uri="{FF2B5EF4-FFF2-40B4-BE49-F238E27FC236}">
                <a16:creationId xmlns:a16="http://schemas.microsoft.com/office/drawing/2014/main" id="{7AE9C294-645E-AB12-0223-F9DF541454FE}"/>
              </a:ext>
            </a:extLst>
          </p:cNvPr>
          <p:cNvSpPr/>
          <p:nvPr/>
        </p:nvSpPr>
        <p:spPr>
          <a:xfrm>
            <a:off x="4930775" y="2820035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03D67528-7C54-3CAA-D620-6E07A302322E}"/>
              </a:ext>
            </a:extLst>
          </p:cNvPr>
          <p:cNvSpPr txBox="1"/>
          <p:nvPr/>
        </p:nvSpPr>
        <p:spPr>
          <a:xfrm>
            <a:off x="5168900" y="2766060"/>
            <a:ext cx="74860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Best-of-50 · &lt;2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255" name="直接连接符 254">
            <a:extLst>
              <a:ext uri="{FF2B5EF4-FFF2-40B4-BE49-F238E27FC236}">
                <a16:creationId xmlns:a16="http://schemas.microsoft.com/office/drawing/2014/main" id="{55B80CB8-A050-DD4B-2AD6-0350A5DA8963}"/>
              </a:ext>
            </a:extLst>
          </p:cNvPr>
          <p:cNvCxnSpPr/>
          <p:nvPr/>
        </p:nvCxnSpPr>
        <p:spPr>
          <a:xfrm>
            <a:off x="4826000" y="3063240"/>
            <a:ext cx="2540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矩形 255">
            <a:extLst>
              <a:ext uri="{FF2B5EF4-FFF2-40B4-BE49-F238E27FC236}">
                <a16:creationId xmlns:a16="http://schemas.microsoft.com/office/drawing/2014/main" id="{2BF8D9DC-6EAF-0220-7566-5F79D65124D8}"/>
              </a:ext>
            </a:extLst>
          </p:cNvPr>
          <p:cNvSpPr/>
          <p:nvPr/>
        </p:nvSpPr>
        <p:spPr>
          <a:xfrm>
            <a:off x="4930775" y="3041015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3D38B618-30D0-C28C-A831-F668E298DCA4}"/>
              </a:ext>
            </a:extLst>
          </p:cNvPr>
          <p:cNvSpPr txBox="1"/>
          <p:nvPr/>
        </p:nvSpPr>
        <p:spPr>
          <a:xfrm>
            <a:off x="5168900" y="2987040"/>
            <a:ext cx="74860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Best-of-50 · &lt;3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DF0FD508-717C-DC95-3957-7AEC76882117}"/>
              </a:ext>
            </a:extLst>
          </p:cNvPr>
          <p:cNvSpPr txBox="1"/>
          <p:nvPr/>
        </p:nvSpPr>
        <p:spPr>
          <a:xfrm>
            <a:off x="114300" y="3568700"/>
            <a:ext cx="70532" cy="15388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1000" b="1">
                <a:solidFill>
                  <a:srgbClr val="263746"/>
                </a:solidFill>
                <a:latin typeface="Arial" panose="020B0604020202020204" pitchFamily="34" charset="0"/>
              </a:rPr>
              <a:t>c</a:t>
            </a:r>
            <a:endParaRPr lang="zh-CN" altLang="en-US" sz="1000" b="1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59819296-F3F0-5D85-419C-F4D1691FBD88}"/>
              </a:ext>
            </a:extLst>
          </p:cNvPr>
          <p:cNvSpPr txBox="1"/>
          <p:nvPr/>
        </p:nvSpPr>
        <p:spPr>
          <a:xfrm>
            <a:off x="342900" y="3581400"/>
            <a:ext cx="1349728" cy="12926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840" b="1">
                <a:solidFill>
                  <a:srgbClr val="263746"/>
                </a:solidFill>
                <a:latin typeface="Arial" panose="020B0604020202020204" pitchFamily="34" charset="0"/>
              </a:rPr>
              <a:t>Pose reconstruction · CA2</a:t>
            </a:r>
            <a:endParaRPr lang="zh-CN" altLang="en-US" sz="840" b="1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260" name="文本框 259">
            <a:extLst>
              <a:ext uri="{FF2B5EF4-FFF2-40B4-BE49-F238E27FC236}">
                <a16:creationId xmlns:a16="http://schemas.microsoft.com/office/drawing/2014/main" id="{B60596F2-A8C8-8C17-7D71-99ECAD9726A1}"/>
              </a:ext>
            </a:extLst>
          </p:cNvPr>
          <p:cNvSpPr txBox="1"/>
          <p:nvPr/>
        </p:nvSpPr>
        <p:spPr>
          <a:xfrm rot="16200000">
            <a:off x="0" y="4337050"/>
            <a:ext cx="724557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Success rate (%)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sp>
        <p:nvSpPr>
          <p:cNvPr id="261" name="文本框 260">
            <a:extLst>
              <a:ext uri="{FF2B5EF4-FFF2-40B4-BE49-F238E27FC236}">
                <a16:creationId xmlns:a16="http://schemas.microsoft.com/office/drawing/2014/main" id="{25533A48-9583-18F4-C22F-9CD54D83E9D1}"/>
              </a:ext>
            </a:extLst>
          </p:cNvPr>
          <p:cNvSpPr txBox="1"/>
          <p:nvPr/>
        </p:nvSpPr>
        <p:spPr>
          <a:xfrm>
            <a:off x="520700" y="48514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62" name="直接连接符 261">
            <a:extLst>
              <a:ext uri="{FF2B5EF4-FFF2-40B4-BE49-F238E27FC236}">
                <a16:creationId xmlns:a16="http://schemas.microsoft.com/office/drawing/2014/main" id="{72CF7BF5-9643-910C-FD95-F8F36A276ECE}"/>
              </a:ext>
            </a:extLst>
          </p:cNvPr>
          <p:cNvCxnSpPr/>
          <p:nvPr/>
        </p:nvCxnSpPr>
        <p:spPr>
          <a:xfrm>
            <a:off x="889000" y="466407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3" name="文本框 262">
            <a:extLst>
              <a:ext uri="{FF2B5EF4-FFF2-40B4-BE49-F238E27FC236}">
                <a16:creationId xmlns:a16="http://schemas.microsoft.com/office/drawing/2014/main" id="{5179BC57-34C5-6A8F-3296-01526E648ADB}"/>
              </a:ext>
            </a:extLst>
          </p:cNvPr>
          <p:cNvSpPr txBox="1"/>
          <p:nvPr/>
        </p:nvSpPr>
        <p:spPr>
          <a:xfrm>
            <a:off x="520700" y="460057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25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64" name="直接连接符 263">
            <a:extLst>
              <a:ext uri="{FF2B5EF4-FFF2-40B4-BE49-F238E27FC236}">
                <a16:creationId xmlns:a16="http://schemas.microsoft.com/office/drawing/2014/main" id="{2F7A42E5-C364-E5E3-0276-40A8B88A7B77}"/>
              </a:ext>
            </a:extLst>
          </p:cNvPr>
          <p:cNvCxnSpPr/>
          <p:nvPr/>
        </p:nvCxnSpPr>
        <p:spPr>
          <a:xfrm>
            <a:off x="889000" y="4413250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文本框 264">
            <a:extLst>
              <a:ext uri="{FF2B5EF4-FFF2-40B4-BE49-F238E27FC236}">
                <a16:creationId xmlns:a16="http://schemas.microsoft.com/office/drawing/2014/main" id="{FBCE965C-F092-BE3D-9CB0-D6F9E3573192}"/>
              </a:ext>
            </a:extLst>
          </p:cNvPr>
          <p:cNvSpPr txBox="1"/>
          <p:nvPr/>
        </p:nvSpPr>
        <p:spPr>
          <a:xfrm>
            <a:off x="520700" y="434975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66" name="直接连接符 265">
            <a:extLst>
              <a:ext uri="{FF2B5EF4-FFF2-40B4-BE49-F238E27FC236}">
                <a16:creationId xmlns:a16="http://schemas.microsoft.com/office/drawing/2014/main" id="{AE89197E-87F2-16DC-4551-AD2BB3C35F67}"/>
              </a:ext>
            </a:extLst>
          </p:cNvPr>
          <p:cNvCxnSpPr/>
          <p:nvPr/>
        </p:nvCxnSpPr>
        <p:spPr>
          <a:xfrm>
            <a:off x="889000" y="4162425"/>
            <a:ext cx="3657600" cy="0"/>
          </a:xfrm>
          <a:prstGeom prst="line">
            <a:avLst/>
          </a:prstGeom>
          <a:ln w="6985">
            <a:solidFill>
              <a:srgbClr val="DFE5E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7" name="文本框 266">
            <a:extLst>
              <a:ext uri="{FF2B5EF4-FFF2-40B4-BE49-F238E27FC236}">
                <a16:creationId xmlns:a16="http://schemas.microsoft.com/office/drawing/2014/main" id="{0832C60D-C9E7-814F-3B3E-95F1DB852E5C}"/>
              </a:ext>
            </a:extLst>
          </p:cNvPr>
          <p:cNvSpPr txBox="1"/>
          <p:nvPr/>
        </p:nvSpPr>
        <p:spPr>
          <a:xfrm>
            <a:off x="520700" y="4098925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268" name="文本框 267">
            <a:extLst>
              <a:ext uri="{FF2B5EF4-FFF2-40B4-BE49-F238E27FC236}">
                <a16:creationId xmlns:a16="http://schemas.microsoft.com/office/drawing/2014/main" id="{B6E32D0D-B992-4D3D-7E4A-ED0A9A5CBE75}"/>
              </a:ext>
            </a:extLst>
          </p:cNvPr>
          <p:cNvSpPr txBox="1"/>
          <p:nvPr/>
        </p:nvSpPr>
        <p:spPr>
          <a:xfrm>
            <a:off x="520700" y="3848100"/>
            <a:ext cx="149080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923B19C7-19A4-CBD6-0FA6-B756AE87E370}"/>
              </a:ext>
            </a:extLst>
          </p:cNvPr>
          <p:cNvCxnSpPr/>
          <p:nvPr/>
        </p:nvCxnSpPr>
        <p:spPr>
          <a:xfrm>
            <a:off x="889000" y="3911600"/>
            <a:ext cx="0" cy="100330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6199DEF3-015F-0130-97A9-76EE5513251E}"/>
              </a:ext>
            </a:extLst>
          </p:cNvPr>
          <p:cNvCxnSpPr/>
          <p:nvPr/>
        </p:nvCxnSpPr>
        <p:spPr>
          <a:xfrm>
            <a:off x="889000" y="4914900"/>
            <a:ext cx="3657600" cy="0"/>
          </a:xfrm>
          <a:prstGeom prst="line">
            <a:avLst/>
          </a:prstGeom>
          <a:ln w="1016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2A5BBE7D-D560-BC39-22F4-80A55339B6A1}"/>
              </a:ext>
            </a:extLst>
          </p:cNvPr>
          <p:cNvCxnSpPr/>
          <p:nvPr/>
        </p:nvCxnSpPr>
        <p:spPr>
          <a:xfrm>
            <a:off x="8890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2" name="文本框 271">
            <a:extLst>
              <a:ext uri="{FF2B5EF4-FFF2-40B4-BE49-F238E27FC236}">
                <a16:creationId xmlns:a16="http://schemas.microsoft.com/office/drawing/2014/main" id="{400E4FEA-DE93-18D5-8294-3235818781A3}"/>
              </a:ext>
            </a:extLst>
          </p:cNvPr>
          <p:cNvSpPr txBox="1"/>
          <p:nvPr/>
        </p:nvSpPr>
        <p:spPr>
          <a:xfrm>
            <a:off x="825500" y="49657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73" name="直接连接符 272">
            <a:extLst>
              <a:ext uri="{FF2B5EF4-FFF2-40B4-BE49-F238E27FC236}">
                <a16:creationId xmlns:a16="http://schemas.microsoft.com/office/drawing/2014/main" id="{51DB6DCA-E15F-F2A4-CC2F-3BDB14933510}"/>
              </a:ext>
            </a:extLst>
          </p:cNvPr>
          <p:cNvCxnSpPr/>
          <p:nvPr/>
        </p:nvCxnSpPr>
        <p:spPr>
          <a:xfrm>
            <a:off x="12954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直接连接符 273">
            <a:extLst>
              <a:ext uri="{FF2B5EF4-FFF2-40B4-BE49-F238E27FC236}">
                <a16:creationId xmlns:a16="http://schemas.microsoft.com/office/drawing/2014/main" id="{1736A77F-1FDE-6B2F-E13F-4DF7D232D003}"/>
              </a:ext>
            </a:extLst>
          </p:cNvPr>
          <p:cNvCxnSpPr/>
          <p:nvPr/>
        </p:nvCxnSpPr>
        <p:spPr>
          <a:xfrm>
            <a:off x="17018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文本框 274">
            <a:extLst>
              <a:ext uri="{FF2B5EF4-FFF2-40B4-BE49-F238E27FC236}">
                <a16:creationId xmlns:a16="http://schemas.microsoft.com/office/drawing/2014/main" id="{D88220EE-FF81-F987-988F-A1E0DEED9CDB}"/>
              </a:ext>
            </a:extLst>
          </p:cNvPr>
          <p:cNvSpPr txBox="1"/>
          <p:nvPr/>
        </p:nvSpPr>
        <p:spPr>
          <a:xfrm>
            <a:off x="1638300" y="49657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3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76" name="直接连接符 275">
            <a:extLst>
              <a:ext uri="{FF2B5EF4-FFF2-40B4-BE49-F238E27FC236}">
                <a16:creationId xmlns:a16="http://schemas.microsoft.com/office/drawing/2014/main" id="{3DF8C260-E72C-C779-CEFF-7B0760C1EFB1}"/>
              </a:ext>
            </a:extLst>
          </p:cNvPr>
          <p:cNvCxnSpPr/>
          <p:nvPr/>
        </p:nvCxnSpPr>
        <p:spPr>
          <a:xfrm>
            <a:off x="21082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直接连接符 276">
            <a:extLst>
              <a:ext uri="{FF2B5EF4-FFF2-40B4-BE49-F238E27FC236}">
                <a16:creationId xmlns:a16="http://schemas.microsoft.com/office/drawing/2014/main" id="{1550F627-9153-B001-3B00-3BA9BA89E9C5}"/>
              </a:ext>
            </a:extLst>
          </p:cNvPr>
          <p:cNvCxnSpPr/>
          <p:nvPr/>
        </p:nvCxnSpPr>
        <p:spPr>
          <a:xfrm>
            <a:off x="25146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文本框 277">
            <a:extLst>
              <a:ext uri="{FF2B5EF4-FFF2-40B4-BE49-F238E27FC236}">
                <a16:creationId xmlns:a16="http://schemas.microsoft.com/office/drawing/2014/main" id="{2EFF54BE-BC2E-CA10-564E-5FBA08DA3239}"/>
              </a:ext>
            </a:extLst>
          </p:cNvPr>
          <p:cNvSpPr txBox="1"/>
          <p:nvPr/>
        </p:nvSpPr>
        <p:spPr>
          <a:xfrm>
            <a:off x="2451100" y="49657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5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79" name="直接连接符 278">
            <a:extLst>
              <a:ext uri="{FF2B5EF4-FFF2-40B4-BE49-F238E27FC236}">
                <a16:creationId xmlns:a16="http://schemas.microsoft.com/office/drawing/2014/main" id="{82EA202C-698A-3FD2-D8E7-3818F66E4F0B}"/>
              </a:ext>
            </a:extLst>
          </p:cNvPr>
          <p:cNvCxnSpPr/>
          <p:nvPr/>
        </p:nvCxnSpPr>
        <p:spPr>
          <a:xfrm>
            <a:off x="29210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直接连接符 279">
            <a:extLst>
              <a:ext uri="{FF2B5EF4-FFF2-40B4-BE49-F238E27FC236}">
                <a16:creationId xmlns:a16="http://schemas.microsoft.com/office/drawing/2014/main" id="{DB5B369E-360C-EA09-AEB7-B11FE8DB3FB1}"/>
              </a:ext>
            </a:extLst>
          </p:cNvPr>
          <p:cNvCxnSpPr/>
          <p:nvPr/>
        </p:nvCxnSpPr>
        <p:spPr>
          <a:xfrm>
            <a:off x="33274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1" name="文本框 280">
            <a:extLst>
              <a:ext uri="{FF2B5EF4-FFF2-40B4-BE49-F238E27FC236}">
                <a16:creationId xmlns:a16="http://schemas.microsoft.com/office/drawing/2014/main" id="{2349F4D3-F192-94DB-0524-3E84D8D8E9BC}"/>
              </a:ext>
            </a:extLst>
          </p:cNvPr>
          <p:cNvSpPr txBox="1"/>
          <p:nvPr/>
        </p:nvSpPr>
        <p:spPr>
          <a:xfrm>
            <a:off x="3263900" y="4965700"/>
            <a:ext cx="49694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7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cxnSp>
        <p:nvCxnSpPr>
          <p:cNvPr id="282" name="直接连接符 281">
            <a:extLst>
              <a:ext uri="{FF2B5EF4-FFF2-40B4-BE49-F238E27FC236}">
                <a16:creationId xmlns:a16="http://schemas.microsoft.com/office/drawing/2014/main" id="{B595617D-3E51-6968-8E1B-FEBE403A3191}"/>
              </a:ext>
            </a:extLst>
          </p:cNvPr>
          <p:cNvCxnSpPr/>
          <p:nvPr/>
        </p:nvCxnSpPr>
        <p:spPr>
          <a:xfrm>
            <a:off x="37338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直接连接符 282">
            <a:extLst>
              <a:ext uri="{FF2B5EF4-FFF2-40B4-BE49-F238E27FC236}">
                <a16:creationId xmlns:a16="http://schemas.microsoft.com/office/drawing/2014/main" id="{6E1FE010-FEFC-CA37-6CDD-2567013D63E1}"/>
              </a:ext>
            </a:extLst>
          </p:cNvPr>
          <p:cNvCxnSpPr/>
          <p:nvPr/>
        </p:nvCxnSpPr>
        <p:spPr>
          <a:xfrm>
            <a:off x="41402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直接连接符 283">
            <a:extLst>
              <a:ext uri="{FF2B5EF4-FFF2-40B4-BE49-F238E27FC236}">
                <a16:creationId xmlns:a16="http://schemas.microsoft.com/office/drawing/2014/main" id="{2C4B8FE2-86F7-F03F-4237-1A705152C8E8}"/>
              </a:ext>
            </a:extLst>
          </p:cNvPr>
          <p:cNvCxnSpPr/>
          <p:nvPr/>
        </p:nvCxnSpPr>
        <p:spPr>
          <a:xfrm>
            <a:off x="4546600" y="4914900"/>
            <a:ext cx="0" cy="31750"/>
          </a:xfrm>
          <a:prstGeom prst="line">
            <a:avLst/>
          </a:prstGeom>
          <a:ln w="7620">
            <a:solidFill>
              <a:srgbClr val="2637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文本框 284">
            <a:extLst>
              <a:ext uri="{FF2B5EF4-FFF2-40B4-BE49-F238E27FC236}">
                <a16:creationId xmlns:a16="http://schemas.microsoft.com/office/drawing/2014/main" id="{2213949E-943C-C3CF-354B-17B476EA155B}"/>
              </a:ext>
            </a:extLst>
          </p:cNvPr>
          <p:cNvSpPr txBox="1"/>
          <p:nvPr/>
        </p:nvSpPr>
        <p:spPr>
          <a:xfrm>
            <a:off x="4483100" y="4965700"/>
            <a:ext cx="99386" cy="10772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00">
                <a:solidFill>
                  <a:srgbClr val="5D6974"/>
                </a:solidFill>
                <a:latin typeface="Arial" panose="020B0604020202020204" pitchFamily="34" charset="0"/>
              </a:rPr>
              <a:t>10</a:t>
            </a:r>
            <a:endParaRPr lang="zh-CN" altLang="en-US" sz="700">
              <a:solidFill>
                <a:srgbClr val="5D6974"/>
              </a:solidFill>
              <a:latin typeface="Arial" panose="020B0604020202020204" pitchFamily="34" charset="0"/>
            </a:endParaRPr>
          </a:p>
        </p:txBody>
      </p:sp>
      <p:sp>
        <p:nvSpPr>
          <p:cNvPr id="286" name="文本框 285">
            <a:extLst>
              <a:ext uri="{FF2B5EF4-FFF2-40B4-BE49-F238E27FC236}">
                <a16:creationId xmlns:a16="http://schemas.microsoft.com/office/drawing/2014/main" id="{07C54722-EB7B-6057-8BC6-A0E3C63C7341}"/>
              </a:ext>
            </a:extLst>
          </p:cNvPr>
          <p:cNvSpPr txBox="1"/>
          <p:nvPr/>
        </p:nvSpPr>
        <p:spPr>
          <a:xfrm>
            <a:off x="2057400" y="5130800"/>
            <a:ext cx="702115" cy="11387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altLang="zh-CN" sz="740">
                <a:solidFill>
                  <a:srgbClr val="263746"/>
                </a:solidFill>
                <a:latin typeface="Arial" panose="020B0604020202020204" pitchFamily="34" charset="0"/>
              </a:rPr>
              <a:t>Ranked sites (K)</a:t>
            </a:r>
            <a:endParaRPr lang="zh-CN" altLang="en-US" sz="74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287" name="直接连接符 286">
            <a:extLst>
              <a:ext uri="{FF2B5EF4-FFF2-40B4-BE49-F238E27FC236}">
                <a16:creationId xmlns:a16="http://schemas.microsoft.com/office/drawing/2014/main" id="{DAD37E52-B6B3-5F90-2CE8-4C87DC73973A}"/>
              </a:ext>
            </a:extLst>
          </p:cNvPr>
          <p:cNvCxnSpPr/>
          <p:nvPr/>
        </p:nvCxnSpPr>
        <p:spPr>
          <a:xfrm flipV="1">
            <a:off x="889000" y="4406735"/>
            <a:ext cx="406400" cy="65149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连接符 287">
            <a:extLst>
              <a:ext uri="{FF2B5EF4-FFF2-40B4-BE49-F238E27FC236}">
                <a16:creationId xmlns:a16="http://schemas.microsoft.com/office/drawing/2014/main" id="{2B92D233-61DD-7848-11F3-BF3ACC110BF6}"/>
              </a:ext>
            </a:extLst>
          </p:cNvPr>
          <p:cNvCxnSpPr/>
          <p:nvPr/>
        </p:nvCxnSpPr>
        <p:spPr>
          <a:xfrm flipV="1">
            <a:off x="1295400" y="4354616"/>
            <a:ext cx="406400" cy="52119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连接符 288">
            <a:extLst>
              <a:ext uri="{FF2B5EF4-FFF2-40B4-BE49-F238E27FC236}">
                <a16:creationId xmlns:a16="http://schemas.microsoft.com/office/drawing/2014/main" id="{7D600EE5-4F6B-68E6-AA3F-E3108D741445}"/>
              </a:ext>
            </a:extLst>
          </p:cNvPr>
          <p:cNvCxnSpPr/>
          <p:nvPr/>
        </p:nvCxnSpPr>
        <p:spPr>
          <a:xfrm flipV="1">
            <a:off x="1701800" y="4341586"/>
            <a:ext cx="406400" cy="1303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连接符 289">
            <a:extLst>
              <a:ext uri="{FF2B5EF4-FFF2-40B4-BE49-F238E27FC236}">
                <a16:creationId xmlns:a16="http://schemas.microsoft.com/office/drawing/2014/main" id="{006FCD39-8789-62FF-6876-A90D205744BD}"/>
              </a:ext>
            </a:extLst>
          </p:cNvPr>
          <p:cNvCxnSpPr/>
          <p:nvPr/>
        </p:nvCxnSpPr>
        <p:spPr>
          <a:xfrm>
            <a:off x="2108200" y="4341586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连接符 290">
            <a:extLst>
              <a:ext uri="{FF2B5EF4-FFF2-40B4-BE49-F238E27FC236}">
                <a16:creationId xmlns:a16="http://schemas.microsoft.com/office/drawing/2014/main" id="{47E4E8DC-19BC-8B96-AD87-97A1ABCDB17D}"/>
              </a:ext>
            </a:extLst>
          </p:cNvPr>
          <p:cNvCxnSpPr/>
          <p:nvPr/>
        </p:nvCxnSpPr>
        <p:spPr>
          <a:xfrm flipV="1">
            <a:off x="2514600" y="4315526"/>
            <a:ext cx="406400" cy="2606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直接连接符 291">
            <a:extLst>
              <a:ext uri="{FF2B5EF4-FFF2-40B4-BE49-F238E27FC236}">
                <a16:creationId xmlns:a16="http://schemas.microsoft.com/office/drawing/2014/main" id="{11AAABAA-084A-A9D8-35DC-BB638A53BDD4}"/>
              </a:ext>
            </a:extLst>
          </p:cNvPr>
          <p:cNvCxnSpPr/>
          <p:nvPr/>
        </p:nvCxnSpPr>
        <p:spPr>
          <a:xfrm>
            <a:off x="2921000" y="4315526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直接连接符 292">
            <a:extLst>
              <a:ext uri="{FF2B5EF4-FFF2-40B4-BE49-F238E27FC236}">
                <a16:creationId xmlns:a16="http://schemas.microsoft.com/office/drawing/2014/main" id="{77398337-5C1F-6AEA-2E18-8CF548D07AC7}"/>
              </a:ext>
            </a:extLst>
          </p:cNvPr>
          <p:cNvCxnSpPr/>
          <p:nvPr/>
        </p:nvCxnSpPr>
        <p:spPr>
          <a:xfrm>
            <a:off x="3327400" y="4315526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连接符 293">
            <a:extLst>
              <a:ext uri="{FF2B5EF4-FFF2-40B4-BE49-F238E27FC236}">
                <a16:creationId xmlns:a16="http://schemas.microsoft.com/office/drawing/2014/main" id="{00F33C60-EDA2-73E0-5424-DACB6E215894}"/>
              </a:ext>
            </a:extLst>
          </p:cNvPr>
          <p:cNvCxnSpPr/>
          <p:nvPr/>
        </p:nvCxnSpPr>
        <p:spPr>
          <a:xfrm>
            <a:off x="3733800" y="4315526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83E3D111-A87D-91AA-69BE-D76ECDC657D2}"/>
              </a:ext>
            </a:extLst>
          </p:cNvPr>
          <p:cNvCxnSpPr/>
          <p:nvPr/>
        </p:nvCxnSpPr>
        <p:spPr>
          <a:xfrm>
            <a:off x="4140200" y="4315526"/>
            <a:ext cx="4064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椭圆 295">
            <a:extLst>
              <a:ext uri="{FF2B5EF4-FFF2-40B4-BE49-F238E27FC236}">
                <a16:creationId xmlns:a16="http://schemas.microsoft.com/office/drawing/2014/main" id="{968B6D16-56C1-265C-FB66-0C5B33C93035}"/>
              </a:ext>
            </a:extLst>
          </p:cNvPr>
          <p:cNvSpPr/>
          <p:nvPr/>
        </p:nvSpPr>
        <p:spPr>
          <a:xfrm>
            <a:off x="866775" y="4449659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7" name="椭圆 296">
            <a:extLst>
              <a:ext uri="{FF2B5EF4-FFF2-40B4-BE49-F238E27FC236}">
                <a16:creationId xmlns:a16="http://schemas.microsoft.com/office/drawing/2014/main" id="{4EEED35E-E2A8-A73E-D616-3A87797299B4}"/>
              </a:ext>
            </a:extLst>
          </p:cNvPr>
          <p:cNvSpPr/>
          <p:nvPr/>
        </p:nvSpPr>
        <p:spPr>
          <a:xfrm>
            <a:off x="1273175" y="4384510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8" name="椭圆 297">
            <a:extLst>
              <a:ext uri="{FF2B5EF4-FFF2-40B4-BE49-F238E27FC236}">
                <a16:creationId xmlns:a16="http://schemas.microsoft.com/office/drawing/2014/main" id="{42D37CA0-6667-C8F5-7E20-73C150DA356B}"/>
              </a:ext>
            </a:extLst>
          </p:cNvPr>
          <p:cNvSpPr/>
          <p:nvPr/>
        </p:nvSpPr>
        <p:spPr>
          <a:xfrm>
            <a:off x="1679575" y="433239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9" name="椭圆 298">
            <a:extLst>
              <a:ext uri="{FF2B5EF4-FFF2-40B4-BE49-F238E27FC236}">
                <a16:creationId xmlns:a16="http://schemas.microsoft.com/office/drawing/2014/main" id="{08B161AA-DCED-AE07-16DA-859073BADDBB}"/>
              </a:ext>
            </a:extLst>
          </p:cNvPr>
          <p:cNvSpPr/>
          <p:nvPr/>
        </p:nvSpPr>
        <p:spPr>
          <a:xfrm>
            <a:off x="2085975" y="431936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椭圆 299">
            <a:extLst>
              <a:ext uri="{FF2B5EF4-FFF2-40B4-BE49-F238E27FC236}">
                <a16:creationId xmlns:a16="http://schemas.microsoft.com/office/drawing/2014/main" id="{FF1D85BD-5BF7-BC0A-BC0E-0D32D879AE5D}"/>
              </a:ext>
            </a:extLst>
          </p:cNvPr>
          <p:cNvSpPr/>
          <p:nvPr/>
        </p:nvSpPr>
        <p:spPr>
          <a:xfrm>
            <a:off x="2492375" y="431936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1" name="椭圆 300">
            <a:extLst>
              <a:ext uri="{FF2B5EF4-FFF2-40B4-BE49-F238E27FC236}">
                <a16:creationId xmlns:a16="http://schemas.microsoft.com/office/drawing/2014/main" id="{E6F18B66-8DF7-7C06-2366-A694A8FDF69C}"/>
              </a:ext>
            </a:extLst>
          </p:cNvPr>
          <p:cNvSpPr/>
          <p:nvPr/>
        </p:nvSpPr>
        <p:spPr>
          <a:xfrm>
            <a:off x="2898775" y="429330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2" name="椭圆 301">
            <a:extLst>
              <a:ext uri="{FF2B5EF4-FFF2-40B4-BE49-F238E27FC236}">
                <a16:creationId xmlns:a16="http://schemas.microsoft.com/office/drawing/2014/main" id="{D8016B79-B4E2-06C6-BE8D-B25ABC4767D8}"/>
              </a:ext>
            </a:extLst>
          </p:cNvPr>
          <p:cNvSpPr/>
          <p:nvPr/>
        </p:nvSpPr>
        <p:spPr>
          <a:xfrm>
            <a:off x="3305175" y="429330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603A6C03-9F25-FDCE-FF64-11167BA324D6}"/>
              </a:ext>
            </a:extLst>
          </p:cNvPr>
          <p:cNvSpPr/>
          <p:nvPr/>
        </p:nvSpPr>
        <p:spPr>
          <a:xfrm>
            <a:off x="3711575" y="429330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椭圆 303">
            <a:extLst>
              <a:ext uri="{FF2B5EF4-FFF2-40B4-BE49-F238E27FC236}">
                <a16:creationId xmlns:a16="http://schemas.microsoft.com/office/drawing/2014/main" id="{ADCD0917-1B4F-73A2-5239-1DA58B788AAF}"/>
              </a:ext>
            </a:extLst>
          </p:cNvPr>
          <p:cNvSpPr/>
          <p:nvPr/>
        </p:nvSpPr>
        <p:spPr>
          <a:xfrm>
            <a:off x="4117975" y="429330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621E3CBC-4CC3-1771-D78E-35D3FCC1CDA6}"/>
              </a:ext>
            </a:extLst>
          </p:cNvPr>
          <p:cNvSpPr/>
          <p:nvPr/>
        </p:nvSpPr>
        <p:spPr>
          <a:xfrm>
            <a:off x="4524375" y="4293301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6" name="直接连接符 305">
            <a:extLst>
              <a:ext uri="{FF2B5EF4-FFF2-40B4-BE49-F238E27FC236}">
                <a16:creationId xmlns:a16="http://schemas.microsoft.com/office/drawing/2014/main" id="{5E4D77C5-D5F6-9B9C-45E4-93192DFC833C}"/>
              </a:ext>
            </a:extLst>
          </p:cNvPr>
          <p:cNvCxnSpPr/>
          <p:nvPr/>
        </p:nvCxnSpPr>
        <p:spPr>
          <a:xfrm flipV="1">
            <a:off x="889000" y="4341586"/>
            <a:ext cx="406400" cy="39089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直接连接符 306">
            <a:extLst>
              <a:ext uri="{FF2B5EF4-FFF2-40B4-BE49-F238E27FC236}">
                <a16:creationId xmlns:a16="http://schemas.microsoft.com/office/drawing/2014/main" id="{B9330976-ACF0-05F8-2824-7141C12E42E1}"/>
              </a:ext>
            </a:extLst>
          </p:cNvPr>
          <p:cNvCxnSpPr/>
          <p:nvPr/>
        </p:nvCxnSpPr>
        <p:spPr>
          <a:xfrm flipV="1">
            <a:off x="1295400" y="4289466"/>
            <a:ext cx="406400" cy="5212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8" name="直接连接符 307">
            <a:extLst>
              <a:ext uri="{FF2B5EF4-FFF2-40B4-BE49-F238E27FC236}">
                <a16:creationId xmlns:a16="http://schemas.microsoft.com/office/drawing/2014/main" id="{92D1BEBC-2B70-FC44-9C5F-3DE619B59A13}"/>
              </a:ext>
            </a:extLst>
          </p:cNvPr>
          <p:cNvCxnSpPr/>
          <p:nvPr/>
        </p:nvCxnSpPr>
        <p:spPr>
          <a:xfrm flipV="1">
            <a:off x="1701800" y="4263406"/>
            <a:ext cx="406400" cy="2606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连接符 308">
            <a:extLst>
              <a:ext uri="{FF2B5EF4-FFF2-40B4-BE49-F238E27FC236}">
                <a16:creationId xmlns:a16="http://schemas.microsoft.com/office/drawing/2014/main" id="{A44C3027-BA7D-3CD6-B1FE-C12CC88F215E}"/>
              </a:ext>
            </a:extLst>
          </p:cNvPr>
          <p:cNvCxnSpPr/>
          <p:nvPr/>
        </p:nvCxnSpPr>
        <p:spPr>
          <a:xfrm>
            <a:off x="2108200" y="4263406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连接符 309">
            <a:extLst>
              <a:ext uri="{FF2B5EF4-FFF2-40B4-BE49-F238E27FC236}">
                <a16:creationId xmlns:a16="http://schemas.microsoft.com/office/drawing/2014/main" id="{D13E7D18-C243-06ED-CF4C-355D1D6E9FD8}"/>
              </a:ext>
            </a:extLst>
          </p:cNvPr>
          <p:cNvCxnSpPr/>
          <p:nvPr/>
        </p:nvCxnSpPr>
        <p:spPr>
          <a:xfrm flipV="1">
            <a:off x="2514600" y="4237347"/>
            <a:ext cx="406400" cy="26059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>
            <a:extLst>
              <a:ext uri="{FF2B5EF4-FFF2-40B4-BE49-F238E27FC236}">
                <a16:creationId xmlns:a16="http://schemas.microsoft.com/office/drawing/2014/main" id="{9E1778DC-3D02-874F-1618-E2D99FCB94C2}"/>
              </a:ext>
            </a:extLst>
          </p:cNvPr>
          <p:cNvCxnSpPr/>
          <p:nvPr/>
        </p:nvCxnSpPr>
        <p:spPr>
          <a:xfrm>
            <a:off x="2921000" y="423734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连接符 311">
            <a:extLst>
              <a:ext uri="{FF2B5EF4-FFF2-40B4-BE49-F238E27FC236}">
                <a16:creationId xmlns:a16="http://schemas.microsoft.com/office/drawing/2014/main" id="{58F7FE84-41B0-4916-EFBD-B90DF833E99E}"/>
              </a:ext>
            </a:extLst>
          </p:cNvPr>
          <p:cNvCxnSpPr/>
          <p:nvPr/>
        </p:nvCxnSpPr>
        <p:spPr>
          <a:xfrm>
            <a:off x="3327400" y="423734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连接符 312">
            <a:extLst>
              <a:ext uri="{FF2B5EF4-FFF2-40B4-BE49-F238E27FC236}">
                <a16:creationId xmlns:a16="http://schemas.microsoft.com/office/drawing/2014/main" id="{FA4703CC-CECA-1FA7-B3FE-69FDF9914B5E}"/>
              </a:ext>
            </a:extLst>
          </p:cNvPr>
          <p:cNvCxnSpPr/>
          <p:nvPr/>
        </p:nvCxnSpPr>
        <p:spPr>
          <a:xfrm>
            <a:off x="3733800" y="423734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连接符 313">
            <a:extLst>
              <a:ext uri="{FF2B5EF4-FFF2-40B4-BE49-F238E27FC236}">
                <a16:creationId xmlns:a16="http://schemas.microsoft.com/office/drawing/2014/main" id="{912829A5-9520-6454-AB0C-428BA779581F}"/>
              </a:ext>
            </a:extLst>
          </p:cNvPr>
          <p:cNvCxnSpPr/>
          <p:nvPr/>
        </p:nvCxnSpPr>
        <p:spPr>
          <a:xfrm>
            <a:off x="4140200" y="4237347"/>
            <a:ext cx="4064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5" name="椭圆 314">
            <a:extLst>
              <a:ext uri="{FF2B5EF4-FFF2-40B4-BE49-F238E27FC236}">
                <a16:creationId xmlns:a16="http://schemas.microsoft.com/office/drawing/2014/main" id="{5FC27BEB-97AF-4BFA-A725-1A2F42868EBA}"/>
              </a:ext>
            </a:extLst>
          </p:cNvPr>
          <p:cNvSpPr/>
          <p:nvPr/>
        </p:nvSpPr>
        <p:spPr>
          <a:xfrm>
            <a:off x="866775" y="4358450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6" name="椭圆 315">
            <a:extLst>
              <a:ext uri="{FF2B5EF4-FFF2-40B4-BE49-F238E27FC236}">
                <a16:creationId xmlns:a16="http://schemas.microsoft.com/office/drawing/2014/main" id="{62ADA56D-15D3-AD6A-FE1F-E60386028832}"/>
              </a:ext>
            </a:extLst>
          </p:cNvPr>
          <p:cNvSpPr/>
          <p:nvPr/>
        </p:nvSpPr>
        <p:spPr>
          <a:xfrm>
            <a:off x="1273175" y="4319361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7" name="椭圆 316">
            <a:extLst>
              <a:ext uri="{FF2B5EF4-FFF2-40B4-BE49-F238E27FC236}">
                <a16:creationId xmlns:a16="http://schemas.microsoft.com/office/drawing/2014/main" id="{C43D9D42-67C9-64A5-1345-ED0E8F253361}"/>
              </a:ext>
            </a:extLst>
          </p:cNvPr>
          <p:cNvSpPr/>
          <p:nvPr/>
        </p:nvSpPr>
        <p:spPr>
          <a:xfrm>
            <a:off x="1679575" y="4267241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8" name="椭圆 317">
            <a:extLst>
              <a:ext uri="{FF2B5EF4-FFF2-40B4-BE49-F238E27FC236}">
                <a16:creationId xmlns:a16="http://schemas.microsoft.com/office/drawing/2014/main" id="{65231D5E-59A8-1885-EB6B-6F807546B0AA}"/>
              </a:ext>
            </a:extLst>
          </p:cNvPr>
          <p:cNvSpPr/>
          <p:nvPr/>
        </p:nvSpPr>
        <p:spPr>
          <a:xfrm>
            <a:off x="2085975" y="4241181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9" name="椭圆 318">
            <a:extLst>
              <a:ext uri="{FF2B5EF4-FFF2-40B4-BE49-F238E27FC236}">
                <a16:creationId xmlns:a16="http://schemas.microsoft.com/office/drawing/2014/main" id="{ABA29D6C-7BAC-369E-B550-6950D0CCB97E}"/>
              </a:ext>
            </a:extLst>
          </p:cNvPr>
          <p:cNvSpPr/>
          <p:nvPr/>
        </p:nvSpPr>
        <p:spPr>
          <a:xfrm>
            <a:off x="2492375" y="4241181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0" name="椭圆 319">
            <a:extLst>
              <a:ext uri="{FF2B5EF4-FFF2-40B4-BE49-F238E27FC236}">
                <a16:creationId xmlns:a16="http://schemas.microsoft.com/office/drawing/2014/main" id="{4E382D4D-8FB7-18C9-02CC-1F1F3B135A9E}"/>
              </a:ext>
            </a:extLst>
          </p:cNvPr>
          <p:cNvSpPr/>
          <p:nvPr/>
        </p:nvSpPr>
        <p:spPr>
          <a:xfrm>
            <a:off x="2898775" y="421512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1" name="椭圆 320">
            <a:extLst>
              <a:ext uri="{FF2B5EF4-FFF2-40B4-BE49-F238E27FC236}">
                <a16:creationId xmlns:a16="http://schemas.microsoft.com/office/drawing/2014/main" id="{F6B0DAAC-F380-B791-D74F-1A778185FA1E}"/>
              </a:ext>
            </a:extLst>
          </p:cNvPr>
          <p:cNvSpPr/>
          <p:nvPr/>
        </p:nvSpPr>
        <p:spPr>
          <a:xfrm>
            <a:off x="3305175" y="421512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" name="椭圆 321">
            <a:extLst>
              <a:ext uri="{FF2B5EF4-FFF2-40B4-BE49-F238E27FC236}">
                <a16:creationId xmlns:a16="http://schemas.microsoft.com/office/drawing/2014/main" id="{BEFC058F-0E95-0998-A87C-35AD8F39E57F}"/>
              </a:ext>
            </a:extLst>
          </p:cNvPr>
          <p:cNvSpPr/>
          <p:nvPr/>
        </p:nvSpPr>
        <p:spPr>
          <a:xfrm>
            <a:off x="3711575" y="421512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3" name="椭圆 322">
            <a:extLst>
              <a:ext uri="{FF2B5EF4-FFF2-40B4-BE49-F238E27FC236}">
                <a16:creationId xmlns:a16="http://schemas.microsoft.com/office/drawing/2014/main" id="{1E368C04-4F5C-739A-0C23-F81A30F2D9B8}"/>
              </a:ext>
            </a:extLst>
          </p:cNvPr>
          <p:cNvSpPr/>
          <p:nvPr/>
        </p:nvSpPr>
        <p:spPr>
          <a:xfrm>
            <a:off x="4117975" y="421512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4" name="椭圆 323">
            <a:extLst>
              <a:ext uri="{FF2B5EF4-FFF2-40B4-BE49-F238E27FC236}">
                <a16:creationId xmlns:a16="http://schemas.microsoft.com/office/drawing/2014/main" id="{33508084-0AD8-CBD7-E4D8-8553417AFB8D}"/>
              </a:ext>
            </a:extLst>
          </p:cNvPr>
          <p:cNvSpPr/>
          <p:nvPr/>
        </p:nvSpPr>
        <p:spPr>
          <a:xfrm>
            <a:off x="4524375" y="4215122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5" name="直接连接符 324">
            <a:extLst>
              <a:ext uri="{FF2B5EF4-FFF2-40B4-BE49-F238E27FC236}">
                <a16:creationId xmlns:a16="http://schemas.microsoft.com/office/drawing/2014/main" id="{C471DF35-D1E1-ACB1-4FC0-B449C064FB94}"/>
              </a:ext>
            </a:extLst>
          </p:cNvPr>
          <p:cNvCxnSpPr/>
          <p:nvPr/>
        </p:nvCxnSpPr>
        <p:spPr>
          <a:xfrm flipV="1">
            <a:off x="889000" y="4328556"/>
            <a:ext cx="406400" cy="52119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直接连接符 325">
            <a:extLst>
              <a:ext uri="{FF2B5EF4-FFF2-40B4-BE49-F238E27FC236}">
                <a16:creationId xmlns:a16="http://schemas.microsoft.com/office/drawing/2014/main" id="{804A73AC-30DA-8CEF-8969-A308B34C02FE}"/>
              </a:ext>
            </a:extLst>
          </p:cNvPr>
          <p:cNvCxnSpPr/>
          <p:nvPr/>
        </p:nvCxnSpPr>
        <p:spPr>
          <a:xfrm flipV="1">
            <a:off x="1295400" y="4263406"/>
            <a:ext cx="406400" cy="6515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7" name="直接连接符 326">
            <a:extLst>
              <a:ext uri="{FF2B5EF4-FFF2-40B4-BE49-F238E27FC236}">
                <a16:creationId xmlns:a16="http://schemas.microsoft.com/office/drawing/2014/main" id="{E8A134D0-FE51-B911-E530-24AFC440F6D5}"/>
              </a:ext>
            </a:extLst>
          </p:cNvPr>
          <p:cNvCxnSpPr/>
          <p:nvPr/>
        </p:nvCxnSpPr>
        <p:spPr>
          <a:xfrm flipV="1">
            <a:off x="1701800" y="4237347"/>
            <a:ext cx="406400" cy="26059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" name="直接连接符 327">
            <a:extLst>
              <a:ext uri="{FF2B5EF4-FFF2-40B4-BE49-F238E27FC236}">
                <a16:creationId xmlns:a16="http://schemas.microsoft.com/office/drawing/2014/main" id="{D7469F33-0C19-96CF-CCD5-E31664E4096D}"/>
              </a:ext>
            </a:extLst>
          </p:cNvPr>
          <p:cNvCxnSpPr/>
          <p:nvPr/>
        </p:nvCxnSpPr>
        <p:spPr>
          <a:xfrm>
            <a:off x="2108200" y="423734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连接符 328">
            <a:extLst>
              <a:ext uri="{FF2B5EF4-FFF2-40B4-BE49-F238E27FC236}">
                <a16:creationId xmlns:a16="http://schemas.microsoft.com/office/drawing/2014/main" id="{7F27B4C8-B54D-54FA-0BC2-714ABECF85BF}"/>
              </a:ext>
            </a:extLst>
          </p:cNvPr>
          <p:cNvCxnSpPr/>
          <p:nvPr/>
        </p:nvCxnSpPr>
        <p:spPr>
          <a:xfrm>
            <a:off x="2514600" y="423734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连接符 329">
            <a:extLst>
              <a:ext uri="{FF2B5EF4-FFF2-40B4-BE49-F238E27FC236}">
                <a16:creationId xmlns:a16="http://schemas.microsoft.com/office/drawing/2014/main" id="{B03A463C-373F-D173-7A4F-377CBC32924A}"/>
              </a:ext>
            </a:extLst>
          </p:cNvPr>
          <p:cNvCxnSpPr/>
          <p:nvPr/>
        </p:nvCxnSpPr>
        <p:spPr>
          <a:xfrm>
            <a:off x="2921000" y="423734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" name="直接连接符 330">
            <a:extLst>
              <a:ext uri="{FF2B5EF4-FFF2-40B4-BE49-F238E27FC236}">
                <a16:creationId xmlns:a16="http://schemas.microsoft.com/office/drawing/2014/main" id="{B683260F-E983-8F6B-975B-E455AA0DB449}"/>
              </a:ext>
            </a:extLst>
          </p:cNvPr>
          <p:cNvCxnSpPr/>
          <p:nvPr/>
        </p:nvCxnSpPr>
        <p:spPr>
          <a:xfrm>
            <a:off x="3327400" y="423734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直接连接符 331">
            <a:extLst>
              <a:ext uri="{FF2B5EF4-FFF2-40B4-BE49-F238E27FC236}">
                <a16:creationId xmlns:a16="http://schemas.microsoft.com/office/drawing/2014/main" id="{2FCCF902-2E2F-F7F6-657F-BA61C764D548}"/>
              </a:ext>
            </a:extLst>
          </p:cNvPr>
          <p:cNvCxnSpPr/>
          <p:nvPr/>
        </p:nvCxnSpPr>
        <p:spPr>
          <a:xfrm>
            <a:off x="3733800" y="423734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连接符 332">
            <a:extLst>
              <a:ext uri="{FF2B5EF4-FFF2-40B4-BE49-F238E27FC236}">
                <a16:creationId xmlns:a16="http://schemas.microsoft.com/office/drawing/2014/main" id="{0A760E90-A966-ECA9-CB94-5208B82CAE06}"/>
              </a:ext>
            </a:extLst>
          </p:cNvPr>
          <p:cNvCxnSpPr/>
          <p:nvPr/>
        </p:nvCxnSpPr>
        <p:spPr>
          <a:xfrm>
            <a:off x="4140200" y="4237347"/>
            <a:ext cx="4064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4" name="矩形 333">
            <a:extLst>
              <a:ext uri="{FF2B5EF4-FFF2-40B4-BE49-F238E27FC236}">
                <a16:creationId xmlns:a16="http://schemas.microsoft.com/office/drawing/2014/main" id="{FA4A60E2-C369-A3C8-46ED-7CE97F0E8369}"/>
              </a:ext>
            </a:extLst>
          </p:cNvPr>
          <p:cNvSpPr/>
          <p:nvPr/>
        </p:nvSpPr>
        <p:spPr>
          <a:xfrm>
            <a:off x="866775" y="4358450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B3514B9-9E1C-1B25-C017-7D21472B8BCB}"/>
              </a:ext>
            </a:extLst>
          </p:cNvPr>
          <p:cNvSpPr/>
          <p:nvPr/>
        </p:nvSpPr>
        <p:spPr>
          <a:xfrm>
            <a:off x="1273175" y="430633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6" name="矩形 335">
            <a:extLst>
              <a:ext uri="{FF2B5EF4-FFF2-40B4-BE49-F238E27FC236}">
                <a16:creationId xmlns:a16="http://schemas.microsoft.com/office/drawing/2014/main" id="{16521088-A7A0-DCC7-0B1B-8FF00D4FF7E9}"/>
              </a:ext>
            </a:extLst>
          </p:cNvPr>
          <p:cNvSpPr/>
          <p:nvPr/>
        </p:nvSpPr>
        <p:spPr>
          <a:xfrm>
            <a:off x="1679575" y="4241181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1EFCC691-35AD-AA14-D843-F57A5CE79C12}"/>
              </a:ext>
            </a:extLst>
          </p:cNvPr>
          <p:cNvSpPr/>
          <p:nvPr/>
        </p:nvSpPr>
        <p:spPr>
          <a:xfrm>
            <a:off x="20859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8" name="矩形 337">
            <a:extLst>
              <a:ext uri="{FF2B5EF4-FFF2-40B4-BE49-F238E27FC236}">
                <a16:creationId xmlns:a16="http://schemas.microsoft.com/office/drawing/2014/main" id="{D7C051E3-4AAA-43F9-27DC-DFAFD91FBAE2}"/>
              </a:ext>
            </a:extLst>
          </p:cNvPr>
          <p:cNvSpPr/>
          <p:nvPr/>
        </p:nvSpPr>
        <p:spPr>
          <a:xfrm>
            <a:off x="24923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88FBE604-3911-1F41-0D72-E272D25E245F}"/>
              </a:ext>
            </a:extLst>
          </p:cNvPr>
          <p:cNvSpPr/>
          <p:nvPr/>
        </p:nvSpPr>
        <p:spPr>
          <a:xfrm>
            <a:off x="28987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35E4891B-89D8-E6CC-8A7F-D7844FBA87B3}"/>
              </a:ext>
            </a:extLst>
          </p:cNvPr>
          <p:cNvSpPr/>
          <p:nvPr/>
        </p:nvSpPr>
        <p:spPr>
          <a:xfrm>
            <a:off x="33051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CEBFD230-C9FB-FDC6-96B0-995449766652}"/>
              </a:ext>
            </a:extLst>
          </p:cNvPr>
          <p:cNvSpPr/>
          <p:nvPr/>
        </p:nvSpPr>
        <p:spPr>
          <a:xfrm>
            <a:off x="37115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D25852DC-CE9B-753B-96DC-8B1D762A9639}"/>
              </a:ext>
            </a:extLst>
          </p:cNvPr>
          <p:cNvSpPr/>
          <p:nvPr/>
        </p:nvSpPr>
        <p:spPr>
          <a:xfrm>
            <a:off x="41179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72B8DDD4-31F9-7441-2100-BED274EB65B2}"/>
              </a:ext>
            </a:extLst>
          </p:cNvPr>
          <p:cNvSpPr/>
          <p:nvPr/>
        </p:nvSpPr>
        <p:spPr>
          <a:xfrm>
            <a:off x="4524375" y="4215122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4" name="直接连接符 343">
            <a:extLst>
              <a:ext uri="{FF2B5EF4-FFF2-40B4-BE49-F238E27FC236}">
                <a16:creationId xmlns:a16="http://schemas.microsoft.com/office/drawing/2014/main" id="{8F9613A3-6E34-B825-7EA4-E761CE5E6270}"/>
              </a:ext>
            </a:extLst>
          </p:cNvPr>
          <p:cNvCxnSpPr/>
          <p:nvPr/>
        </p:nvCxnSpPr>
        <p:spPr>
          <a:xfrm flipV="1">
            <a:off x="889000" y="4250377"/>
            <a:ext cx="406400" cy="65149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连接符 344">
            <a:extLst>
              <a:ext uri="{FF2B5EF4-FFF2-40B4-BE49-F238E27FC236}">
                <a16:creationId xmlns:a16="http://schemas.microsoft.com/office/drawing/2014/main" id="{A5343E1F-FFAB-AE01-50EB-C3F7A40B1695}"/>
              </a:ext>
            </a:extLst>
          </p:cNvPr>
          <p:cNvCxnSpPr/>
          <p:nvPr/>
        </p:nvCxnSpPr>
        <p:spPr>
          <a:xfrm flipV="1">
            <a:off x="1295400" y="4159167"/>
            <a:ext cx="406400" cy="9121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连接符 345">
            <a:extLst>
              <a:ext uri="{FF2B5EF4-FFF2-40B4-BE49-F238E27FC236}">
                <a16:creationId xmlns:a16="http://schemas.microsoft.com/office/drawing/2014/main" id="{8CD7A633-4A6E-15E3-10A6-DADFD88355CE}"/>
              </a:ext>
            </a:extLst>
          </p:cNvPr>
          <p:cNvCxnSpPr/>
          <p:nvPr/>
        </p:nvCxnSpPr>
        <p:spPr>
          <a:xfrm>
            <a:off x="17018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连接符 346">
            <a:extLst>
              <a:ext uri="{FF2B5EF4-FFF2-40B4-BE49-F238E27FC236}">
                <a16:creationId xmlns:a16="http://schemas.microsoft.com/office/drawing/2014/main" id="{C759DE68-0F42-D862-3AE4-374582331BD0}"/>
              </a:ext>
            </a:extLst>
          </p:cNvPr>
          <p:cNvCxnSpPr/>
          <p:nvPr/>
        </p:nvCxnSpPr>
        <p:spPr>
          <a:xfrm>
            <a:off x="21082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连接符 347">
            <a:extLst>
              <a:ext uri="{FF2B5EF4-FFF2-40B4-BE49-F238E27FC236}">
                <a16:creationId xmlns:a16="http://schemas.microsoft.com/office/drawing/2014/main" id="{C50D21F0-9486-44A8-712B-D10FA3476590}"/>
              </a:ext>
            </a:extLst>
          </p:cNvPr>
          <p:cNvCxnSpPr/>
          <p:nvPr/>
        </p:nvCxnSpPr>
        <p:spPr>
          <a:xfrm>
            <a:off x="25146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9" name="直接连接符 348">
            <a:extLst>
              <a:ext uri="{FF2B5EF4-FFF2-40B4-BE49-F238E27FC236}">
                <a16:creationId xmlns:a16="http://schemas.microsoft.com/office/drawing/2014/main" id="{C3C4C842-56EA-BAD7-EDAA-3B884C437719}"/>
              </a:ext>
            </a:extLst>
          </p:cNvPr>
          <p:cNvCxnSpPr/>
          <p:nvPr/>
        </p:nvCxnSpPr>
        <p:spPr>
          <a:xfrm>
            <a:off x="29210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直接连接符 349">
            <a:extLst>
              <a:ext uri="{FF2B5EF4-FFF2-40B4-BE49-F238E27FC236}">
                <a16:creationId xmlns:a16="http://schemas.microsoft.com/office/drawing/2014/main" id="{8C2DF4D8-FD93-8549-43AE-3D53C4BC3876}"/>
              </a:ext>
            </a:extLst>
          </p:cNvPr>
          <p:cNvCxnSpPr/>
          <p:nvPr/>
        </p:nvCxnSpPr>
        <p:spPr>
          <a:xfrm>
            <a:off x="33274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" name="直接连接符 350">
            <a:extLst>
              <a:ext uri="{FF2B5EF4-FFF2-40B4-BE49-F238E27FC236}">
                <a16:creationId xmlns:a16="http://schemas.microsoft.com/office/drawing/2014/main" id="{7744FD2F-5281-987F-0393-7558DCE20713}"/>
              </a:ext>
            </a:extLst>
          </p:cNvPr>
          <p:cNvCxnSpPr/>
          <p:nvPr/>
        </p:nvCxnSpPr>
        <p:spPr>
          <a:xfrm>
            <a:off x="37338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直接连接符 351">
            <a:extLst>
              <a:ext uri="{FF2B5EF4-FFF2-40B4-BE49-F238E27FC236}">
                <a16:creationId xmlns:a16="http://schemas.microsoft.com/office/drawing/2014/main" id="{2A98C78D-BC6F-0751-B141-0CF004130010}"/>
              </a:ext>
            </a:extLst>
          </p:cNvPr>
          <p:cNvCxnSpPr/>
          <p:nvPr/>
        </p:nvCxnSpPr>
        <p:spPr>
          <a:xfrm>
            <a:off x="4140200" y="4159167"/>
            <a:ext cx="4064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3" name="矩形 352">
            <a:extLst>
              <a:ext uri="{FF2B5EF4-FFF2-40B4-BE49-F238E27FC236}">
                <a16:creationId xmlns:a16="http://schemas.microsoft.com/office/drawing/2014/main" id="{0B159D02-2C7D-DD14-C4F6-C186FD3BDCE1}"/>
              </a:ext>
            </a:extLst>
          </p:cNvPr>
          <p:cNvSpPr/>
          <p:nvPr/>
        </p:nvSpPr>
        <p:spPr>
          <a:xfrm>
            <a:off x="866775" y="4293301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4" name="矩形 353">
            <a:extLst>
              <a:ext uri="{FF2B5EF4-FFF2-40B4-BE49-F238E27FC236}">
                <a16:creationId xmlns:a16="http://schemas.microsoft.com/office/drawing/2014/main" id="{96C68847-C64A-049D-34D8-CB813D2B6B53}"/>
              </a:ext>
            </a:extLst>
          </p:cNvPr>
          <p:cNvSpPr/>
          <p:nvPr/>
        </p:nvSpPr>
        <p:spPr>
          <a:xfrm>
            <a:off x="1273175" y="422815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5" name="矩形 354">
            <a:extLst>
              <a:ext uri="{FF2B5EF4-FFF2-40B4-BE49-F238E27FC236}">
                <a16:creationId xmlns:a16="http://schemas.microsoft.com/office/drawing/2014/main" id="{9BA7A5C6-14D6-8367-9988-A17D5AB5B64B}"/>
              </a:ext>
            </a:extLst>
          </p:cNvPr>
          <p:cNvSpPr/>
          <p:nvPr/>
        </p:nvSpPr>
        <p:spPr>
          <a:xfrm>
            <a:off x="16795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6" name="矩形 355">
            <a:extLst>
              <a:ext uri="{FF2B5EF4-FFF2-40B4-BE49-F238E27FC236}">
                <a16:creationId xmlns:a16="http://schemas.microsoft.com/office/drawing/2014/main" id="{022D85D1-30E3-01AB-64C4-F89E2B783CE7}"/>
              </a:ext>
            </a:extLst>
          </p:cNvPr>
          <p:cNvSpPr/>
          <p:nvPr/>
        </p:nvSpPr>
        <p:spPr>
          <a:xfrm>
            <a:off x="20859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7" name="矩形 356">
            <a:extLst>
              <a:ext uri="{FF2B5EF4-FFF2-40B4-BE49-F238E27FC236}">
                <a16:creationId xmlns:a16="http://schemas.microsoft.com/office/drawing/2014/main" id="{40B7874C-457E-87F8-3928-729DF1C7F6BF}"/>
              </a:ext>
            </a:extLst>
          </p:cNvPr>
          <p:cNvSpPr/>
          <p:nvPr/>
        </p:nvSpPr>
        <p:spPr>
          <a:xfrm>
            <a:off x="24923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" name="矩形 357">
            <a:extLst>
              <a:ext uri="{FF2B5EF4-FFF2-40B4-BE49-F238E27FC236}">
                <a16:creationId xmlns:a16="http://schemas.microsoft.com/office/drawing/2014/main" id="{E74FE30C-DA55-279A-87E6-3E4E96778226}"/>
              </a:ext>
            </a:extLst>
          </p:cNvPr>
          <p:cNvSpPr/>
          <p:nvPr/>
        </p:nvSpPr>
        <p:spPr>
          <a:xfrm>
            <a:off x="28987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9" name="矩形 358">
            <a:extLst>
              <a:ext uri="{FF2B5EF4-FFF2-40B4-BE49-F238E27FC236}">
                <a16:creationId xmlns:a16="http://schemas.microsoft.com/office/drawing/2014/main" id="{6F4B5A07-93BE-4A22-C641-B13DB0CAD230}"/>
              </a:ext>
            </a:extLst>
          </p:cNvPr>
          <p:cNvSpPr/>
          <p:nvPr/>
        </p:nvSpPr>
        <p:spPr>
          <a:xfrm>
            <a:off x="33051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0" name="矩形 359">
            <a:extLst>
              <a:ext uri="{FF2B5EF4-FFF2-40B4-BE49-F238E27FC236}">
                <a16:creationId xmlns:a16="http://schemas.microsoft.com/office/drawing/2014/main" id="{A236DBD6-E888-708E-A02A-37850D4CE536}"/>
              </a:ext>
            </a:extLst>
          </p:cNvPr>
          <p:cNvSpPr/>
          <p:nvPr/>
        </p:nvSpPr>
        <p:spPr>
          <a:xfrm>
            <a:off x="37115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1" name="矩形 360">
            <a:extLst>
              <a:ext uri="{FF2B5EF4-FFF2-40B4-BE49-F238E27FC236}">
                <a16:creationId xmlns:a16="http://schemas.microsoft.com/office/drawing/2014/main" id="{4FBA0A8A-9A36-EAF5-9BFD-6B43F3832517}"/>
              </a:ext>
            </a:extLst>
          </p:cNvPr>
          <p:cNvSpPr/>
          <p:nvPr/>
        </p:nvSpPr>
        <p:spPr>
          <a:xfrm>
            <a:off x="41179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2" name="矩形 361">
            <a:extLst>
              <a:ext uri="{FF2B5EF4-FFF2-40B4-BE49-F238E27FC236}">
                <a16:creationId xmlns:a16="http://schemas.microsoft.com/office/drawing/2014/main" id="{873B3B62-6418-BBF2-5584-DCABB5C874A7}"/>
              </a:ext>
            </a:extLst>
          </p:cNvPr>
          <p:cNvSpPr/>
          <p:nvPr/>
        </p:nvSpPr>
        <p:spPr>
          <a:xfrm>
            <a:off x="4524375" y="4136942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63" name="直接连接符 362">
            <a:extLst>
              <a:ext uri="{FF2B5EF4-FFF2-40B4-BE49-F238E27FC236}">
                <a16:creationId xmlns:a16="http://schemas.microsoft.com/office/drawing/2014/main" id="{8887C347-623D-E516-8192-462AC4E9F007}"/>
              </a:ext>
            </a:extLst>
          </p:cNvPr>
          <p:cNvCxnSpPr/>
          <p:nvPr/>
        </p:nvCxnSpPr>
        <p:spPr>
          <a:xfrm>
            <a:off x="4826000" y="4127500"/>
            <a:ext cx="254000" cy="0"/>
          </a:xfrm>
          <a:prstGeom prst="line">
            <a:avLst/>
          </a:prstGeom>
          <a:ln w="20320">
            <a:solidFill>
              <a:srgbClr val="087E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4" name="椭圆 363">
            <a:extLst>
              <a:ext uri="{FF2B5EF4-FFF2-40B4-BE49-F238E27FC236}">
                <a16:creationId xmlns:a16="http://schemas.microsoft.com/office/drawing/2014/main" id="{F6C8ECC0-C022-6343-D39F-E6B4EFDE5FA4}"/>
              </a:ext>
            </a:extLst>
          </p:cNvPr>
          <p:cNvSpPr/>
          <p:nvPr/>
        </p:nvSpPr>
        <p:spPr>
          <a:xfrm>
            <a:off x="4930775" y="4105275"/>
            <a:ext cx="44450" cy="44450"/>
          </a:xfrm>
          <a:prstGeom prst="ellipse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5" name="文本框 364">
            <a:extLst>
              <a:ext uri="{FF2B5EF4-FFF2-40B4-BE49-F238E27FC236}">
                <a16:creationId xmlns:a16="http://schemas.microsoft.com/office/drawing/2014/main" id="{85F6EB2C-1AAB-06AA-1030-2E612B57CDA3}"/>
              </a:ext>
            </a:extLst>
          </p:cNvPr>
          <p:cNvSpPr txBox="1"/>
          <p:nvPr/>
        </p:nvSpPr>
        <p:spPr>
          <a:xfrm>
            <a:off x="5168900" y="4051300"/>
            <a:ext cx="55143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Top-1 · &lt;2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366" name="直接连接符 365">
            <a:extLst>
              <a:ext uri="{FF2B5EF4-FFF2-40B4-BE49-F238E27FC236}">
                <a16:creationId xmlns:a16="http://schemas.microsoft.com/office/drawing/2014/main" id="{76671FA4-448D-EC54-575F-C26EC3B1E661}"/>
              </a:ext>
            </a:extLst>
          </p:cNvPr>
          <p:cNvCxnSpPr/>
          <p:nvPr/>
        </p:nvCxnSpPr>
        <p:spPr>
          <a:xfrm>
            <a:off x="4826000" y="4348480"/>
            <a:ext cx="254000" cy="0"/>
          </a:xfrm>
          <a:prstGeom prst="line">
            <a:avLst/>
          </a:prstGeom>
          <a:ln w="20320">
            <a:solidFill>
              <a:srgbClr val="BC762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椭圆 366">
            <a:extLst>
              <a:ext uri="{FF2B5EF4-FFF2-40B4-BE49-F238E27FC236}">
                <a16:creationId xmlns:a16="http://schemas.microsoft.com/office/drawing/2014/main" id="{87E5FF40-546A-DE6D-04F8-D6E1D82403F9}"/>
              </a:ext>
            </a:extLst>
          </p:cNvPr>
          <p:cNvSpPr/>
          <p:nvPr/>
        </p:nvSpPr>
        <p:spPr>
          <a:xfrm>
            <a:off x="4930775" y="4326255"/>
            <a:ext cx="44450" cy="44450"/>
          </a:xfrm>
          <a:prstGeom prst="ellipse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8" name="文本框 367">
            <a:extLst>
              <a:ext uri="{FF2B5EF4-FFF2-40B4-BE49-F238E27FC236}">
                <a16:creationId xmlns:a16="http://schemas.microsoft.com/office/drawing/2014/main" id="{5C2AD9F7-75F1-84FC-0E0E-CC18CCE9A2AF}"/>
              </a:ext>
            </a:extLst>
          </p:cNvPr>
          <p:cNvSpPr txBox="1"/>
          <p:nvPr/>
        </p:nvSpPr>
        <p:spPr>
          <a:xfrm>
            <a:off x="5168900" y="4272280"/>
            <a:ext cx="55143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Top-1 · &lt;3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369" name="直接连接符 368">
            <a:extLst>
              <a:ext uri="{FF2B5EF4-FFF2-40B4-BE49-F238E27FC236}">
                <a16:creationId xmlns:a16="http://schemas.microsoft.com/office/drawing/2014/main" id="{60570670-F459-CFDE-1CAD-963D6B211819}"/>
              </a:ext>
            </a:extLst>
          </p:cNvPr>
          <p:cNvCxnSpPr/>
          <p:nvPr/>
        </p:nvCxnSpPr>
        <p:spPr>
          <a:xfrm>
            <a:off x="4826000" y="4569460"/>
            <a:ext cx="254000" cy="0"/>
          </a:xfrm>
          <a:prstGeom prst="line">
            <a:avLst/>
          </a:prstGeom>
          <a:ln w="20320">
            <a:solidFill>
              <a:srgbClr val="087E8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矩形 369">
            <a:extLst>
              <a:ext uri="{FF2B5EF4-FFF2-40B4-BE49-F238E27FC236}">
                <a16:creationId xmlns:a16="http://schemas.microsoft.com/office/drawing/2014/main" id="{57092AC0-A4AC-FB22-A3D1-EAD4C9D065E1}"/>
              </a:ext>
            </a:extLst>
          </p:cNvPr>
          <p:cNvSpPr/>
          <p:nvPr/>
        </p:nvSpPr>
        <p:spPr>
          <a:xfrm>
            <a:off x="4930775" y="4547235"/>
            <a:ext cx="44450" cy="44450"/>
          </a:xfrm>
          <a:prstGeom prst="rect">
            <a:avLst/>
          </a:prstGeom>
          <a:solidFill>
            <a:srgbClr val="087E83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1" name="文本框 370">
            <a:extLst>
              <a:ext uri="{FF2B5EF4-FFF2-40B4-BE49-F238E27FC236}">
                <a16:creationId xmlns:a16="http://schemas.microsoft.com/office/drawing/2014/main" id="{8B2640BC-7DFE-D1DC-B9C2-2618B7DEC8DB}"/>
              </a:ext>
            </a:extLst>
          </p:cNvPr>
          <p:cNvSpPr txBox="1"/>
          <p:nvPr/>
        </p:nvSpPr>
        <p:spPr>
          <a:xfrm>
            <a:off x="5168900" y="4493260"/>
            <a:ext cx="74860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Best-of-50 · &lt;2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  <p:cxnSp>
        <p:nvCxnSpPr>
          <p:cNvPr id="372" name="直接连接符 371">
            <a:extLst>
              <a:ext uri="{FF2B5EF4-FFF2-40B4-BE49-F238E27FC236}">
                <a16:creationId xmlns:a16="http://schemas.microsoft.com/office/drawing/2014/main" id="{2BE48296-CB46-51F9-2EA1-A1198CA97740}"/>
              </a:ext>
            </a:extLst>
          </p:cNvPr>
          <p:cNvCxnSpPr/>
          <p:nvPr/>
        </p:nvCxnSpPr>
        <p:spPr>
          <a:xfrm>
            <a:off x="4826000" y="4790440"/>
            <a:ext cx="254000" cy="0"/>
          </a:xfrm>
          <a:prstGeom prst="line">
            <a:avLst/>
          </a:prstGeom>
          <a:ln w="20320">
            <a:solidFill>
              <a:srgbClr val="BC762A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矩形 372">
            <a:extLst>
              <a:ext uri="{FF2B5EF4-FFF2-40B4-BE49-F238E27FC236}">
                <a16:creationId xmlns:a16="http://schemas.microsoft.com/office/drawing/2014/main" id="{FBC2DFC2-8E20-EEEF-BFAE-244861357E30}"/>
              </a:ext>
            </a:extLst>
          </p:cNvPr>
          <p:cNvSpPr/>
          <p:nvPr/>
        </p:nvSpPr>
        <p:spPr>
          <a:xfrm>
            <a:off x="4930775" y="4768215"/>
            <a:ext cx="44450" cy="44450"/>
          </a:xfrm>
          <a:prstGeom prst="rect">
            <a:avLst/>
          </a:prstGeom>
          <a:solidFill>
            <a:srgbClr val="BC762A"/>
          </a:solidFill>
          <a:ln w="444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4" name="文本框 373">
            <a:extLst>
              <a:ext uri="{FF2B5EF4-FFF2-40B4-BE49-F238E27FC236}">
                <a16:creationId xmlns:a16="http://schemas.microsoft.com/office/drawing/2014/main" id="{8B5E9693-3532-E5A3-1C84-022004E9A2C4}"/>
              </a:ext>
            </a:extLst>
          </p:cNvPr>
          <p:cNvSpPr txBox="1"/>
          <p:nvPr/>
        </p:nvSpPr>
        <p:spPr>
          <a:xfrm>
            <a:off x="5168900" y="4714240"/>
            <a:ext cx="748603" cy="118494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n-US" altLang="zh-CN" sz="770">
                <a:solidFill>
                  <a:srgbClr val="263746"/>
                </a:solidFill>
                <a:latin typeface="Arial" panose="020B0604020202020204" pitchFamily="34" charset="0"/>
              </a:rPr>
              <a:t>Best-of-50 · &lt;3 Å</a:t>
            </a:r>
            <a:endParaRPr lang="zh-CN" altLang="en-US" sz="770">
              <a:solidFill>
                <a:srgbClr val="263746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3101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自定义</PresentationFormat>
  <Paragraphs>57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Hongen Peng</dc:creator>
  <cp:lastModifiedBy>Hongen Peng</cp:lastModifiedBy>
  <cp:revision>1</cp:revision>
  <dcterms:created xsi:type="dcterms:W3CDTF">2026-10-03T10:09:53Z</dcterms:created>
  <dcterms:modified xsi:type="dcterms:W3CDTF">2026-10-03T10:09:53Z</dcterms:modified>
</cp:coreProperties>
</file>