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modernComment_100_6B41E0BB.xml" ContentType="application/vnd.ms-powerpoint.comments+xml"/>
  <Override PartName="/ppt/notesSlides/notesSlide2.xml" ContentType="application/vnd.openxmlformats-officedocument.presentationml.notesSlide+xml"/>
  <Override PartName="/ppt/comments/modernComment_101_43708BD8.xml" ContentType="application/vnd.ms-powerpoint.comments+xml"/>
  <Override PartName="/ppt/notesSlides/notesSlide3.xml" ContentType="application/vnd.openxmlformats-officedocument.presentationml.notesSlide+xml"/>
  <Override PartName="/ppt/comments/modernComment_102_4103D6D1.xml" ContentType="application/vnd.ms-powerpoint.comments+xml"/>
  <Override PartName="/ppt/notesSlides/notesSlide4.xml" ContentType="application/vnd.openxmlformats-officedocument.presentationml.notesSlide+xml"/>
  <Override PartName="/ppt/comments/modernComment_103_F27301A.xml" ContentType="application/vnd.ms-powerpoint.comments+xml"/>
  <Override PartName="/ppt/notesSlides/notesSlide5.xml" ContentType="application/vnd.openxmlformats-officedocument.presentationml.notesSlide+xml"/>
  <Override PartName="/ppt/comments/modernComment_104_4FC4F403.xml" ContentType="application/vnd.ms-powerpoint.comments+xml"/>
  <Override PartName="/ppt/notesSlides/notesSlide6.xml" ContentType="application/vnd.openxmlformats-officedocument.presentationml.notesSlide+xml"/>
  <Override PartName="/ppt/comments/modernComment_105_21693DC2.xml" ContentType="application/vnd.ms-powerpoint.comments+xml"/>
  <Override PartName="/ppt/notesSlides/notesSlide7.xml" ContentType="application/vnd.openxmlformats-officedocument.presentationml.notesSlide+xml"/>
  <Override PartName="/ppt/comments/modernComment_106_2D2B2D8.xml" ContentType="application/vnd.ms-powerpoint.comments+xml"/>
  <Override PartName="/ppt/notesSlides/notesSlide8.xml" ContentType="application/vnd.openxmlformats-officedocument.presentationml.notesSlide+xml"/>
  <Override PartName="/ppt/comments/modernComment_107_4018ACC6.xml" ContentType="application/vnd.ms-powerpoint.comments+xml"/>
  <Override PartName="/ppt/notesSlides/notesSlide9.xml" ContentType="application/vnd.openxmlformats-officedocument.presentationml.notesSlide+xml"/>
  <Override PartName="/ppt/comments/modernComment_108_4C6ECE1C.xml" ContentType="application/vnd.ms-powerpoint.comments+xml"/>
  <Override PartName="/ppt/notesSlides/notesSlide10.xml" ContentType="application/vnd.openxmlformats-officedocument.presentationml.notesSlide+xml"/>
  <Override PartName="/ppt/comments/modernComment_109_6B6742CD.xml" ContentType="application/vnd.ms-powerpoint.comments+xml"/>
  <Override PartName="/ppt/notesSlides/notesSlide11.xml" ContentType="application/vnd.openxmlformats-officedocument.presentationml.notesSlide+xml"/>
  <Override PartName="/ppt/comments/modernComment_10A_271812FF.xml" ContentType="application/vnd.ms-powerpoint.comments+xml"/>
  <Override PartName="/ppt/notesSlides/notesSlide12.xml" ContentType="application/vnd.openxmlformats-officedocument.presentationml.notesSlide+xml"/>
  <Override PartName="/ppt/comments/modernComment_10B_377BE1F5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6480175" cy="75596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3F71A66-0C34-DF1A-5236-FECDBC820DCB}" name="Hongen Peng" initials="HP" userId="965de47efeb7ffa5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9533" autoAdjust="0"/>
  </p:normalViewPr>
  <p:slideViewPr>
    <p:cSldViewPr snapToGrid="0">
      <p:cViewPr varScale="1">
        <p:scale>
          <a:sx n="69" d="100"/>
          <a:sy n="69" d="100"/>
        </p:scale>
        <p:origin x="185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modernComment_10A_271812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F9B8864-EB05-43AC-977C-4C5D5586BCBF}" authorId="{D3F71A66-0C34-DF1A-5236-FECDBC820DCB}" created="2026-10-12T02:21:28.450">
    <pc:sldMkLst xmlns:pc="http://schemas.microsoft.com/office/powerpoint/2013/main/command">
      <pc:docMk/>
      <pc:sldMk cId="655889151" sldId="266"/>
    </pc:sldMkLst>
    <p188:pos x="0" y="0"/>
    <p188:txBody>
      <a:bodyPr/>
      <a:lstStyle/>
      <a:p>
        <a:r>
          <a:rPr lang="zh-CN" altLang="en-US"/>
          <a:t>@@supp-e2e-completion-all</a:t>
        </a:r>
      </a:p>
    </p188:txBody>
  </p188:cm>
  <p188:cm id="{E469376B-6C1E-4233-8711-8E0D5DE947BF}" authorId="{D3F71A66-0C34-DF1A-5236-FECDBC820DCB}" created="2026-10-22T15:53:22.979Z">
    <pc:sldMkLst xmlns:pc="http://schemas.microsoft.com/office/powerpoint/2013/main/command">
      <pc:docMk/>
      <pc:sldMk cId="655889151" sldId="266"/>
    </pc:sldMkLst>
    <p188:pos x="0" y="0"/>
    <p188:txBody>
      <a:bodyPr/>
      <a:lstStyle/>
      <a:p>
        <a:r>
          <a:t>PROVENANCE v1</a:t>
        </a:r>
      </a:p>
      <a:p>
        <a:r>
          <a:t>id: supp-e2e-completion-all</a:t>
        </a:r>
      </a:p>
      <a:p>
        <a:r>
          <a:t>source: 画图/画图代码/e2e/calculate/图表追溯.md</a:t>
        </a:r>
      </a:p>
      <a:p>
        <a:r>
          <a:t/>
        </a:r>
      </a:p>
      <a:p>
        <a:r>
          <a:t>## supp-e2e-completion-all｜全配体定位与身份匹配完成度</a:t>
        </a:r>
      </a:p>
      <a:p>
        <a:r>
          <a:t/>
        </a:r>
      </a:p>
      <a:p>
        <a:r>
          <a:t>**共享关系与本图选择。** 本图与`@@supp-e2e-completion-small`关联的共享代码位于 `e2e/calculate/e2e-instance-completion/`。两张完成度图共用completion.json的预算事件、分布绘制和SVG到PPT装配；汇总统计由同一aggregate.py定义，两个入口按稳定图名分别选择面板，不复制计数。 本图只选择full_GT和full_CA2，排列1×2联图，生成11_all。</a:t>
        </a:r>
      </a:p>
      <a:p>
        <a:r>
          <a:t/>
        </a:r>
      </a:p>
      <a:p>
        <a:r>
          <a:t>**清空temp后的完整重建。** 从仓库根执行 `python -X utf8 -B 转换工具/ops/rebuild_figures.py --figure supp-e2e-completion-all`。入口顺序运行必要的数据准备、绘图／原生渲染、场景运输和PPT装配，始终屏蔽所有旧temp读取；同一次运行产生的中间文件可以继续使用。冻结实验输入与作者原生素材只从长期目录读取，图稿、命令日志、现场读取记录、`receipt.json`和含本图的`rebuilt.pptx`统一位于新建的 `temp/figure_rebuild/&lt;运行号&gt;/&lt;图名&gt;/`。正式图形不被覆盖；作者双语备注与本条来源说明写入新候选。</a:t>
        </a:r>
      </a:p>
      <a:p>
        <a:r>
          <a:t/>
        </a:r>
      </a:p>
      <a:p>
        <a:r>
          <a:t/>
        </a:r>
      </a:p>
      <a:p>
        <a:r>
          <a:t>**载体与直接入口。** 中文、英文正文引用 `画图/E2E实例完成度.pptx` 中同名汇总页。`e2e/calculate/e2e-instance-completion/plot.py::main` 选取 `full_GT`、`full_CA2` 两个面板，调用 `make_figure → draw_panel` 生成 `11_all`。`svg_shapes.py` 将同源 SVG 转成原生形状清单，`assemble.mjs` 装配 PPT；`ppt_metadata.py` 提供图名与备注写入接口。现有作者编辑后的 PPT 保留，来源记录不要求图片字节等于初始生成物。</a:t>
        </a:r>
      </a:p>
      <a:p>
        <a:r>
          <a:t/>
        </a:r>
      </a:p>
      <a:p>
        <a:r>
          <a:t>**计算来源。** `aggregate.py::main` 从冻结原评价构造十个面板。完整实例分母最初来自 Stage1 冻结 `metadata.json` 的 `rows[*].pdb_id`、`occurrence_count`，总计 179／2502；其原路径、散列及原 held-out 清单 `/storage/penghongen/AdaLigand/held_out/split/held_out_06_chain/held_out_identity.jsonl` 的散列在 `e2e/output/e2e-instance-completion/source_manifest.json` 留档。每个 PDB 的全部候选与全身份预测来自 `e2e/output/e2e-accounting/sources/full_matcher.json`，原服务器位置 `/storage/penghongen/Matcher/evaluation/final_smiles/strongest-1/frozen_test.json`。全配体每个候选均计费一次，Find 按双向覆盖均至少 0.3 的原对应命中，Match 按精确 SMILES 正确判成功。</a:t>
        </a:r>
      </a:p>
      <a:p>
        <a:r>
          <a:t/>
        </a:r>
      </a:p>
      <a:p>
        <a:r>
          <a:t>`aggregate.py::fixed_budget_records` 对各固定百分比使用整数 `percentage*N//100`；`make_panel` 以有理数 `Fraction(K,N)` 生成精确跳变事件。`completion.json.panels` 每个面板含 `success_events[pdb_id]` 的真实实例和首次成功计费号、`distributions["100"]` 等完整逐 PDB 分子／分母、`curve` 的精确预算及宏平均／中位数，以及不限于 300% 的 `all_candidates_final`。同目录 `per_pdb.csv`、`summary.csv` 分别保存固定预算逐 PDB 数值和摘要。300% 只是作图范围，不是执行尝试上限。</a:t>
        </a:r>
      </a:p>
      <a:p>
        <a:r>
          <a:t/>
        </a:r>
      </a:p>
      <a:p>
        <a:r>
          <a:t>**图形和正文。** 阶梯线使用原冻结事件，`where="post"`；KDE 只绘制分布轮廓，PDB 哈希只决定纯横向抖动，均不平滑完成度曲线。50%、100%、200%、300% 的灰点是完整 PDB 分布；绿线／圆点是均值，蓝线／空心菱形是中位数。100%→300%：GT 均值 62.1%→67.5%、中位数 66.7%→71.4%；CA2 均值 51.1%→58.8%、中位数 50.0%→60.2%。正文表 1 读取相同分布，见本文件表格记录。</a:t>
        </a:r>
      </a:p>
      <a:p>
        <a:r>
          <a:t/>
        </a:r>
      </a:p>
      <a:p>
        <a:r>
          <a:t>**版本与核验。** 原数据准备及绘图程序从 `temp/e2e_completion_20261011/` 救回；2026-10-12 视觉调整副本的 `plot.py`、`svg_shapes.py`、`assemble.mjs`、`ppt_metadata.py` 与救回版本逐字节相同。这里只复用既有候选和评价，未运行模型、重排姿态或重算 RMSD；全源散列及固定完整分母在输出留档中可核查。</a:t>
        </a:r>
      </a:p>
      <a:p>
        <a:r>
          <a:t/>
        </a:r>
      </a:p>
      <a:p>
        <a:r>
          <a:t>迁移后的 `aggregate.py` 已真实运行，十面板 `completion.json` 与冻结JSON逐字段完全相等；新汇总只写 `e2e/output/e2e-instance-completion/regenerated/`。`plot.py` 已生成十二页同源图稿，`svg_shapes.py` 已完成形状展开；临时图稿、manifest和scenes统一位于 `temp/e2e_completion_20261011/`，其中 `11_all` 有1,521个可编辑形状。</a:t>
        </a:r>
      </a:p>
      <a:p>
        <a:r>
          <a:t>**本图独立目录与运行。** `e2e/calculate/supp-e2e-completion-all/plot.py` 是与PPT稳定图名相同的独立入口；它只调用共享 `e2e-instance-completion/plot.py::main(figure_id="supp-e2e-completion-all")`，不复制统计或布局函数。共享汇总和绘图实现继续保留一份；不传图名仍保留原12页生成行为。从仓库根运行 `python -X utf8 -B 画图/画图代码/e2e/calculate/supp-e2e-completion-all/plot.py`，只向 `temp/supp-e2e-completion-all/` 生成本图的 `11_all.svg/.pdf/.png`、布局核对和单条 `manifest.json`，不写正式PPT。本轮已实际绘图，与既有同源图稿逐像素相同；manifest图名、尺寸和双语图注也完全相同。</a:t>
        </a:r>
      </a:p>
    </p188:txBody>
  </p188:cm>
</p188:cmLst>
</file>

<file path=ppt/comments/modernComment_10B_377BE1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4446ECD-3158-4D64-B37D-774E6F0D0585}" authorId="{D3F71A66-0C34-DF1A-5236-FECDBC820DCB}" created="2026-10-12T02:21:28.577">
    <pc:sldMkLst xmlns:pc="http://schemas.microsoft.com/office/powerpoint/2013/main/command">
      <pc:docMk/>
      <pc:sldMk cId="930865653" sldId="267"/>
    </pc:sldMkLst>
    <p188:pos x="0" y="0"/>
    <p188:txBody>
      <a:bodyPr/>
      <a:lstStyle/>
      <a:p>
        <a:r>
          <a:rPr lang="zh-CN" altLang="en-US"/>
          <a:t>@@supp-e2e-completion-small</a:t>
        </a:r>
      </a:p>
    </p188:txBody>
  </p188:cm>
  <p188:cm id="{FE72245D-E58C-41D0-AAB3-BF24F674C329}" authorId="{D3F71A66-0C34-DF1A-5236-FECDBC820DCB}" created="2026-10-22T15:53:22.980Z">
    <pc:sldMkLst xmlns:pc="http://schemas.microsoft.com/office/powerpoint/2013/main/command">
      <pc:docMk/>
      <pc:sldMk cId="930865653" sldId="267"/>
    </pc:sldMkLst>
    <p188:pos x="0" y="0"/>
    <p188:txBody>
      <a:bodyPr/>
      <a:lstStyle/>
      <a:p>
        <a:r>
          <a:t>PROVENANCE v1</a:t>
        </a:r>
      </a:p>
      <a:p>
        <a:r>
          <a:t>id: supp-e2e-completion-small</a:t>
        </a:r>
      </a:p>
      <a:p>
        <a:r>
          <a:t>source: 画图/画图代码/e2e/calculate/图表追溯.md</a:t>
        </a:r>
      </a:p>
      <a:p>
        <a:r>
          <a:t/>
        </a:r>
      </a:p>
      <a:p>
        <a:r>
          <a:t>## supp-e2e-completion-small｜小分子端到端构象完成度</a:t>
        </a:r>
      </a:p>
      <a:p>
        <a:r>
          <a:t/>
        </a:r>
      </a:p>
      <a:p>
        <a:r>
          <a:t>**共享关系与本图选择。** 本图与`@@supp-e2e-completion-all`关联的共享代码位于 `e2e/calculate/e2e-instance-completion/`。两张完成度图共用completion.json的预算事件、分布绘制和SVG到PPT装配；汇总统计由同一aggregate.py定义，两个入口按稳定图名分别选择面板，不复制计数。 本图只选择8个small_*面板，按top-1／best-of-50和&lt;2／&lt;3 Å排列4×2联图，生成12_small。</a:t>
        </a:r>
      </a:p>
      <a:p>
        <a:r>
          <a:t/>
        </a:r>
      </a:p>
      <a:p>
        <a:r>
          <a:t>**清空temp后的完整重建。** 从仓库根执行 `python -X utf8 -B 转换工具/ops/rebuild_figures.py --figure supp-e2e-completion-small`。入口顺序运行必要的数据准备、绘图／原生渲染、场景运输和PPT装配，始终屏蔽所有旧temp读取；同一次运行产生的中间文件可以继续使用。冻结实验输入与作者原生素材只从长期目录读取，图稿、命令日志、现场读取记录、`receipt.json`和含本图的`rebuilt.pptx`统一位于新建的 `temp/figure_rebuild/&lt;运行号&gt;/&lt;图名&gt;/`。正式图形不被覆盖；作者双语备注与本条来源说明写入新候选。</a:t>
        </a:r>
      </a:p>
      <a:p>
        <a:r>
          <a:t/>
        </a:r>
      </a:p>
      <a:p>
        <a:r>
          <a:t/>
        </a:r>
      </a:p>
      <a:p>
        <a:r>
          <a:t>**载体与面板。** 正文引用 `画图/E2E实例完成度.pptx` 中同名八面板页。`e2e-instance-completion/plot.py::main → make_figure → draw_panel` 生成 `12_small`；面板按 top-1 `&lt;2`、top-1 `&lt;3`、best-of-50 `&lt;2`、best-of-50 `&lt;3` 分四行，每行左 GT、右 CA2。SVG 及 PPT 装配流程与全配体页相同。</a:t>
        </a:r>
      </a:p>
      <a:p>
        <a:r>
          <a:t/>
        </a:r>
      </a:p>
      <a:p>
        <a:r>
          <a:t>**完整来源链。** `aggregate.py` 读取 `e2e/output/e2e-accounting/sources/identities.jsonl` 的 `stage3_occurrence_ids` 固定 77 个 PDB／446 个实例；同身份多实例分别计数。GT／CA2 的 `evaluation.json.traces` 提供 Match 感知 `match-aware-stage3-v2` 的原 `attempt_index`、`identity_correct`、`target_scope`；对应 `docking_results.jsonl.methods.local_cov-C.success` 提供原 top-1 与 best-of-50 在严格阈值下的布尔判胜。距离 `pose_min_rmsd_A["1"/"50"]` 以及原布尔阈值互相核对，不重新评价坐标。</a:t>
        </a:r>
      </a:p>
      <a:p>
        <a:r>
          <a:t/>
        </a:r>
      </a:p>
      <a:p>
        <a:r>
          <a:t>实际计费遵循 `e2e/calculate/e2e-accounting/reaggregate.py::accounting_action`：背景计费；真实非小分子被预测为非小分子时免费，否则计费；真实小分子不在完整 Stage3 范围时，只有精确身份正确才免费，否则计费；合格 Stage3 实例计费，并继续判断身份与姿态。这与“给定正确身份时真实范围外前景全部免费”的 Find–Build 视图不同。</a:t>
        </a:r>
      </a:p>
      <a:p>
        <a:r>
          <a:t/>
        </a:r>
      </a:p>
      <a:p>
        <a:r>
          <a:t>原服务器根 `/storage/penghongen/PocketXMol/final_evaluation/end_to_end/{GT,CA2}/` 的 evaluation、候选记录和各 `local_cov/test/local-c1/&lt;pdb&gt;/&lt;blob&gt;/` 构象输出被完整复用。原模型公开名为 PocketXMol-tuned，内部键 `local_cov-C` 只表示单次预测 blob 中心对接。原自评分选 top-1，best-of-50 为事后评价上界。GT／CA2 分别保留原 280／268 条已对接候选，不把失败或未对接实例移出 446 的目标分母。</a:t>
        </a:r>
      </a:p>
      <a:p>
        <a:r>
          <a:t/>
        </a:r>
      </a:p>
      <a:p>
        <a:r>
          <a:t>**图形与正文值。** 阶梯、分布、均值和中位数定义与全配体页相同。RMSD `&lt;3`、100%→300%：top-1 的 GT 均值 60.1%→61.1%，CA2 47.7%→53.0%；best-of-50 的 GT 66.0%→66.9%，CA2 54.7%→62.8%。摘要的 62.8%／66.9% 对应 **best-of-50、严格 `&lt;3 Å`、300% 相对预算**；不能省略这些条件而解释为一次尝试的 top-1 成功率。</a:t>
        </a:r>
      </a:p>
      <a:p>
        <a:r>
          <a:t/>
        </a:r>
      </a:p>
      <a:p>
        <a:r>
          <a:t>`completion.json` 及其 `source_manifest.json` 保存完整分布、首次成功实例事件、源文件散列；表 2 和正文这些数字均从它们取值。既有科学值已冻结，本轮只维护追溯与目录。</a:t>
        </a:r>
      </a:p>
      <a:p>
        <a:r>
          <a:t/>
        </a:r>
      </a:p>
      <a:p>
        <a:r>
          <a:t>迁移后八种条件已离线重汇总和实际绘制，汇总页 `12_small` 展开为2,754个可编辑形状，保留原完整PDB分布、精确阶梯与姿态阈值。新汇总与冻结数据完全相同，正式PPT没有被重绘替换。</a:t>
        </a:r>
      </a:p>
      <a:p>
        <a:r>
          <a:t>**本图独立目录与运行。** `e2e/calculate/supp-e2e-completion-small/plot.py` 是与PPT稳定图名相同的独立入口；它只调用共享 `e2e-instance-completion/plot.py::main(figure_id="supp-e2e-completion-small")`，不复制统计或布局函数。共享汇总和绘图实现继续保留一份；不传图名仍保留原12页生成行为。从仓库根运行 `python -X utf8 -B 画图/画图代码/e2e/calculate/supp-e2e-completion-small/plot.py`，只向 `temp/supp-e2e-completion-small/` 生成本图的 `12_small.svg/.pdf/.png`、布局核对和单条 `manifest.json`，不写正式PPT。本轮已实际绘图，与既有同源图稿逐像素相同；manifest图名、尺寸和双语图注也完全相同。</a:t>
        </a:r>
      </a:p>
    </p188:txBody>
  </p188:cm>
</p188:cmLst>
</file>

<file path=ppt/comments/modernComment_100_6B41E0B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488C1F-0CCF-48FE-A40D-BD69952F0E07}" authorId="{D3F71A66-0C34-DF1A-5236-FECDBC820DCB}" created="2026-10-12T02:21:27.495">
    <pc:sldMkLst xmlns:pc="http://schemas.microsoft.com/office/powerpoint/2013/main/command">
      <pc:docMk/>
      <pc:sldMk cId="1799479483" sldId="256"/>
    </pc:sldMkLst>
    <p188:pos x="0" y="0"/>
    <p188:txBody>
      <a:bodyPr/>
      <a:lstStyle/>
      <a:p>
        <a:r>
          <a:rPr lang="zh-CN" altLang="en-US"/>
          <a:t>@@supp-completion-full-gt</a:t>
        </a:r>
      </a:p>
    </p188:txBody>
  </p188:cm>
</p188:cmLst>
</file>

<file path=ppt/comments/modernComment_101_43708B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CDEEB8-1A1F-4643-9EEB-C2DC088BACC3}" authorId="{D3F71A66-0C34-DF1A-5236-FECDBC820DCB}" created="2026-10-12T02:21:27.661">
    <pc:sldMkLst xmlns:pc="http://schemas.microsoft.com/office/powerpoint/2013/main/command">
      <pc:docMk/>
      <pc:sldMk cId="1131449304" sldId="257"/>
    </pc:sldMkLst>
    <p188:pos x="0" y="0"/>
    <p188:txBody>
      <a:bodyPr/>
      <a:lstStyle/>
      <a:p>
        <a:r>
          <a:rPr lang="zh-CN" altLang="en-US"/>
          <a:t>@@supp-completion-full-ca2</a:t>
        </a:r>
      </a:p>
    </p188:txBody>
  </p188:cm>
</p188:cmLst>
</file>

<file path=ppt/comments/modernComment_102_4103D6D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0A62A9-4249-4017-85B9-CDC29FD3075D}" authorId="{D3F71A66-0C34-DF1A-5236-FECDBC820DCB}" created="2026-10-12T02:21:27.779">
    <pc:sldMkLst xmlns:pc="http://schemas.microsoft.com/office/powerpoint/2013/main/command">
      <pc:docMk/>
      <pc:sldMk cId="1090770641" sldId="258"/>
    </pc:sldMkLst>
    <p188:pos x="0" y="0"/>
    <p188:txBody>
      <a:bodyPr/>
      <a:lstStyle/>
      <a:p>
        <a:r>
          <a:rPr lang="zh-CN" altLang="en-US"/>
          <a:t>@@supp-completion-small-gt-pose1-rmsd2</a:t>
        </a:r>
      </a:p>
    </p188:txBody>
  </p188:cm>
</p188:cmLst>
</file>

<file path=ppt/comments/modernComment_103_F27301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8BD1FD-8F94-49AA-8E58-12DF15916637}" authorId="{D3F71A66-0C34-DF1A-5236-FECDBC820DCB}" created="2026-10-12T02:21:27.861">
    <pc:sldMkLst xmlns:pc="http://schemas.microsoft.com/office/powerpoint/2013/main/command">
      <pc:docMk/>
      <pc:sldMk cId="254226458" sldId="259"/>
    </pc:sldMkLst>
    <p188:pos x="0" y="0"/>
    <p188:txBody>
      <a:bodyPr/>
      <a:lstStyle/>
      <a:p>
        <a:r>
          <a:rPr lang="zh-CN" altLang="en-US"/>
          <a:t>@@supp-completion-small-ca2-pose1-rmsd2</a:t>
        </a:r>
      </a:p>
    </p188:txBody>
  </p188:cm>
</p188:cmLst>
</file>

<file path=ppt/comments/modernComment_104_4FC4F4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85C4E8F-D054-4D0C-8491-7D05B36BE257}" authorId="{D3F71A66-0C34-DF1A-5236-FECDBC820DCB}" created="2026-10-12T02:21:27.943">
    <pc:sldMkLst xmlns:pc="http://schemas.microsoft.com/office/powerpoint/2013/main/command">
      <pc:docMk/>
      <pc:sldMk cId="1338307587" sldId="260"/>
    </pc:sldMkLst>
    <p188:pos x="0" y="0"/>
    <p188:txBody>
      <a:bodyPr/>
      <a:lstStyle/>
      <a:p>
        <a:r>
          <a:rPr lang="zh-CN" altLang="en-US"/>
          <a:t>@@supp-completion-small-gt-pose1-rmsd3</a:t>
        </a:r>
      </a:p>
    </p188:txBody>
  </p188:cm>
</p188:cmLst>
</file>

<file path=ppt/comments/modernComment_105_21693D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2976806-75A8-48E9-8657-2299C6457532}" authorId="{D3F71A66-0C34-DF1A-5236-FECDBC820DCB}" created="2026-10-12T02:21:28.027">
    <pc:sldMkLst xmlns:pc="http://schemas.microsoft.com/office/powerpoint/2013/main/command">
      <pc:docMk/>
      <pc:sldMk cId="560545218" sldId="261"/>
    </pc:sldMkLst>
    <p188:pos x="0" y="0"/>
    <p188:txBody>
      <a:bodyPr/>
      <a:lstStyle/>
      <a:p>
        <a:r>
          <a:rPr lang="zh-CN" altLang="en-US"/>
          <a:t>@@supp-completion-small-ca2-pose1-rmsd3</a:t>
        </a:r>
      </a:p>
    </p188:txBody>
  </p188:cm>
</p188:cmLst>
</file>

<file path=ppt/comments/modernComment_106_2D2B2D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ED1036B-256C-4134-8C92-E19E29E95527}" authorId="{D3F71A66-0C34-DF1A-5236-FECDBC820DCB}" created="2026-10-12T02:21:28.109">
    <pc:sldMkLst xmlns:pc="http://schemas.microsoft.com/office/powerpoint/2013/main/command">
      <pc:docMk/>
      <pc:sldMk cId="47362776" sldId="262"/>
    </pc:sldMkLst>
    <p188:pos x="0" y="0"/>
    <p188:txBody>
      <a:bodyPr/>
      <a:lstStyle/>
      <a:p>
        <a:r>
          <a:rPr lang="zh-CN" altLang="en-US"/>
          <a:t>@@supp-completion-small-gt-pose50-rmsd2</a:t>
        </a:r>
      </a:p>
    </p188:txBody>
  </p188:cm>
</p188:cmLst>
</file>

<file path=ppt/comments/modernComment_107_4018AC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530892-2428-48D7-9DB8-8C9FEB5572D8}" authorId="{D3F71A66-0C34-DF1A-5236-FECDBC820DCB}" created="2026-10-12T02:21:28.190">
    <pc:sldMkLst xmlns:pc="http://schemas.microsoft.com/office/powerpoint/2013/main/command">
      <pc:docMk/>
      <pc:sldMk cId="1075358918" sldId="263"/>
    </pc:sldMkLst>
    <p188:pos x="0" y="0"/>
    <p188:txBody>
      <a:bodyPr/>
      <a:lstStyle/>
      <a:p>
        <a:r>
          <a:rPr lang="zh-CN" altLang="en-US"/>
          <a:t>@@supp-completion-small-ca2-pose50-rmsd2</a:t>
        </a:r>
      </a:p>
    </p188:txBody>
  </p188:cm>
</p188:cmLst>
</file>

<file path=ppt/comments/modernComment_108_4C6ECE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F2D9C7A-9A35-469E-98C1-5EE35FD3294E}" authorId="{D3F71A66-0C34-DF1A-5236-FECDBC820DCB}" created="2026-10-12T02:21:28.272">
    <pc:sldMkLst xmlns:pc="http://schemas.microsoft.com/office/powerpoint/2013/main/command">
      <pc:docMk/>
      <pc:sldMk cId="1282330140" sldId="264"/>
    </pc:sldMkLst>
    <p188:pos x="0" y="0"/>
    <p188:txBody>
      <a:bodyPr/>
      <a:lstStyle/>
      <a:p>
        <a:r>
          <a:rPr lang="zh-CN" altLang="en-US"/>
          <a:t>@@supp-completion-small-gt-pose50-rmsd3</a:t>
        </a:r>
      </a:p>
    </p188:txBody>
  </p188:cm>
</p188:cmLst>
</file>

<file path=ppt/comments/modernComment_109_6B6742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C2D034A-D71D-4A25-9528-EF96B6715D9C}" authorId="{D3F71A66-0C34-DF1A-5236-FECDBC820DCB}" created="2026-10-12T02:21:28.352">
    <pc:sldMkLst xmlns:pc="http://schemas.microsoft.com/office/powerpoint/2013/main/command">
      <pc:docMk/>
      <pc:sldMk cId="1801929421" sldId="265"/>
    </pc:sldMkLst>
    <p188:pos x="0" y="0"/>
    <p188:txBody>
      <a:bodyPr/>
      <a:lstStyle/>
      <a:p>
        <a:r>
          <a:rPr lang="zh-CN" altLang="en-US"/>
          <a:t>@@supp-completion-small-ca2-pose50-rmsd3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GT </a:t>
            </a:r>
            <a:r>
              <a:rPr lang="zh-CN" altLang="en-US" dirty="0"/>
              <a:t>条件的全配体定位与身份匹配实例完成度</a:t>
            </a:r>
            <a:r>
              <a:rPr lang="en-US" altLang="zh-CN" dirty="0"/>
              <a:t>, </a:t>
            </a:r>
            <a:r>
              <a:rPr lang="zh-CN" altLang="en-US" dirty="0"/>
              <a:t>包含 </a:t>
            </a:r>
            <a:r>
              <a:rPr lang="en-US" altLang="zh-CN" dirty="0"/>
              <a:t>179 </a:t>
            </a:r>
            <a:r>
              <a:rPr lang="zh-CN" altLang="en-US" dirty="0"/>
              <a:t>个 </a:t>
            </a:r>
            <a:r>
              <a:rPr lang="en-US" dirty="0"/>
              <a:t>PDB、2,502 </a:t>
            </a:r>
            <a:r>
              <a:rPr lang="zh-CN" altLang="en-US" dirty="0"/>
              <a:t>个实例</a:t>
            </a:r>
            <a:r>
              <a:rPr lang="en-US" altLang="zh-CN" dirty="0"/>
              <a:t>. </a:t>
            </a:r>
            <a:r>
              <a:rPr lang="zh-CN" altLang="en-US" dirty="0"/>
              <a:t>相对尝试预算 </a:t>
            </a:r>
            <a:r>
              <a:rPr lang="el-GR" dirty="0"/>
              <a:t>ρ </a:t>
            </a:r>
            <a:r>
              <a:rPr lang="zh-CN" altLang="en-US" dirty="0"/>
              <a:t>允许每个 </a:t>
            </a:r>
            <a:r>
              <a:rPr lang="en-US" dirty="0"/>
              <a:t>PDB </a:t>
            </a:r>
            <a:r>
              <a:rPr lang="zh-CN" altLang="en-US" dirty="0"/>
              <a:t>计费 </a:t>
            </a:r>
            <a:r>
              <a:rPr lang="en-US" dirty="0"/>
              <a:t>floor(</a:t>
            </a:r>
            <a:r>
              <a:rPr lang="el-GR" dirty="0"/>
              <a:t>ρ</a:t>
            </a:r>
            <a:r>
              <a:rPr lang="en-US" dirty="0"/>
              <a:t>N) </a:t>
            </a:r>
            <a:r>
              <a:rPr lang="zh-CN" altLang="en-US" dirty="0"/>
              <a:t>次</a:t>
            </a:r>
            <a:r>
              <a:rPr lang="en-US" altLang="zh-CN" dirty="0"/>
              <a:t>; </a:t>
            </a:r>
            <a:r>
              <a:rPr lang="en-US" dirty="0"/>
              <a:t>N </a:t>
            </a:r>
            <a:r>
              <a:rPr lang="zh-CN" altLang="en-US" dirty="0"/>
              <a:t>包含该 </a:t>
            </a:r>
            <a:r>
              <a:rPr lang="en-US" dirty="0"/>
              <a:t>PDB </a:t>
            </a:r>
            <a:r>
              <a:rPr lang="zh-CN" altLang="en-US" dirty="0"/>
              <a:t>的全部合格实例</a:t>
            </a:r>
            <a:r>
              <a:rPr lang="en-US" altLang="zh-CN" dirty="0"/>
              <a:t>. </a:t>
            </a:r>
            <a:r>
              <a:rPr lang="zh-CN" altLang="en-US" dirty="0"/>
              <a:t>完成度为成功的不同实例数除以 </a:t>
            </a:r>
            <a:r>
              <a:rPr lang="en-US" dirty="0"/>
              <a:t>N. </a:t>
            </a:r>
            <a:r>
              <a:rPr lang="zh-CN" altLang="en-US" dirty="0"/>
              <a:t>绿线与圆点、蓝线与菱形分别为 </a:t>
            </a:r>
            <a:r>
              <a:rPr lang="en-US" dirty="0"/>
              <a:t>PDB </a:t>
            </a:r>
            <a:r>
              <a:rPr lang="zh-CN" altLang="en-US" dirty="0"/>
              <a:t>等权均值和中位数</a:t>
            </a:r>
            <a:r>
              <a:rPr lang="en-US" altLang="zh-CN" dirty="0"/>
              <a:t>; </a:t>
            </a:r>
            <a:r>
              <a:rPr lang="zh-CN" altLang="en-US" dirty="0"/>
              <a:t>灰点与小提琴展示 </a:t>
            </a:r>
            <a:r>
              <a:rPr lang="en-US" altLang="zh-CN" dirty="0"/>
              <a:t>50%</a:t>
            </a:r>
            <a:r>
              <a:rPr lang="zh-CN" altLang="en-US" dirty="0"/>
              <a:t>、</a:t>
            </a:r>
            <a:r>
              <a:rPr lang="en-US" altLang="zh-CN" dirty="0"/>
              <a:t>100%</a:t>
            </a:r>
            <a:r>
              <a:rPr lang="zh-CN" altLang="en-US" dirty="0"/>
              <a:t>、</a:t>
            </a:r>
            <a:r>
              <a:rPr lang="en-US" altLang="zh-CN" dirty="0"/>
              <a:t>200% </a:t>
            </a:r>
            <a:r>
              <a:rPr lang="zh-CN" altLang="en-US" dirty="0"/>
              <a:t>和 </a:t>
            </a:r>
            <a:r>
              <a:rPr lang="en-US" altLang="zh-CN" dirty="0"/>
              <a:t>300% </a:t>
            </a:r>
            <a:r>
              <a:rPr lang="zh-CN" altLang="en-US" dirty="0"/>
              <a:t>预算下的 </a:t>
            </a:r>
            <a:r>
              <a:rPr lang="en-US" dirty="0"/>
              <a:t>PDB </a:t>
            </a:r>
            <a:r>
              <a:rPr lang="zh-CN" altLang="en-US" dirty="0"/>
              <a:t>分布</a:t>
            </a:r>
            <a:r>
              <a:rPr lang="en-US" altLang="zh-CN" dirty="0"/>
              <a:t>. 
</a:t>
            </a:r>
            <a:r>
              <a:rPr lang="en-US" dirty="0"/>
              <a:t>ENGLISH:
Ligand-instance completion for detection and identity matching under GT, including 179 PDBs and 2,502 instances. Budget </a:t>
            </a:r>
            <a:r>
              <a:rPr lang="el-GR" dirty="0"/>
              <a:t>ρ </a:t>
            </a:r>
            <a:r>
              <a:rPr lang="en-US" dirty="0"/>
              <a:t>allows floor(</a:t>
            </a:r>
            <a:r>
              <a:rPr lang="el-GR" dirty="0"/>
              <a:t>ρ</a:t>
            </a:r>
            <a:r>
              <a:rPr lang="en-US" dirty="0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CA2 </a:t>
            </a:r>
            <a:r>
              <a:rPr lang="zh-CN" altLang="en-US"/>
              <a:t>条件的全配体定位与身份匹配实例完成度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179 </a:t>
            </a:r>
            <a:r>
              <a:rPr lang="zh-CN" altLang="en-US"/>
              <a:t>个 </a:t>
            </a:r>
            <a:r>
              <a:rPr lang="en-US"/>
              <a:t>PDB、2,502 </a:t>
            </a:r>
            <a:r>
              <a:rPr lang="zh-CN" altLang="en-US"/>
              <a:t>个实例</a:t>
            </a:r>
            <a:r>
              <a:rPr lang="en-US" altLang="zh-CN"/>
              <a:t>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Ligand-instance completion for detection and identity matching under CA2, including 179 PDBs and 2,502 instances.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GT </a:t>
            </a:r>
            <a:r>
              <a:rPr lang="zh-CN" altLang="en-US"/>
              <a:t>条件的单残基无缺失原子的有机小分子实例完成度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/>
              <a:t>PDB、446 </a:t>
            </a:r>
            <a:r>
              <a:rPr lang="zh-CN" altLang="en-US"/>
              <a:t>个实例</a:t>
            </a:r>
            <a:r>
              <a:rPr lang="en-US" altLang="zh-CN"/>
              <a:t>, </a:t>
            </a:r>
            <a:r>
              <a:rPr lang="en-US"/>
              <a:t>top-1 </a:t>
            </a:r>
            <a:r>
              <a:rPr lang="zh-CN" altLang="en-US"/>
              <a:t>严格 </a:t>
            </a:r>
            <a:r>
              <a:rPr lang="en-US"/>
              <a:t>RMSD &lt;2 Å.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Instance completion of single-residue organic small molecules with no missing atoms under GT, including 77 PDBs and 446 instances; top-1, strict RMSD &lt;2 Å.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CA2 </a:t>
            </a:r>
            <a:r>
              <a:rPr lang="zh-CN" altLang="en-US"/>
              <a:t>条件的单残基无缺失原子的有机小分子实例完成度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/>
              <a:t>PDB、446 </a:t>
            </a:r>
            <a:r>
              <a:rPr lang="zh-CN" altLang="en-US"/>
              <a:t>个实例</a:t>
            </a:r>
            <a:r>
              <a:rPr lang="en-US" altLang="zh-CN"/>
              <a:t>, </a:t>
            </a:r>
            <a:r>
              <a:rPr lang="en-US"/>
              <a:t>top-1 </a:t>
            </a:r>
            <a:r>
              <a:rPr lang="zh-CN" altLang="en-US"/>
              <a:t>严格 </a:t>
            </a:r>
            <a:r>
              <a:rPr lang="en-US"/>
              <a:t>RMSD &lt;2 Å.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Instance completion of single-residue organic small molecules with no missing atoms under CA2, including 77 PDBs and 446 instances; top-1, strict RMSD &lt;2 Å.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GT </a:t>
            </a:r>
            <a:r>
              <a:rPr lang="zh-CN" altLang="en-US"/>
              <a:t>条件的单残基无缺失原子的有机小分子实例完成度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/>
              <a:t>PDB、446 </a:t>
            </a:r>
            <a:r>
              <a:rPr lang="zh-CN" altLang="en-US"/>
              <a:t>个实例</a:t>
            </a:r>
            <a:r>
              <a:rPr lang="en-US" altLang="zh-CN"/>
              <a:t>, </a:t>
            </a:r>
            <a:r>
              <a:rPr lang="en-US"/>
              <a:t>top-1 </a:t>
            </a:r>
            <a:r>
              <a:rPr lang="zh-CN" altLang="en-US"/>
              <a:t>严格 </a:t>
            </a:r>
            <a:r>
              <a:rPr lang="en-US"/>
              <a:t>RMSD &lt;3 Å.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Instance completion of single-residue organic small molecules with no missing atoms under GT, including 77 PDBs and 446 instances; top-1, strict RMSD &lt;3 Å.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CA2 </a:t>
            </a:r>
            <a:r>
              <a:rPr lang="zh-CN" altLang="en-US"/>
              <a:t>条件的单残基无缺失原子的有机小分子实例完成度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/>
              <a:t>PDB、446 </a:t>
            </a:r>
            <a:r>
              <a:rPr lang="zh-CN" altLang="en-US"/>
              <a:t>个实例</a:t>
            </a:r>
            <a:r>
              <a:rPr lang="en-US" altLang="zh-CN"/>
              <a:t>, </a:t>
            </a:r>
            <a:r>
              <a:rPr lang="en-US"/>
              <a:t>top-1 </a:t>
            </a:r>
            <a:r>
              <a:rPr lang="zh-CN" altLang="en-US"/>
              <a:t>严格 </a:t>
            </a:r>
            <a:r>
              <a:rPr lang="en-US"/>
              <a:t>RMSD &lt;3 Å.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Instance completion of single-residue organic small molecules with no missing atoms under CA2, including 77 PDBs and 446 instances; top-1, strict RMSD &lt;3 Å.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GT </a:t>
            </a:r>
            <a:r>
              <a:rPr lang="zh-CN" altLang="en-US"/>
              <a:t>条件的单残基无缺失原子的有机小分子实例完成度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/>
              <a:t>PDB、446 </a:t>
            </a:r>
            <a:r>
              <a:rPr lang="zh-CN" altLang="en-US"/>
              <a:t>个实例</a:t>
            </a:r>
            <a:r>
              <a:rPr lang="en-US" altLang="zh-CN"/>
              <a:t>, </a:t>
            </a:r>
            <a:r>
              <a:rPr lang="en-US"/>
              <a:t>best-of-50 </a:t>
            </a:r>
            <a:r>
              <a:rPr lang="zh-CN" altLang="en-US"/>
              <a:t>严格 </a:t>
            </a:r>
            <a:r>
              <a:rPr lang="en-US"/>
              <a:t>RMSD &lt;2 Å.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Instance completion of single-residue organic small molecules with no missing atoms under GT, including 77 PDBs and 446 instances; best-of-50, strict RMSD &lt;2 Å.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CA2 </a:t>
            </a:r>
            <a:r>
              <a:rPr lang="zh-CN" altLang="en-US"/>
              <a:t>条件的单残基无缺失原子的有机小分子实例完成度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/>
              <a:t>PDB、446 </a:t>
            </a:r>
            <a:r>
              <a:rPr lang="zh-CN" altLang="en-US"/>
              <a:t>个实例</a:t>
            </a:r>
            <a:r>
              <a:rPr lang="en-US" altLang="zh-CN"/>
              <a:t>, </a:t>
            </a:r>
            <a:r>
              <a:rPr lang="en-US"/>
              <a:t>best-of-50 </a:t>
            </a:r>
            <a:r>
              <a:rPr lang="zh-CN" altLang="en-US"/>
              <a:t>严格 </a:t>
            </a:r>
            <a:r>
              <a:rPr lang="en-US"/>
              <a:t>RMSD &lt;2 Å.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Instance completion of single-residue organic small molecules with no missing atoms under CA2, including 77 PDBs and 446 instances; best-of-50, strict RMSD &lt;2 Å.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GT </a:t>
            </a:r>
            <a:r>
              <a:rPr lang="zh-CN" altLang="en-US"/>
              <a:t>条件的单残基无缺失原子的有机小分子实例完成度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/>
              <a:t>PDB、446 </a:t>
            </a:r>
            <a:r>
              <a:rPr lang="zh-CN" altLang="en-US"/>
              <a:t>个实例</a:t>
            </a:r>
            <a:r>
              <a:rPr lang="en-US" altLang="zh-CN"/>
              <a:t>, </a:t>
            </a:r>
            <a:r>
              <a:rPr lang="en-US"/>
              <a:t>best-of-50 </a:t>
            </a:r>
            <a:r>
              <a:rPr lang="zh-CN" altLang="en-US"/>
              <a:t>严格 </a:t>
            </a:r>
            <a:r>
              <a:rPr lang="en-US"/>
              <a:t>RMSD &lt;3 Å.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Instance completion of single-residue organic small molecules with no missing atoms under GT, including 77 PDBs and 446 instances; best-of-50, strict RMSD &lt;3 Å.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CA2 </a:t>
            </a:r>
            <a:r>
              <a:rPr lang="zh-CN" altLang="en-US"/>
              <a:t>条件的单残基无缺失原子的有机小分子实例完成度</a:t>
            </a:r>
            <a:r>
              <a:rPr lang="en-US" altLang="zh-CN"/>
              <a:t>, </a:t>
            </a:r>
            <a:r>
              <a:rPr lang="zh-CN" altLang="en-US"/>
              <a:t>包含 </a:t>
            </a:r>
            <a:r>
              <a:rPr lang="en-US" altLang="zh-CN"/>
              <a:t>77 </a:t>
            </a:r>
            <a:r>
              <a:rPr lang="zh-CN" altLang="en-US"/>
              <a:t>个 </a:t>
            </a:r>
            <a:r>
              <a:rPr lang="en-US"/>
              <a:t>PDB、446 </a:t>
            </a:r>
            <a:r>
              <a:rPr lang="zh-CN" altLang="en-US"/>
              <a:t>个实例</a:t>
            </a:r>
            <a:r>
              <a:rPr lang="en-US" altLang="zh-CN"/>
              <a:t>, </a:t>
            </a:r>
            <a:r>
              <a:rPr lang="en-US"/>
              <a:t>best-of-50 </a:t>
            </a:r>
            <a:r>
              <a:rPr lang="zh-CN" altLang="en-US"/>
              <a:t>严格 </a:t>
            </a:r>
            <a:r>
              <a:rPr lang="en-US"/>
              <a:t>RMSD &lt;3 Å. </a:t>
            </a:r>
            <a:r>
              <a:rPr lang="zh-CN" altLang="en-US"/>
              <a:t>相对尝试预算 </a:t>
            </a:r>
            <a:r>
              <a:rPr lang="el-GR"/>
              <a:t>ρ </a:t>
            </a:r>
            <a:r>
              <a:rPr lang="zh-CN" altLang="en-US"/>
              <a:t>允许每个 </a:t>
            </a:r>
            <a:r>
              <a:rPr lang="en-US"/>
              <a:t>PDB </a:t>
            </a:r>
            <a:r>
              <a:rPr lang="zh-CN" altLang="en-US"/>
              <a:t>计费 </a:t>
            </a:r>
            <a:r>
              <a:rPr lang="en-US"/>
              <a:t>floor(</a:t>
            </a:r>
            <a:r>
              <a:rPr lang="el-GR"/>
              <a:t>ρ</a:t>
            </a:r>
            <a:r>
              <a:rPr lang="en-US"/>
              <a:t>N) </a:t>
            </a:r>
            <a:r>
              <a:rPr lang="zh-CN" altLang="en-US"/>
              <a:t>次</a:t>
            </a:r>
            <a:r>
              <a:rPr lang="en-US" altLang="zh-CN"/>
              <a:t>; </a:t>
            </a:r>
            <a:r>
              <a:rPr lang="en-US"/>
              <a:t>N </a:t>
            </a:r>
            <a:r>
              <a:rPr lang="zh-CN" altLang="en-US"/>
              <a:t>包含该 </a:t>
            </a:r>
            <a:r>
              <a:rPr lang="en-US"/>
              <a:t>PDB </a:t>
            </a:r>
            <a:r>
              <a:rPr lang="zh-CN" altLang="en-US"/>
              <a:t>的全部合格实例</a:t>
            </a:r>
            <a:r>
              <a:rPr lang="en-US" altLang="zh-CN"/>
              <a:t>. </a:t>
            </a:r>
            <a:r>
              <a:rPr lang="zh-CN" altLang="en-US"/>
              <a:t>完成度为成功的不同实例数除以 </a:t>
            </a:r>
            <a:r>
              <a:rPr lang="en-US"/>
              <a:t>N. </a:t>
            </a:r>
            <a:r>
              <a:rPr lang="zh-CN" altLang="en-US"/>
              <a:t>绿线与圆点、蓝线与菱形分别为 </a:t>
            </a:r>
            <a:r>
              <a:rPr lang="en-US"/>
              <a:t>PDB </a:t>
            </a:r>
            <a:r>
              <a:rPr lang="zh-CN" altLang="en-US"/>
              <a:t>等权均值和中位数</a:t>
            </a:r>
            <a:r>
              <a:rPr lang="en-US" altLang="zh-CN"/>
              <a:t>; </a:t>
            </a:r>
            <a:r>
              <a:rPr lang="zh-CN" altLang="en-US"/>
              <a:t>灰点与小提琴展示 </a:t>
            </a:r>
            <a:r>
              <a:rPr lang="en-US" altLang="zh-CN"/>
              <a:t>50%</a:t>
            </a:r>
            <a:r>
              <a:rPr lang="zh-CN" altLang="en-US"/>
              <a:t>、</a:t>
            </a:r>
            <a:r>
              <a:rPr lang="en-US" altLang="zh-CN"/>
              <a:t>100%</a:t>
            </a:r>
            <a:r>
              <a:rPr lang="zh-CN" altLang="en-US"/>
              <a:t>、</a:t>
            </a:r>
            <a:r>
              <a:rPr lang="en-US" altLang="zh-CN"/>
              <a:t>200% </a:t>
            </a:r>
            <a:r>
              <a:rPr lang="zh-CN" altLang="en-US"/>
              <a:t>和 </a:t>
            </a:r>
            <a:r>
              <a:rPr lang="en-US" altLang="zh-CN"/>
              <a:t>300% </a:t>
            </a:r>
            <a:r>
              <a:rPr lang="zh-CN" altLang="en-US"/>
              <a:t>预算下的 </a:t>
            </a:r>
            <a:r>
              <a:rPr lang="en-US"/>
              <a:t>PDB </a:t>
            </a:r>
            <a:r>
              <a:rPr lang="zh-CN" altLang="en-US"/>
              <a:t>分布</a:t>
            </a:r>
            <a:r>
              <a:rPr lang="en-US" altLang="zh-CN"/>
              <a:t>. 
</a:t>
            </a:r>
            <a:r>
              <a:rPr lang="en-US"/>
              <a:t>ENGLISH:
Instance completion of single-residue organic small molecules with no missing atoms under CA2, including 77 PDBs and 446 instances; best-of-50, strict RMSD &lt;3 Å. Budget </a:t>
            </a:r>
            <a:r>
              <a:rPr lang="el-GR"/>
              <a:t>ρ </a:t>
            </a:r>
            <a:r>
              <a:rPr lang="en-US"/>
              <a:t>allows floor(</a:t>
            </a:r>
            <a:r>
              <a:rPr lang="el-GR"/>
              <a:t>ρ</a:t>
            </a:r>
            <a:r>
              <a:rPr lang="en-US"/>
              <a:t>N) charged attempts, where N includes all eligible instances per PDB. Completion counts distinct successful instances divided by N. Green lines/circles and blue lines/diamonds show the PDB-equal mean and median, respectively. Grey points and violins show PDB distributions at 50%, 100%, 200% and 300% budgets. 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全配体定位与身份匹配的实例完成度</a:t>
            </a:r>
            <a:r>
              <a:rPr lang="en-US" altLang="zh-CN" dirty="0"/>
              <a:t>. </a:t>
            </a:r>
            <a:r>
              <a:rPr lang="en-US" dirty="0"/>
              <a:t>a, </a:t>
            </a:r>
            <a:r>
              <a:rPr lang="zh-CN" altLang="en-US" dirty="0"/>
              <a:t>沉积受体 </a:t>
            </a:r>
            <a:r>
              <a:rPr lang="en-US" altLang="zh-CN" dirty="0"/>
              <a:t>(</a:t>
            </a:r>
            <a:r>
              <a:rPr lang="en-US" dirty="0"/>
              <a:t>GT). b, CryoAtom2 </a:t>
            </a:r>
            <a:r>
              <a:rPr lang="zh-CN" altLang="en-US" dirty="0"/>
              <a:t>重建受体 </a:t>
            </a:r>
            <a:r>
              <a:rPr lang="en-US" altLang="zh-CN" dirty="0"/>
              <a:t>(</a:t>
            </a:r>
            <a:r>
              <a:rPr lang="en-US" dirty="0"/>
              <a:t>CA2). </a:t>
            </a:r>
            <a:r>
              <a:rPr lang="zh-CN" altLang="en-US" dirty="0"/>
              <a:t>两个条件均包含 </a:t>
            </a:r>
            <a:r>
              <a:rPr lang="en-US" altLang="zh-CN" dirty="0"/>
              <a:t>179 </a:t>
            </a:r>
            <a:r>
              <a:rPr lang="zh-CN" altLang="en-US" dirty="0"/>
              <a:t>个 </a:t>
            </a:r>
            <a:r>
              <a:rPr lang="en-US" dirty="0"/>
              <a:t>PDB、2,502 </a:t>
            </a:r>
            <a:r>
              <a:rPr lang="zh-CN" altLang="en-US" dirty="0"/>
              <a:t>个配体实例</a:t>
            </a:r>
            <a:r>
              <a:rPr lang="en-US" altLang="zh-CN" dirty="0"/>
              <a:t>. </a:t>
            </a:r>
            <a:r>
              <a:rPr lang="en-US" dirty="0"/>
              <a:t>Find </a:t>
            </a:r>
            <a:r>
              <a:rPr lang="zh-CN" altLang="en-US" dirty="0"/>
              <a:t>与 </a:t>
            </a:r>
            <a:r>
              <a:rPr lang="en-US" dirty="0"/>
              <a:t>Match </a:t>
            </a:r>
            <a:r>
              <a:rPr lang="zh-CN" altLang="en-US" dirty="0"/>
              <a:t>分别为 </a:t>
            </a:r>
            <a:r>
              <a:rPr lang="en-US" dirty="0" err="1"/>
              <a:t>LigandSeek</a:t>
            </a:r>
            <a:r>
              <a:rPr lang="en-US" dirty="0"/>
              <a:t> </a:t>
            </a:r>
            <a:r>
              <a:rPr lang="zh-CN" altLang="en-US" dirty="0"/>
              <a:t>的区域检出与身份匹配阶段</a:t>
            </a:r>
            <a:r>
              <a:rPr lang="en-US" altLang="zh-CN" dirty="0"/>
              <a:t>. </a:t>
            </a:r>
            <a:r>
              <a:rPr lang="zh-CN" altLang="en-US" dirty="0"/>
              <a:t>相对尝试预算 </a:t>
            </a:r>
            <a:r>
              <a:rPr lang="el-GR" dirty="0"/>
              <a:t>ρ </a:t>
            </a:r>
            <a:r>
              <a:rPr lang="zh-CN" altLang="en-US" dirty="0"/>
              <a:t>允许每个 </a:t>
            </a:r>
            <a:r>
              <a:rPr lang="en-US" dirty="0"/>
              <a:t>PDB </a:t>
            </a:r>
            <a:r>
              <a:rPr lang="zh-CN" altLang="en-US" dirty="0"/>
              <a:t>计费 </a:t>
            </a:r>
            <a:r>
              <a:rPr lang="en-US" dirty="0"/>
              <a:t>floor(</a:t>
            </a:r>
            <a:r>
              <a:rPr lang="el-GR" dirty="0"/>
              <a:t>ρ</a:t>
            </a:r>
            <a:r>
              <a:rPr lang="en-US" dirty="0"/>
              <a:t>N) </a:t>
            </a:r>
            <a:r>
              <a:rPr lang="zh-CN" altLang="en-US" dirty="0"/>
              <a:t>次</a:t>
            </a:r>
            <a:r>
              <a:rPr lang="en-US" altLang="zh-CN" dirty="0"/>
              <a:t>; </a:t>
            </a:r>
            <a:r>
              <a:rPr lang="en-US" dirty="0"/>
              <a:t>N </a:t>
            </a:r>
            <a:r>
              <a:rPr lang="zh-CN" altLang="en-US" dirty="0"/>
              <a:t>包含该 </a:t>
            </a:r>
            <a:r>
              <a:rPr lang="en-US" dirty="0"/>
              <a:t>PDB </a:t>
            </a:r>
            <a:r>
              <a:rPr lang="zh-CN" altLang="en-US" dirty="0"/>
              <a:t>的全部合格实例</a:t>
            </a:r>
            <a:r>
              <a:rPr lang="en-US" altLang="zh-CN" dirty="0"/>
              <a:t>. </a:t>
            </a:r>
            <a:r>
              <a:rPr lang="zh-CN" altLang="en-US" dirty="0"/>
              <a:t>完成度为成功的不同实例数除以 </a:t>
            </a:r>
            <a:r>
              <a:rPr lang="en-US" dirty="0"/>
              <a:t>N. </a:t>
            </a:r>
            <a:r>
              <a:rPr lang="zh-CN" altLang="en-US" dirty="0"/>
              <a:t>绿线与圆点、蓝线与菱形分别为 </a:t>
            </a:r>
            <a:r>
              <a:rPr lang="en-US" dirty="0"/>
              <a:t>PDB </a:t>
            </a:r>
            <a:r>
              <a:rPr lang="zh-CN" altLang="en-US" dirty="0"/>
              <a:t>等权均值和中位数</a:t>
            </a:r>
            <a:r>
              <a:rPr lang="en-US" altLang="zh-CN" dirty="0"/>
              <a:t>; </a:t>
            </a:r>
            <a:r>
              <a:rPr lang="zh-CN" altLang="en-US" dirty="0"/>
              <a:t>灰点与小提琴展示 </a:t>
            </a:r>
            <a:r>
              <a:rPr lang="en-US" altLang="zh-CN" dirty="0"/>
              <a:t>50%</a:t>
            </a:r>
            <a:r>
              <a:rPr lang="zh-CN" altLang="en-US" dirty="0"/>
              <a:t>、</a:t>
            </a:r>
            <a:r>
              <a:rPr lang="en-US" altLang="zh-CN" dirty="0"/>
              <a:t>100%</a:t>
            </a:r>
            <a:r>
              <a:rPr lang="zh-CN" altLang="en-US" dirty="0"/>
              <a:t>、</a:t>
            </a:r>
            <a:r>
              <a:rPr lang="en-US" altLang="zh-CN" dirty="0"/>
              <a:t>200% </a:t>
            </a:r>
            <a:r>
              <a:rPr lang="zh-CN" altLang="en-US" dirty="0"/>
              <a:t>和 </a:t>
            </a:r>
            <a:r>
              <a:rPr lang="en-US" altLang="zh-CN" dirty="0"/>
              <a:t>300% </a:t>
            </a:r>
            <a:r>
              <a:rPr lang="zh-CN" altLang="en-US" dirty="0"/>
              <a:t>预算下的 </a:t>
            </a:r>
            <a:r>
              <a:rPr lang="en-US" dirty="0"/>
              <a:t>PDB </a:t>
            </a:r>
            <a:r>
              <a:rPr lang="zh-CN" altLang="en-US" dirty="0"/>
              <a:t>分布</a:t>
            </a:r>
            <a:r>
              <a:rPr lang="en-US" altLang="zh-CN" dirty="0"/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
</a:t>
            </a:r>
            <a:r>
              <a:rPr lang="en-US" dirty="0"/>
              <a:t>ENGLISH:
</a:t>
            </a:r>
            <a:r>
              <a:rPr lang="zh-CN" altLang="zh-CN" b="1" dirty="0"/>
              <a:t>End-to-end completion of ligand detection and identity matching across all ligand classes. a</a:t>
            </a:r>
            <a:r>
              <a:rPr lang="zh-CN" altLang="zh-CN" dirty="0"/>
              <a:t>, Deposited receptors (GT). </a:t>
            </a:r>
            <a:r>
              <a:rPr lang="zh-CN" altLang="zh-CN" b="1" dirty="0"/>
              <a:t>b</a:t>
            </a:r>
            <a:r>
              <a:rPr lang="zh-CN" altLang="zh-CN" dirty="0"/>
              <a:t>, CryoAtom2-reconstructed receptors (CA2). Both conditions include 179 PDB entries and 2,502 ligand instances. At budget</a:t>
            </a:r>
            <a:r>
              <a:rPr lang="en-US" altLang="zh-CN" dirty="0"/>
              <a:t> $\</a:t>
            </a:r>
            <a:r>
              <a:rPr lang="zh-CN" altLang="zh-CN" dirty="0"/>
              <a:t>rho</a:t>
            </a:r>
            <a:r>
              <a:rPr lang="en-US" altLang="zh-CN" dirty="0"/>
              <a:t>$</a:t>
            </a:r>
            <a:r>
              <a:rPr lang="zh-CN" altLang="zh-CN" dirty="0"/>
              <a:t>, each PDB is allowed </a:t>
            </a:r>
            <a:r>
              <a:rPr lang="en-US" altLang="zh-CN" dirty="0"/>
              <a:t>$</a:t>
            </a:r>
            <a:r>
              <a:rPr lang="zh-CN" altLang="zh-CN" dirty="0"/>
              <a:t>\lfloor \rho N \rfloor</a:t>
            </a:r>
            <a:r>
              <a:rPr lang="en-US" altLang="zh-CN" dirty="0"/>
              <a:t>$</a:t>
            </a:r>
            <a:r>
              <a:rPr lang="zh-CN" altLang="zh-CN" dirty="0"/>
              <a:t> charged attempts, where </a:t>
            </a:r>
            <a:r>
              <a:rPr lang="en-US" altLang="zh-CN" dirty="0"/>
              <a:t>$</a:t>
            </a:r>
            <a:r>
              <a:rPr lang="zh-CN" altLang="zh-CN" dirty="0"/>
              <a:t>N</a:t>
            </a:r>
            <a:r>
              <a:rPr lang="en-US" altLang="zh-CN" dirty="0"/>
              <a:t>$</a:t>
            </a:r>
            <a:r>
              <a:rPr lang="zh-CN" altLang="zh-CN" dirty="0"/>
              <a:t> is the number of eligible ligand instances in that PDB. The ligand-instance completion ratio is the fraction of these </a:t>
            </a:r>
            <a:r>
              <a:rPr lang="en-US" altLang="zh-CN" dirty="0"/>
              <a:t>$</a:t>
            </a:r>
            <a:r>
              <a:rPr lang="zh-CN" altLang="zh-CN" dirty="0"/>
              <a:t>N</a:t>
            </a:r>
            <a:r>
              <a:rPr lang="en-US" altLang="zh-CN" dirty="0"/>
              <a:t>$</a:t>
            </a:r>
            <a:r>
              <a:rPr lang="zh-CN" altLang="zh-CN" dirty="0"/>
              <a:t> instances that are successfully detected and correctly matched. Green lines/circles and blue lines/diamonds show the PDB-equal mean and median, respectively. Grey points and violins show PDB distributions at 50%, 100%, 200% and 300% budgets.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单残基无缺失原子的有机小分子端到端实例完成度</a:t>
            </a:r>
            <a:r>
              <a:rPr lang="en-US" altLang="zh-CN" dirty="0"/>
              <a:t>. </a:t>
            </a:r>
            <a:r>
              <a:rPr lang="zh-CN" altLang="en-US" dirty="0"/>
              <a:t>左列为沉积受体 </a:t>
            </a:r>
            <a:r>
              <a:rPr lang="en-US" altLang="zh-CN" dirty="0"/>
              <a:t>(</a:t>
            </a:r>
            <a:r>
              <a:rPr lang="en-US" dirty="0"/>
              <a:t>GT), </a:t>
            </a:r>
            <a:r>
              <a:rPr lang="zh-CN" altLang="en-US" dirty="0"/>
              <a:t>右列为 </a:t>
            </a:r>
            <a:r>
              <a:rPr lang="en-US" dirty="0"/>
              <a:t>CryoAtom2 </a:t>
            </a:r>
            <a:r>
              <a:rPr lang="zh-CN" altLang="en-US" dirty="0"/>
              <a:t>重建受体 </a:t>
            </a:r>
            <a:r>
              <a:rPr lang="en-US" altLang="zh-CN" dirty="0"/>
              <a:t>(</a:t>
            </a:r>
            <a:r>
              <a:rPr lang="en-US" dirty="0"/>
              <a:t>CA2). </a:t>
            </a:r>
            <a:r>
              <a:rPr lang="en-US" dirty="0" err="1"/>
              <a:t>a,b</a:t>
            </a:r>
            <a:r>
              <a:rPr lang="en-US" dirty="0"/>
              <a:t>, self-ranking </a:t>
            </a:r>
            <a:r>
              <a:rPr lang="zh-CN" altLang="en-US" dirty="0"/>
              <a:t>首选构象的重原子均方根偏差 </a:t>
            </a:r>
            <a:r>
              <a:rPr lang="en-US" altLang="zh-CN" dirty="0"/>
              <a:t>(</a:t>
            </a:r>
            <a:r>
              <a:rPr lang="en-US" dirty="0"/>
              <a:t>RMSD) </a:t>
            </a:r>
            <a:r>
              <a:rPr lang="zh-CN" altLang="en-US" dirty="0"/>
              <a:t>严格 </a:t>
            </a:r>
            <a:r>
              <a:rPr lang="en-US" altLang="zh-CN" dirty="0"/>
              <a:t>&lt;2 </a:t>
            </a:r>
            <a:r>
              <a:rPr lang="en-US" dirty="0"/>
              <a:t>Å; </a:t>
            </a:r>
            <a:r>
              <a:rPr lang="en-US" dirty="0" err="1"/>
              <a:t>c,d</a:t>
            </a:r>
            <a:r>
              <a:rPr lang="en-US" dirty="0"/>
              <a:t>, &lt;3 Å; e–h, best-of-50 </a:t>
            </a:r>
            <a:r>
              <a:rPr lang="zh-CN" altLang="en-US" dirty="0"/>
              <a:t>在对应阈值下的结果</a:t>
            </a:r>
            <a:r>
              <a:rPr lang="en-US" altLang="zh-CN" dirty="0"/>
              <a:t>. </a:t>
            </a:r>
            <a:r>
              <a:rPr lang="en-US" dirty="0" err="1"/>
              <a:t>LigandSeek</a:t>
            </a:r>
            <a:r>
              <a:rPr lang="en-US" dirty="0"/>
              <a:t> Find–Match–Build </a:t>
            </a:r>
            <a:r>
              <a:rPr lang="zh-CN" altLang="en-US" dirty="0"/>
              <a:t>结果含 </a:t>
            </a:r>
            <a:r>
              <a:rPr lang="en-US" altLang="zh-CN" dirty="0"/>
              <a:t>77 </a:t>
            </a:r>
            <a:r>
              <a:rPr lang="zh-CN" altLang="en-US" dirty="0"/>
              <a:t>个 </a:t>
            </a:r>
            <a:r>
              <a:rPr lang="en-US" dirty="0"/>
              <a:t>PDB、446 </a:t>
            </a:r>
            <a:r>
              <a:rPr lang="zh-CN" altLang="en-US" dirty="0"/>
              <a:t>个实例</a:t>
            </a:r>
            <a:r>
              <a:rPr lang="en-US" altLang="zh-CN" dirty="0"/>
              <a:t>, </a:t>
            </a:r>
            <a:r>
              <a:rPr lang="en-US" dirty="0"/>
              <a:t>Build </a:t>
            </a:r>
            <a:r>
              <a:rPr lang="zh-CN" altLang="en-US" dirty="0"/>
              <a:t>采用 </a:t>
            </a:r>
            <a:r>
              <a:rPr lang="en-US" dirty="0" err="1"/>
              <a:t>PocketXMol</a:t>
            </a:r>
            <a:r>
              <a:rPr lang="en-US" dirty="0"/>
              <a:t>-tuned </a:t>
            </a:r>
            <a:r>
              <a:rPr lang="zh-CN" altLang="en-US" dirty="0"/>
              <a:t>单次对接</a:t>
            </a:r>
            <a:r>
              <a:rPr lang="en-US" altLang="zh-CN" dirty="0"/>
              <a:t>. </a:t>
            </a:r>
            <a:r>
              <a:rPr lang="zh-CN" altLang="en-US" dirty="0"/>
              <a:t>每个 </a:t>
            </a:r>
            <a:r>
              <a:rPr lang="en-US" dirty="0"/>
              <a:t>PDB </a:t>
            </a:r>
            <a:r>
              <a:rPr lang="zh-CN" altLang="en-US" dirty="0"/>
              <a:t>含 </a:t>
            </a:r>
            <a:r>
              <a:rPr lang="en-US" dirty="0"/>
              <a:t>N </a:t>
            </a:r>
            <a:r>
              <a:rPr lang="zh-CN" altLang="en-US" dirty="0"/>
              <a:t>个合格实例</a:t>
            </a:r>
            <a:r>
              <a:rPr lang="en-US" altLang="zh-CN" dirty="0"/>
              <a:t>, </a:t>
            </a:r>
            <a:r>
              <a:rPr lang="zh-CN" altLang="en-US" dirty="0"/>
              <a:t>预算 </a:t>
            </a:r>
            <a:r>
              <a:rPr lang="el-GR" dirty="0"/>
              <a:t>ρ </a:t>
            </a:r>
            <a:r>
              <a:rPr lang="zh-CN" altLang="en-US" dirty="0"/>
              <a:t>允许 </a:t>
            </a:r>
            <a:r>
              <a:rPr lang="en-US" dirty="0"/>
              <a:t>floor(</a:t>
            </a:r>
            <a:r>
              <a:rPr lang="el-GR" dirty="0"/>
              <a:t>ρ</a:t>
            </a:r>
            <a:r>
              <a:rPr lang="en-US" dirty="0"/>
              <a:t>N) </a:t>
            </a:r>
            <a:r>
              <a:rPr lang="zh-CN" altLang="en-US" dirty="0"/>
              <a:t>次计费尝试</a:t>
            </a:r>
            <a:r>
              <a:rPr lang="en-US" altLang="zh-CN" dirty="0"/>
              <a:t>, </a:t>
            </a:r>
            <a:r>
              <a:rPr lang="zh-CN" altLang="en-US" dirty="0"/>
              <a:t>完成度为成功的不同实例数</a:t>
            </a:r>
            <a:r>
              <a:rPr lang="en-US" altLang="zh-CN" dirty="0"/>
              <a:t>/</a:t>
            </a:r>
            <a:r>
              <a:rPr lang="en-US" dirty="0"/>
              <a:t>N. </a:t>
            </a:r>
            <a:r>
              <a:rPr lang="zh-CN" altLang="en-US" dirty="0"/>
              <a:t>绿线与圆点、蓝线与菱形分别为 </a:t>
            </a:r>
            <a:r>
              <a:rPr lang="en-US" dirty="0"/>
              <a:t>PDB </a:t>
            </a:r>
            <a:r>
              <a:rPr lang="zh-CN" altLang="en-US" dirty="0"/>
              <a:t>等权均值和中位数</a:t>
            </a:r>
            <a:r>
              <a:rPr lang="en-US" altLang="zh-CN" dirty="0"/>
              <a:t>; </a:t>
            </a:r>
            <a:r>
              <a:rPr lang="zh-CN" altLang="en-US" dirty="0"/>
              <a:t>灰点与小提琴为 </a:t>
            </a:r>
            <a:r>
              <a:rPr lang="en-US" altLang="zh-CN" dirty="0"/>
              <a:t>50%</a:t>
            </a:r>
            <a:r>
              <a:rPr lang="zh-CN" altLang="en-US" dirty="0"/>
              <a:t>、</a:t>
            </a:r>
            <a:r>
              <a:rPr lang="en-US" altLang="zh-CN" dirty="0"/>
              <a:t>100%</a:t>
            </a:r>
            <a:r>
              <a:rPr lang="zh-CN" altLang="en-US" dirty="0"/>
              <a:t>、</a:t>
            </a:r>
            <a:r>
              <a:rPr lang="en-US" altLang="zh-CN" dirty="0"/>
              <a:t>200%</a:t>
            </a:r>
            <a:r>
              <a:rPr lang="zh-CN" altLang="en-US" dirty="0"/>
              <a:t>、</a:t>
            </a:r>
            <a:r>
              <a:rPr lang="en-US" altLang="zh-CN" dirty="0"/>
              <a:t>300% </a:t>
            </a:r>
            <a:r>
              <a:rPr lang="zh-CN" altLang="en-US" dirty="0"/>
              <a:t>预算下的分布</a:t>
            </a:r>
            <a:r>
              <a:rPr lang="en-US" altLang="zh-CN" dirty="0"/>
              <a:t>. </a:t>
            </a:r>
            <a:r>
              <a:rPr lang="zh-CN" altLang="en-US" dirty="0"/>
              <a:t>沿用冻结顺序与 </a:t>
            </a:r>
            <a:r>
              <a:rPr lang="en-US" dirty="0"/>
              <a:t>Match </a:t>
            </a:r>
            <a:r>
              <a:rPr lang="zh-CN" altLang="en-US" dirty="0"/>
              <a:t>感知免费跳过</a:t>
            </a:r>
            <a:r>
              <a:rPr lang="en-US" altLang="zh-CN" dirty="0"/>
              <a:t>. </a:t>
            </a:r>
            <a:r>
              <a:rPr lang="en-US" dirty="0"/>
              <a:t>Best-of-50 </a:t>
            </a:r>
            <a:r>
              <a:rPr lang="zh-CN" altLang="en-US" dirty="0"/>
              <a:t>仅按最低 </a:t>
            </a:r>
            <a:r>
              <a:rPr lang="en-US" dirty="0"/>
              <a:t>RMSD </a:t>
            </a:r>
            <a:r>
              <a:rPr lang="zh-CN" altLang="en-US" dirty="0"/>
              <a:t>评价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
</a:t>
            </a:r>
            <a:r>
              <a:rPr lang="en-US" dirty="0"/>
              <a:t>ENGLISH:
</a:t>
            </a:r>
            <a:r>
              <a:rPr lang="zh-CN" altLang="zh-CN" b="1" dirty="0"/>
              <a:t>End-to-end completion of single-residue organic small molecules with no missing atoms.</a:t>
            </a:r>
            <a:r>
              <a:rPr lang="zh-CN" altLang="zh-CN" dirty="0"/>
              <a:t> GT, deposited receptors (left); CA2, CryoAtom2-reconstructed receptors (right). </a:t>
            </a:r>
            <a:r>
              <a:rPr lang="zh-CN" altLang="zh-CN" b="1" dirty="0"/>
              <a:t>a,b,</a:t>
            </a:r>
            <a:r>
              <a:rPr lang="zh-CN" altLang="zh-CN" dirty="0"/>
              <a:t> top-1 RMSD &lt; 2 Å; </a:t>
            </a:r>
            <a:r>
              <a:rPr lang="zh-CN" altLang="zh-CN" b="1" dirty="0"/>
              <a:t>c,d,</a:t>
            </a:r>
            <a:r>
              <a:rPr lang="zh-CN" altLang="zh-CN" dirty="0"/>
              <a:t> top-1 RMSD &lt; 3 Å; </a:t>
            </a:r>
            <a:r>
              <a:rPr lang="zh-CN" altLang="zh-CN" b="1" dirty="0"/>
              <a:t>e,f,</a:t>
            </a:r>
            <a:r>
              <a:rPr lang="zh-CN" altLang="zh-CN" dirty="0"/>
              <a:t> best-of-50 RMSD &lt; 2 Å; </a:t>
            </a:r>
            <a:r>
              <a:rPr lang="zh-CN" altLang="zh-CN" b="1" dirty="0"/>
              <a:t>g,h,</a:t>
            </a:r>
            <a:r>
              <a:rPr lang="zh-CN" altLang="zh-CN" dirty="0"/>
              <a:t> best-of-50 RMSD &lt; 3 Å. LigandSeek Find–Match–Build </a:t>
            </a:r>
            <a:r>
              <a:rPr lang="en-US" altLang="zh-CN" dirty="0"/>
              <a:t>pipeline </a:t>
            </a:r>
            <a:r>
              <a:rPr lang="zh-CN" altLang="zh-CN" dirty="0"/>
              <a:t>was evaluated on 77 PDB entries comprising 446 ligand instances, using PocketXMol-tuned for pose reconstruction. For </a:t>
            </a:r>
            <a:r>
              <a:rPr lang="en-US" altLang="zh-CN" dirty="0"/>
              <a:t>$</a:t>
            </a:r>
            <a:r>
              <a:rPr lang="zh-CN" altLang="zh-CN" dirty="0"/>
              <a:t>N</a:t>
            </a:r>
            <a:r>
              <a:rPr lang="en-US" altLang="zh-CN" dirty="0"/>
              <a:t>$</a:t>
            </a:r>
            <a:r>
              <a:rPr lang="zh-CN" altLang="zh-CN" dirty="0"/>
              <a:t> eligible instances in each PDB entry, budget </a:t>
            </a:r>
            <a:r>
              <a:rPr lang="en-US" altLang="zh-CN" dirty="0"/>
              <a:t>$</a:t>
            </a:r>
            <a:r>
              <a:rPr lang="zh-CN" altLang="zh-CN" dirty="0"/>
              <a:t>\rho</a:t>
            </a:r>
            <a:r>
              <a:rPr lang="en-US" altLang="zh-CN" dirty="0"/>
              <a:t>$</a:t>
            </a:r>
            <a:r>
              <a:rPr lang="zh-CN" altLang="zh-CN" dirty="0"/>
              <a:t> allows </a:t>
            </a:r>
            <a:r>
              <a:rPr lang="en-US" altLang="zh-CN" dirty="0"/>
              <a:t>$</a:t>
            </a:r>
            <a:r>
              <a:rPr lang="zh-CN" altLang="zh-CN" dirty="0"/>
              <a:t>\lfloor \rho N \rfloor</a:t>
            </a:r>
            <a:r>
              <a:rPr lang="en-US" altLang="zh-CN" dirty="0"/>
              <a:t>$</a:t>
            </a:r>
            <a:r>
              <a:rPr lang="zh-CN" altLang="zh-CN" dirty="0"/>
              <a:t> charged attempts. The completion ratio is the number of successful instances divided by </a:t>
            </a:r>
            <a:r>
              <a:rPr lang="en-US" altLang="zh-CN" dirty="0"/>
              <a:t>$</a:t>
            </a:r>
            <a:r>
              <a:rPr lang="zh-CN" altLang="zh-CN" dirty="0"/>
              <a:t>N</a:t>
            </a:r>
            <a:r>
              <a:rPr lang="en-US" altLang="zh-CN" dirty="0"/>
              <a:t>$</a:t>
            </a:r>
            <a:r>
              <a:rPr lang="zh-CN" altLang="zh-CN" dirty="0"/>
              <a:t>. Green lines/circles and blue lines/diamonds show the PDB-equal mean and median, respectively; grey points and violins show the distributions at 50%, 100%, 200% and 300% budgets.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059E7B6-12C3-4770-86F2-5D151A99F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2856000"/>
            <a:ext cx="5184000" cy="109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551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6225691-0703-41D2-A50B-BD1ED0776E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72000" y="4158000"/>
            <a:ext cx="4536000" cy="84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A4A8AFA8-DDAA-4DBE-8690-82439F5B9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000" y="3150000"/>
            <a:ext cx="5184000" cy="1260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232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4DD02402-AE4C-4C03-A51E-B59F55F7A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00" y="588000"/>
            <a:ext cx="5751000" cy="9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3E6E53E9-F541-46CA-AB55-297918627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500" y="2100000"/>
            <a:ext cx="5751000" cy="470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1pPr>
            <a:lvl2pPr marL="28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2pPr>
            <a:lvl3pPr marL="44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3pPr>
            <a:lvl4pPr marL="60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4pPr>
            <a:lvl5pPr marL="769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5pPr>
            <a:lvl6pPr marL="93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6pPr>
            <a:lvl7pPr marL="109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7pPr>
            <a:lvl8pPr marL="125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8pPr>
            <a:lvl9pPr marL="141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3483F75B-B386-4FBA-9B8E-896AA5B12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00" y="588000"/>
            <a:ext cx="5751000" cy="9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34196891-6C9D-4D1B-834C-63D0CA171A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500" y="2100000"/>
            <a:ext cx="2673000" cy="470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1pPr>
            <a:lvl2pPr marL="28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2pPr>
            <a:lvl3pPr marL="44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3pPr>
            <a:lvl4pPr marL="60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4pPr>
            <a:lvl5pPr marL="769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5pPr>
            <a:lvl6pPr marL="93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6pPr>
            <a:lvl7pPr marL="109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7pPr>
            <a:lvl8pPr marL="125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8pPr>
            <a:lvl9pPr marL="141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BF31F673-2C99-4FB5-9673-770620FABE0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3442500" y="2100000"/>
            <a:ext cx="2673000" cy="470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1pPr>
            <a:lvl2pPr marL="28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2pPr>
            <a:lvl3pPr marL="44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3pPr>
            <a:lvl4pPr marL="60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4pPr>
            <a:lvl5pPr marL="769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5pPr>
            <a:lvl6pPr marL="93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6pPr>
            <a:lvl7pPr marL="109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7pPr>
            <a:lvl8pPr marL="125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8pPr>
            <a:lvl9pPr marL="141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E55740A-4183-49AD-9FEE-750FB05A9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500" y="588000"/>
            <a:ext cx="5751000" cy="92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75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2E8219B-5DBC-435E-9197-BB8CBB0F7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4500" y="2100000"/>
            <a:ext cx="2673000" cy="4704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119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2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1pPr>
            <a:lvl2pPr marL="28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2pPr>
            <a:lvl3pPr marL="44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3pPr>
            <a:lvl4pPr marL="60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4pPr>
            <a:lvl5pPr marL="769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5pPr>
            <a:lvl6pPr marL="931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6pPr>
            <a:lvl7pPr marL="1093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7pPr>
            <a:lvl8pPr marL="1255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8pPr>
            <a:lvl9pPr marL="1417500" indent="-121500">
              <a:lnSpc>
                <a:spcPct val="110000"/>
              </a:lnSpc>
              <a:spcBef>
                <a:spcPts val="0"/>
              </a:spcBef>
              <a:spcAft>
                <a:spcPts val="638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0_6B41E0BB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1_43708BD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2_4103D6D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F27301A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4FC4F40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5_21693DC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6_2D2B2D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4018ACC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8_4C6ECE1C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9_6B6742CD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A_271812FF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B_377BE1F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01_full_GT_0">
            <a:extLst>
              <a:ext uri="{FF2B5EF4-FFF2-40B4-BE49-F238E27FC236}">
                <a16:creationId xmlns:a16="http://schemas.microsoft.com/office/drawing/2014/main" id="{80D1AE9E-BC24-4834-AEB3-9307CED28FAE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1_full_GT_1">
            <a:extLst>
              <a:ext uri="{FF2B5EF4-FFF2-40B4-BE49-F238E27FC236}">
                <a16:creationId xmlns:a16="http://schemas.microsoft.com/office/drawing/2014/main" id="{5839C01F-1607-4A90-B445-ECF12A8E4858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1_full_GT_2">
            <a:extLst>
              <a:ext uri="{FF2B5EF4-FFF2-40B4-BE49-F238E27FC236}">
                <a16:creationId xmlns:a16="http://schemas.microsoft.com/office/drawing/2014/main" id="{E2E6596B-8A92-4952-B67F-E400B4E0B0E8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418" y="1851207"/>
                </a:lnTo>
                <a:lnTo>
                  <a:pt x="9504" y="1835651"/>
                </a:lnTo>
                <a:lnTo>
                  <a:pt x="20768" y="1820095"/>
                </a:lnTo>
                <a:lnTo>
                  <a:pt x="35454" y="1804538"/>
                </a:lnTo>
                <a:lnTo>
                  <a:pt x="52622" y="1788982"/>
                </a:lnTo>
                <a:lnTo>
                  <a:pt x="71241" y="1773425"/>
                </a:lnTo>
                <a:lnTo>
                  <a:pt x="90288" y="1757869"/>
                </a:lnTo>
                <a:lnTo>
                  <a:pt x="108832" y="1742313"/>
                </a:lnTo>
                <a:lnTo>
                  <a:pt x="126104" y="1726756"/>
                </a:lnTo>
                <a:lnTo>
                  <a:pt x="141532" y="1711200"/>
                </a:lnTo>
                <a:lnTo>
                  <a:pt x="154761" y="1695644"/>
                </a:lnTo>
                <a:lnTo>
                  <a:pt x="165635" y="1680087"/>
                </a:lnTo>
                <a:lnTo>
                  <a:pt x="174175" y="1664531"/>
                </a:lnTo>
                <a:lnTo>
                  <a:pt x="180536" y="1648975"/>
                </a:lnTo>
                <a:lnTo>
                  <a:pt x="184963" y="1633418"/>
                </a:lnTo>
                <a:lnTo>
                  <a:pt x="187749" y="1617862"/>
                </a:lnTo>
                <a:lnTo>
                  <a:pt x="189199" y="1602305"/>
                </a:lnTo>
                <a:lnTo>
                  <a:pt x="189600" y="1586749"/>
                </a:lnTo>
                <a:lnTo>
                  <a:pt x="189202" y="1571193"/>
                </a:lnTo>
                <a:lnTo>
                  <a:pt x="188211" y="1555636"/>
                </a:lnTo>
                <a:lnTo>
                  <a:pt x="186782" y="1540080"/>
                </a:lnTo>
                <a:lnTo>
                  <a:pt x="185024" y="1524524"/>
                </a:lnTo>
                <a:lnTo>
                  <a:pt x="183006" y="1508967"/>
                </a:lnTo>
                <a:lnTo>
                  <a:pt x="180768" y="1493411"/>
                </a:lnTo>
                <a:lnTo>
                  <a:pt x="178328" y="1477855"/>
                </a:lnTo>
                <a:lnTo>
                  <a:pt x="175690" y="1462298"/>
                </a:lnTo>
                <a:lnTo>
                  <a:pt x="172857" y="1446742"/>
                </a:lnTo>
                <a:lnTo>
                  <a:pt x="169831" y="1431185"/>
                </a:lnTo>
                <a:lnTo>
                  <a:pt x="166623" y="1415629"/>
                </a:lnTo>
                <a:lnTo>
                  <a:pt x="163259" y="1400073"/>
                </a:lnTo>
                <a:lnTo>
                  <a:pt x="159778" y="1384516"/>
                </a:lnTo>
                <a:lnTo>
                  <a:pt x="156236" y="1368960"/>
                </a:lnTo>
                <a:lnTo>
                  <a:pt x="152710" y="1353404"/>
                </a:lnTo>
                <a:lnTo>
                  <a:pt x="149291" y="1337847"/>
                </a:lnTo>
                <a:lnTo>
                  <a:pt x="146081" y="1322291"/>
                </a:lnTo>
                <a:lnTo>
                  <a:pt x="143185" y="1306735"/>
                </a:lnTo>
                <a:lnTo>
                  <a:pt x="140703" y="1291178"/>
                </a:lnTo>
                <a:lnTo>
                  <a:pt x="138713" y="1275622"/>
                </a:lnTo>
                <a:lnTo>
                  <a:pt x="137263" y="1260065"/>
                </a:lnTo>
                <a:lnTo>
                  <a:pt x="136353" y="1244509"/>
                </a:lnTo>
                <a:lnTo>
                  <a:pt x="135930" y="1228953"/>
                </a:lnTo>
                <a:lnTo>
                  <a:pt x="135878" y="1213396"/>
                </a:lnTo>
                <a:lnTo>
                  <a:pt x="136022" y="1197840"/>
                </a:lnTo>
                <a:lnTo>
                  <a:pt x="136132" y="1182284"/>
                </a:lnTo>
                <a:lnTo>
                  <a:pt x="135939" y="1166727"/>
                </a:lnTo>
                <a:lnTo>
                  <a:pt x="135154" y="1151171"/>
                </a:lnTo>
                <a:lnTo>
                  <a:pt x="133491" y="1135615"/>
                </a:lnTo>
                <a:lnTo>
                  <a:pt x="130705" y="1120058"/>
                </a:lnTo>
                <a:lnTo>
                  <a:pt x="126618" y="1104502"/>
                </a:lnTo>
                <a:lnTo>
                  <a:pt x="121151" y="1088945"/>
                </a:lnTo>
                <a:lnTo>
                  <a:pt x="114353" y="1073389"/>
                </a:lnTo>
                <a:lnTo>
                  <a:pt x="106417" y="1057833"/>
                </a:lnTo>
                <a:lnTo>
                  <a:pt x="97684" y="1042276"/>
                </a:lnTo>
                <a:lnTo>
                  <a:pt x="88633" y="1026720"/>
                </a:lnTo>
                <a:lnTo>
                  <a:pt x="79852" y="1011164"/>
                </a:lnTo>
                <a:lnTo>
                  <a:pt x="71994" y="995607"/>
                </a:lnTo>
                <a:lnTo>
                  <a:pt x="65718" y="980051"/>
                </a:lnTo>
                <a:lnTo>
                  <a:pt x="61624" y="964495"/>
                </a:lnTo>
                <a:lnTo>
                  <a:pt x="60194" y="948938"/>
                </a:lnTo>
                <a:lnTo>
                  <a:pt x="61732" y="933382"/>
                </a:lnTo>
                <a:lnTo>
                  <a:pt x="66335" y="917825"/>
                </a:lnTo>
                <a:lnTo>
                  <a:pt x="73881" y="902269"/>
                </a:lnTo>
                <a:lnTo>
                  <a:pt x="84038" y="886713"/>
                </a:lnTo>
                <a:lnTo>
                  <a:pt x="96302" y="871156"/>
                </a:lnTo>
                <a:lnTo>
                  <a:pt x="110055" y="855600"/>
                </a:lnTo>
                <a:lnTo>
                  <a:pt x="124620" y="840044"/>
                </a:lnTo>
                <a:lnTo>
                  <a:pt x="139334" y="824487"/>
                </a:lnTo>
                <a:lnTo>
                  <a:pt x="153596" y="808931"/>
                </a:lnTo>
                <a:lnTo>
                  <a:pt x="166916" y="793375"/>
                </a:lnTo>
                <a:lnTo>
                  <a:pt x="178935" y="777818"/>
                </a:lnTo>
                <a:lnTo>
                  <a:pt x="189435" y="762262"/>
                </a:lnTo>
                <a:lnTo>
                  <a:pt x="198331" y="746705"/>
                </a:lnTo>
                <a:lnTo>
                  <a:pt x="205649" y="731149"/>
                </a:lnTo>
                <a:lnTo>
                  <a:pt x="211498" y="715593"/>
                </a:lnTo>
                <a:lnTo>
                  <a:pt x="216044" y="700036"/>
                </a:lnTo>
                <a:lnTo>
                  <a:pt x="219484" y="684480"/>
                </a:lnTo>
                <a:lnTo>
                  <a:pt x="222017" y="668924"/>
                </a:lnTo>
                <a:lnTo>
                  <a:pt x="223834" y="653367"/>
                </a:lnTo>
                <a:lnTo>
                  <a:pt x="225105" y="637811"/>
                </a:lnTo>
                <a:lnTo>
                  <a:pt x="225970" y="622255"/>
                </a:lnTo>
                <a:lnTo>
                  <a:pt x="226545" y="606698"/>
                </a:lnTo>
                <a:lnTo>
                  <a:pt x="226917" y="591142"/>
                </a:lnTo>
                <a:lnTo>
                  <a:pt x="227153" y="575585"/>
                </a:lnTo>
                <a:lnTo>
                  <a:pt x="227298" y="560029"/>
                </a:lnTo>
                <a:lnTo>
                  <a:pt x="227385" y="544473"/>
                </a:lnTo>
                <a:lnTo>
                  <a:pt x="227436" y="528916"/>
                </a:lnTo>
                <a:lnTo>
                  <a:pt x="227465" y="513360"/>
                </a:lnTo>
                <a:lnTo>
                  <a:pt x="227481" y="497804"/>
                </a:lnTo>
                <a:lnTo>
                  <a:pt x="227490" y="482247"/>
                </a:lnTo>
                <a:lnTo>
                  <a:pt x="227495" y="466691"/>
                </a:lnTo>
                <a:lnTo>
                  <a:pt x="227498" y="451135"/>
                </a:lnTo>
                <a:lnTo>
                  <a:pt x="227499" y="435578"/>
                </a:lnTo>
                <a:lnTo>
                  <a:pt x="227499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1" y="420022"/>
                </a:lnTo>
                <a:lnTo>
                  <a:pt x="227501" y="435578"/>
                </a:lnTo>
                <a:lnTo>
                  <a:pt x="227502" y="451135"/>
                </a:lnTo>
                <a:lnTo>
                  <a:pt x="227505" y="466691"/>
                </a:lnTo>
                <a:lnTo>
                  <a:pt x="227510" y="482247"/>
                </a:lnTo>
                <a:lnTo>
                  <a:pt x="227519" y="497804"/>
                </a:lnTo>
                <a:lnTo>
                  <a:pt x="227535" y="513360"/>
                </a:lnTo>
                <a:lnTo>
                  <a:pt x="227564" y="528916"/>
                </a:lnTo>
                <a:lnTo>
                  <a:pt x="227615" y="544473"/>
                </a:lnTo>
                <a:lnTo>
                  <a:pt x="227702" y="560029"/>
                </a:lnTo>
                <a:lnTo>
                  <a:pt x="227847" y="575585"/>
                </a:lnTo>
                <a:lnTo>
                  <a:pt x="228083" y="591142"/>
                </a:lnTo>
                <a:lnTo>
                  <a:pt x="228455" y="606698"/>
                </a:lnTo>
                <a:lnTo>
                  <a:pt x="229030" y="622255"/>
                </a:lnTo>
                <a:lnTo>
                  <a:pt x="229895" y="637811"/>
                </a:lnTo>
                <a:lnTo>
                  <a:pt x="231166" y="653367"/>
                </a:lnTo>
                <a:lnTo>
                  <a:pt x="232983" y="668924"/>
                </a:lnTo>
                <a:lnTo>
                  <a:pt x="235516" y="684480"/>
                </a:lnTo>
                <a:lnTo>
                  <a:pt x="238956" y="700036"/>
                </a:lnTo>
                <a:lnTo>
                  <a:pt x="243502" y="715593"/>
                </a:lnTo>
                <a:lnTo>
                  <a:pt x="249351" y="731149"/>
                </a:lnTo>
                <a:lnTo>
                  <a:pt x="256669" y="746705"/>
                </a:lnTo>
                <a:lnTo>
                  <a:pt x="265565" y="762262"/>
                </a:lnTo>
                <a:lnTo>
                  <a:pt x="276065" y="777818"/>
                </a:lnTo>
                <a:lnTo>
                  <a:pt x="288084" y="793375"/>
                </a:lnTo>
                <a:lnTo>
                  <a:pt x="301404" y="808931"/>
                </a:lnTo>
                <a:lnTo>
                  <a:pt x="315666" y="824487"/>
                </a:lnTo>
                <a:lnTo>
                  <a:pt x="330380" y="840044"/>
                </a:lnTo>
                <a:lnTo>
                  <a:pt x="344945" y="855600"/>
                </a:lnTo>
                <a:lnTo>
                  <a:pt x="358698" y="871156"/>
                </a:lnTo>
                <a:lnTo>
                  <a:pt x="370962" y="886713"/>
                </a:lnTo>
                <a:lnTo>
                  <a:pt x="381119" y="902269"/>
                </a:lnTo>
                <a:lnTo>
                  <a:pt x="388665" y="917825"/>
                </a:lnTo>
                <a:lnTo>
                  <a:pt x="393268" y="933382"/>
                </a:lnTo>
                <a:lnTo>
                  <a:pt x="394806" y="948938"/>
                </a:lnTo>
                <a:lnTo>
                  <a:pt x="393376" y="964495"/>
                </a:lnTo>
                <a:lnTo>
                  <a:pt x="389282" y="980051"/>
                </a:lnTo>
                <a:lnTo>
                  <a:pt x="383006" y="995607"/>
                </a:lnTo>
                <a:lnTo>
                  <a:pt x="375148" y="1011164"/>
                </a:lnTo>
                <a:lnTo>
                  <a:pt x="366367" y="1026720"/>
                </a:lnTo>
                <a:lnTo>
                  <a:pt x="357316" y="1042276"/>
                </a:lnTo>
                <a:lnTo>
                  <a:pt x="348583" y="1057833"/>
                </a:lnTo>
                <a:lnTo>
                  <a:pt x="340647" y="1073389"/>
                </a:lnTo>
                <a:lnTo>
                  <a:pt x="333849" y="1088945"/>
                </a:lnTo>
                <a:lnTo>
                  <a:pt x="328382" y="1104502"/>
                </a:lnTo>
                <a:lnTo>
                  <a:pt x="324295" y="1120058"/>
                </a:lnTo>
                <a:lnTo>
                  <a:pt x="321509" y="1135615"/>
                </a:lnTo>
                <a:lnTo>
                  <a:pt x="319846" y="1151171"/>
                </a:lnTo>
                <a:lnTo>
                  <a:pt x="319061" y="1166727"/>
                </a:lnTo>
                <a:lnTo>
                  <a:pt x="318868" y="1182284"/>
                </a:lnTo>
                <a:lnTo>
                  <a:pt x="318978" y="1197840"/>
                </a:lnTo>
                <a:lnTo>
                  <a:pt x="319122" y="1213396"/>
                </a:lnTo>
                <a:lnTo>
                  <a:pt x="319070" y="1228953"/>
                </a:lnTo>
                <a:lnTo>
                  <a:pt x="318647" y="1244509"/>
                </a:lnTo>
                <a:lnTo>
                  <a:pt x="317737" y="1260065"/>
                </a:lnTo>
                <a:lnTo>
                  <a:pt x="316287" y="1275622"/>
                </a:lnTo>
                <a:lnTo>
                  <a:pt x="314297" y="1291178"/>
                </a:lnTo>
                <a:lnTo>
                  <a:pt x="311815" y="1306735"/>
                </a:lnTo>
                <a:lnTo>
                  <a:pt x="308919" y="1322291"/>
                </a:lnTo>
                <a:lnTo>
                  <a:pt x="305709" y="1337847"/>
                </a:lnTo>
                <a:lnTo>
                  <a:pt x="302290" y="1353404"/>
                </a:lnTo>
                <a:lnTo>
                  <a:pt x="298764" y="1368960"/>
                </a:lnTo>
                <a:lnTo>
                  <a:pt x="295222" y="1384516"/>
                </a:lnTo>
                <a:lnTo>
                  <a:pt x="291741" y="1400073"/>
                </a:lnTo>
                <a:lnTo>
                  <a:pt x="288377" y="1415629"/>
                </a:lnTo>
                <a:lnTo>
                  <a:pt x="285170" y="1431185"/>
                </a:lnTo>
                <a:lnTo>
                  <a:pt x="282143" y="1446742"/>
                </a:lnTo>
                <a:lnTo>
                  <a:pt x="279310" y="1462298"/>
                </a:lnTo>
                <a:lnTo>
                  <a:pt x="276672" y="1477855"/>
                </a:lnTo>
                <a:lnTo>
                  <a:pt x="274232" y="1493411"/>
                </a:lnTo>
                <a:lnTo>
                  <a:pt x="271994" y="1508967"/>
                </a:lnTo>
                <a:lnTo>
                  <a:pt x="269976" y="1524524"/>
                </a:lnTo>
                <a:lnTo>
                  <a:pt x="268218" y="1540080"/>
                </a:lnTo>
                <a:lnTo>
                  <a:pt x="266789" y="1555636"/>
                </a:lnTo>
                <a:lnTo>
                  <a:pt x="265798" y="1571193"/>
                </a:lnTo>
                <a:lnTo>
                  <a:pt x="265400" y="1586749"/>
                </a:lnTo>
                <a:lnTo>
                  <a:pt x="265801" y="1602305"/>
                </a:lnTo>
                <a:lnTo>
                  <a:pt x="267251" y="1617862"/>
                </a:lnTo>
                <a:lnTo>
                  <a:pt x="270037" y="1633418"/>
                </a:lnTo>
                <a:lnTo>
                  <a:pt x="274464" y="1648975"/>
                </a:lnTo>
                <a:lnTo>
                  <a:pt x="280825" y="1664531"/>
                </a:lnTo>
                <a:lnTo>
                  <a:pt x="289365" y="1680087"/>
                </a:lnTo>
                <a:lnTo>
                  <a:pt x="300239" y="1695644"/>
                </a:lnTo>
                <a:lnTo>
                  <a:pt x="313468" y="1711200"/>
                </a:lnTo>
                <a:lnTo>
                  <a:pt x="328896" y="1726756"/>
                </a:lnTo>
                <a:lnTo>
                  <a:pt x="346168" y="1742313"/>
                </a:lnTo>
                <a:lnTo>
                  <a:pt x="364712" y="1757869"/>
                </a:lnTo>
                <a:lnTo>
                  <a:pt x="383759" y="1773425"/>
                </a:lnTo>
                <a:lnTo>
                  <a:pt x="402378" y="1788982"/>
                </a:lnTo>
                <a:lnTo>
                  <a:pt x="419546" y="1804538"/>
                </a:lnTo>
                <a:lnTo>
                  <a:pt x="434232" y="1820095"/>
                </a:lnTo>
                <a:lnTo>
                  <a:pt x="445496" y="1835651"/>
                </a:lnTo>
                <a:lnTo>
                  <a:pt x="452582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4" name="01_full_GT_3">
            <a:extLst>
              <a:ext uri="{FF2B5EF4-FFF2-40B4-BE49-F238E27FC236}">
                <a16:creationId xmlns:a16="http://schemas.microsoft.com/office/drawing/2014/main" id="{D134AD39-AE5C-4B69-9C1E-D64AA77C9003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295134" y="1866764"/>
                </a:moveTo>
                <a:lnTo>
                  <a:pt x="159866" y="1866764"/>
                </a:lnTo>
                <a:lnTo>
                  <a:pt x="160531" y="1851207"/>
                </a:lnTo>
                <a:lnTo>
                  <a:pt x="162481" y="1835651"/>
                </a:lnTo>
                <a:lnTo>
                  <a:pt x="165578" y="1820095"/>
                </a:lnTo>
                <a:lnTo>
                  <a:pt x="169612" y="1804538"/>
                </a:lnTo>
                <a:lnTo>
                  <a:pt x="174318" y="1788982"/>
                </a:lnTo>
                <a:lnTo>
                  <a:pt x="179407" y="1773425"/>
                </a:lnTo>
                <a:lnTo>
                  <a:pt x="184587" y="1757869"/>
                </a:lnTo>
                <a:lnTo>
                  <a:pt x="189593" y="1742313"/>
                </a:lnTo>
                <a:lnTo>
                  <a:pt x="194201" y="1726756"/>
                </a:lnTo>
                <a:lnTo>
                  <a:pt x="198242" y="1711200"/>
                </a:lnTo>
                <a:lnTo>
                  <a:pt x="201608" y="1695644"/>
                </a:lnTo>
                <a:lnTo>
                  <a:pt x="204249" y="1680087"/>
                </a:lnTo>
                <a:lnTo>
                  <a:pt x="206170" y="1664531"/>
                </a:lnTo>
                <a:lnTo>
                  <a:pt x="207415" y="1648975"/>
                </a:lnTo>
                <a:lnTo>
                  <a:pt x="208064" y="1633418"/>
                </a:lnTo>
                <a:lnTo>
                  <a:pt x="208212" y="1617862"/>
                </a:lnTo>
                <a:lnTo>
                  <a:pt x="207969" y="1602305"/>
                </a:lnTo>
                <a:lnTo>
                  <a:pt x="207444" y="1586749"/>
                </a:lnTo>
                <a:lnTo>
                  <a:pt x="206737" y="1571193"/>
                </a:lnTo>
                <a:lnTo>
                  <a:pt x="205942" y="1555636"/>
                </a:lnTo>
                <a:lnTo>
                  <a:pt x="205136" y="1540080"/>
                </a:lnTo>
                <a:lnTo>
                  <a:pt x="204380" y="1524524"/>
                </a:lnTo>
                <a:lnTo>
                  <a:pt x="203720" y="1508967"/>
                </a:lnTo>
                <a:lnTo>
                  <a:pt x="203187" y="1493411"/>
                </a:lnTo>
                <a:lnTo>
                  <a:pt x="202798" y="1477855"/>
                </a:lnTo>
                <a:lnTo>
                  <a:pt x="202557" y="1462298"/>
                </a:lnTo>
                <a:lnTo>
                  <a:pt x="202457" y="1446742"/>
                </a:lnTo>
                <a:lnTo>
                  <a:pt x="202486" y="1431185"/>
                </a:lnTo>
                <a:lnTo>
                  <a:pt x="202623" y="1415629"/>
                </a:lnTo>
                <a:lnTo>
                  <a:pt x="202844" y="1400073"/>
                </a:lnTo>
                <a:lnTo>
                  <a:pt x="203122" y="1384516"/>
                </a:lnTo>
                <a:lnTo>
                  <a:pt x="203432" y="1368960"/>
                </a:lnTo>
                <a:lnTo>
                  <a:pt x="203749" y="1353404"/>
                </a:lnTo>
                <a:lnTo>
                  <a:pt x="204050" y="1337847"/>
                </a:lnTo>
                <a:lnTo>
                  <a:pt x="204317" y="1322291"/>
                </a:lnTo>
                <a:lnTo>
                  <a:pt x="204535" y="1306735"/>
                </a:lnTo>
                <a:lnTo>
                  <a:pt x="204693" y="1291178"/>
                </a:lnTo>
                <a:lnTo>
                  <a:pt x="204779" y="1275622"/>
                </a:lnTo>
                <a:lnTo>
                  <a:pt x="204785" y="1260065"/>
                </a:lnTo>
                <a:lnTo>
                  <a:pt x="204698" y="1244509"/>
                </a:lnTo>
                <a:lnTo>
                  <a:pt x="204501" y="1228953"/>
                </a:lnTo>
                <a:lnTo>
                  <a:pt x="204171" y="1213396"/>
                </a:lnTo>
                <a:lnTo>
                  <a:pt x="203677" y="1197840"/>
                </a:lnTo>
                <a:lnTo>
                  <a:pt x="202976" y="1182284"/>
                </a:lnTo>
                <a:lnTo>
                  <a:pt x="202020" y="1166727"/>
                </a:lnTo>
                <a:lnTo>
                  <a:pt x="200753" y="1151171"/>
                </a:lnTo>
                <a:lnTo>
                  <a:pt x="199116" y="1135615"/>
                </a:lnTo>
                <a:lnTo>
                  <a:pt x="197059" y="1120058"/>
                </a:lnTo>
                <a:lnTo>
                  <a:pt x="194542" y="1104502"/>
                </a:lnTo>
                <a:lnTo>
                  <a:pt x="191552" y="1088945"/>
                </a:lnTo>
                <a:lnTo>
                  <a:pt x="188109" y="1073389"/>
                </a:lnTo>
                <a:lnTo>
                  <a:pt x="184276" y="1057833"/>
                </a:lnTo>
                <a:lnTo>
                  <a:pt x="180163" y="1042276"/>
                </a:lnTo>
                <a:lnTo>
                  <a:pt x="175927" y="1026720"/>
                </a:lnTo>
                <a:lnTo>
                  <a:pt x="171763" y="1011164"/>
                </a:lnTo>
                <a:lnTo>
                  <a:pt x="167893" y="995607"/>
                </a:lnTo>
                <a:lnTo>
                  <a:pt x="164547" y="980051"/>
                </a:lnTo>
                <a:lnTo>
                  <a:pt x="161937" y="964495"/>
                </a:lnTo>
                <a:lnTo>
                  <a:pt x="160237" y="948938"/>
                </a:lnTo>
                <a:lnTo>
                  <a:pt x="159560" y="933382"/>
                </a:lnTo>
                <a:lnTo>
                  <a:pt x="159941" y="917825"/>
                </a:lnTo>
                <a:lnTo>
                  <a:pt x="161336" y="902269"/>
                </a:lnTo>
                <a:lnTo>
                  <a:pt x="163620" y="886713"/>
                </a:lnTo>
                <a:lnTo>
                  <a:pt x="166598" y="871156"/>
                </a:lnTo>
                <a:lnTo>
                  <a:pt x="170030" y="855600"/>
                </a:lnTo>
                <a:lnTo>
                  <a:pt x="173651" y="840044"/>
                </a:lnTo>
                <a:lnTo>
                  <a:pt x="177200" y="824487"/>
                </a:lnTo>
                <a:lnTo>
                  <a:pt x="180441" y="808931"/>
                </a:lnTo>
                <a:lnTo>
                  <a:pt x="183187" y="793375"/>
                </a:lnTo>
                <a:lnTo>
                  <a:pt x="185311" y="777818"/>
                </a:lnTo>
                <a:lnTo>
                  <a:pt x="186752" y="762262"/>
                </a:lnTo>
                <a:lnTo>
                  <a:pt x="187517" y="746705"/>
                </a:lnTo>
                <a:lnTo>
                  <a:pt x="187668" y="731149"/>
                </a:lnTo>
                <a:lnTo>
                  <a:pt x="187318" y="715593"/>
                </a:lnTo>
                <a:lnTo>
                  <a:pt x="186606" y="700036"/>
                </a:lnTo>
                <a:lnTo>
                  <a:pt x="185691" y="684480"/>
                </a:lnTo>
                <a:lnTo>
                  <a:pt x="184727" y="668924"/>
                </a:lnTo>
                <a:lnTo>
                  <a:pt x="183858" y="653367"/>
                </a:lnTo>
                <a:lnTo>
                  <a:pt x="183198" y="637811"/>
                </a:lnTo>
                <a:lnTo>
                  <a:pt x="182833" y="622255"/>
                </a:lnTo>
                <a:lnTo>
                  <a:pt x="182812" y="606698"/>
                </a:lnTo>
                <a:lnTo>
                  <a:pt x="183154" y="591142"/>
                </a:lnTo>
                <a:lnTo>
                  <a:pt x="183846" y="575585"/>
                </a:lnTo>
                <a:lnTo>
                  <a:pt x="184858" y="560029"/>
                </a:lnTo>
                <a:lnTo>
                  <a:pt x="186143" y="544473"/>
                </a:lnTo>
                <a:lnTo>
                  <a:pt x="187652" y="528916"/>
                </a:lnTo>
                <a:lnTo>
                  <a:pt x="189334" y="513360"/>
                </a:lnTo>
                <a:lnTo>
                  <a:pt x="191147" y="497804"/>
                </a:lnTo>
                <a:lnTo>
                  <a:pt x="193054" y="482247"/>
                </a:lnTo>
                <a:lnTo>
                  <a:pt x="195026" y="466691"/>
                </a:lnTo>
                <a:lnTo>
                  <a:pt x="197040" y="451135"/>
                </a:lnTo>
                <a:lnTo>
                  <a:pt x="199077" y="435578"/>
                </a:lnTo>
                <a:lnTo>
                  <a:pt x="201116" y="420022"/>
                </a:lnTo>
                <a:lnTo>
                  <a:pt x="203131" y="404465"/>
                </a:lnTo>
                <a:lnTo>
                  <a:pt x="205092" y="388909"/>
                </a:lnTo>
                <a:lnTo>
                  <a:pt x="206956" y="373353"/>
                </a:lnTo>
                <a:lnTo>
                  <a:pt x="208670" y="357796"/>
                </a:lnTo>
                <a:lnTo>
                  <a:pt x="210164" y="342240"/>
                </a:lnTo>
                <a:lnTo>
                  <a:pt x="211346" y="326684"/>
                </a:lnTo>
                <a:lnTo>
                  <a:pt x="212101" y="311127"/>
                </a:lnTo>
                <a:lnTo>
                  <a:pt x="212284" y="295571"/>
                </a:lnTo>
                <a:lnTo>
                  <a:pt x="211718" y="280015"/>
                </a:lnTo>
                <a:lnTo>
                  <a:pt x="210188" y="264458"/>
                </a:lnTo>
                <a:lnTo>
                  <a:pt x="207449" y="248902"/>
                </a:lnTo>
                <a:lnTo>
                  <a:pt x="203230" y="233345"/>
                </a:lnTo>
                <a:lnTo>
                  <a:pt x="197254" y="217789"/>
                </a:lnTo>
                <a:lnTo>
                  <a:pt x="189258" y="202233"/>
                </a:lnTo>
                <a:lnTo>
                  <a:pt x="179032" y="186676"/>
                </a:lnTo>
                <a:lnTo>
                  <a:pt x="166456" y="171120"/>
                </a:lnTo>
                <a:lnTo>
                  <a:pt x="151544" y="155564"/>
                </a:lnTo>
                <a:lnTo>
                  <a:pt x="134481" y="140007"/>
                </a:lnTo>
                <a:lnTo>
                  <a:pt x="115651" y="124451"/>
                </a:lnTo>
                <a:lnTo>
                  <a:pt x="95653" y="108895"/>
                </a:lnTo>
                <a:lnTo>
                  <a:pt x="75281" y="93338"/>
                </a:lnTo>
                <a:lnTo>
                  <a:pt x="55489" y="77782"/>
                </a:lnTo>
                <a:lnTo>
                  <a:pt x="37323" y="62225"/>
                </a:lnTo>
                <a:lnTo>
                  <a:pt x="21835" y="46669"/>
                </a:lnTo>
                <a:lnTo>
                  <a:pt x="9984" y="31113"/>
                </a:lnTo>
                <a:lnTo>
                  <a:pt x="2539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61" y="15556"/>
                </a:lnTo>
                <a:lnTo>
                  <a:pt x="445016" y="31113"/>
                </a:lnTo>
                <a:lnTo>
                  <a:pt x="433165" y="46669"/>
                </a:lnTo>
                <a:lnTo>
                  <a:pt x="417677" y="62225"/>
                </a:lnTo>
                <a:lnTo>
                  <a:pt x="399511" y="77782"/>
                </a:lnTo>
                <a:lnTo>
                  <a:pt x="379719" y="93338"/>
                </a:lnTo>
                <a:lnTo>
                  <a:pt x="359347" y="108895"/>
                </a:lnTo>
                <a:lnTo>
                  <a:pt x="339349" y="124451"/>
                </a:lnTo>
                <a:lnTo>
                  <a:pt x="320519" y="140007"/>
                </a:lnTo>
                <a:lnTo>
                  <a:pt x="303456" y="155564"/>
                </a:lnTo>
                <a:lnTo>
                  <a:pt x="288544" y="171120"/>
                </a:lnTo>
                <a:lnTo>
                  <a:pt x="275968" y="186676"/>
                </a:lnTo>
                <a:lnTo>
                  <a:pt x="265742" y="202233"/>
                </a:lnTo>
                <a:lnTo>
                  <a:pt x="257746" y="217789"/>
                </a:lnTo>
                <a:lnTo>
                  <a:pt x="251770" y="233345"/>
                </a:lnTo>
                <a:lnTo>
                  <a:pt x="247551" y="248902"/>
                </a:lnTo>
                <a:lnTo>
                  <a:pt x="244812" y="264458"/>
                </a:lnTo>
                <a:lnTo>
                  <a:pt x="243282" y="280015"/>
                </a:lnTo>
                <a:lnTo>
                  <a:pt x="242716" y="295571"/>
                </a:lnTo>
                <a:lnTo>
                  <a:pt x="242899" y="311127"/>
                </a:lnTo>
                <a:lnTo>
                  <a:pt x="243654" y="326684"/>
                </a:lnTo>
                <a:lnTo>
                  <a:pt x="244836" y="342240"/>
                </a:lnTo>
                <a:lnTo>
                  <a:pt x="246330" y="357796"/>
                </a:lnTo>
                <a:lnTo>
                  <a:pt x="248044" y="373353"/>
                </a:lnTo>
                <a:lnTo>
                  <a:pt x="249908" y="388909"/>
                </a:lnTo>
                <a:lnTo>
                  <a:pt x="251869" y="404465"/>
                </a:lnTo>
                <a:lnTo>
                  <a:pt x="253884" y="420022"/>
                </a:lnTo>
                <a:lnTo>
                  <a:pt x="255923" y="435578"/>
                </a:lnTo>
                <a:lnTo>
                  <a:pt x="257960" y="451135"/>
                </a:lnTo>
                <a:lnTo>
                  <a:pt x="259974" y="466691"/>
                </a:lnTo>
                <a:lnTo>
                  <a:pt x="261946" y="482247"/>
                </a:lnTo>
                <a:lnTo>
                  <a:pt x="263853" y="497804"/>
                </a:lnTo>
                <a:lnTo>
                  <a:pt x="265666" y="513360"/>
                </a:lnTo>
                <a:lnTo>
                  <a:pt x="267348" y="528916"/>
                </a:lnTo>
                <a:lnTo>
                  <a:pt x="268857" y="544473"/>
                </a:lnTo>
                <a:lnTo>
                  <a:pt x="270142" y="560029"/>
                </a:lnTo>
                <a:lnTo>
                  <a:pt x="271154" y="575585"/>
                </a:lnTo>
                <a:lnTo>
                  <a:pt x="271846" y="591142"/>
                </a:lnTo>
                <a:lnTo>
                  <a:pt x="272188" y="606698"/>
                </a:lnTo>
                <a:lnTo>
                  <a:pt x="272167" y="622255"/>
                </a:lnTo>
                <a:lnTo>
                  <a:pt x="271802" y="637811"/>
                </a:lnTo>
                <a:lnTo>
                  <a:pt x="271142" y="653367"/>
                </a:lnTo>
                <a:lnTo>
                  <a:pt x="270273" y="668924"/>
                </a:lnTo>
                <a:lnTo>
                  <a:pt x="269309" y="684480"/>
                </a:lnTo>
                <a:lnTo>
                  <a:pt x="268394" y="700036"/>
                </a:lnTo>
                <a:lnTo>
                  <a:pt x="267682" y="715593"/>
                </a:lnTo>
                <a:lnTo>
                  <a:pt x="267332" y="731149"/>
                </a:lnTo>
                <a:lnTo>
                  <a:pt x="267483" y="746705"/>
                </a:lnTo>
                <a:lnTo>
                  <a:pt x="268248" y="762262"/>
                </a:lnTo>
                <a:lnTo>
                  <a:pt x="269689" y="777818"/>
                </a:lnTo>
                <a:lnTo>
                  <a:pt x="271813" y="793375"/>
                </a:lnTo>
                <a:lnTo>
                  <a:pt x="274559" y="808931"/>
                </a:lnTo>
                <a:lnTo>
                  <a:pt x="277800" y="824487"/>
                </a:lnTo>
                <a:lnTo>
                  <a:pt x="281349" y="840044"/>
                </a:lnTo>
                <a:lnTo>
                  <a:pt x="284970" y="855600"/>
                </a:lnTo>
                <a:lnTo>
                  <a:pt x="288402" y="871156"/>
                </a:lnTo>
                <a:lnTo>
                  <a:pt x="291380" y="886713"/>
                </a:lnTo>
                <a:lnTo>
                  <a:pt x="293664" y="902269"/>
                </a:lnTo>
                <a:lnTo>
                  <a:pt x="295059" y="917825"/>
                </a:lnTo>
                <a:lnTo>
                  <a:pt x="295440" y="933382"/>
                </a:lnTo>
                <a:lnTo>
                  <a:pt x="294763" y="948938"/>
                </a:lnTo>
                <a:lnTo>
                  <a:pt x="293063" y="964495"/>
                </a:lnTo>
                <a:lnTo>
                  <a:pt x="290453" y="980051"/>
                </a:lnTo>
                <a:lnTo>
                  <a:pt x="287107" y="995607"/>
                </a:lnTo>
                <a:lnTo>
                  <a:pt x="283237" y="1011164"/>
                </a:lnTo>
                <a:lnTo>
                  <a:pt x="279073" y="1026720"/>
                </a:lnTo>
                <a:lnTo>
                  <a:pt x="274837" y="1042276"/>
                </a:lnTo>
                <a:lnTo>
                  <a:pt x="270724" y="1057833"/>
                </a:lnTo>
                <a:lnTo>
                  <a:pt x="266891" y="1073389"/>
                </a:lnTo>
                <a:lnTo>
                  <a:pt x="263448" y="1088945"/>
                </a:lnTo>
                <a:lnTo>
                  <a:pt x="260458" y="1104502"/>
                </a:lnTo>
                <a:lnTo>
                  <a:pt x="257941" y="1120058"/>
                </a:lnTo>
                <a:lnTo>
                  <a:pt x="255884" y="1135615"/>
                </a:lnTo>
                <a:lnTo>
                  <a:pt x="254247" y="1151171"/>
                </a:lnTo>
                <a:lnTo>
                  <a:pt x="252980" y="1166727"/>
                </a:lnTo>
                <a:lnTo>
                  <a:pt x="252024" y="1182284"/>
                </a:lnTo>
                <a:lnTo>
                  <a:pt x="251323" y="1197840"/>
                </a:lnTo>
                <a:lnTo>
                  <a:pt x="250829" y="1213396"/>
                </a:lnTo>
                <a:lnTo>
                  <a:pt x="250499" y="1228953"/>
                </a:lnTo>
                <a:lnTo>
                  <a:pt x="250302" y="1244509"/>
                </a:lnTo>
                <a:lnTo>
                  <a:pt x="250215" y="1260065"/>
                </a:lnTo>
                <a:lnTo>
                  <a:pt x="250221" y="1275622"/>
                </a:lnTo>
                <a:lnTo>
                  <a:pt x="250307" y="1291178"/>
                </a:lnTo>
                <a:lnTo>
                  <a:pt x="250465" y="1306735"/>
                </a:lnTo>
                <a:lnTo>
                  <a:pt x="250683" y="1322291"/>
                </a:lnTo>
                <a:lnTo>
                  <a:pt x="250950" y="1337847"/>
                </a:lnTo>
                <a:lnTo>
                  <a:pt x="251251" y="1353404"/>
                </a:lnTo>
                <a:lnTo>
                  <a:pt x="251568" y="1368960"/>
                </a:lnTo>
                <a:lnTo>
                  <a:pt x="251878" y="1384516"/>
                </a:lnTo>
                <a:lnTo>
                  <a:pt x="252156" y="1400073"/>
                </a:lnTo>
                <a:lnTo>
                  <a:pt x="252377" y="1415629"/>
                </a:lnTo>
                <a:lnTo>
                  <a:pt x="252514" y="1431185"/>
                </a:lnTo>
                <a:lnTo>
                  <a:pt x="252543" y="1446742"/>
                </a:lnTo>
                <a:lnTo>
                  <a:pt x="252443" y="1462298"/>
                </a:lnTo>
                <a:lnTo>
                  <a:pt x="252202" y="1477855"/>
                </a:lnTo>
                <a:lnTo>
                  <a:pt x="251813" y="1493411"/>
                </a:lnTo>
                <a:lnTo>
                  <a:pt x="251280" y="1508967"/>
                </a:lnTo>
                <a:lnTo>
                  <a:pt x="250620" y="1524524"/>
                </a:lnTo>
                <a:lnTo>
                  <a:pt x="249864" y="1540080"/>
                </a:lnTo>
                <a:lnTo>
                  <a:pt x="249058" y="1555636"/>
                </a:lnTo>
                <a:lnTo>
                  <a:pt x="248263" y="1571193"/>
                </a:lnTo>
                <a:lnTo>
                  <a:pt x="247556" y="1586749"/>
                </a:lnTo>
                <a:lnTo>
                  <a:pt x="247031" y="1602305"/>
                </a:lnTo>
                <a:lnTo>
                  <a:pt x="246788" y="1617862"/>
                </a:lnTo>
                <a:lnTo>
                  <a:pt x="246936" y="1633418"/>
                </a:lnTo>
                <a:lnTo>
                  <a:pt x="247585" y="1648975"/>
                </a:lnTo>
                <a:lnTo>
                  <a:pt x="248830" y="1664531"/>
                </a:lnTo>
                <a:lnTo>
                  <a:pt x="250751" y="1680087"/>
                </a:lnTo>
                <a:lnTo>
                  <a:pt x="253392" y="1695644"/>
                </a:lnTo>
                <a:lnTo>
                  <a:pt x="256758" y="1711200"/>
                </a:lnTo>
                <a:lnTo>
                  <a:pt x="260799" y="1726756"/>
                </a:lnTo>
                <a:lnTo>
                  <a:pt x="265407" y="1742313"/>
                </a:lnTo>
                <a:lnTo>
                  <a:pt x="270413" y="1757869"/>
                </a:lnTo>
                <a:lnTo>
                  <a:pt x="275593" y="1773425"/>
                </a:lnTo>
                <a:lnTo>
                  <a:pt x="280682" y="1788982"/>
                </a:lnTo>
                <a:lnTo>
                  <a:pt x="285388" y="1804538"/>
                </a:lnTo>
                <a:lnTo>
                  <a:pt x="289422" y="1820095"/>
                </a:lnTo>
                <a:lnTo>
                  <a:pt x="292519" y="1835651"/>
                </a:lnTo>
                <a:lnTo>
                  <a:pt x="294469" y="1851207"/>
                </a:lnTo>
                <a:lnTo>
                  <a:pt x="295134" y="1866764"/>
                </a:lnTo>
                <a:lnTo>
                  <a:pt x="295134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5" name="01_full_GT_4">
            <a:extLst>
              <a:ext uri="{FF2B5EF4-FFF2-40B4-BE49-F238E27FC236}">
                <a16:creationId xmlns:a16="http://schemas.microsoft.com/office/drawing/2014/main" id="{F67C8F46-8E4E-4FCA-83D9-9B7E9179B438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277787" y="1866764"/>
                </a:moveTo>
                <a:lnTo>
                  <a:pt x="177212" y="1866764"/>
                </a:lnTo>
                <a:lnTo>
                  <a:pt x="177714" y="1851207"/>
                </a:lnTo>
                <a:lnTo>
                  <a:pt x="179185" y="1835651"/>
                </a:lnTo>
                <a:lnTo>
                  <a:pt x="181526" y="1820095"/>
                </a:lnTo>
                <a:lnTo>
                  <a:pt x="184582" y="1804538"/>
                </a:lnTo>
                <a:lnTo>
                  <a:pt x="188162" y="1788982"/>
                </a:lnTo>
                <a:lnTo>
                  <a:pt x="192053" y="1773425"/>
                </a:lnTo>
                <a:lnTo>
                  <a:pt x="196043" y="1757869"/>
                </a:lnTo>
                <a:lnTo>
                  <a:pt x="199936" y="1742313"/>
                </a:lnTo>
                <a:lnTo>
                  <a:pt x="203566" y="1726756"/>
                </a:lnTo>
                <a:lnTo>
                  <a:pt x="206805" y="1711200"/>
                </a:lnTo>
                <a:lnTo>
                  <a:pt x="209570" y="1695644"/>
                </a:lnTo>
                <a:lnTo>
                  <a:pt x="211814" y="1680087"/>
                </a:lnTo>
                <a:lnTo>
                  <a:pt x="213532" y="1664531"/>
                </a:lnTo>
                <a:lnTo>
                  <a:pt x="214744" y="1648975"/>
                </a:lnTo>
                <a:lnTo>
                  <a:pt x="215494" y="1633418"/>
                </a:lnTo>
                <a:lnTo>
                  <a:pt x="215841" y="1617862"/>
                </a:lnTo>
                <a:lnTo>
                  <a:pt x="215850" y="1602305"/>
                </a:lnTo>
                <a:lnTo>
                  <a:pt x="215589" y="1586749"/>
                </a:lnTo>
                <a:lnTo>
                  <a:pt x="215122" y="1571193"/>
                </a:lnTo>
                <a:lnTo>
                  <a:pt x="214510" y="1555636"/>
                </a:lnTo>
                <a:lnTo>
                  <a:pt x="213805" y="1540080"/>
                </a:lnTo>
                <a:lnTo>
                  <a:pt x="213053" y="1524524"/>
                </a:lnTo>
                <a:lnTo>
                  <a:pt x="212291" y="1508967"/>
                </a:lnTo>
                <a:lnTo>
                  <a:pt x="211547" y="1493411"/>
                </a:lnTo>
                <a:lnTo>
                  <a:pt x="210843" y="1477855"/>
                </a:lnTo>
                <a:lnTo>
                  <a:pt x="210194" y="1462298"/>
                </a:lnTo>
                <a:lnTo>
                  <a:pt x="209608" y="1446742"/>
                </a:lnTo>
                <a:lnTo>
                  <a:pt x="209090" y="1431185"/>
                </a:lnTo>
                <a:lnTo>
                  <a:pt x="208639" y="1415629"/>
                </a:lnTo>
                <a:lnTo>
                  <a:pt x="208253" y="1400073"/>
                </a:lnTo>
                <a:lnTo>
                  <a:pt x="207927" y="1384516"/>
                </a:lnTo>
                <a:lnTo>
                  <a:pt x="207656" y="1368960"/>
                </a:lnTo>
                <a:lnTo>
                  <a:pt x="207435" y="1353404"/>
                </a:lnTo>
                <a:lnTo>
                  <a:pt x="207260" y="1337847"/>
                </a:lnTo>
                <a:lnTo>
                  <a:pt x="207128" y="1322291"/>
                </a:lnTo>
                <a:lnTo>
                  <a:pt x="207035" y="1306735"/>
                </a:lnTo>
                <a:lnTo>
                  <a:pt x="206980" y="1291178"/>
                </a:lnTo>
                <a:lnTo>
                  <a:pt x="206959" y="1275622"/>
                </a:lnTo>
                <a:lnTo>
                  <a:pt x="206965" y="1260065"/>
                </a:lnTo>
                <a:lnTo>
                  <a:pt x="206989" y="1244509"/>
                </a:lnTo>
                <a:lnTo>
                  <a:pt x="207017" y="1228953"/>
                </a:lnTo>
                <a:lnTo>
                  <a:pt x="207030" y="1213396"/>
                </a:lnTo>
                <a:lnTo>
                  <a:pt x="207002" y="1197840"/>
                </a:lnTo>
                <a:lnTo>
                  <a:pt x="206901" y="1182284"/>
                </a:lnTo>
                <a:lnTo>
                  <a:pt x="206692" y="1166727"/>
                </a:lnTo>
                <a:lnTo>
                  <a:pt x="206335" y="1151171"/>
                </a:lnTo>
                <a:lnTo>
                  <a:pt x="205791" y="1135615"/>
                </a:lnTo>
                <a:lnTo>
                  <a:pt x="205024" y="1120058"/>
                </a:lnTo>
                <a:lnTo>
                  <a:pt x="204006" y="1104502"/>
                </a:lnTo>
                <a:lnTo>
                  <a:pt x="202722" y="1088945"/>
                </a:lnTo>
                <a:lnTo>
                  <a:pt x="201177" y="1073389"/>
                </a:lnTo>
                <a:lnTo>
                  <a:pt x="199398" y="1057833"/>
                </a:lnTo>
                <a:lnTo>
                  <a:pt x="197436" y="1042276"/>
                </a:lnTo>
                <a:lnTo>
                  <a:pt x="195371" y="1026720"/>
                </a:lnTo>
                <a:lnTo>
                  <a:pt x="193302" y="1011164"/>
                </a:lnTo>
                <a:lnTo>
                  <a:pt x="191345" y="995607"/>
                </a:lnTo>
                <a:lnTo>
                  <a:pt x="189623" y="980051"/>
                </a:lnTo>
                <a:lnTo>
                  <a:pt x="188250" y="964495"/>
                </a:lnTo>
                <a:lnTo>
                  <a:pt x="187322" y="948938"/>
                </a:lnTo>
                <a:lnTo>
                  <a:pt x="186906" y="933382"/>
                </a:lnTo>
                <a:lnTo>
                  <a:pt x="187028" y="917825"/>
                </a:lnTo>
                <a:lnTo>
                  <a:pt x="187672" y="902269"/>
                </a:lnTo>
                <a:lnTo>
                  <a:pt x="188778" y="886713"/>
                </a:lnTo>
                <a:lnTo>
                  <a:pt x="190250" y="871156"/>
                </a:lnTo>
                <a:lnTo>
                  <a:pt x="191963" y="855600"/>
                </a:lnTo>
                <a:lnTo>
                  <a:pt x="193777" y="840044"/>
                </a:lnTo>
                <a:lnTo>
                  <a:pt x="195551" y="824487"/>
                </a:lnTo>
                <a:lnTo>
                  <a:pt x="197158" y="808931"/>
                </a:lnTo>
                <a:lnTo>
                  <a:pt x="198493" y="793375"/>
                </a:lnTo>
                <a:lnTo>
                  <a:pt x="199482" y="777818"/>
                </a:lnTo>
                <a:lnTo>
                  <a:pt x="200092" y="762262"/>
                </a:lnTo>
                <a:lnTo>
                  <a:pt x="200325" y="746705"/>
                </a:lnTo>
                <a:lnTo>
                  <a:pt x="200220" y="731149"/>
                </a:lnTo>
                <a:lnTo>
                  <a:pt x="199845" y="715593"/>
                </a:lnTo>
                <a:lnTo>
                  <a:pt x="199292" y="700036"/>
                </a:lnTo>
                <a:lnTo>
                  <a:pt x="198662" y="684480"/>
                </a:lnTo>
                <a:lnTo>
                  <a:pt x="198058" y="668924"/>
                </a:lnTo>
                <a:lnTo>
                  <a:pt x="197576" y="653367"/>
                </a:lnTo>
                <a:lnTo>
                  <a:pt x="197295" y="637811"/>
                </a:lnTo>
                <a:lnTo>
                  <a:pt x="197269" y="622255"/>
                </a:lnTo>
                <a:lnTo>
                  <a:pt x="197528" y="606698"/>
                </a:lnTo>
                <a:lnTo>
                  <a:pt x="198077" y="591142"/>
                </a:lnTo>
                <a:lnTo>
                  <a:pt x="198895" y="575585"/>
                </a:lnTo>
                <a:lnTo>
                  <a:pt x="199943" y="560029"/>
                </a:lnTo>
                <a:lnTo>
                  <a:pt x="201172" y="544473"/>
                </a:lnTo>
                <a:lnTo>
                  <a:pt x="202526" y="528916"/>
                </a:lnTo>
                <a:lnTo>
                  <a:pt x="203949" y="513360"/>
                </a:lnTo>
                <a:lnTo>
                  <a:pt x="205391" y="497804"/>
                </a:lnTo>
                <a:lnTo>
                  <a:pt x="206812" y="482247"/>
                </a:lnTo>
                <a:lnTo>
                  <a:pt x="208179" y="466691"/>
                </a:lnTo>
                <a:lnTo>
                  <a:pt x="209470" y="451135"/>
                </a:lnTo>
                <a:lnTo>
                  <a:pt x="210670" y="435578"/>
                </a:lnTo>
                <a:lnTo>
                  <a:pt x="211770" y="420022"/>
                </a:lnTo>
                <a:lnTo>
                  <a:pt x="212762" y="404465"/>
                </a:lnTo>
                <a:lnTo>
                  <a:pt x="213638" y="388909"/>
                </a:lnTo>
                <a:lnTo>
                  <a:pt x="214385" y="373353"/>
                </a:lnTo>
                <a:lnTo>
                  <a:pt x="214981" y="357796"/>
                </a:lnTo>
                <a:lnTo>
                  <a:pt x="215389" y="342240"/>
                </a:lnTo>
                <a:lnTo>
                  <a:pt x="215552" y="326684"/>
                </a:lnTo>
                <a:lnTo>
                  <a:pt x="215385" y="311127"/>
                </a:lnTo>
                <a:lnTo>
                  <a:pt x="214768" y="295571"/>
                </a:lnTo>
                <a:lnTo>
                  <a:pt x="213542" y="280015"/>
                </a:lnTo>
                <a:lnTo>
                  <a:pt x="211500" y="264458"/>
                </a:lnTo>
                <a:lnTo>
                  <a:pt x="208396" y="248902"/>
                </a:lnTo>
                <a:lnTo>
                  <a:pt x="203949" y="233345"/>
                </a:lnTo>
                <a:lnTo>
                  <a:pt x="197862" y="217789"/>
                </a:lnTo>
                <a:lnTo>
                  <a:pt x="189846" y="202233"/>
                </a:lnTo>
                <a:lnTo>
                  <a:pt x="179661" y="186676"/>
                </a:lnTo>
                <a:lnTo>
                  <a:pt x="167154" y="171120"/>
                </a:lnTo>
                <a:lnTo>
                  <a:pt x="152311" y="155564"/>
                </a:lnTo>
                <a:lnTo>
                  <a:pt x="135290" y="140007"/>
                </a:lnTo>
                <a:lnTo>
                  <a:pt x="116462" y="124451"/>
                </a:lnTo>
                <a:lnTo>
                  <a:pt x="96415" y="108895"/>
                </a:lnTo>
                <a:lnTo>
                  <a:pt x="75948" y="93338"/>
                </a:lnTo>
                <a:lnTo>
                  <a:pt x="56024" y="77782"/>
                </a:lnTo>
                <a:lnTo>
                  <a:pt x="37708" y="62225"/>
                </a:lnTo>
                <a:lnTo>
                  <a:pt x="22071" y="46669"/>
                </a:lnTo>
                <a:lnTo>
                  <a:pt x="10095" y="31113"/>
                </a:lnTo>
                <a:lnTo>
                  <a:pt x="2568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32" y="15556"/>
                </a:lnTo>
                <a:lnTo>
                  <a:pt x="444905" y="31113"/>
                </a:lnTo>
                <a:lnTo>
                  <a:pt x="432929" y="46669"/>
                </a:lnTo>
                <a:lnTo>
                  <a:pt x="417292" y="62225"/>
                </a:lnTo>
                <a:lnTo>
                  <a:pt x="398976" y="77782"/>
                </a:lnTo>
                <a:lnTo>
                  <a:pt x="379052" y="93338"/>
                </a:lnTo>
                <a:lnTo>
                  <a:pt x="358585" y="108895"/>
                </a:lnTo>
                <a:lnTo>
                  <a:pt x="338538" y="124451"/>
                </a:lnTo>
                <a:lnTo>
                  <a:pt x="319710" y="140007"/>
                </a:lnTo>
                <a:lnTo>
                  <a:pt x="302689" y="155564"/>
                </a:lnTo>
                <a:lnTo>
                  <a:pt x="287846" y="171120"/>
                </a:lnTo>
                <a:lnTo>
                  <a:pt x="275339" y="186676"/>
                </a:lnTo>
                <a:lnTo>
                  <a:pt x="265154" y="202233"/>
                </a:lnTo>
                <a:lnTo>
                  <a:pt x="257138" y="217789"/>
                </a:lnTo>
                <a:lnTo>
                  <a:pt x="251051" y="233345"/>
                </a:lnTo>
                <a:lnTo>
                  <a:pt x="246604" y="248902"/>
                </a:lnTo>
                <a:lnTo>
                  <a:pt x="243500" y="264458"/>
                </a:lnTo>
                <a:lnTo>
                  <a:pt x="241458" y="280015"/>
                </a:lnTo>
                <a:lnTo>
                  <a:pt x="240232" y="295571"/>
                </a:lnTo>
                <a:lnTo>
                  <a:pt x="239615" y="311127"/>
                </a:lnTo>
                <a:lnTo>
                  <a:pt x="239448" y="326684"/>
                </a:lnTo>
                <a:lnTo>
                  <a:pt x="239611" y="342240"/>
                </a:lnTo>
                <a:lnTo>
                  <a:pt x="240019" y="357796"/>
                </a:lnTo>
                <a:lnTo>
                  <a:pt x="240615" y="373353"/>
                </a:lnTo>
                <a:lnTo>
                  <a:pt x="241362" y="388909"/>
                </a:lnTo>
                <a:lnTo>
                  <a:pt x="242238" y="404465"/>
                </a:lnTo>
                <a:lnTo>
                  <a:pt x="243230" y="420022"/>
                </a:lnTo>
                <a:lnTo>
                  <a:pt x="244330" y="435578"/>
                </a:lnTo>
                <a:lnTo>
                  <a:pt x="245530" y="451135"/>
                </a:lnTo>
                <a:lnTo>
                  <a:pt x="246821" y="466691"/>
                </a:lnTo>
                <a:lnTo>
                  <a:pt x="248188" y="482247"/>
                </a:lnTo>
                <a:lnTo>
                  <a:pt x="249609" y="497804"/>
                </a:lnTo>
                <a:lnTo>
                  <a:pt x="251051" y="513360"/>
                </a:lnTo>
                <a:lnTo>
                  <a:pt x="252474" y="528916"/>
                </a:lnTo>
                <a:lnTo>
                  <a:pt x="253828" y="544473"/>
                </a:lnTo>
                <a:lnTo>
                  <a:pt x="255057" y="560029"/>
                </a:lnTo>
                <a:lnTo>
                  <a:pt x="256105" y="575585"/>
                </a:lnTo>
                <a:lnTo>
                  <a:pt x="256923" y="591142"/>
                </a:lnTo>
                <a:lnTo>
                  <a:pt x="257472" y="606698"/>
                </a:lnTo>
                <a:lnTo>
                  <a:pt x="257731" y="622255"/>
                </a:lnTo>
                <a:lnTo>
                  <a:pt x="257705" y="637811"/>
                </a:lnTo>
                <a:lnTo>
                  <a:pt x="257424" y="653367"/>
                </a:lnTo>
                <a:lnTo>
                  <a:pt x="256942" y="668924"/>
                </a:lnTo>
                <a:lnTo>
                  <a:pt x="256338" y="684480"/>
                </a:lnTo>
                <a:lnTo>
                  <a:pt x="255708" y="700036"/>
                </a:lnTo>
                <a:lnTo>
                  <a:pt x="255155" y="715593"/>
                </a:lnTo>
                <a:lnTo>
                  <a:pt x="254780" y="731149"/>
                </a:lnTo>
                <a:lnTo>
                  <a:pt x="254675" y="746705"/>
                </a:lnTo>
                <a:lnTo>
                  <a:pt x="254908" y="762262"/>
                </a:lnTo>
                <a:lnTo>
                  <a:pt x="255518" y="777818"/>
                </a:lnTo>
                <a:lnTo>
                  <a:pt x="256507" y="793375"/>
                </a:lnTo>
                <a:lnTo>
                  <a:pt x="257842" y="808931"/>
                </a:lnTo>
                <a:lnTo>
                  <a:pt x="259449" y="824487"/>
                </a:lnTo>
                <a:lnTo>
                  <a:pt x="261223" y="840044"/>
                </a:lnTo>
                <a:lnTo>
                  <a:pt x="263037" y="855600"/>
                </a:lnTo>
                <a:lnTo>
                  <a:pt x="264750" y="871156"/>
                </a:lnTo>
                <a:lnTo>
                  <a:pt x="266222" y="886713"/>
                </a:lnTo>
                <a:lnTo>
                  <a:pt x="267328" y="902269"/>
                </a:lnTo>
                <a:lnTo>
                  <a:pt x="267972" y="917825"/>
                </a:lnTo>
                <a:lnTo>
                  <a:pt x="268094" y="933382"/>
                </a:lnTo>
                <a:lnTo>
                  <a:pt x="267678" y="948938"/>
                </a:lnTo>
                <a:lnTo>
                  <a:pt x="266750" y="964495"/>
                </a:lnTo>
                <a:lnTo>
                  <a:pt x="265377" y="980051"/>
                </a:lnTo>
                <a:lnTo>
                  <a:pt x="263655" y="995607"/>
                </a:lnTo>
                <a:lnTo>
                  <a:pt x="261698" y="1011164"/>
                </a:lnTo>
                <a:lnTo>
                  <a:pt x="259629" y="1026720"/>
                </a:lnTo>
                <a:lnTo>
                  <a:pt x="257564" y="1042276"/>
                </a:lnTo>
                <a:lnTo>
                  <a:pt x="255602" y="1057833"/>
                </a:lnTo>
                <a:lnTo>
                  <a:pt x="253823" y="1073389"/>
                </a:lnTo>
                <a:lnTo>
                  <a:pt x="252277" y="1088945"/>
                </a:lnTo>
                <a:lnTo>
                  <a:pt x="250994" y="1104502"/>
                </a:lnTo>
                <a:lnTo>
                  <a:pt x="249976" y="1120058"/>
                </a:lnTo>
                <a:lnTo>
                  <a:pt x="249209" y="1135615"/>
                </a:lnTo>
                <a:lnTo>
                  <a:pt x="248665" y="1151171"/>
                </a:lnTo>
                <a:lnTo>
                  <a:pt x="248308" y="1166727"/>
                </a:lnTo>
                <a:lnTo>
                  <a:pt x="248099" y="1182284"/>
                </a:lnTo>
                <a:lnTo>
                  <a:pt x="247998" y="1197840"/>
                </a:lnTo>
                <a:lnTo>
                  <a:pt x="247970" y="1213396"/>
                </a:lnTo>
                <a:lnTo>
                  <a:pt x="247982" y="1228953"/>
                </a:lnTo>
                <a:lnTo>
                  <a:pt x="248011" y="1244509"/>
                </a:lnTo>
                <a:lnTo>
                  <a:pt x="248035" y="1260065"/>
                </a:lnTo>
                <a:lnTo>
                  <a:pt x="248041" y="1275622"/>
                </a:lnTo>
                <a:lnTo>
                  <a:pt x="248020" y="1291178"/>
                </a:lnTo>
                <a:lnTo>
                  <a:pt x="247965" y="1306735"/>
                </a:lnTo>
                <a:lnTo>
                  <a:pt x="247872" y="1322291"/>
                </a:lnTo>
                <a:lnTo>
                  <a:pt x="247740" y="1337847"/>
                </a:lnTo>
                <a:lnTo>
                  <a:pt x="247565" y="1353404"/>
                </a:lnTo>
                <a:lnTo>
                  <a:pt x="247344" y="1368960"/>
                </a:lnTo>
                <a:lnTo>
                  <a:pt x="247073" y="1384516"/>
                </a:lnTo>
                <a:lnTo>
                  <a:pt x="246747" y="1400073"/>
                </a:lnTo>
                <a:lnTo>
                  <a:pt x="246361" y="1415629"/>
                </a:lnTo>
                <a:lnTo>
                  <a:pt x="245910" y="1431185"/>
                </a:lnTo>
                <a:lnTo>
                  <a:pt x="245392" y="1446742"/>
                </a:lnTo>
                <a:lnTo>
                  <a:pt x="244806" y="1462298"/>
                </a:lnTo>
                <a:lnTo>
                  <a:pt x="244157" y="1477855"/>
                </a:lnTo>
                <a:lnTo>
                  <a:pt x="243453" y="1493411"/>
                </a:lnTo>
                <a:lnTo>
                  <a:pt x="242709" y="1508967"/>
                </a:lnTo>
                <a:lnTo>
                  <a:pt x="241947" y="1524524"/>
                </a:lnTo>
                <a:lnTo>
                  <a:pt x="241195" y="1540080"/>
                </a:lnTo>
                <a:lnTo>
                  <a:pt x="240490" y="1555636"/>
                </a:lnTo>
                <a:lnTo>
                  <a:pt x="239878" y="1571193"/>
                </a:lnTo>
                <a:lnTo>
                  <a:pt x="239411" y="1586749"/>
                </a:lnTo>
                <a:lnTo>
                  <a:pt x="239150" y="1602305"/>
                </a:lnTo>
                <a:lnTo>
                  <a:pt x="239159" y="1617862"/>
                </a:lnTo>
                <a:lnTo>
                  <a:pt x="239506" y="1633418"/>
                </a:lnTo>
                <a:lnTo>
                  <a:pt x="240256" y="1648975"/>
                </a:lnTo>
                <a:lnTo>
                  <a:pt x="241468" y="1664531"/>
                </a:lnTo>
                <a:lnTo>
                  <a:pt x="243186" y="1680087"/>
                </a:lnTo>
                <a:lnTo>
                  <a:pt x="245430" y="1695644"/>
                </a:lnTo>
                <a:lnTo>
                  <a:pt x="248195" y="1711200"/>
                </a:lnTo>
                <a:lnTo>
                  <a:pt x="251434" y="1726756"/>
                </a:lnTo>
                <a:lnTo>
                  <a:pt x="255064" y="1742313"/>
                </a:lnTo>
                <a:lnTo>
                  <a:pt x="258957" y="1757869"/>
                </a:lnTo>
                <a:lnTo>
                  <a:pt x="262947" y="1773425"/>
                </a:lnTo>
                <a:lnTo>
                  <a:pt x="266838" y="1788982"/>
                </a:lnTo>
                <a:lnTo>
                  <a:pt x="270418" y="1804538"/>
                </a:lnTo>
                <a:lnTo>
                  <a:pt x="273474" y="1820095"/>
                </a:lnTo>
                <a:lnTo>
                  <a:pt x="275815" y="1835651"/>
                </a:lnTo>
                <a:lnTo>
                  <a:pt x="277286" y="1851207"/>
                </a:lnTo>
                <a:lnTo>
                  <a:pt x="277787" y="1866764"/>
                </a:lnTo>
                <a:lnTo>
                  <a:pt x="277787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" name="01_full_GT_5">
            <a:extLst>
              <a:ext uri="{FF2B5EF4-FFF2-40B4-BE49-F238E27FC236}">
                <a16:creationId xmlns:a16="http://schemas.microsoft.com/office/drawing/2014/main" id="{BD7BCB0C-B0B7-46FF-8AEC-5A5E0D13191E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270910" y="1866764"/>
                </a:moveTo>
                <a:lnTo>
                  <a:pt x="184090" y="1866764"/>
                </a:lnTo>
                <a:lnTo>
                  <a:pt x="184502" y="1851207"/>
                </a:lnTo>
                <a:lnTo>
                  <a:pt x="185709" y="1835651"/>
                </a:lnTo>
                <a:lnTo>
                  <a:pt x="187628" y="1820095"/>
                </a:lnTo>
                <a:lnTo>
                  <a:pt x="190130" y="1804538"/>
                </a:lnTo>
                <a:lnTo>
                  <a:pt x="193053" y="1788982"/>
                </a:lnTo>
                <a:lnTo>
                  <a:pt x="196220" y="1773425"/>
                </a:lnTo>
                <a:lnTo>
                  <a:pt x="199454" y="1757869"/>
                </a:lnTo>
                <a:lnTo>
                  <a:pt x="202594" y="1742313"/>
                </a:lnTo>
                <a:lnTo>
                  <a:pt x="205505" y="1726756"/>
                </a:lnTo>
                <a:lnTo>
                  <a:pt x="208083" y="1711200"/>
                </a:lnTo>
                <a:lnTo>
                  <a:pt x="210263" y="1695644"/>
                </a:lnTo>
                <a:lnTo>
                  <a:pt x="212013" y="1680087"/>
                </a:lnTo>
                <a:lnTo>
                  <a:pt x="213331" y="1664531"/>
                </a:lnTo>
                <a:lnTo>
                  <a:pt x="214241" y="1648975"/>
                </a:lnTo>
                <a:lnTo>
                  <a:pt x="214782" y="1633418"/>
                </a:lnTo>
                <a:lnTo>
                  <a:pt x="215005" y="1617862"/>
                </a:lnTo>
                <a:lnTo>
                  <a:pt x="214965" y="1602305"/>
                </a:lnTo>
                <a:lnTo>
                  <a:pt x="214718" y="1586749"/>
                </a:lnTo>
                <a:lnTo>
                  <a:pt x="214315" y="1571193"/>
                </a:lnTo>
                <a:lnTo>
                  <a:pt x="213804" y="1555636"/>
                </a:lnTo>
                <a:lnTo>
                  <a:pt x="213225" y="1540080"/>
                </a:lnTo>
                <a:lnTo>
                  <a:pt x="212611" y="1524524"/>
                </a:lnTo>
                <a:lnTo>
                  <a:pt x="211991" y="1508967"/>
                </a:lnTo>
                <a:lnTo>
                  <a:pt x="211384" y="1493411"/>
                </a:lnTo>
                <a:lnTo>
                  <a:pt x="210807" y="1477855"/>
                </a:lnTo>
                <a:lnTo>
                  <a:pt x="210271" y="1462298"/>
                </a:lnTo>
                <a:lnTo>
                  <a:pt x="209783" y="1446742"/>
                </a:lnTo>
                <a:lnTo>
                  <a:pt x="209347" y="1431185"/>
                </a:lnTo>
                <a:lnTo>
                  <a:pt x="208963" y="1415629"/>
                </a:lnTo>
                <a:lnTo>
                  <a:pt x="208630" y="1400073"/>
                </a:lnTo>
                <a:lnTo>
                  <a:pt x="208345" y="1384516"/>
                </a:lnTo>
                <a:lnTo>
                  <a:pt x="208105" y="1368960"/>
                </a:lnTo>
                <a:lnTo>
                  <a:pt x="207907" y="1353404"/>
                </a:lnTo>
                <a:lnTo>
                  <a:pt x="207749" y="1337847"/>
                </a:lnTo>
                <a:lnTo>
                  <a:pt x="207628" y="1322291"/>
                </a:lnTo>
                <a:lnTo>
                  <a:pt x="207544" y="1306735"/>
                </a:lnTo>
                <a:lnTo>
                  <a:pt x="207494" y="1291178"/>
                </a:lnTo>
                <a:lnTo>
                  <a:pt x="207475" y="1275622"/>
                </a:lnTo>
                <a:lnTo>
                  <a:pt x="207482" y="1260065"/>
                </a:lnTo>
                <a:lnTo>
                  <a:pt x="207507" y="1244509"/>
                </a:lnTo>
                <a:lnTo>
                  <a:pt x="207535" y="1228953"/>
                </a:lnTo>
                <a:lnTo>
                  <a:pt x="207548" y="1213396"/>
                </a:lnTo>
                <a:lnTo>
                  <a:pt x="207520" y="1197840"/>
                </a:lnTo>
                <a:lnTo>
                  <a:pt x="207422" y="1182284"/>
                </a:lnTo>
                <a:lnTo>
                  <a:pt x="207218" y="1166727"/>
                </a:lnTo>
                <a:lnTo>
                  <a:pt x="206870" y="1151171"/>
                </a:lnTo>
                <a:lnTo>
                  <a:pt x="206340" y="1135615"/>
                </a:lnTo>
                <a:lnTo>
                  <a:pt x="205593" y="1120058"/>
                </a:lnTo>
                <a:lnTo>
                  <a:pt x="204600" y="1104502"/>
                </a:lnTo>
                <a:lnTo>
                  <a:pt x="203349" y="1088945"/>
                </a:lnTo>
                <a:lnTo>
                  <a:pt x="201843" y="1073389"/>
                </a:lnTo>
                <a:lnTo>
                  <a:pt x="200109" y="1057833"/>
                </a:lnTo>
                <a:lnTo>
                  <a:pt x="198197" y="1042276"/>
                </a:lnTo>
                <a:lnTo>
                  <a:pt x="196184" y="1026720"/>
                </a:lnTo>
                <a:lnTo>
                  <a:pt x="194168" y="1011164"/>
                </a:lnTo>
                <a:lnTo>
                  <a:pt x="192262" y="995607"/>
                </a:lnTo>
                <a:lnTo>
                  <a:pt x="190584" y="980051"/>
                </a:lnTo>
                <a:lnTo>
                  <a:pt x="189248" y="964495"/>
                </a:lnTo>
                <a:lnTo>
                  <a:pt x="188348" y="948938"/>
                </a:lnTo>
                <a:lnTo>
                  <a:pt x="187948" y="933382"/>
                </a:lnTo>
                <a:lnTo>
                  <a:pt x="188075" y="917825"/>
                </a:lnTo>
                <a:lnTo>
                  <a:pt x="188715" y="902269"/>
                </a:lnTo>
                <a:lnTo>
                  <a:pt x="189811" y="886713"/>
                </a:lnTo>
                <a:lnTo>
                  <a:pt x="191269" y="871156"/>
                </a:lnTo>
                <a:lnTo>
                  <a:pt x="192972" y="855600"/>
                </a:lnTo>
                <a:lnTo>
                  <a:pt x="194783" y="840044"/>
                </a:lnTo>
                <a:lnTo>
                  <a:pt x="196569" y="824487"/>
                </a:lnTo>
                <a:lnTo>
                  <a:pt x="198205" y="808931"/>
                </a:lnTo>
                <a:lnTo>
                  <a:pt x="199589" y="793375"/>
                </a:lnTo>
                <a:lnTo>
                  <a:pt x="200653" y="777818"/>
                </a:lnTo>
                <a:lnTo>
                  <a:pt x="201360" y="762262"/>
                </a:lnTo>
                <a:lnTo>
                  <a:pt x="201710" y="746705"/>
                </a:lnTo>
                <a:lnTo>
                  <a:pt x="201739" y="731149"/>
                </a:lnTo>
                <a:lnTo>
                  <a:pt x="201508" y="715593"/>
                </a:lnTo>
                <a:lnTo>
                  <a:pt x="201098" y="700036"/>
                </a:lnTo>
                <a:lnTo>
                  <a:pt x="200602" y="684480"/>
                </a:lnTo>
                <a:lnTo>
                  <a:pt x="200114" y="668924"/>
                </a:lnTo>
                <a:lnTo>
                  <a:pt x="199720" y="653367"/>
                </a:lnTo>
                <a:lnTo>
                  <a:pt x="199491" y="637811"/>
                </a:lnTo>
                <a:lnTo>
                  <a:pt x="199479" y="622255"/>
                </a:lnTo>
                <a:lnTo>
                  <a:pt x="199709" y="606698"/>
                </a:lnTo>
                <a:lnTo>
                  <a:pt x="200187" y="591142"/>
                </a:lnTo>
                <a:lnTo>
                  <a:pt x="200895" y="575585"/>
                </a:lnTo>
                <a:lnTo>
                  <a:pt x="201800" y="560029"/>
                </a:lnTo>
                <a:lnTo>
                  <a:pt x="202859" y="544473"/>
                </a:lnTo>
                <a:lnTo>
                  <a:pt x="204023" y="528916"/>
                </a:lnTo>
                <a:lnTo>
                  <a:pt x="205246" y="513360"/>
                </a:lnTo>
                <a:lnTo>
                  <a:pt x="206486" y="497804"/>
                </a:lnTo>
                <a:lnTo>
                  <a:pt x="207707" y="482247"/>
                </a:lnTo>
                <a:lnTo>
                  <a:pt x="208886" y="466691"/>
                </a:lnTo>
                <a:lnTo>
                  <a:pt x="210004" y="451135"/>
                </a:lnTo>
                <a:lnTo>
                  <a:pt x="211052" y="435578"/>
                </a:lnTo>
                <a:lnTo>
                  <a:pt x="212024" y="420022"/>
                </a:lnTo>
                <a:lnTo>
                  <a:pt x="212915" y="404465"/>
                </a:lnTo>
                <a:lnTo>
                  <a:pt x="213718" y="388909"/>
                </a:lnTo>
                <a:lnTo>
                  <a:pt x="214423" y="373353"/>
                </a:lnTo>
                <a:lnTo>
                  <a:pt x="215006" y="357796"/>
                </a:lnTo>
                <a:lnTo>
                  <a:pt x="215428" y="342240"/>
                </a:lnTo>
                <a:lnTo>
                  <a:pt x="215628" y="326684"/>
                </a:lnTo>
                <a:lnTo>
                  <a:pt x="215517" y="311127"/>
                </a:lnTo>
                <a:lnTo>
                  <a:pt x="214967" y="295571"/>
                </a:lnTo>
                <a:lnTo>
                  <a:pt x="213812" y="280015"/>
                </a:lnTo>
                <a:lnTo>
                  <a:pt x="211839" y="264458"/>
                </a:lnTo>
                <a:lnTo>
                  <a:pt x="208796" y="248902"/>
                </a:lnTo>
                <a:lnTo>
                  <a:pt x="204395" y="233345"/>
                </a:lnTo>
                <a:lnTo>
                  <a:pt x="198335" y="217789"/>
                </a:lnTo>
                <a:lnTo>
                  <a:pt x="190328" y="202233"/>
                </a:lnTo>
                <a:lnTo>
                  <a:pt x="180132" y="186676"/>
                </a:lnTo>
                <a:lnTo>
                  <a:pt x="167598" y="171120"/>
                </a:lnTo>
                <a:lnTo>
                  <a:pt x="152713" y="155564"/>
                </a:lnTo>
                <a:lnTo>
                  <a:pt x="135641" y="140007"/>
                </a:lnTo>
                <a:lnTo>
                  <a:pt x="116756" y="124451"/>
                </a:lnTo>
                <a:lnTo>
                  <a:pt x="96651" y="108895"/>
                </a:lnTo>
                <a:lnTo>
                  <a:pt x="76127" y="93338"/>
                </a:lnTo>
                <a:lnTo>
                  <a:pt x="56152" y="77782"/>
                </a:lnTo>
                <a:lnTo>
                  <a:pt x="37791" y="62225"/>
                </a:lnTo>
                <a:lnTo>
                  <a:pt x="22119" y="46669"/>
                </a:lnTo>
                <a:lnTo>
                  <a:pt x="10117" y="31113"/>
                </a:lnTo>
                <a:lnTo>
                  <a:pt x="2573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27" y="15556"/>
                </a:lnTo>
                <a:lnTo>
                  <a:pt x="444883" y="31113"/>
                </a:lnTo>
                <a:lnTo>
                  <a:pt x="432881" y="46669"/>
                </a:lnTo>
                <a:lnTo>
                  <a:pt x="417209" y="62225"/>
                </a:lnTo>
                <a:lnTo>
                  <a:pt x="398848" y="77782"/>
                </a:lnTo>
                <a:lnTo>
                  <a:pt x="378873" y="93338"/>
                </a:lnTo>
                <a:lnTo>
                  <a:pt x="358349" y="108895"/>
                </a:lnTo>
                <a:lnTo>
                  <a:pt x="338244" y="124451"/>
                </a:lnTo>
                <a:lnTo>
                  <a:pt x="319359" y="140007"/>
                </a:lnTo>
                <a:lnTo>
                  <a:pt x="302287" y="155564"/>
                </a:lnTo>
                <a:lnTo>
                  <a:pt x="287402" y="171120"/>
                </a:lnTo>
                <a:lnTo>
                  <a:pt x="274868" y="186676"/>
                </a:lnTo>
                <a:lnTo>
                  <a:pt x="264672" y="202233"/>
                </a:lnTo>
                <a:lnTo>
                  <a:pt x="256665" y="217789"/>
                </a:lnTo>
                <a:lnTo>
                  <a:pt x="250605" y="233345"/>
                </a:lnTo>
                <a:lnTo>
                  <a:pt x="246204" y="248902"/>
                </a:lnTo>
                <a:lnTo>
                  <a:pt x="243161" y="264458"/>
                </a:lnTo>
                <a:lnTo>
                  <a:pt x="241188" y="280015"/>
                </a:lnTo>
                <a:lnTo>
                  <a:pt x="240033" y="295571"/>
                </a:lnTo>
                <a:lnTo>
                  <a:pt x="239483" y="311127"/>
                </a:lnTo>
                <a:lnTo>
                  <a:pt x="239372" y="326684"/>
                </a:lnTo>
                <a:lnTo>
                  <a:pt x="239572" y="342240"/>
                </a:lnTo>
                <a:lnTo>
                  <a:pt x="239994" y="357796"/>
                </a:lnTo>
                <a:lnTo>
                  <a:pt x="240577" y="373353"/>
                </a:lnTo>
                <a:lnTo>
                  <a:pt x="241282" y="388909"/>
                </a:lnTo>
                <a:lnTo>
                  <a:pt x="242085" y="404465"/>
                </a:lnTo>
                <a:lnTo>
                  <a:pt x="242976" y="420022"/>
                </a:lnTo>
                <a:lnTo>
                  <a:pt x="243948" y="435578"/>
                </a:lnTo>
                <a:lnTo>
                  <a:pt x="244996" y="451135"/>
                </a:lnTo>
                <a:lnTo>
                  <a:pt x="246114" y="466691"/>
                </a:lnTo>
                <a:lnTo>
                  <a:pt x="247293" y="482247"/>
                </a:lnTo>
                <a:lnTo>
                  <a:pt x="248514" y="497804"/>
                </a:lnTo>
                <a:lnTo>
                  <a:pt x="249754" y="513360"/>
                </a:lnTo>
                <a:lnTo>
                  <a:pt x="250977" y="528916"/>
                </a:lnTo>
                <a:lnTo>
                  <a:pt x="252141" y="544473"/>
                </a:lnTo>
                <a:lnTo>
                  <a:pt x="253200" y="560029"/>
                </a:lnTo>
                <a:lnTo>
                  <a:pt x="254105" y="575585"/>
                </a:lnTo>
                <a:lnTo>
                  <a:pt x="254813" y="591142"/>
                </a:lnTo>
                <a:lnTo>
                  <a:pt x="255291" y="606698"/>
                </a:lnTo>
                <a:lnTo>
                  <a:pt x="255521" y="622255"/>
                </a:lnTo>
                <a:lnTo>
                  <a:pt x="255509" y="637811"/>
                </a:lnTo>
                <a:lnTo>
                  <a:pt x="255280" y="653367"/>
                </a:lnTo>
                <a:lnTo>
                  <a:pt x="254886" y="668924"/>
                </a:lnTo>
                <a:lnTo>
                  <a:pt x="254398" y="684480"/>
                </a:lnTo>
                <a:lnTo>
                  <a:pt x="253902" y="700036"/>
                </a:lnTo>
                <a:lnTo>
                  <a:pt x="253492" y="715593"/>
                </a:lnTo>
                <a:lnTo>
                  <a:pt x="253261" y="731149"/>
                </a:lnTo>
                <a:lnTo>
                  <a:pt x="253290" y="746705"/>
                </a:lnTo>
                <a:lnTo>
                  <a:pt x="253640" y="762262"/>
                </a:lnTo>
                <a:lnTo>
                  <a:pt x="254347" y="777818"/>
                </a:lnTo>
                <a:lnTo>
                  <a:pt x="255411" y="793375"/>
                </a:lnTo>
                <a:lnTo>
                  <a:pt x="256795" y="808931"/>
                </a:lnTo>
                <a:lnTo>
                  <a:pt x="258431" y="824487"/>
                </a:lnTo>
                <a:lnTo>
                  <a:pt x="260217" y="840044"/>
                </a:lnTo>
                <a:lnTo>
                  <a:pt x="262028" y="855600"/>
                </a:lnTo>
                <a:lnTo>
                  <a:pt x="263731" y="871156"/>
                </a:lnTo>
                <a:lnTo>
                  <a:pt x="265189" y="886713"/>
                </a:lnTo>
                <a:lnTo>
                  <a:pt x="266285" y="902269"/>
                </a:lnTo>
                <a:lnTo>
                  <a:pt x="266925" y="917825"/>
                </a:lnTo>
                <a:lnTo>
                  <a:pt x="267052" y="933382"/>
                </a:lnTo>
                <a:lnTo>
                  <a:pt x="266652" y="948938"/>
                </a:lnTo>
                <a:lnTo>
                  <a:pt x="265752" y="964495"/>
                </a:lnTo>
                <a:lnTo>
                  <a:pt x="264416" y="980051"/>
                </a:lnTo>
                <a:lnTo>
                  <a:pt x="262738" y="995607"/>
                </a:lnTo>
                <a:lnTo>
                  <a:pt x="260832" y="1011164"/>
                </a:lnTo>
                <a:lnTo>
                  <a:pt x="258816" y="1026720"/>
                </a:lnTo>
                <a:lnTo>
                  <a:pt x="256803" y="1042276"/>
                </a:lnTo>
                <a:lnTo>
                  <a:pt x="254891" y="1057833"/>
                </a:lnTo>
                <a:lnTo>
                  <a:pt x="253157" y="1073389"/>
                </a:lnTo>
                <a:lnTo>
                  <a:pt x="251651" y="1088945"/>
                </a:lnTo>
                <a:lnTo>
                  <a:pt x="250400" y="1104502"/>
                </a:lnTo>
                <a:lnTo>
                  <a:pt x="249407" y="1120058"/>
                </a:lnTo>
                <a:lnTo>
                  <a:pt x="248660" y="1135615"/>
                </a:lnTo>
                <a:lnTo>
                  <a:pt x="248130" y="1151171"/>
                </a:lnTo>
                <a:lnTo>
                  <a:pt x="247782" y="1166727"/>
                </a:lnTo>
                <a:lnTo>
                  <a:pt x="247578" y="1182284"/>
                </a:lnTo>
                <a:lnTo>
                  <a:pt x="247480" y="1197840"/>
                </a:lnTo>
                <a:lnTo>
                  <a:pt x="247452" y="1213396"/>
                </a:lnTo>
                <a:lnTo>
                  <a:pt x="247465" y="1228953"/>
                </a:lnTo>
                <a:lnTo>
                  <a:pt x="247493" y="1244509"/>
                </a:lnTo>
                <a:lnTo>
                  <a:pt x="247518" y="1260065"/>
                </a:lnTo>
                <a:lnTo>
                  <a:pt x="247525" y="1275622"/>
                </a:lnTo>
                <a:lnTo>
                  <a:pt x="247506" y="1291178"/>
                </a:lnTo>
                <a:lnTo>
                  <a:pt x="247456" y="1306735"/>
                </a:lnTo>
                <a:lnTo>
                  <a:pt x="247372" y="1322291"/>
                </a:lnTo>
                <a:lnTo>
                  <a:pt x="247251" y="1337847"/>
                </a:lnTo>
                <a:lnTo>
                  <a:pt x="247093" y="1353404"/>
                </a:lnTo>
                <a:lnTo>
                  <a:pt x="246895" y="1368960"/>
                </a:lnTo>
                <a:lnTo>
                  <a:pt x="246655" y="1384516"/>
                </a:lnTo>
                <a:lnTo>
                  <a:pt x="246370" y="1400073"/>
                </a:lnTo>
                <a:lnTo>
                  <a:pt x="246037" y="1415629"/>
                </a:lnTo>
                <a:lnTo>
                  <a:pt x="245653" y="1431185"/>
                </a:lnTo>
                <a:lnTo>
                  <a:pt x="245217" y="1446742"/>
                </a:lnTo>
                <a:lnTo>
                  <a:pt x="244729" y="1462298"/>
                </a:lnTo>
                <a:lnTo>
                  <a:pt x="244193" y="1477855"/>
                </a:lnTo>
                <a:lnTo>
                  <a:pt x="243616" y="1493411"/>
                </a:lnTo>
                <a:lnTo>
                  <a:pt x="243009" y="1508967"/>
                </a:lnTo>
                <a:lnTo>
                  <a:pt x="242389" y="1524524"/>
                </a:lnTo>
                <a:lnTo>
                  <a:pt x="241775" y="1540080"/>
                </a:lnTo>
                <a:lnTo>
                  <a:pt x="241196" y="1555636"/>
                </a:lnTo>
                <a:lnTo>
                  <a:pt x="240685" y="1571193"/>
                </a:lnTo>
                <a:lnTo>
                  <a:pt x="240282" y="1586749"/>
                </a:lnTo>
                <a:lnTo>
                  <a:pt x="240035" y="1602305"/>
                </a:lnTo>
                <a:lnTo>
                  <a:pt x="239995" y="1617862"/>
                </a:lnTo>
                <a:lnTo>
                  <a:pt x="240218" y="1633418"/>
                </a:lnTo>
                <a:lnTo>
                  <a:pt x="240759" y="1648975"/>
                </a:lnTo>
                <a:lnTo>
                  <a:pt x="241669" y="1664531"/>
                </a:lnTo>
                <a:lnTo>
                  <a:pt x="242987" y="1680087"/>
                </a:lnTo>
                <a:lnTo>
                  <a:pt x="244737" y="1695644"/>
                </a:lnTo>
                <a:lnTo>
                  <a:pt x="246917" y="1711200"/>
                </a:lnTo>
                <a:lnTo>
                  <a:pt x="249495" y="1726756"/>
                </a:lnTo>
                <a:lnTo>
                  <a:pt x="252406" y="1742313"/>
                </a:lnTo>
                <a:lnTo>
                  <a:pt x="255546" y="1757869"/>
                </a:lnTo>
                <a:lnTo>
                  <a:pt x="258780" y="1773425"/>
                </a:lnTo>
                <a:lnTo>
                  <a:pt x="261947" y="1788982"/>
                </a:lnTo>
                <a:lnTo>
                  <a:pt x="264870" y="1804538"/>
                </a:lnTo>
                <a:lnTo>
                  <a:pt x="267372" y="1820095"/>
                </a:lnTo>
                <a:lnTo>
                  <a:pt x="269291" y="1835651"/>
                </a:lnTo>
                <a:lnTo>
                  <a:pt x="270498" y="1851207"/>
                </a:lnTo>
                <a:lnTo>
                  <a:pt x="270910" y="1866764"/>
                </a:lnTo>
                <a:lnTo>
                  <a:pt x="27091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7" name="01_full_GT_6">
            <a:extLst>
              <a:ext uri="{FF2B5EF4-FFF2-40B4-BE49-F238E27FC236}">
                <a16:creationId xmlns:a16="http://schemas.microsoft.com/office/drawing/2014/main" id="{490D3D5D-A6BC-4259-8F11-37EE50B9FA6D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7">
            <a:extLst>
              <a:ext uri="{FF2B5EF4-FFF2-40B4-BE49-F238E27FC236}">
                <a16:creationId xmlns:a16="http://schemas.microsoft.com/office/drawing/2014/main" id="{4A54820D-A6E8-4A8D-954F-ECAF3BD0CC35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1_full_GT_8">
            <a:extLst>
              <a:ext uri="{FF2B5EF4-FFF2-40B4-BE49-F238E27FC236}">
                <a16:creationId xmlns:a16="http://schemas.microsoft.com/office/drawing/2014/main" id="{90B18A24-2BFA-41B8-AE8C-BFC32CE90C9C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9">
            <a:extLst>
              <a:ext uri="{FF2B5EF4-FFF2-40B4-BE49-F238E27FC236}">
                <a16:creationId xmlns:a16="http://schemas.microsoft.com/office/drawing/2014/main" id="{2F9636DA-E02E-4037-B447-E8CAE7FA446E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1_full_GT_10">
            <a:extLst>
              <a:ext uri="{FF2B5EF4-FFF2-40B4-BE49-F238E27FC236}">
                <a16:creationId xmlns:a16="http://schemas.microsoft.com/office/drawing/2014/main" id="{A3320774-3353-4FD9-A0C1-3D6DE64A1E9F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11">
            <a:extLst>
              <a:ext uri="{FF2B5EF4-FFF2-40B4-BE49-F238E27FC236}">
                <a16:creationId xmlns:a16="http://schemas.microsoft.com/office/drawing/2014/main" id="{104C4FB6-2268-496E-8847-ED4A0A0D76E5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1_full_GT_12">
            <a:extLst>
              <a:ext uri="{FF2B5EF4-FFF2-40B4-BE49-F238E27FC236}">
                <a16:creationId xmlns:a16="http://schemas.microsoft.com/office/drawing/2014/main" id="{96817075-66C3-4002-830F-3169DA20EDF1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13">
            <a:extLst>
              <a:ext uri="{FF2B5EF4-FFF2-40B4-BE49-F238E27FC236}">
                <a16:creationId xmlns:a16="http://schemas.microsoft.com/office/drawing/2014/main" id="{FDFE1EB8-AFFE-47F1-80CE-1C38B9072A46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1_full_GT_14">
            <a:extLst>
              <a:ext uri="{FF2B5EF4-FFF2-40B4-BE49-F238E27FC236}">
                <a16:creationId xmlns:a16="http://schemas.microsoft.com/office/drawing/2014/main" id="{7EE31051-EB39-4906-98C9-B93C49703768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15">
            <a:extLst>
              <a:ext uri="{FF2B5EF4-FFF2-40B4-BE49-F238E27FC236}">
                <a16:creationId xmlns:a16="http://schemas.microsoft.com/office/drawing/2014/main" id="{2E78A288-1679-418C-8A1B-26562B28CE97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16">
            <a:extLst>
              <a:ext uri="{FF2B5EF4-FFF2-40B4-BE49-F238E27FC236}">
                <a16:creationId xmlns:a16="http://schemas.microsoft.com/office/drawing/2014/main" id="{6C92BB61-5E24-48FE-BECF-2C8EA58405E3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1_full_GT_17">
            <a:extLst>
              <a:ext uri="{FF2B5EF4-FFF2-40B4-BE49-F238E27FC236}">
                <a16:creationId xmlns:a16="http://schemas.microsoft.com/office/drawing/2014/main" id="{695EEE08-EA45-4729-B9A8-9E6F9A66CC22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1_full_GT_18">
            <a:extLst>
              <a:ext uri="{FF2B5EF4-FFF2-40B4-BE49-F238E27FC236}">
                <a16:creationId xmlns:a16="http://schemas.microsoft.com/office/drawing/2014/main" id="{12C6F7CA-4E97-4251-B2E8-3E34F18B726B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19">
            <a:extLst>
              <a:ext uri="{FF2B5EF4-FFF2-40B4-BE49-F238E27FC236}">
                <a16:creationId xmlns:a16="http://schemas.microsoft.com/office/drawing/2014/main" id="{7E387D84-AE35-470B-8373-81F6F571C78C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1_full_GT_20">
            <a:extLst>
              <a:ext uri="{FF2B5EF4-FFF2-40B4-BE49-F238E27FC236}">
                <a16:creationId xmlns:a16="http://schemas.microsoft.com/office/drawing/2014/main" id="{9891DF35-1685-4733-96E6-7879BAC91444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1_full_GT_21">
            <a:extLst>
              <a:ext uri="{FF2B5EF4-FFF2-40B4-BE49-F238E27FC236}">
                <a16:creationId xmlns:a16="http://schemas.microsoft.com/office/drawing/2014/main" id="{8CCFD611-CAB6-40B4-8D26-A39A48888DD3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22">
            <a:extLst>
              <a:ext uri="{FF2B5EF4-FFF2-40B4-BE49-F238E27FC236}">
                <a16:creationId xmlns:a16="http://schemas.microsoft.com/office/drawing/2014/main" id="{A482E690-CC02-41FA-B143-5D809FF92034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1_full_GT_23">
            <a:extLst>
              <a:ext uri="{FF2B5EF4-FFF2-40B4-BE49-F238E27FC236}">
                <a16:creationId xmlns:a16="http://schemas.microsoft.com/office/drawing/2014/main" id="{EEE6AF1F-FB48-4334-B4C8-530550F1C160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1_full_GT_24">
            <a:extLst>
              <a:ext uri="{FF2B5EF4-FFF2-40B4-BE49-F238E27FC236}">
                <a16:creationId xmlns:a16="http://schemas.microsoft.com/office/drawing/2014/main" id="{982F6090-E289-4BFC-98AE-2C26B4A4CCFE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25">
            <a:extLst>
              <a:ext uri="{FF2B5EF4-FFF2-40B4-BE49-F238E27FC236}">
                <a16:creationId xmlns:a16="http://schemas.microsoft.com/office/drawing/2014/main" id="{A359A24D-8F29-4758-86FD-C0BB9A76D50D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1_full_GT_26">
            <a:extLst>
              <a:ext uri="{FF2B5EF4-FFF2-40B4-BE49-F238E27FC236}">
                <a16:creationId xmlns:a16="http://schemas.microsoft.com/office/drawing/2014/main" id="{CC4E29F3-1AFA-493D-B41F-42ABD1ED099E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1_full_GT_27">
            <a:extLst>
              <a:ext uri="{FF2B5EF4-FFF2-40B4-BE49-F238E27FC236}">
                <a16:creationId xmlns:a16="http://schemas.microsoft.com/office/drawing/2014/main" id="{F4F4F761-FFD5-47DE-96F3-DD758DB8AFCB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28">
            <a:extLst>
              <a:ext uri="{FF2B5EF4-FFF2-40B4-BE49-F238E27FC236}">
                <a16:creationId xmlns:a16="http://schemas.microsoft.com/office/drawing/2014/main" id="{0EEC9BE2-D731-4A44-8CEA-C40D86E43828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1_full_GT_29">
            <a:extLst>
              <a:ext uri="{FF2B5EF4-FFF2-40B4-BE49-F238E27FC236}">
                <a16:creationId xmlns:a16="http://schemas.microsoft.com/office/drawing/2014/main" id="{D46A3624-906D-43FE-9B91-F6984DC8B899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1_full_GT_30">
            <a:extLst>
              <a:ext uri="{FF2B5EF4-FFF2-40B4-BE49-F238E27FC236}">
                <a16:creationId xmlns:a16="http://schemas.microsoft.com/office/drawing/2014/main" id="{161EBCEB-DABB-449C-84E8-3935220DE453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31">
            <a:extLst>
              <a:ext uri="{FF2B5EF4-FFF2-40B4-BE49-F238E27FC236}">
                <a16:creationId xmlns:a16="http://schemas.microsoft.com/office/drawing/2014/main" id="{CDE642B9-F595-4101-863F-383CC059A2C7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32">
            <a:extLst>
              <a:ext uri="{FF2B5EF4-FFF2-40B4-BE49-F238E27FC236}">
                <a16:creationId xmlns:a16="http://schemas.microsoft.com/office/drawing/2014/main" id="{511B9666-4861-4DF4-AC1E-9A5C31EBB926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1_full_GT_33">
            <a:extLst>
              <a:ext uri="{FF2B5EF4-FFF2-40B4-BE49-F238E27FC236}">
                <a16:creationId xmlns:a16="http://schemas.microsoft.com/office/drawing/2014/main" id="{12DB8FAA-4D85-4000-AF37-896A7ACCCE6D}"/>
              </a:ext>
            </a:extLst>
          </p:cNvPr>
          <p:cNvSpPr>
            <a:spLocks noGrp="1"/>
          </p:cNvSpPr>
          <p:nvPr/>
        </p:nvSpPr>
        <p:spPr>
          <a:xfrm>
            <a:off x="150295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1_full_GT_34">
            <a:extLst>
              <a:ext uri="{FF2B5EF4-FFF2-40B4-BE49-F238E27FC236}">
                <a16:creationId xmlns:a16="http://schemas.microsoft.com/office/drawing/2014/main" id="{D674181D-85C6-4B01-AC1C-E428C63C6524}"/>
              </a:ext>
            </a:extLst>
          </p:cNvPr>
          <p:cNvSpPr>
            <a:spLocks noGrp="1"/>
          </p:cNvSpPr>
          <p:nvPr/>
        </p:nvSpPr>
        <p:spPr>
          <a:xfrm>
            <a:off x="1669084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1_full_GT_35">
            <a:extLst>
              <a:ext uri="{FF2B5EF4-FFF2-40B4-BE49-F238E27FC236}">
                <a16:creationId xmlns:a16="http://schemas.microsoft.com/office/drawing/2014/main" id="{47E43BFE-B4D7-49D9-8906-F1FA731446A6}"/>
              </a:ext>
            </a:extLst>
          </p:cNvPr>
          <p:cNvSpPr>
            <a:spLocks noGrp="1"/>
          </p:cNvSpPr>
          <p:nvPr/>
        </p:nvSpPr>
        <p:spPr>
          <a:xfrm>
            <a:off x="163971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1_full_GT_36">
            <a:extLst>
              <a:ext uri="{FF2B5EF4-FFF2-40B4-BE49-F238E27FC236}">
                <a16:creationId xmlns:a16="http://schemas.microsoft.com/office/drawing/2014/main" id="{3892478C-7E37-46C9-B2A6-530FE58BA62F}"/>
              </a:ext>
            </a:extLst>
          </p:cNvPr>
          <p:cNvSpPr>
            <a:spLocks noGrp="1"/>
          </p:cNvSpPr>
          <p:nvPr/>
        </p:nvSpPr>
        <p:spPr>
          <a:xfrm>
            <a:off x="167577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1_full_GT_37">
            <a:extLst>
              <a:ext uri="{FF2B5EF4-FFF2-40B4-BE49-F238E27FC236}">
                <a16:creationId xmlns:a16="http://schemas.microsoft.com/office/drawing/2014/main" id="{713A028A-5B29-447A-8A0D-3AC589D647AF}"/>
              </a:ext>
            </a:extLst>
          </p:cNvPr>
          <p:cNvSpPr>
            <a:spLocks noGrp="1"/>
          </p:cNvSpPr>
          <p:nvPr/>
        </p:nvSpPr>
        <p:spPr>
          <a:xfrm>
            <a:off x="1522718" y="40169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1_full_GT_38">
            <a:extLst>
              <a:ext uri="{FF2B5EF4-FFF2-40B4-BE49-F238E27FC236}">
                <a16:creationId xmlns:a16="http://schemas.microsoft.com/office/drawing/2014/main" id="{455746A1-4583-481E-AA42-2635194C8F0F}"/>
              </a:ext>
            </a:extLst>
          </p:cNvPr>
          <p:cNvSpPr>
            <a:spLocks noGrp="1"/>
          </p:cNvSpPr>
          <p:nvPr/>
        </p:nvSpPr>
        <p:spPr>
          <a:xfrm>
            <a:off x="155080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1_full_GT_39">
            <a:extLst>
              <a:ext uri="{FF2B5EF4-FFF2-40B4-BE49-F238E27FC236}">
                <a16:creationId xmlns:a16="http://schemas.microsoft.com/office/drawing/2014/main" id="{27B8698C-7BAE-4C8D-890D-084AB1CF4E16}"/>
              </a:ext>
            </a:extLst>
          </p:cNvPr>
          <p:cNvSpPr>
            <a:spLocks noGrp="1"/>
          </p:cNvSpPr>
          <p:nvPr/>
        </p:nvSpPr>
        <p:spPr>
          <a:xfrm>
            <a:off x="14848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1_full_GT_40">
            <a:extLst>
              <a:ext uri="{FF2B5EF4-FFF2-40B4-BE49-F238E27FC236}">
                <a16:creationId xmlns:a16="http://schemas.microsoft.com/office/drawing/2014/main" id="{A696444A-6729-47BE-A459-E5FE9B4845A8}"/>
              </a:ext>
            </a:extLst>
          </p:cNvPr>
          <p:cNvSpPr>
            <a:spLocks noGrp="1"/>
          </p:cNvSpPr>
          <p:nvPr/>
        </p:nvSpPr>
        <p:spPr>
          <a:xfrm>
            <a:off x="1549155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1_full_GT_41">
            <a:extLst>
              <a:ext uri="{FF2B5EF4-FFF2-40B4-BE49-F238E27FC236}">
                <a16:creationId xmlns:a16="http://schemas.microsoft.com/office/drawing/2014/main" id="{211A7AF0-57DE-47DF-B899-3B28739248A4}"/>
              </a:ext>
            </a:extLst>
          </p:cNvPr>
          <p:cNvSpPr>
            <a:spLocks noGrp="1"/>
          </p:cNvSpPr>
          <p:nvPr/>
        </p:nvSpPr>
        <p:spPr>
          <a:xfrm>
            <a:off x="144639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1_full_GT_42">
            <a:extLst>
              <a:ext uri="{FF2B5EF4-FFF2-40B4-BE49-F238E27FC236}">
                <a16:creationId xmlns:a16="http://schemas.microsoft.com/office/drawing/2014/main" id="{C14896D7-7A4C-41A2-98EF-4046B51D84BF}"/>
              </a:ext>
            </a:extLst>
          </p:cNvPr>
          <p:cNvSpPr>
            <a:spLocks noGrp="1"/>
          </p:cNvSpPr>
          <p:nvPr/>
        </p:nvSpPr>
        <p:spPr>
          <a:xfrm>
            <a:off x="156868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1_full_GT_43">
            <a:extLst>
              <a:ext uri="{FF2B5EF4-FFF2-40B4-BE49-F238E27FC236}">
                <a16:creationId xmlns:a16="http://schemas.microsoft.com/office/drawing/2014/main" id="{6F3F3E22-4D4B-4CD5-8C37-2149711D2726}"/>
              </a:ext>
            </a:extLst>
          </p:cNvPr>
          <p:cNvSpPr>
            <a:spLocks noGrp="1"/>
          </p:cNvSpPr>
          <p:nvPr/>
        </p:nvSpPr>
        <p:spPr>
          <a:xfrm>
            <a:off x="158393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1_full_GT_44">
            <a:extLst>
              <a:ext uri="{FF2B5EF4-FFF2-40B4-BE49-F238E27FC236}">
                <a16:creationId xmlns:a16="http://schemas.microsoft.com/office/drawing/2014/main" id="{E234BA38-1F4D-43BB-A8BC-7AAFE8ED1779}"/>
              </a:ext>
            </a:extLst>
          </p:cNvPr>
          <p:cNvSpPr>
            <a:spLocks noGrp="1"/>
          </p:cNvSpPr>
          <p:nvPr/>
        </p:nvSpPr>
        <p:spPr>
          <a:xfrm>
            <a:off x="171846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1_full_GT_45">
            <a:extLst>
              <a:ext uri="{FF2B5EF4-FFF2-40B4-BE49-F238E27FC236}">
                <a16:creationId xmlns:a16="http://schemas.microsoft.com/office/drawing/2014/main" id="{268FE99A-4555-4EBC-B813-429D2F116A1F}"/>
              </a:ext>
            </a:extLst>
          </p:cNvPr>
          <p:cNvSpPr>
            <a:spLocks noGrp="1"/>
          </p:cNvSpPr>
          <p:nvPr/>
        </p:nvSpPr>
        <p:spPr>
          <a:xfrm>
            <a:off x="168458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1_full_GT_46">
            <a:extLst>
              <a:ext uri="{FF2B5EF4-FFF2-40B4-BE49-F238E27FC236}">
                <a16:creationId xmlns:a16="http://schemas.microsoft.com/office/drawing/2014/main" id="{B8EC9312-C155-422D-832D-79E16FEFA84F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1_full_GT_47">
            <a:extLst>
              <a:ext uri="{FF2B5EF4-FFF2-40B4-BE49-F238E27FC236}">
                <a16:creationId xmlns:a16="http://schemas.microsoft.com/office/drawing/2014/main" id="{C6208E0E-314C-4399-B9E3-A06D333BCD49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1_full_GT_48">
            <a:extLst>
              <a:ext uri="{FF2B5EF4-FFF2-40B4-BE49-F238E27FC236}">
                <a16:creationId xmlns:a16="http://schemas.microsoft.com/office/drawing/2014/main" id="{4669FE60-D69F-4600-BF79-4C210F3DA49B}"/>
              </a:ext>
            </a:extLst>
          </p:cNvPr>
          <p:cNvSpPr>
            <a:spLocks noGrp="1"/>
          </p:cNvSpPr>
          <p:nvPr/>
        </p:nvSpPr>
        <p:spPr>
          <a:xfrm>
            <a:off x="151838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1_full_GT_49">
            <a:extLst>
              <a:ext uri="{FF2B5EF4-FFF2-40B4-BE49-F238E27FC236}">
                <a16:creationId xmlns:a16="http://schemas.microsoft.com/office/drawing/2014/main" id="{2BCAE9C3-EF21-4D30-891B-0045A0527FB6}"/>
              </a:ext>
            </a:extLst>
          </p:cNvPr>
          <p:cNvSpPr>
            <a:spLocks noGrp="1"/>
          </p:cNvSpPr>
          <p:nvPr/>
        </p:nvSpPr>
        <p:spPr>
          <a:xfrm>
            <a:off x="1429309" y="407648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1_full_GT_50">
            <a:extLst>
              <a:ext uri="{FF2B5EF4-FFF2-40B4-BE49-F238E27FC236}">
                <a16:creationId xmlns:a16="http://schemas.microsoft.com/office/drawing/2014/main" id="{71528FD1-7AFE-4F74-BBE4-CFFA319AB0F5}"/>
              </a:ext>
            </a:extLst>
          </p:cNvPr>
          <p:cNvSpPr>
            <a:spLocks noGrp="1"/>
          </p:cNvSpPr>
          <p:nvPr/>
        </p:nvSpPr>
        <p:spPr>
          <a:xfrm>
            <a:off x="1721426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1_full_GT_51">
            <a:extLst>
              <a:ext uri="{FF2B5EF4-FFF2-40B4-BE49-F238E27FC236}">
                <a16:creationId xmlns:a16="http://schemas.microsoft.com/office/drawing/2014/main" id="{9C2666E2-2AEC-4D5B-A2DC-E8444AEDA0FD}"/>
              </a:ext>
            </a:extLst>
          </p:cNvPr>
          <p:cNvSpPr>
            <a:spLocks noGrp="1"/>
          </p:cNvSpPr>
          <p:nvPr/>
        </p:nvSpPr>
        <p:spPr>
          <a:xfrm>
            <a:off x="148281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1_full_GT_52">
            <a:extLst>
              <a:ext uri="{FF2B5EF4-FFF2-40B4-BE49-F238E27FC236}">
                <a16:creationId xmlns:a16="http://schemas.microsoft.com/office/drawing/2014/main" id="{81D1EFF4-5CC2-49A9-B819-A2C40253619A}"/>
              </a:ext>
            </a:extLst>
          </p:cNvPr>
          <p:cNvSpPr>
            <a:spLocks noGrp="1"/>
          </p:cNvSpPr>
          <p:nvPr/>
        </p:nvSpPr>
        <p:spPr>
          <a:xfrm>
            <a:off x="1594081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1_full_GT_53">
            <a:extLst>
              <a:ext uri="{FF2B5EF4-FFF2-40B4-BE49-F238E27FC236}">
                <a16:creationId xmlns:a16="http://schemas.microsoft.com/office/drawing/2014/main" id="{D0EF2B01-79A7-4660-8069-9C9B214E62E1}"/>
              </a:ext>
            </a:extLst>
          </p:cNvPr>
          <p:cNvSpPr>
            <a:spLocks noGrp="1"/>
          </p:cNvSpPr>
          <p:nvPr/>
        </p:nvSpPr>
        <p:spPr>
          <a:xfrm>
            <a:off x="163856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1_full_GT_54">
            <a:extLst>
              <a:ext uri="{FF2B5EF4-FFF2-40B4-BE49-F238E27FC236}">
                <a16:creationId xmlns:a16="http://schemas.microsoft.com/office/drawing/2014/main" id="{565E2A4B-5ADF-4744-B9A5-34D84A45A6AE}"/>
              </a:ext>
            </a:extLst>
          </p:cNvPr>
          <p:cNvSpPr>
            <a:spLocks noGrp="1"/>
          </p:cNvSpPr>
          <p:nvPr/>
        </p:nvSpPr>
        <p:spPr>
          <a:xfrm>
            <a:off x="1653376" y="391052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1_full_GT_55">
            <a:extLst>
              <a:ext uri="{FF2B5EF4-FFF2-40B4-BE49-F238E27FC236}">
                <a16:creationId xmlns:a16="http://schemas.microsoft.com/office/drawing/2014/main" id="{C01E9CDF-12B0-455B-95B2-971F74199E39}"/>
              </a:ext>
            </a:extLst>
          </p:cNvPr>
          <p:cNvSpPr>
            <a:spLocks noGrp="1"/>
          </p:cNvSpPr>
          <p:nvPr/>
        </p:nvSpPr>
        <p:spPr>
          <a:xfrm>
            <a:off x="141155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1_full_GT_56">
            <a:extLst>
              <a:ext uri="{FF2B5EF4-FFF2-40B4-BE49-F238E27FC236}">
                <a16:creationId xmlns:a16="http://schemas.microsoft.com/office/drawing/2014/main" id="{1CF2DA15-FF45-481A-881E-7D69EEB06A8F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1_full_GT_57">
            <a:extLst>
              <a:ext uri="{FF2B5EF4-FFF2-40B4-BE49-F238E27FC236}">
                <a16:creationId xmlns:a16="http://schemas.microsoft.com/office/drawing/2014/main" id="{311E94BB-8DC1-47FC-8E2B-C6890E6A5F4D}"/>
              </a:ext>
            </a:extLst>
          </p:cNvPr>
          <p:cNvSpPr>
            <a:spLocks noGrp="1"/>
          </p:cNvSpPr>
          <p:nvPr/>
        </p:nvSpPr>
        <p:spPr>
          <a:xfrm>
            <a:off x="151833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1_full_GT_58">
            <a:extLst>
              <a:ext uri="{FF2B5EF4-FFF2-40B4-BE49-F238E27FC236}">
                <a16:creationId xmlns:a16="http://schemas.microsoft.com/office/drawing/2014/main" id="{ED52B9E2-4E13-4AD1-AFC4-FDE614F916AF}"/>
              </a:ext>
            </a:extLst>
          </p:cNvPr>
          <p:cNvSpPr>
            <a:spLocks noGrp="1"/>
          </p:cNvSpPr>
          <p:nvPr/>
        </p:nvSpPr>
        <p:spPr>
          <a:xfrm>
            <a:off x="1535913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1_full_GT_59">
            <a:extLst>
              <a:ext uri="{FF2B5EF4-FFF2-40B4-BE49-F238E27FC236}">
                <a16:creationId xmlns:a16="http://schemas.microsoft.com/office/drawing/2014/main" id="{46F5E10A-8545-40FD-8A5E-84F45781B906}"/>
              </a:ext>
            </a:extLst>
          </p:cNvPr>
          <p:cNvSpPr>
            <a:spLocks noGrp="1"/>
          </p:cNvSpPr>
          <p:nvPr/>
        </p:nvSpPr>
        <p:spPr>
          <a:xfrm>
            <a:off x="149220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1_full_GT_60">
            <a:extLst>
              <a:ext uri="{FF2B5EF4-FFF2-40B4-BE49-F238E27FC236}">
                <a16:creationId xmlns:a16="http://schemas.microsoft.com/office/drawing/2014/main" id="{BBC53E93-FAE9-484B-959B-1DEC43F1C813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1_full_GT_61">
            <a:extLst>
              <a:ext uri="{FF2B5EF4-FFF2-40B4-BE49-F238E27FC236}">
                <a16:creationId xmlns:a16="http://schemas.microsoft.com/office/drawing/2014/main" id="{A52EE233-4175-44E3-8718-D1FACFA60858}"/>
              </a:ext>
            </a:extLst>
          </p:cNvPr>
          <p:cNvSpPr>
            <a:spLocks noGrp="1"/>
          </p:cNvSpPr>
          <p:nvPr/>
        </p:nvSpPr>
        <p:spPr>
          <a:xfrm>
            <a:off x="1421265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1_full_GT_62">
            <a:extLst>
              <a:ext uri="{FF2B5EF4-FFF2-40B4-BE49-F238E27FC236}">
                <a16:creationId xmlns:a16="http://schemas.microsoft.com/office/drawing/2014/main" id="{171B42FA-74D4-4F6B-8002-351F609A832E}"/>
              </a:ext>
            </a:extLst>
          </p:cNvPr>
          <p:cNvSpPr>
            <a:spLocks noGrp="1"/>
          </p:cNvSpPr>
          <p:nvPr/>
        </p:nvSpPr>
        <p:spPr>
          <a:xfrm>
            <a:off x="1522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1_full_GT_63">
            <a:extLst>
              <a:ext uri="{FF2B5EF4-FFF2-40B4-BE49-F238E27FC236}">
                <a16:creationId xmlns:a16="http://schemas.microsoft.com/office/drawing/2014/main" id="{DE283BF9-6A0D-4C9F-85D6-8BAEE7DCAE6F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1_full_GT_64">
            <a:extLst>
              <a:ext uri="{FF2B5EF4-FFF2-40B4-BE49-F238E27FC236}">
                <a16:creationId xmlns:a16="http://schemas.microsoft.com/office/drawing/2014/main" id="{1D9AC088-8D46-4C48-879D-886505BD2D6D}"/>
              </a:ext>
            </a:extLst>
          </p:cNvPr>
          <p:cNvSpPr>
            <a:spLocks noGrp="1"/>
          </p:cNvSpPr>
          <p:nvPr/>
        </p:nvSpPr>
        <p:spPr>
          <a:xfrm>
            <a:off x="14369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1_full_GT_65">
            <a:extLst>
              <a:ext uri="{FF2B5EF4-FFF2-40B4-BE49-F238E27FC236}">
                <a16:creationId xmlns:a16="http://schemas.microsoft.com/office/drawing/2014/main" id="{B93A32DD-15C9-4D7E-8F4D-F0085DC1E962}"/>
              </a:ext>
            </a:extLst>
          </p:cNvPr>
          <p:cNvSpPr>
            <a:spLocks noGrp="1"/>
          </p:cNvSpPr>
          <p:nvPr/>
        </p:nvSpPr>
        <p:spPr>
          <a:xfrm>
            <a:off x="1429835" y="47496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1_full_GT_66">
            <a:extLst>
              <a:ext uri="{FF2B5EF4-FFF2-40B4-BE49-F238E27FC236}">
                <a16:creationId xmlns:a16="http://schemas.microsoft.com/office/drawing/2014/main" id="{68150CA1-5CB5-4834-9D90-20F2288F5FE3}"/>
              </a:ext>
            </a:extLst>
          </p:cNvPr>
          <p:cNvSpPr>
            <a:spLocks noGrp="1"/>
          </p:cNvSpPr>
          <p:nvPr/>
        </p:nvSpPr>
        <p:spPr>
          <a:xfrm>
            <a:off x="1590148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1_full_GT_67">
            <a:extLst>
              <a:ext uri="{FF2B5EF4-FFF2-40B4-BE49-F238E27FC236}">
                <a16:creationId xmlns:a16="http://schemas.microsoft.com/office/drawing/2014/main" id="{74C5FC20-C6E9-43DA-A9A5-F177738B011F}"/>
              </a:ext>
            </a:extLst>
          </p:cNvPr>
          <p:cNvSpPr>
            <a:spLocks noGrp="1"/>
          </p:cNvSpPr>
          <p:nvPr/>
        </p:nvSpPr>
        <p:spPr>
          <a:xfrm>
            <a:off x="1574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1_full_GT_68">
            <a:extLst>
              <a:ext uri="{FF2B5EF4-FFF2-40B4-BE49-F238E27FC236}">
                <a16:creationId xmlns:a16="http://schemas.microsoft.com/office/drawing/2014/main" id="{EC38FD90-D491-45DB-9F8B-95F470BB8EA2}"/>
              </a:ext>
            </a:extLst>
          </p:cNvPr>
          <p:cNvSpPr>
            <a:spLocks noGrp="1"/>
          </p:cNvSpPr>
          <p:nvPr/>
        </p:nvSpPr>
        <p:spPr>
          <a:xfrm>
            <a:off x="14635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1_full_GT_69">
            <a:extLst>
              <a:ext uri="{FF2B5EF4-FFF2-40B4-BE49-F238E27FC236}">
                <a16:creationId xmlns:a16="http://schemas.microsoft.com/office/drawing/2014/main" id="{C0B7CB73-2446-45C4-9360-AD6F443E6BBD}"/>
              </a:ext>
            </a:extLst>
          </p:cNvPr>
          <p:cNvSpPr>
            <a:spLocks noGrp="1"/>
          </p:cNvSpPr>
          <p:nvPr/>
        </p:nvSpPr>
        <p:spPr>
          <a:xfrm>
            <a:off x="15219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1_full_GT_70">
            <a:extLst>
              <a:ext uri="{FF2B5EF4-FFF2-40B4-BE49-F238E27FC236}">
                <a16:creationId xmlns:a16="http://schemas.microsoft.com/office/drawing/2014/main" id="{8558C338-C41B-4E4C-8A52-9417279ADF19}"/>
              </a:ext>
            </a:extLst>
          </p:cNvPr>
          <p:cNvSpPr>
            <a:spLocks noGrp="1"/>
          </p:cNvSpPr>
          <p:nvPr/>
        </p:nvSpPr>
        <p:spPr>
          <a:xfrm>
            <a:off x="145516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1_full_GT_71">
            <a:extLst>
              <a:ext uri="{FF2B5EF4-FFF2-40B4-BE49-F238E27FC236}">
                <a16:creationId xmlns:a16="http://schemas.microsoft.com/office/drawing/2014/main" id="{8DC38D5E-2360-4BB6-838C-E96C6D841FAA}"/>
              </a:ext>
            </a:extLst>
          </p:cNvPr>
          <p:cNvSpPr>
            <a:spLocks noGrp="1"/>
          </p:cNvSpPr>
          <p:nvPr/>
        </p:nvSpPr>
        <p:spPr>
          <a:xfrm>
            <a:off x="165615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1_full_GT_72">
            <a:extLst>
              <a:ext uri="{FF2B5EF4-FFF2-40B4-BE49-F238E27FC236}">
                <a16:creationId xmlns:a16="http://schemas.microsoft.com/office/drawing/2014/main" id="{54756CB0-8F79-43F0-B190-DB61E655C177}"/>
              </a:ext>
            </a:extLst>
          </p:cNvPr>
          <p:cNvSpPr>
            <a:spLocks noGrp="1"/>
          </p:cNvSpPr>
          <p:nvPr/>
        </p:nvSpPr>
        <p:spPr>
          <a:xfrm>
            <a:off x="151656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1_full_GT_73">
            <a:extLst>
              <a:ext uri="{FF2B5EF4-FFF2-40B4-BE49-F238E27FC236}">
                <a16:creationId xmlns:a16="http://schemas.microsoft.com/office/drawing/2014/main" id="{D2A6318B-24D6-4A2D-9D27-69D0665610D2}"/>
              </a:ext>
            </a:extLst>
          </p:cNvPr>
          <p:cNvSpPr>
            <a:spLocks noGrp="1"/>
          </p:cNvSpPr>
          <p:nvPr/>
        </p:nvSpPr>
        <p:spPr>
          <a:xfrm>
            <a:off x="17040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1_full_GT_74">
            <a:extLst>
              <a:ext uri="{FF2B5EF4-FFF2-40B4-BE49-F238E27FC236}">
                <a16:creationId xmlns:a16="http://schemas.microsoft.com/office/drawing/2014/main" id="{09CA4C29-16EA-4598-B548-97F3789A6A36}"/>
              </a:ext>
            </a:extLst>
          </p:cNvPr>
          <p:cNvSpPr>
            <a:spLocks noGrp="1"/>
          </p:cNvSpPr>
          <p:nvPr/>
        </p:nvSpPr>
        <p:spPr>
          <a:xfrm>
            <a:off x="1495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1_full_GT_75">
            <a:extLst>
              <a:ext uri="{FF2B5EF4-FFF2-40B4-BE49-F238E27FC236}">
                <a16:creationId xmlns:a16="http://schemas.microsoft.com/office/drawing/2014/main" id="{F8F1A1BE-DF18-405D-9D82-31EFFB6FB6D9}"/>
              </a:ext>
            </a:extLst>
          </p:cNvPr>
          <p:cNvSpPr>
            <a:spLocks noGrp="1"/>
          </p:cNvSpPr>
          <p:nvPr/>
        </p:nvSpPr>
        <p:spPr>
          <a:xfrm>
            <a:off x="17104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1_full_GT_76">
            <a:extLst>
              <a:ext uri="{FF2B5EF4-FFF2-40B4-BE49-F238E27FC236}">
                <a16:creationId xmlns:a16="http://schemas.microsoft.com/office/drawing/2014/main" id="{2ED783E6-ACE9-4441-A24F-218FBE695B0C}"/>
              </a:ext>
            </a:extLst>
          </p:cNvPr>
          <p:cNvSpPr>
            <a:spLocks noGrp="1"/>
          </p:cNvSpPr>
          <p:nvPr/>
        </p:nvSpPr>
        <p:spPr>
          <a:xfrm>
            <a:off x="1505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1_full_GT_77">
            <a:extLst>
              <a:ext uri="{FF2B5EF4-FFF2-40B4-BE49-F238E27FC236}">
                <a16:creationId xmlns:a16="http://schemas.microsoft.com/office/drawing/2014/main" id="{2D151C0F-4DF4-48CB-8A45-9665D8D57F26}"/>
              </a:ext>
            </a:extLst>
          </p:cNvPr>
          <p:cNvSpPr>
            <a:spLocks noGrp="1"/>
          </p:cNvSpPr>
          <p:nvPr/>
        </p:nvSpPr>
        <p:spPr>
          <a:xfrm>
            <a:off x="143452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1_full_GT_78">
            <a:extLst>
              <a:ext uri="{FF2B5EF4-FFF2-40B4-BE49-F238E27FC236}">
                <a16:creationId xmlns:a16="http://schemas.microsoft.com/office/drawing/2014/main" id="{520A1235-D667-4199-BEBA-66C466090819}"/>
              </a:ext>
            </a:extLst>
          </p:cNvPr>
          <p:cNvSpPr>
            <a:spLocks noGrp="1"/>
          </p:cNvSpPr>
          <p:nvPr/>
        </p:nvSpPr>
        <p:spPr>
          <a:xfrm>
            <a:off x="153760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1_full_GT_79">
            <a:extLst>
              <a:ext uri="{FF2B5EF4-FFF2-40B4-BE49-F238E27FC236}">
                <a16:creationId xmlns:a16="http://schemas.microsoft.com/office/drawing/2014/main" id="{31B7383E-50A1-430C-A610-971C7988A58D}"/>
              </a:ext>
            </a:extLst>
          </p:cNvPr>
          <p:cNvSpPr>
            <a:spLocks noGrp="1"/>
          </p:cNvSpPr>
          <p:nvPr/>
        </p:nvSpPr>
        <p:spPr>
          <a:xfrm>
            <a:off x="1532764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1_full_GT_80">
            <a:extLst>
              <a:ext uri="{FF2B5EF4-FFF2-40B4-BE49-F238E27FC236}">
                <a16:creationId xmlns:a16="http://schemas.microsoft.com/office/drawing/2014/main" id="{C571D972-45E2-4D30-B297-82F8DB14E00A}"/>
              </a:ext>
            </a:extLst>
          </p:cNvPr>
          <p:cNvSpPr>
            <a:spLocks noGrp="1"/>
          </p:cNvSpPr>
          <p:nvPr/>
        </p:nvSpPr>
        <p:spPr>
          <a:xfrm>
            <a:off x="154726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1_full_GT_81">
            <a:extLst>
              <a:ext uri="{FF2B5EF4-FFF2-40B4-BE49-F238E27FC236}">
                <a16:creationId xmlns:a16="http://schemas.microsoft.com/office/drawing/2014/main" id="{7BBC1AA8-C5A0-4894-BF20-CF6F39CE5BC4}"/>
              </a:ext>
            </a:extLst>
          </p:cNvPr>
          <p:cNvSpPr>
            <a:spLocks noGrp="1"/>
          </p:cNvSpPr>
          <p:nvPr/>
        </p:nvSpPr>
        <p:spPr>
          <a:xfrm>
            <a:off x="161009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1_full_GT_82">
            <a:extLst>
              <a:ext uri="{FF2B5EF4-FFF2-40B4-BE49-F238E27FC236}">
                <a16:creationId xmlns:a16="http://schemas.microsoft.com/office/drawing/2014/main" id="{B7E18B00-CCA7-45A1-A90D-D7193F9687D9}"/>
              </a:ext>
            </a:extLst>
          </p:cNvPr>
          <p:cNvSpPr>
            <a:spLocks noGrp="1"/>
          </p:cNvSpPr>
          <p:nvPr/>
        </p:nvSpPr>
        <p:spPr>
          <a:xfrm>
            <a:off x="165976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1_full_GT_83">
            <a:extLst>
              <a:ext uri="{FF2B5EF4-FFF2-40B4-BE49-F238E27FC236}">
                <a16:creationId xmlns:a16="http://schemas.microsoft.com/office/drawing/2014/main" id="{DCF728A4-302E-41D0-A70F-FB4DBF8A7FB6}"/>
              </a:ext>
            </a:extLst>
          </p:cNvPr>
          <p:cNvSpPr>
            <a:spLocks noGrp="1"/>
          </p:cNvSpPr>
          <p:nvPr/>
        </p:nvSpPr>
        <p:spPr>
          <a:xfrm>
            <a:off x="160431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1_full_GT_84">
            <a:extLst>
              <a:ext uri="{FF2B5EF4-FFF2-40B4-BE49-F238E27FC236}">
                <a16:creationId xmlns:a16="http://schemas.microsoft.com/office/drawing/2014/main" id="{8113916E-C3A5-4080-85F6-2AFDD558C1EC}"/>
              </a:ext>
            </a:extLst>
          </p:cNvPr>
          <p:cNvSpPr>
            <a:spLocks noGrp="1"/>
          </p:cNvSpPr>
          <p:nvPr/>
        </p:nvSpPr>
        <p:spPr>
          <a:xfrm>
            <a:off x="154633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1_full_GT_85">
            <a:extLst>
              <a:ext uri="{FF2B5EF4-FFF2-40B4-BE49-F238E27FC236}">
                <a16:creationId xmlns:a16="http://schemas.microsoft.com/office/drawing/2014/main" id="{EAA9C39D-F3BE-4E55-9869-F5AB25DBA6DA}"/>
              </a:ext>
            </a:extLst>
          </p:cNvPr>
          <p:cNvSpPr>
            <a:spLocks noGrp="1"/>
          </p:cNvSpPr>
          <p:nvPr/>
        </p:nvSpPr>
        <p:spPr>
          <a:xfrm>
            <a:off x="1710983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1_full_GT_86">
            <a:extLst>
              <a:ext uri="{FF2B5EF4-FFF2-40B4-BE49-F238E27FC236}">
                <a16:creationId xmlns:a16="http://schemas.microsoft.com/office/drawing/2014/main" id="{CDC7810C-47CB-40C4-9122-D9BBE8B8003E}"/>
              </a:ext>
            </a:extLst>
          </p:cNvPr>
          <p:cNvSpPr>
            <a:spLocks noGrp="1"/>
          </p:cNvSpPr>
          <p:nvPr/>
        </p:nvSpPr>
        <p:spPr>
          <a:xfrm>
            <a:off x="144022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1_full_GT_87">
            <a:extLst>
              <a:ext uri="{FF2B5EF4-FFF2-40B4-BE49-F238E27FC236}">
                <a16:creationId xmlns:a16="http://schemas.microsoft.com/office/drawing/2014/main" id="{AA45923B-889C-4A3B-B4C1-DADDF3422135}"/>
              </a:ext>
            </a:extLst>
          </p:cNvPr>
          <p:cNvSpPr>
            <a:spLocks noGrp="1"/>
          </p:cNvSpPr>
          <p:nvPr/>
        </p:nvSpPr>
        <p:spPr>
          <a:xfrm>
            <a:off x="148126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1_full_GT_88">
            <a:extLst>
              <a:ext uri="{FF2B5EF4-FFF2-40B4-BE49-F238E27FC236}">
                <a16:creationId xmlns:a16="http://schemas.microsoft.com/office/drawing/2014/main" id="{637CD7A8-A15E-4977-9804-00BE91311846}"/>
              </a:ext>
            </a:extLst>
          </p:cNvPr>
          <p:cNvSpPr>
            <a:spLocks noGrp="1"/>
          </p:cNvSpPr>
          <p:nvPr/>
        </p:nvSpPr>
        <p:spPr>
          <a:xfrm>
            <a:off x="14236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1_full_GT_89">
            <a:extLst>
              <a:ext uri="{FF2B5EF4-FFF2-40B4-BE49-F238E27FC236}">
                <a16:creationId xmlns:a16="http://schemas.microsoft.com/office/drawing/2014/main" id="{24BB517F-303D-4FFC-B6FF-267D8B1268D4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1_full_GT_90">
            <a:extLst>
              <a:ext uri="{FF2B5EF4-FFF2-40B4-BE49-F238E27FC236}">
                <a16:creationId xmlns:a16="http://schemas.microsoft.com/office/drawing/2014/main" id="{A313D4B2-BD2C-4A48-A7C3-2694B1E39A82}"/>
              </a:ext>
            </a:extLst>
          </p:cNvPr>
          <p:cNvSpPr>
            <a:spLocks noGrp="1"/>
          </p:cNvSpPr>
          <p:nvPr/>
        </p:nvSpPr>
        <p:spPr>
          <a:xfrm>
            <a:off x="157726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1_full_GT_91">
            <a:extLst>
              <a:ext uri="{FF2B5EF4-FFF2-40B4-BE49-F238E27FC236}">
                <a16:creationId xmlns:a16="http://schemas.microsoft.com/office/drawing/2014/main" id="{05D32E74-9B1E-4A28-81D9-19ABC7AFA932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1_full_GT_92">
            <a:extLst>
              <a:ext uri="{FF2B5EF4-FFF2-40B4-BE49-F238E27FC236}">
                <a16:creationId xmlns:a16="http://schemas.microsoft.com/office/drawing/2014/main" id="{7E6DB37A-1DDE-4DD5-B428-A5DE45F9EB90}"/>
              </a:ext>
            </a:extLst>
          </p:cNvPr>
          <p:cNvSpPr>
            <a:spLocks noGrp="1"/>
          </p:cNvSpPr>
          <p:nvPr/>
        </p:nvSpPr>
        <p:spPr>
          <a:xfrm>
            <a:off x="1708356" y="39651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1_full_GT_93">
            <a:extLst>
              <a:ext uri="{FF2B5EF4-FFF2-40B4-BE49-F238E27FC236}">
                <a16:creationId xmlns:a16="http://schemas.microsoft.com/office/drawing/2014/main" id="{63ACB7C3-9484-4A7B-8DCF-A1068931520D}"/>
              </a:ext>
            </a:extLst>
          </p:cNvPr>
          <p:cNvSpPr>
            <a:spLocks noGrp="1"/>
          </p:cNvSpPr>
          <p:nvPr/>
        </p:nvSpPr>
        <p:spPr>
          <a:xfrm>
            <a:off x="1712321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1_full_GT_94">
            <a:extLst>
              <a:ext uri="{FF2B5EF4-FFF2-40B4-BE49-F238E27FC236}">
                <a16:creationId xmlns:a16="http://schemas.microsoft.com/office/drawing/2014/main" id="{D31A69A9-9C2C-4683-A966-6C37E099FF75}"/>
              </a:ext>
            </a:extLst>
          </p:cNvPr>
          <p:cNvSpPr>
            <a:spLocks noGrp="1"/>
          </p:cNvSpPr>
          <p:nvPr/>
        </p:nvSpPr>
        <p:spPr>
          <a:xfrm>
            <a:off x="1468350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1_full_GT_95">
            <a:extLst>
              <a:ext uri="{FF2B5EF4-FFF2-40B4-BE49-F238E27FC236}">
                <a16:creationId xmlns:a16="http://schemas.microsoft.com/office/drawing/2014/main" id="{A7E7FA5C-1EB0-46A1-9157-6DFE9E120B64}"/>
              </a:ext>
            </a:extLst>
          </p:cNvPr>
          <p:cNvSpPr>
            <a:spLocks noGrp="1"/>
          </p:cNvSpPr>
          <p:nvPr/>
        </p:nvSpPr>
        <p:spPr>
          <a:xfrm>
            <a:off x="150145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1_full_GT_96">
            <a:extLst>
              <a:ext uri="{FF2B5EF4-FFF2-40B4-BE49-F238E27FC236}">
                <a16:creationId xmlns:a16="http://schemas.microsoft.com/office/drawing/2014/main" id="{4508A0CC-067B-40FB-8712-21E3C9EE6001}"/>
              </a:ext>
            </a:extLst>
          </p:cNvPr>
          <p:cNvSpPr>
            <a:spLocks noGrp="1"/>
          </p:cNvSpPr>
          <p:nvPr/>
        </p:nvSpPr>
        <p:spPr>
          <a:xfrm>
            <a:off x="1456403" y="414141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1_full_GT_97">
            <a:extLst>
              <a:ext uri="{FF2B5EF4-FFF2-40B4-BE49-F238E27FC236}">
                <a16:creationId xmlns:a16="http://schemas.microsoft.com/office/drawing/2014/main" id="{6D1DA05B-3A9C-425A-BE48-6AF736A63C4F}"/>
              </a:ext>
            </a:extLst>
          </p:cNvPr>
          <p:cNvSpPr>
            <a:spLocks noGrp="1"/>
          </p:cNvSpPr>
          <p:nvPr/>
        </p:nvSpPr>
        <p:spPr>
          <a:xfrm>
            <a:off x="1501775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1_full_GT_98">
            <a:extLst>
              <a:ext uri="{FF2B5EF4-FFF2-40B4-BE49-F238E27FC236}">
                <a16:creationId xmlns:a16="http://schemas.microsoft.com/office/drawing/2014/main" id="{3C52239F-DC6B-4C1D-9C45-F13014FCABA2}"/>
              </a:ext>
            </a:extLst>
          </p:cNvPr>
          <p:cNvSpPr>
            <a:spLocks noGrp="1"/>
          </p:cNvSpPr>
          <p:nvPr/>
        </p:nvSpPr>
        <p:spPr>
          <a:xfrm>
            <a:off x="1458082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1_full_GT_99">
            <a:extLst>
              <a:ext uri="{FF2B5EF4-FFF2-40B4-BE49-F238E27FC236}">
                <a16:creationId xmlns:a16="http://schemas.microsoft.com/office/drawing/2014/main" id="{E6982BE3-DF6B-4D01-8101-3516780E9056}"/>
              </a:ext>
            </a:extLst>
          </p:cNvPr>
          <p:cNvSpPr>
            <a:spLocks noGrp="1"/>
          </p:cNvSpPr>
          <p:nvPr/>
        </p:nvSpPr>
        <p:spPr>
          <a:xfrm>
            <a:off x="154991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1_full_GT_100">
            <a:extLst>
              <a:ext uri="{FF2B5EF4-FFF2-40B4-BE49-F238E27FC236}">
                <a16:creationId xmlns:a16="http://schemas.microsoft.com/office/drawing/2014/main" id="{05A8F3F0-D8EF-4202-85D1-351CD5A17DDD}"/>
              </a:ext>
            </a:extLst>
          </p:cNvPr>
          <p:cNvSpPr>
            <a:spLocks noGrp="1"/>
          </p:cNvSpPr>
          <p:nvPr/>
        </p:nvSpPr>
        <p:spPr>
          <a:xfrm>
            <a:off x="1586741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1_full_GT_101">
            <a:extLst>
              <a:ext uri="{FF2B5EF4-FFF2-40B4-BE49-F238E27FC236}">
                <a16:creationId xmlns:a16="http://schemas.microsoft.com/office/drawing/2014/main" id="{704273CE-C00A-4659-AD0D-A80A1D95E0BD}"/>
              </a:ext>
            </a:extLst>
          </p:cNvPr>
          <p:cNvSpPr>
            <a:spLocks noGrp="1"/>
          </p:cNvSpPr>
          <p:nvPr/>
        </p:nvSpPr>
        <p:spPr>
          <a:xfrm>
            <a:off x="1565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1_full_GT_102">
            <a:extLst>
              <a:ext uri="{FF2B5EF4-FFF2-40B4-BE49-F238E27FC236}">
                <a16:creationId xmlns:a16="http://schemas.microsoft.com/office/drawing/2014/main" id="{80960587-E9B5-41A0-8AC1-C881CD9F1F47}"/>
              </a:ext>
            </a:extLst>
          </p:cNvPr>
          <p:cNvSpPr>
            <a:spLocks noGrp="1"/>
          </p:cNvSpPr>
          <p:nvPr/>
        </p:nvSpPr>
        <p:spPr>
          <a:xfrm>
            <a:off x="1563248" y="414859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1_full_GT_103">
            <a:extLst>
              <a:ext uri="{FF2B5EF4-FFF2-40B4-BE49-F238E27FC236}">
                <a16:creationId xmlns:a16="http://schemas.microsoft.com/office/drawing/2014/main" id="{4723B0B7-2C67-480C-BFB1-2F01226D7CBE}"/>
              </a:ext>
            </a:extLst>
          </p:cNvPr>
          <p:cNvSpPr>
            <a:spLocks noGrp="1"/>
          </p:cNvSpPr>
          <p:nvPr/>
        </p:nvSpPr>
        <p:spPr>
          <a:xfrm>
            <a:off x="153873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1_full_GT_104">
            <a:extLst>
              <a:ext uri="{FF2B5EF4-FFF2-40B4-BE49-F238E27FC236}">
                <a16:creationId xmlns:a16="http://schemas.microsoft.com/office/drawing/2014/main" id="{89335CA1-F51D-4A6C-8B6C-60EAF2787FD0}"/>
              </a:ext>
            </a:extLst>
          </p:cNvPr>
          <p:cNvSpPr>
            <a:spLocks noGrp="1"/>
          </p:cNvSpPr>
          <p:nvPr/>
        </p:nvSpPr>
        <p:spPr>
          <a:xfrm>
            <a:off x="1469478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1_full_GT_105">
            <a:extLst>
              <a:ext uri="{FF2B5EF4-FFF2-40B4-BE49-F238E27FC236}">
                <a16:creationId xmlns:a16="http://schemas.microsoft.com/office/drawing/2014/main" id="{F423D111-744A-4124-A649-D25FEB4F3377}"/>
              </a:ext>
            </a:extLst>
          </p:cNvPr>
          <p:cNvSpPr>
            <a:spLocks noGrp="1"/>
          </p:cNvSpPr>
          <p:nvPr/>
        </p:nvSpPr>
        <p:spPr>
          <a:xfrm>
            <a:off x="14367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1_full_GT_106">
            <a:extLst>
              <a:ext uri="{FF2B5EF4-FFF2-40B4-BE49-F238E27FC236}">
                <a16:creationId xmlns:a16="http://schemas.microsoft.com/office/drawing/2014/main" id="{8B1AF7A5-8C1D-4B43-AE6F-F3D21CF76436}"/>
              </a:ext>
            </a:extLst>
          </p:cNvPr>
          <p:cNvSpPr>
            <a:spLocks noGrp="1"/>
          </p:cNvSpPr>
          <p:nvPr/>
        </p:nvSpPr>
        <p:spPr>
          <a:xfrm>
            <a:off x="15345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1_full_GT_107">
            <a:extLst>
              <a:ext uri="{FF2B5EF4-FFF2-40B4-BE49-F238E27FC236}">
                <a16:creationId xmlns:a16="http://schemas.microsoft.com/office/drawing/2014/main" id="{B920DBB8-6ED0-4D89-8CDF-293E429171DD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1_full_GT_108">
            <a:extLst>
              <a:ext uri="{FF2B5EF4-FFF2-40B4-BE49-F238E27FC236}">
                <a16:creationId xmlns:a16="http://schemas.microsoft.com/office/drawing/2014/main" id="{4EEA0D58-EA59-4F8C-8C93-FCF75B75766C}"/>
              </a:ext>
            </a:extLst>
          </p:cNvPr>
          <p:cNvSpPr>
            <a:spLocks noGrp="1"/>
          </p:cNvSpPr>
          <p:nvPr/>
        </p:nvSpPr>
        <p:spPr>
          <a:xfrm>
            <a:off x="165768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1_full_GT_109">
            <a:extLst>
              <a:ext uri="{FF2B5EF4-FFF2-40B4-BE49-F238E27FC236}">
                <a16:creationId xmlns:a16="http://schemas.microsoft.com/office/drawing/2014/main" id="{1B7B89D9-B271-4543-9910-DA3307C20E5A}"/>
              </a:ext>
            </a:extLst>
          </p:cNvPr>
          <p:cNvSpPr>
            <a:spLocks noGrp="1"/>
          </p:cNvSpPr>
          <p:nvPr/>
        </p:nvSpPr>
        <p:spPr>
          <a:xfrm>
            <a:off x="1433594" y="422039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1_full_GT_110">
            <a:extLst>
              <a:ext uri="{FF2B5EF4-FFF2-40B4-BE49-F238E27FC236}">
                <a16:creationId xmlns:a16="http://schemas.microsoft.com/office/drawing/2014/main" id="{BBB969D3-8DB1-4F2F-AA5B-900C177EC97A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1_full_GT_111">
            <a:extLst>
              <a:ext uri="{FF2B5EF4-FFF2-40B4-BE49-F238E27FC236}">
                <a16:creationId xmlns:a16="http://schemas.microsoft.com/office/drawing/2014/main" id="{6A8D481E-F2A7-4618-BD6F-8588CFE0AEA2}"/>
              </a:ext>
            </a:extLst>
          </p:cNvPr>
          <p:cNvSpPr>
            <a:spLocks noGrp="1"/>
          </p:cNvSpPr>
          <p:nvPr/>
        </p:nvSpPr>
        <p:spPr>
          <a:xfrm>
            <a:off x="1437981" y="42266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1_full_GT_112">
            <a:extLst>
              <a:ext uri="{FF2B5EF4-FFF2-40B4-BE49-F238E27FC236}">
                <a16:creationId xmlns:a16="http://schemas.microsoft.com/office/drawing/2014/main" id="{6C832E0E-3B8A-4BDC-B382-0E8E6B7F9E67}"/>
              </a:ext>
            </a:extLst>
          </p:cNvPr>
          <p:cNvSpPr>
            <a:spLocks noGrp="1"/>
          </p:cNvSpPr>
          <p:nvPr/>
        </p:nvSpPr>
        <p:spPr>
          <a:xfrm>
            <a:off x="16171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1_full_GT_113">
            <a:extLst>
              <a:ext uri="{FF2B5EF4-FFF2-40B4-BE49-F238E27FC236}">
                <a16:creationId xmlns:a16="http://schemas.microsoft.com/office/drawing/2014/main" id="{DEAAA48F-03A3-4CFB-AE4B-BB4B9BB7571C}"/>
              </a:ext>
            </a:extLst>
          </p:cNvPr>
          <p:cNvSpPr>
            <a:spLocks noGrp="1"/>
          </p:cNvSpPr>
          <p:nvPr/>
        </p:nvSpPr>
        <p:spPr>
          <a:xfrm>
            <a:off x="145225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1_full_GT_114">
            <a:extLst>
              <a:ext uri="{FF2B5EF4-FFF2-40B4-BE49-F238E27FC236}">
                <a16:creationId xmlns:a16="http://schemas.microsoft.com/office/drawing/2014/main" id="{BC14D32C-6C66-4CF1-B93E-5E34CBC02895}"/>
              </a:ext>
            </a:extLst>
          </p:cNvPr>
          <p:cNvSpPr>
            <a:spLocks noGrp="1"/>
          </p:cNvSpPr>
          <p:nvPr/>
        </p:nvSpPr>
        <p:spPr>
          <a:xfrm>
            <a:off x="15286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1_full_GT_115">
            <a:extLst>
              <a:ext uri="{FF2B5EF4-FFF2-40B4-BE49-F238E27FC236}">
                <a16:creationId xmlns:a16="http://schemas.microsoft.com/office/drawing/2014/main" id="{2034CF09-8966-43E8-B418-7CAA8B0D9A16}"/>
              </a:ext>
            </a:extLst>
          </p:cNvPr>
          <p:cNvSpPr>
            <a:spLocks noGrp="1"/>
          </p:cNvSpPr>
          <p:nvPr/>
        </p:nvSpPr>
        <p:spPr>
          <a:xfrm>
            <a:off x="139969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1_full_GT_116">
            <a:extLst>
              <a:ext uri="{FF2B5EF4-FFF2-40B4-BE49-F238E27FC236}">
                <a16:creationId xmlns:a16="http://schemas.microsoft.com/office/drawing/2014/main" id="{4108AB0C-BB21-40E2-8993-7B6142AA8F76}"/>
              </a:ext>
            </a:extLst>
          </p:cNvPr>
          <p:cNvSpPr>
            <a:spLocks noGrp="1"/>
          </p:cNvSpPr>
          <p:nvPr/>
        </p:nvSpPr>
        <p:spPr>
          <a:xfrm>
            <a:off x="149696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1_full_GT_117">
            <a:extLst>
              <a:ext uri="{FF2B5EF4-FFF2-40B4-BE49-F238E27FC236}">
                <a16:creationId xmlns:a16="http://schemas.microsoft.com/office/drawing/2014/main" id="{46791484-6C6F-4489-84C4-5E1A6411A738}"/>
              </a:ext>
            </a:extLst>
          </p:cNvPr>
          <p:cNvSpPr>
            <a:spLocks noGrp="1"/>
          </p:cNvSpPr>
          <p:nvPr/>
        </p:nvSpPr>
        <p:spPr>
          <a:xfrm>
            <a:off x="14323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1_full_GT_118">
            <a:extLst>
              <a:ext uri="{FF2B5EF4-FFF2-40B4-BE49-F238E27FC236}">
                <a16:creationId xmlns:a16="http://schemas.microsoft.com/office/drawing/2014/main" id="{B2A6152A-2774-40EC-AB7A-398D8B65FE07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1_full_GT_119">
            <a:extLst>
              <a:ext uri="{FF2B5EF4-FFF2-40B4-BE49-F238E27FC236}">
                <a16:creationId xmlns:a16="http://schemas.microsoft.com/office/drawing/2014/main" id="{69213BD8-D8F3-474C-9B87-6EF66F24761B}"/>
              </a:ext>
            </a:extLst>
          </p:cNvPr>
          <p:cNvSpPr>
            <a:spLocks noGrp="1"/>
          </p:cNvSpPr>
          <p:nvPr/>
        </p:nvSpPr>
        <p:spPr>
          <a:xfrm>
            <a:off x="1520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1_full_GT_120">
            <a:extLst>
              <a:ext uri="{FF2B5EF4-FFF2-40B4-BE49-F238E27FC236}">
                <a16:creationId xmlns:a16="http://schemas.microsoft.com/office/drawing/2014/main" id="{6D88ABF3-5FFB-4C3F-B5DC-04AFCBA84FD9}"/>
              </a:ext>
            </a:extLst>
          </p:cNvPr>
          <p:cNvSpPr>
            <a:spLocks noGrp="1"/>
          </p:cNvSpPr>
          <p:nvPr/>
        </p:nvSpPr>
        <p:spPr>
          <a:xfrm>
            <a:off x="145910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1_full_GT_121">
            <a:extLst>
              <a:ext uri="{FF2B5EF4-FFF2-40B4-BE49-F238E27FC236}">
                <a16:creationId xmlns:a16="http://schemas.microsoft.com/office/drawing/2014/main" id="{B1691CC9-C517-49AE-8FF3-4D7FCF909E96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1_full_GT_122">
            <a:extLst>
              <a:ext uri="{FF2B5EF4-FFF2-40B4-BE49-F238E27FC236}">
                <a16:creationId xmlns:a16="http://schemas.microsoft.com/office/drawing/2014/main" id="{931E84A4-B735-4699-A7BF-8E38C0578525}"/>
              </a:ext>
            </a:extLst>
          </p:cNvPr>
          <p:cNvSpPr>
            <a:spLocks noGrp="1"/>
          </p:cNvSpPr>
          <p:nvPr/>
        </p:nvSpPr>
        <p:spPr>
          <a:xfrm>
            <a:off x="157192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1_full_GT_123">
            <a:extLst>
              <a:ext uri="{FF2B5EF4-FFF2-40B4-BE49-F238E27FC236}">
                <a16:creationId xmlns:a16="http://schemas.microsoft.com/office/drawing/2014/main" id="{89F3A474-016D-4222-B740-D7EEBA8C46F4}"/>
              </a:ext>
            </a:extLst>
          </p:cNvPr>
          <p:cNvSpPr>
            <a:spLocks noGrp="1"/>
          </p:cNvSpPr>
          <p:nvPr/>
        </p:nvSpPr>
        <p:spPr>
          <a:xfrm>
            <a:off x="1540233" y="40866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1_full_GT_124">
            <a:extLst>
              <a:ext uri="{FF2B5EF4-FFF2-40B4-BE49-F238E27FC236}">
                <a16:creationId xmlns:a16="http://schemas.microsoft.com/office/drawing/2014/main" id="{0FB762E5-63B5-4104-BCBA-B2C4193604FA}"/>
              </a:ext>
            </a:extLst>
          </p:cNvPr>
          <p:cNvSpPr>
            <a:spLocks noGrp="1"/>
          </p:cNvSpPr>
          <p:nvPr/>
        </p:nvSpPr>
        <p:spPr>
          <a:xfrm>
            <a:off x="1591080" y="439694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1_full_GT_125">
            <a:extLst>
              <a:ext uri="{FF2B5EF4-FFF2-40B4-BE49-F238E27FC236}">
                <a16:creationId xmlns:a16="http://schemas.microsoft.com/office/drawing/2014/main" id="{D9F8E87B-CD09-4EEA-B61C-1524156E9E11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1_full_GT_126">
            <a:extLst>
              <a:ext uri="{FF2B5EF4-FFF2-40B4-BE49-F238E27FC236}">
                <a16:creationId xmlns:a16="http://schemas.microsoft.com/office/drawing/2014/main" id="{BCEC09C5-8929-45EF-A35F-823D37A45AE8}"/>
              </a:ext>
            </a:extLst>
          </p:cNvPr>
          <p:cNvSpPr>
            <a:spLocks noGrp="1"/>
          </p:cNvSpPr>
          <p:nvPr/>
        </p:nvSpPr>
        <p:spPr>
          <a:xfrm>
            <a:off x="166641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1_full_GT_127">
            <a:extLst>
              <a:ext uri="{FF2B5EF4-FFF2-40B4-BE49-F238E27FC236}">
                <a16:creationId xmlns:a16="http://schemas.microsoft.com/office/drawing/2014/main" id="{6E13BF7F-DD84-4252-A1DB-A52BE91DDB16}"/>
              </a:ext>
            </a:extLst>
          </p:cNvPr>
          <p:cNvSpPr>
            <a:spLocks noGrp="1"/>
          </p:cNvSpPr>
          <p:nvPr/>
        </p:nvSpPr>
        <p:spPr>
          <a:xfrm>
            <a:off x="150035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1_full_GT_128">
            <a:extLst>
              <a:ext uri="{FF2B5EF4-FFF2-40B4-BE49-F238E27FC236}">
                <a16:creationId xmlns:a16="http://schemas.microsoft.com/office/drawing/2014/main" id="{0989AA4B-0455-48A8-ACE1-9A4011CD5B26}"/>
              </a:ext>
            </a:extLst>
          </p:cNvPr>
          <p:cNvSpPr>
            <a:spLocks noGrp="1"/>
          </p:cNvSpPr>
          <p:nvPr/>
        </p:nvSpPr>
        <p:spPr>
          <a:xfrm>
            <a:off x="1628997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1_full_GT_129">
            <a:extLst>
              <a:ext uri="{FF2B5EF4-FFF2-40B4-BE49-F238E27FC236}">
                <a16:creationId xmlns:a16="http://schemas.microsoft.com/office/drawing/2014/main" id="{0CF18FE5-46C1-4D5A-9C23-5A83679C5D80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1_full_GT_130">
            <a:extLst>
              <a:ext uri="{FF2B5EF4-FFF2-40B4-BE49-F238E27FC236}">
                <a16:creationId xmlns:a16="http://schemas.microsoft.com/office/drawing/2014/main" id="{AB6CEC19-1BFE-483F-84EA-165B99D12A31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1_full_GT_131">
            <a:extLst>
              <a:ext uri="{FF2B5EF4-FFF2-40B4-BE49-F238E27FC236}">
                <a16:creationId xmlns:a16="http://schemas.microsoft.com/office/drawing/2014/main" id="{722FC81F-A31C-452F-BA54-9AF2B4755BDD}"/>
              </a:ext>
            </a:extLst>
          </p:cNvPr>
          <p:cNvSpPr>
            <a:spLocks noGrp="1"/>
          </p:cNvSpPr>
          <p:nvPr/>
        </p:nvSpPr>
        <p:spPr>
          <a:xfrm>
            <a:off x="163924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1_full_GT_132">
            <a:extLst>
              <a:ext uri="{FF2B5EF4-FFF2-40B4-BE49-F238E27FC236}">
                <a16:creationId xmlns:a16="http://schemas.microsoft.com/office/drawing/2014/main" id="{3F29CB9E-32C5-4FB5-96BB-F9A26425B117}"/>
              </a:ext>
            </a:extLst>
          </p:cNvPr>
          <p:cNvSpPr>
            <a:spLocks noGrp="1"/>
          </p:cNvSpPr>
          <p:nvPr/>
        </p:nvSpPr>
        <p:spPr>
          <a:xfrm>
            <a:off x="171116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1_full_GT_133">
            <a:extLst>
              <a:ext uri="{FF2B5EF4-FFF2-40B4-BE49-F238E27FC236}">
                <a16:creationId xmlns:a16="http://schemas.microsoft.com/office/drawing/2014/main" id="{EED9EBBF-0E7E-4E1E-849C-90D62F95BEE5}"/>
              </a:ext>
            </a:extLst>
          </p:cNvPr>
          <p:cNvSpPr>
            <a:spLocks noGrp="1"/>
          </p:cNvSpPr>
          <p:nvPr/>
        </p:nvSpPr>
        <p:spPr>
          <a:xfrm>
            <a:off x="141596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1_full_GT_134">
            <a:extLst>
              <a:ext uri="{FF2B5EF4-FFF2-40B4-BE49-F238E27FC236}">
                <a16:creationId xmlns:a16="http://schemas.microsoft.com/office/drawing/2014/main" id="{E29BF897-3DB6-43D6-9946-0A88777D647E}"/>
              </a:ext>
            </a:extLst>
          </p:cNvPr>
          <p:cNvSpPr>
            <a:spLocks noGrp="1"/>
          </p:cNvSpPr>
          <p:nvPr/>
        </p:nvSpPr>
        <p:spPr>
          <a:xfrm>
            <a:off x="140820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1_full_GT_135">
            <a:extLst>
              <a:ext uri="{FF2B5EF4-FFF2-40B4-BE49-F238E27FC236}">
                <a16:creationId xmlns:a16="http://schemas.microsoft.com/office/drawing/2014/main" id="{5F5BFB28-1E9C-4FF1-A153-DC3ED19DA067}"/>
              </a:ext>
            </a:extLst>
          </p:cNvPr>
          <p:cNvSpPr>
            <a:spLocks noGrp="1"/>
          </p:cNvSpPr>
          <p:nvPr/>
        </p:nvSpPr>
        <p:spPr>
          <a:xfrm>
            <a:off x="16870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1_full_GT_136">
            <a:extLst>
              <a:ext uri="{FF2B5EF4-FFF2-40B4-BE49-F238E27FC236}">
                <a16:creationId xmlns:a16="http://schemas.microsoft.com/office/drawing/2014/main" id="{3F764FF9-B80A-4447-ADB1-15E6BFA4CDE4}"/>
              </a:ext>
            </a:extLst>
          </p:cNvPr>
          <p:cNvSpPr>
            <a:spLocks noGrp="1"/>
          </p:cNvSpPr>
          <p:nvPr/>
        </p:nvSpPr>
        <p:spPr>
          <a:xfrm>
            <a:off x="14067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1_full_GT_137">
            <a:extLst>
              <a:ext uri="{FF2B5EF4-FFF2-40B4-BE49-F238E27FC236}">
                <a16:creationId xmlns:a16="http://schemas.microsoft.com/office/drawing/2014/main" id="{6493FEDA-C569-4653-A16C-4D54B25E82C1}"/>
              </a:ext>
            </a:extLst>
          </p:cNvPr>
          <p:cNvSpPr>
            <a:spLocks noGrp="1"/>
          </p:cNvSpPr>
          <p:nvPr/>
        </p:nvSpPr>
        <p:spPr>
          <a:xfrm>
            <a:off x="151173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1_full_GT_138">
            <a:extLst>
              <a:ext uri="{FF2B5EF4-FFF2-40B4-BE49-F238E27FC236}">
                <a16:creationId xmlns:a16="http://schemas.microsoft.com/office/drawing/2014/main" id="{5173620E-B26C-4FE9-B555-1C52FEEBC347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1_full_GT_139">
            <a:extLst>
              <a:ext uri="{FF2B5EF4-FFF2-40B4-BE49-F238E27FC236}">
                <a16:creationId xmlns:a16="http://schemas.microsoft.com/office/drawing/2014/main" id="{2D6AE8FD-48B8-4239-9DD8-F7CF614793D8}"/>
              </a:ext>
            </a:extLst>
          </p:cNvPr>
          <p:cNvSpPr>
            <a:spLocks noGrp="1"/>
          </p:cNvSpPr>
          <p:nvPr/>
        </p:nvSpPr>
        <p:spPr>
          <a:xfrm>
            <a:off x="1397513" y="45137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1_full_GT_140">
            <a:extLst>
              <a:ext uri="{FF2B5EF4-FFF2-40B4-BE49-F238E27FC236}">
                <a16:creationId xmlns:a16="http://schemas.microsoft.com/office/drawing/2014/main" id="{BDA389A3-2DF4-4494-9C79-2804923B1A2A}"/>
              </a:ext>
            </a:extLst>
          </p:cNvPr>
          <p:cNvSpPr>
            <a:spLocks noGrp="1"/>
          </p:cNvSpPr>
          <p:nvPr/>
        </p:nvSpPr>
        <p:spPr>
          <a:xfrm>
            <a:off x="1440575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1_full_GT_141">
            <a:extLst>
              <a:ext uri="{FF2B5EF4-FFF2-40B4-BE49-F238E27FC236}">
                <a16:creationId xmlns:a16="http://schemas.microsoft.com/office/drawing/2014/main" id="{085376B9-C358-42C4-BAE5-3A9AD1ECFE28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1_full_GT_142">
            <a:extLst>
              <a:ext uri="{FF2B5EF4-FFF2-40B4-BE49-F238E27FC236}">
                <a16:creationId xmlns:a16="http://schemas.microsoft.com/office/drawing/2014/main" id="{3880DE26-F99C-4E84-82AB-A419AA501318}"/>
              </a:ext>
            </a:extLst>
          </p:cNvPr>
          <p:cNvSpPr>
            <a:spLocks noGrp="1"/>
          </p:cNvSpPr>
          <p:nvPr/>
        </p:nvSpPr>
        <p:spPr>
          <a:xfrm>
            <a:off x="14942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1_full_GT_143">
            <a:extLst>
              <a:ext uri="{FF2B5EF4-FFF2-40B4-BE49-F238E27FC236}">
                <a16:creationId xmlns:a16="http://schemas.microsoft.com/office/drawing/2014/main" id="{AE6318E4-FF2F-4717-9003-A7BC2C45F9B3}"/>
              </a:ext>
            </a:extLst>
          </p:cNvPr>
          <p:cNvSpPr>
            <a:spLocks noGrp="1"/>
          </p:cNvSpPr>
          <p:nvPr/>
        </p:nvSpPr>
        <p:spPr>
          <a:xfrm>
            <a:off x="1697025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1_full_GT_144">
            <a:extLst>
              <a:ext uri="{FF2B5EF4-FFF2-40B4-BE49-F238E27FC236}">
                <a16:creationId xmlns:a16="http://schemas.microsoft.com/office/drawing/2014/main" id="{0A956720-6A2B-4DA6-92CC-C28E23B757EF}"/>
              </a:ext>
            </a:extLst>
          </p:cNvPr>
          <p:cNvSpPr>
            <a:spLocks noGrp="1"/>
          </p:cNvSpPr>
          <p:nvPr/>
        </p:nvSpPr>
        <p:spPr>
          <a:xfrm>
            <a:off x="151828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1_full_GT_145">
            <a:extLst>
              <a:ext uri="{FF2B5EF4-FFF2-40B4-BE49-F238E27FC236}">
                <a16:creationId xmlns:a16="http://schemas.microsoft.com/office/drawing/2014/main" id="{4D8FDAAC-AABC-4857-A692-6B15A32217F3}"/>
              </a:ext>
            </a:extLst>
          </p:cNvPr>
          <p:cNvSpPr>
            <a:spLocks noGrp="1"/>
          </p:cNvSpPr>
          <p:nvPr/>
        </p:nvSpPr>
        <p:spPr>
          <a:xfrm>
            <a:off x="1586603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1_full_GT_146">
            <a:extLst>
              <a:ext uri="{FF2B5EF4-FFF2-40B4-BE49-F238E27FC236}">
                <a16:creationId xmlns:a16="http://schemas.microsoft.com/office/drawing/2014/main" id="{08B6876A-860B-4628-A415-0BA08CD75D57}"/>
              </a:ext>
            </a:extLst>
          </p:cNvPr>
          <p:cNvSpPr>
            <a:spLocks noGrp="1"/>
          </p:cNvSpPr>
          <p:nvPr/>
        </p:nvSpPr>
        <p:spPr>
          <a:xfrm>
            <a:off x="1400508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1_full_GT_147">
            <a:extLst>
              <a:ext uri="{FF2B5EF4-FFF2-40B4-BE49-F238E27FC236}">
                <a16:creationId xmlns:a16="http://schemas.microsoft.com/office/drawing/2014/main" id="{499ACAA0-7FDB-4FDC-B165-13059222EFF8}"/>
              </a:ext>
            </a:extLst>
          </p:cNvPr>
          <p:cNvSpPr>
            <a:spLocks noGrp="1"/>
          </p:cNvSpPr>
          <p:nvPr/>
        </p:nvSpPr>
        <p:spPr>
          <a:xfrm>
            <a:off x="140263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1_full_GT_148">
            <a:extLst>
              <a:ext uri="{FF2B5EF4-FFF2-40B4-BE49-F238E27FC236}">
                <a16:creationId xmlns:a16="http://schemas.microsoft.com/office/drawing/2014/main" id="{7C9FC4BD-F99D-442B-9452-A26A15BF7D7B}"/>
              </a:ext>
            </a:extLst>
          </p:cNvPr>
          <p:cNvSpPr>
            <a:spLocks noGrp="1"/>
          </p:cNvSpPr>
          <p:nvPr/>
        </p:nvSpPr>
        <p:spPr>
          <a:xfrm>
            <a:off x="1579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1_full_GT_149">
            <a:extLst>
              <a:ext uri="{FF2B5EF4-FFF2-40B4-BE49-F238E27FC236}">
                <a16:creationId xmlns:a16="http://schemas.microsoft.com/office/drawing/2014/main" id="{AA1C721A-F9E1-4DB2-B0D5-0EB85ED37223}"/>
              </a:ext>
            </a:extLst>
          </p:cNvPr>
          <p:cNvSpPr>
            <a:spLocks noGrp="1"/>
          </p:cNvSpPr>
          <p:nvPr/>
        </p:nvSpPr>
        <p:spPr>
          <a:xfrm>
            <a:off x="1539506" y="398585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1_full_GT_150">
            <a:extLst>
              <a:ext uri="{FF2B5EF4-FFF2-40B4-BE49-F238E27FC236}">
                <a16:creationId xmlns:a16="http://schemas.microsoft.com/office/drawing/2014/main" id="{50F85E78-862E-4083-8A0F-A0FB3D6C5234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1_full_GT_151">
            <a:extLst>
              <a:ext uri="{FF2B5EF4-FFF2-40B4-BE49-F238E27FC236}">
                <a16:creationId xmlns:a16="http://schemas.microsoft.com/office/drawing/2014/main" id="{D3598AAC-5E95-46E5-BD18-45D0C767B700}"/>
              </a:ext>
            </a:extLst>
          </p:cNvPr>
          <p:cNvSpPr>
            <a:spLocks noGrp="1"/>
          </p:cNvSpPr>
          <p:nvPr/>
        </p:nvSpPr>
        <p:spPr>
          <a:xfrm>
            <a:off x="167366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1_full_GT_152">
            <a:extLst>
              <a:ext uri="{FF2B5EF4-FFF2-40B4-BE49-F238E27FC236}">
                <a16:creationId xmlns:a16="http://schemas.microsoft.com/office/drawing/2014/main" id="{A8C37466-9EDC-43DB-8A8B-3CF9828579A6}"/>
              </a:ext>
            </a:extLst>
          </p:cNvPr>
          <p:cNvSpPr>
            <a:spLocks noGrp="1"/>
          </p:cNvSpPr>
          <p:nvPr/>
        </p:nvSpPr>
        <p:spPr>
          <a:xfrm>
            <a:off x="171806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1_full_GT_153">
            <a:extLst>
              <a:ext uri="{FF2B5EF4-FFF2-40B4-BE49-F238E27FC236}">
                <a16:creationId xmlns:a16="http://schemas.microsoft.com/office/drawing/2014/main" id="{032F3568-2430-4184-AB7E-065B154F2D5C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1_full_GT_154">
            <a:extLst>
              <a:ext uri="{FF2B5EF4-FFF2-40B4-BE49-F238E27FC236}">
                <a16:creationId xmlns:a16="http://schemas.microsoft.com/office/drawing/2014/main" id="{AA7F21C7-9D3E-435E-9419-E27CB1AFD6A7}"/>
              </a:ext>
            </a:extLst>
          </p:cNvPr>
          <p:cNvSpPr>
            <a:spLocks noGrp="1"/>
          </p:cNvSpPr>
          <p:nvPr/>
        </p:nvSpPr>
        <p:spPr>
          <a:xfrm>
            <a:off x="1400726" y="429697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1_full_GT_155">
            <a:extLst>
              <a:ext uri="{FF2B5EF4-FFF2-40B4-BE49-F238E27FC236}">
                <a16:creationId xmlns:a16="http://schemas.microsoft.com/office/drawing/2014/main" id="{95AABB70-4A6D-4CD5-B82C-259952850914}"/>
              </a:ext>
            </a:extLst>
          </p:cNvPr>
          <p:cNvSpPr>
            <a:spLocks noGrp="1"/>
          </p:cNvSpPr>
          <p:nvPr/>
        </p:nvSpPr>
        <p:spPr>
          <a:xfrm>
            <a:off x="14427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1_full_GT_156">
            <a:extLst>
              <a:ext uri="{FF2B5EF4-FFF2-40B4-BE49-F238E27FC236}">
                <a16:creationId xmlns:a16="http://schemas.microsoft.com/office/drawing/2014/main" id="{5FD1A85B-ECF2-4343-B8D5-DCB73CFD6137}"/>
              </a:ext>
            </a:extLst>
          </p:cNvPr>
          <p:cNvSpPr>
            <a:spLocks noGrp="1"/>
          </p:cNvSpPr>
          <p:nvPr/>
        </p:nvSpPr>
        <p:spPr>
          <a:xfrm>
            <a:off x="155854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1_full_GT_157">
            <a:extLst>
              <a:ext uri="{FF2B5EF4-FFF2-40B4-BE49-F238E27FC236}">
                <a16:creationId xmlns:a16="http://schemas.microsoft.com/office/drawing/2014/main" id="{08F3CBAC-D1C7-4046-9495-D80E34ABBBCA}"/>
              </a:ext>
            </a:extLst>
          </p:cNvPr>
          <p:cNvSpPr>
            <a:spLocks noGrp="1"/>
          </p:cNvSpPr>
          <p:nvPr/>
        </p:nvSpPr>
        <p:spPr>
          <a:xfrm>
            <a:off x="16273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1_full_GT_158">
            <a:extLst>
              <a:ext uri="{FF2B5EF4-FFF2-40B4-BE49-F238E27FC236}">
                <a16:creationId xmlns:a16="http://schemas.microsoft.com/office/drawing/2014/main" id="{6A189376-FB0C-4DB8-A1A7-41D8CDEFC2AF}"/>
              </a:ext>
            </a:extLst>
          </p:cNvPr>
          <p:cNvSpPr>
            <a:spLocks noGrp="1"/>
          </p:cNvSpPr>
          <p:nvPr/>
        </p:nvSpPr>
        <p:spPr>
          <a:xfrm>
            <a:off x="144142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1_full_GT_159">
            <a:extLst>
              <a:ext uri="{FF2B5EF4-FFF2-40B4-BE49-F238E27FC236}">
                <a16:creationId xmlns:a16="http://schemas.microsoft.com/office/drawing/2014/main" id="{C2B3C02E-EC29-4EB7-BFA7-DD87FC4F3719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1_full_GT_160">
            <a:extLst>
              <a:ext uri="{FF2B5EF4-FFF2-40B4-BE49-F238E27FC236}">
                <a16:creationId xmlns:a16="http://schemas.microsoft.com/office/drawing/2014/main" id="{3F3BBAA9-9A6C-4FDC-97C1-557921DB32BD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1_full_GT_161">
            <a:extLst>
              <a:ext uri="{FF2B5EF4-FFF2-40B4-BE49-F238E27FC236}">
                <a16:creationId xmlns:a16="http://schemas.microsoft.com/office/drawing/2014/main" id="{220D92D1-753C-4AAA-85DC-44DDCB8DAFD7}"/>
              </a:ext>
            </a:extLst>
          </p:cNvPr>
          <p:cNvSpPr>
            <a:spLocks noGrp="1"/>
          </p:cNvSpPr>
          <p:nvPr/>
        </p:nvSpPr>
        <p:spPr>
          <a:xfrm>
            <a:off x="1501398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1_full_GT_162">
            <a:extLst>
              <a:ext uri="{FF2B5EF4-FFF2-40B4-BE49-F238E27FC236}">
                <a16:creationId xmlns:a16="http://schemas.microsoft.com/office/drawing/2014/main" id="{9616C0F8-5FD5-45EF-8082-123ACA748033}"/>
              </a:ext>
            </a:extLst>
          </p:cNvPr>
          <p:cNvSpPr>
            <a:spLocks noGrp="1"/>
          </p:cNvSpPr>
          <p:nvPr/>
        </p:nvSpPr>
        <p:spPr>
          <a:xfrm>
            <a:off x="1478473" y="44447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1_full_GT_163">
            <a:extLst>
              <a:ext uri="{FF2B5EF4-FFF2-40B4-BE49-F238E27FC236}">
                <a16:creationId xmlns:a16="http://schemas.microsoft.com/office/drawing/2014/main" id="{961D658D-E990-492C-8718-FDFBE6EA42CD}"/>
              </a:ext>
            </a:extLst>
          </p:cNvPr>
          <p:cNvSpPr>
            <a:spLocks noGrp="1"/>
          </p:cNvSpPr>
          <p:nvPr/>
        </p:nvSpPr>
        <p:spPr>
          <a:xfrm>
            <a:off x="1394837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1_full_GT_164">
            <a:extLst>
              <a:ext uri="{FF2B5EF4-FFF2-40B4-BE49-F238E27FC236}">
                <a16:creationId xmlns:a16="http://schemas.microsoft.com/office/drawing/2014/main" id="{4786B346-C8C2-4C02-A007-A8800047E1CC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1_full_GT_165">
            <a:extLst>
              <a:ext uri="{FF2B5EF4-FFF2-40B4-BE49-F238E27FC236}">
                <a16:creationId xmlns:a16="http://schemas.microsoft.com/office/drawing/2014/main" id="{30EB7A7C-140E-46C1-A90A-D500F2D2885E}"/>
              </a:ext>
            </a:extLst>
          </p:cNvPr>
          <p:cNvSpPr>
            <a:spLocks noGrp="1"/>
          </p:cNvSpPr>
          <p:nvPr/>
        </p:nvSpPr>
        <p:spPr>
          <a:xfrm>
            <a:off x="171135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1_full_GT_166">
            <a:extLst>
              <a:ext uri="{FF2B5EF4-FFF2-40B4-BE49-F238E27FC236}">
                <a16:creationId xmlns:a16="http://schemas.microsoft.com/office/drawing/2014/main" id="{BED03215-298F-4108-BD2E-87AA9A12CA6E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1_full_GT_167">
            <a:extLst>
              <a:ext uri="{FF2B5EF4-FFF2-40B4-BE49-F238E27FC236}">
                <a16:creationId xmlns:a16="http://schemas.microsoft.com/office/drawing/2014/main" id="{63EEB30D-FBE7-47A3-B4B1-7A31C42E8480}"/>
              </a:ext>
            </a:extLst>
          </p:cNvPr>
          <p:cNvSpPr>
            <a:spLocks noGrp="1"/>
          </p:cNvSpPr>
          <p:nvPr/>
        </p:nvSpPr>
        <p:spPr>
          <a:xfrm>
            <a:off x="166519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1_full_GT_168">
            <a:extLst>
              <a:ext uri="{FF2B5EF4-FFF2-40B4-BE49-F238E27FC236}">
                <a16:creationId xmlns:a16="http://schemas.microsoft.com/office/drawing/2014/main" id="{D4A49E17-CDF2-404D-98A4-0916E3461B0C}"/>
              </a:ext>
            </a:extLst>
          </p:cNvPr>
          <p:cNvSpPr>
            <a:spLocks noGrp="1"/>
          </p:cNvSpPr>
          <p:nvPr/>
        </p:nvSpPr>
        <p:spPr>
          <a:xfrm>
            <a:off x="16532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1_full_GT_169">
            <a:extLst>
              <a:ext uri="{FF2B5EF4-FFF2-40B4-BE49-F238E27FC236}">
                <a16:creationId xmlns:a16="http://schemas.microsoft.com/office/drawing/2014/main" id="{D8816D79-35B7-4279-B9BB-2BDD7E45CF7C}"/>
              </a:ext>
            </a:extLst>
          </p:cNvPr>
          <p:cNvSpPr>
            <a:spLocks noGrp="1"/>
          </p:cNvSpPr>
          <p:nvPr/>
        </p:nvSpPr>
        <p:spPr>
          <a:xfrm>
            <a:off x="144667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1_full_GT_170">
            <a:extLst>
              <a:ext uri="{FF2B5EF4-FFF2-40B4-BE49-F238E27FC236}">
                <a16:creationId xmlns:a16="http://schemas.microsoft.com/office/drawing/2014/main" id="{6DEB33A1-B83A-4470-904F-22E5A10090AD}"/>
              </a:ext>
            </a:extLst>
          </p:cNvPr>
          <p:cNvSpPr>
            <a:spLocks noGrp="1"/>
          </p:cNvSpPr>
          <p:nvPr/>
        </p:nvSpPr>
        <p:spPr>
          <a:xfrm>
            <a:off x="162996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1_full_GT_171">
            <a:extLst>
              <a:ext uri="{FF2B5EF4-FFF2-40B4-BE49-F238E27FC236}">
                <a16:creationId xmlns:a16="http://schemas.microsoft.com/office/drawing/2014/main" id="{5F5D78B3-8D51-4051-B4E8-8C5653BEBB70}"/>
              </a:ext>
            </a:extLst>
          </p:cNvPr>
          <p:cNvSpPr>
            <a:spLocks noGrp="1"/>
          </p:cNvSpPr>
          <p:nvPr/>
        </p:nvSpPr>
        <p:spPr>
          <a:xfrm>
            <a:off x="1582732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1_full_GT_172">
            <a:extLst>
              <a:ext uri="{FF2B5EF4-FFF2-40B4-BE49-F238E27FC236}">
                <a16:creationId xmlns:a16="http://schemas.microsoft.com/office/drawing/2014/main" id="{0A9B2B6D-4468-4ADE-A66A-3D14B6F4830B}"/>
              </a:ext>
            </a:extLst>
          </p:cNvPr>
          <p:cNvSpPr>
            <a:spLocks noGrp="1"/>
          </p:cNvSpPr>
          <p:nvPr/>
        </p:nvSpPr>
        <p:spPr>
          <a:xfrm>
            <a:off x="162068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1_full_GT_173">
            <a:extLst>
              <a:ext uri="{FF2B5EF4-FFF2-40B4-BE49-F238E27FC236}">
                <a16:creationId xmlns:a16="http://schemas.microsoft.com/office/drawing/2014/main" id="{EEA7E113-2A99-4C41-B82F-00D35D08B78F}"/>
              </a:ext>
            </a:extLst>
          </p:cNvPr>
          <p:cNvSpPr>
            <a:spLocks noGrp="1"/>
          </p:cNvSpPr>
          <p:nvPr/>
        </p:nvSpPr>
        <p:spPr>
          <a:xfrm>
            <a:off x="161977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1_full_GT_174">
            <a:extLst>
              <a:ext uri="{FF2B5EF4-FFF2-40B4-BE49-F238E27FC236}">
                <a16:creationId xmlns:a16="http://schemas.microsoft.com/office/drawing/2014/main" id="{DB168E9E-5F86-4511-B58C-06FDE2684BC9}"/>
              </a:ext>
            </a:extLst>
          </p:cNvPr>
          <p:cNvSpPr>
            <a:spLocks noGrp="1"/>
          </p:cNvSpPr>
          <p:nvPr/>
        </p:nvSpPr>
        <p:spPr>
          <a:xfrm>
            <a:off x="1592317" y="39651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1_full_GT_175">
            <a:extLst>
              <a:ext uri="{FF2B5EF4-FFF2-40B4-BE49-F238E27FC236}">
                <a16:creationId xmlns:a16="http://schemas.microsoft.com/office/drawing/2014/main" id="{DEA6235C-C56C-45F1-8BBC-38D3A40F3796}"/>
              </a:ext>
            </a:extLst>
          </p:cNvPr>
          <p:cNvSpPr>
            <a:spLocks noGrp="1"/>
          </p:cNvSpPr>
          <p:nvPr/>
        </p:nvSpPr>
        <p:spPr>
          <a:xfrm>
            <a:off x="144826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1_full_GT_176">
            <a:extLst>
              <a:ext uri="{FF2B5EF4-FFF2-40B4-BE49-F238E27FC236}">
                <a16:creationId xmlns:a16="http://schemas.microsoft.com/office/drawing/2014/main" id="{F5307AF0-6D81-40E1-A738-6DC7F35E8F4B}"/>
              </a:ext>
            </a:extLst>
          </p:cNvPr>
          <p:cNvSpPr>
            <a:spLocks noGrp="1"/>
          </p:cNvSpPr>
          <p:nvPr/>
        </p:nvSpPr>
        <p:spPr>
          <a:xfrm>
            <a:off x="159256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1_full_GT_177">
            <a:extLst>
              <a:ext uri="{FF2B5EF4-FFF2-40B4-BE49-F238E27FC236}">
                <a16:creationId xmlns:a16="http://schemas.microsoft.com/office/drawing/2014/main" id="{1940C719-DA6C-430E-BC36-3A71475F906A}"/>
              </a:ext>
            </a:extLst>
          </p:cNvPr>
          <p:cNvSpPr>
            <a:spLocks noGrp="1"/>
          </p:cNvSpPr>
          <p:nvPr/>
        </p:nvSpPr>
        <p:spPr>
          <a:xfrm>
            <a:off x="167401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1_full_GT_178">
            <a:extLst>
              <a:ext uri="{FF2B5EF4-FFF2-40B4-BE49-F238E27FC236}">
                <a16:creationId xmlns:a16="http://schemas.microsoft.com/office/drawing/2014/main" id="{D6147C6A-F218-457B-AA34-D8D3387EEA25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1_full_GT_179">
            <a:extLst>
              <a:ext uri="{FF2B5EF4-FFF2-40B4-BE49-F238E27FC236}">
                <a16:creationId xmlns:a16="http://schemas.microsoft.com/office/drawing/2014/main" id="{656AF660-1B7F-4170-9210-A2E8A30B9FAC}"/>
              </a:ext>
            </a:extLst>
          </p:cNvPr>
          <p:cNvSpPr>
            <a:spLocks noGrp="1"/>
          </p:cNvSpPr>
          <p:nvPr/>
        </p:nvSpPr>
        <p:spPr>
          <a:xfrm>
            <a:off x="17082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1_full_GT_180">
            <a:extLst>
              <a:ext uri="{FF2B5EF4-FFF2-40B4-BE49-F238E27FC236}">
                <a16:creationId xmlns:a16="http://schemas.microsoft.com/office/drawing/2014/main" id="{427F08F5-6445-4FAD-B238-4E1688FBA7D5}"/>
              </a:ext>
            </a:extLst>
          </p:cNvPr>
          <p:cNvSpPr>
            <a:spLocks noGrp="1"/>
          </p:cNvSpPr>
          <p:nvPr/>
        </p:nvSpPr>
        <p:spPr>
          <a:xfrm>
            <a:off x="17200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1_full_GT_181">
            <a:extLst>
              <a:ext uri="{FF2B5EF4-FFF2-40B4-BE49-F238E27FC236}">
                <a16:creationId xmlns:a16="http://schemas.microsoft.com/office/drawing/2014/main" id="{DA9B06CF-82CC-43CE-8958-4373F9A9F9C3}"/>
              </a:ext>
            </a:extLst>
          </p:cNvPr>
          <p:cNvSpPr>
            <a:spLocks noGrp="1"/>
          </p:cNvSpPr>
          <p:nvPr/>
        </p:nvSpPr>
        <p:spPr>
          <a:xfrm>
            <a:off x="169711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1_full_GT_182">
            <a:extLst>
              <a:ext uri="{FF2B5EF4-FFF2-40B4-BE49-F238E27FC236}">
                <a16:creationId xmlns:a16="http://schemas.microsoft.com/office/drawing/2014/main" id="{4C61D885-B9F8-45BB-9DB5-C62CD5CB3E7B}"/>
              </a:ext>
            </a:extLst>
          </p:cNvPr>
          <p:cNvSpPr>
            <a:spLocks noGrp="1"/>
          </p:cNvSpPr>
          <p:nvPr/>
        </p:nvSpPr>
        <p:spPr>
          <a:xfrm>
            <a:off x="15930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1_full_GT_183">
            <a:extLst>
              <a:ext uri="{FF2B5EF4-FFF2-40B4-BE49-F238E27FC236}">
                <a16:creationId xmlns:a16="http://schemas.microsoft.com/office/drawing/2014/main" id="{85F6E1F5-FF99-4C65-BAFD-DAA9FC720018}"/>
              </a:ext>
            </a:extLst>
          </p:cNvPr>
          <p:cNvSpPr>
            <a:spLocks noGrp="1"/>
          </p:cNvSpPr>
          <p:nvPr/>
        </p:nvSpPr>
        <p:spPr>
          <a:xfrm>
            <a:off x="1683983" y="457938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1_full_GT_184">
            <a:extLst>
              <a:ext uri="{FF2B5EF4-FFF2-40B4-BE49-F238E27FC236}">
                <a16:creationId xmlns:a16="http://schemas.microsoft.com/office/drawing/2014/main" id="{3F8A001B-C79E-4279-9B41-40577A62C96A}"/>
              </a:ext>
            </a:extLst>
          </p:cNvPr>
          <p:cNvSpPr>
            <a:spLocks noGrp="1"/>
          </p:cNvSpPr>
          <p:nvPr/>
        </p:nvSpPr>
        <p:spPr>
          <a:xfrm>
            <a:off x="16850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1_full_GT_185">
            <a:extLst>
              <a:ext uri="{FF2B5EF4-FFF2-40B4-BE49-F238E27FC236}">
                <a16:creationId xmlns:a16="http://schemas.microsoft.com/office/drawing/2014/main" id="{828217C6-8BC4-4E4E-BCD6-4E170DCAADFF}"/>
              </a:ext>
            </a:extLst>
          </p:cNvPr>
          <p:cNvSpPr>
            <a:spLocks noGrp="1"/>
          </p:cNvSpPr>
          <p:nvPr/>
        </p:nvSpPr>
        <p:spPr>
          <a:xfrm>
            <a:off x="1435459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1_full_GT_186">
            <a:extLst>
              <a:ext uri="{FF2B5EF4-FFF2-40B4-BE49-F238E27FC236}">
                <a16:creationId xmlns:a16="http://schemas.microsoft.com/office/drawing/2014/main" id="{AFEF2B2E-D35B-4557-A16C-912530226F5D}"/>
              </a:ext>
            </a:extLst>
          </p:cNvPr>
          <p:cNvSpPr>
            <a:spLocks noGrp="1"/>
          </p:cNvSpPr>
          <p:nvPr/>
        </p:nvSpPr>
        <p:spPr>
          <a:xfrm>
            <a:off x="16178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1_full_GT_187">
            <a:extLst>
              <a:ext uri="{FF2B5EF4-FFF2-40B4-BE49-F238E27FC236}">
                <a16:creationId xmlns:a16="http://schemas.microsoft.com/office/drawing/2014/main" id="{F7B79DFC-85B2-4A69-B8DF-77983A547317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1_full_GT_188">
            <a:extLst>
              <a:ext uri="{FF2B5EF4-FFF2-40B4-BE49-F238E27FC236}">
                <a16:creationId xmlns:a16="http://schemas.microsoft.com/office/drawing/2014/main" id="{070944A7-70AF-41F3-8BAD-BCC82F8D4BA7}"/>
              </a:ext>
            </a:extLst>
          </p:cNvPr>
          <p:cNvSpPr>
            <a:spLocks noGrp="1"/>
          </p:cNvSpPr>
          <p:nvPr/>
        </p:nvSpPr>
        <p:spPr>
          <a:xfrm>
            <a:off x="145886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1_full_GT_189">
            <a:extLst>
              <a:ext uri="{FF2B5EF4-FFF2-40B4-BE49-F238E27FC236}">
                <a16:creationId xmlns:a16="http://schemas.microsoft.com/office/drawing/2014/main" id="{03437F4B-F57F-45DB-B16D-B7724FE4F0A6}"/>
              </a:ext>
            </a:extLst>
          </p:cNvPr>
          <p:cNvSpPr>
            <a:spLocks noGrp="1"/>
          </p:cNvSpPr>
          <p:nvPr/>
        </p:nvSpPr>
        <p:spPr>
          <a:xfrm>
            <a:off x="165367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1_full_GT_190">
            <a:extLst>
              <a:ext uri="{FF2B5EF4-FFF2-40B4-BE49-F238E27FC236}">
                <a16:creationId xmlns:a16="http://schemas.microsoft.com/office/drawing/2014/main" id="{854ED35D-AD97-496C-9402-28D7660F07EB}"/>
              </a:ext>
            </a:extLst>
          </p:cNvPr>
          <p:cNvSpPr>
            <a:spLocks noGrp="1"/>
          </p:cNvSpPr>
          <p:nvPr/>
        </p:nvSpPr>
        <p:spPr>
          <a:xfrm>
            <a:off x="161022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1_full_GT_191">
            <a:extLst>
              <a:ext uri="{FF2B5EF4-FFF2-40B4-BE49-F238E27FC236}">
                <a16:creationId xmlns:a16="http://schemas.microsoft.com/office/drawing/2014/main" id="{2C085D03-FB95-4164-BC86-F9F8BFF0A61F}"/>
              </a:ext>
            </a:extLst>
          </p:cNvPr>
          <p:cNvSpPr>
            <a:spLocks noGrp="1"/>
          </p:cNvSpPr>
          <p:nvPr/>
        </p:nvSpPr>
        <p:spPr>
          <a:xfrm>
            <a:off x="147548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1_full_GT_192">
            <a:extLst>
              <a:ext uri="{FF2B5EF4-FFF2-40B4-BE49-F238E27FC236}">
                <a16:creationId xmlns:a16="http://schemas.microsoft.com/office/drawing/2014/main" id="{F231CABB-122D-4B57-9B56-A3F2B28BDD02}"/>
              </a:ext>
            </a:extLst>
          </p:cNvPr>
          <p:cNvSpPr>
            <a:spLocks noGrp="1"/>
          </p:cNvSpPr>
          <p:nvPr/>
        </p:nvSpPr>
        <p:spPr>
          <a:xfrm>
            <a:off x="1436841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1_full_GT_193">
            <a:extLst>
              <a:ext uri="{FF2B5EF4-FFF2-40B4-BE49-F238E27FC236}">
                <a16:creationId xmlns:a16="http://schemas.microsoft.com/office/drawing/2014/main" id="{CC27C416-6256-4953-8FED-0B214A374DD6}"/>
              </a:ext>
            </a:extLst>
          </p:cNvPr>
          <p:cNvSpPr>
            <a:spLocks noGrp="1"/>
          </p:cNvSpPr>
          <p:nvPr/>
        </p:nvSpPr>
        <p:spPr>
          <a:xfrm>
            <a:off x="1574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1_full_GT_194">
            <a:extLst>
              <a:ext uri="{FF2B5EF4-FFF2-40B4-BE49-F238E27FC236}">
                <a16:creationId xmlns:a16="http://schemas.microsoft.com/office/drawing/2014/main" id="{C93B31A3-A9C6-4C4B-B83B-4E7FFF85B4FE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1_full_GT_195">
            <a:extLst>
              <a:ext uri="{FF2B5EF4-FFF2-40B4-BE49-F238E27FC236}">
                <a16:creationId xmlns:a16="http://schemas.microsoft.com/office/drawing/2014/main" id="{91A6B5E0-404A-427E-9B41-31228C22DA39}"/>
              </a:ext>
            </a:extLst>
          </p:cNvPr>
          <p:cNvSpPr>
            <a:spLocks noGrp="1"/>
          </p:cNvSpPr>
          <p:nvPr/>
        </p:nvSpPr>
        <p:spPr>
          <a:xfrm>
            <a:off x="14827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1_full_GT_196">
            <a:extLst>
              <a:ext uri="{FF2B5EF4-FFF2-40B4-BE49-F238E27FC236}">
                <a16:creationId xmlns:a16="http://schemas.microsoft.com/office/drawing/2014/main" id="{F7D8BE6A-6AF5-4FF9-8975-B3BF6A9C69FA}"/>
              </a:ext>
            </a:extLst>
          </p:cNvPr>
          <p:cNvSpPr>
            <a:spLocks noGrp="1"/>
          </p:cNvSpPr>
          <p:nvPr/>
        </p:nvSpPr>
        <p:spPr>
          <a:xfrm>
            <a:off x="164967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1_full_GT_197">
            <a:extLst>
              <a:ext uri="{FF2B5EF4-FFF2-40B4-BE49-F238E27FC236}">
                <a16:creationId xmlns:a16="http://schemas.microsoft.com/office/drawing/2014/main" id="{638AF885-00CF-4CDB-AA72-9DE9C30B67CA}"/>
              </a:ext>
            </a:extLst>
          </p:cNvPr>
          <p:cNvSpPr>
            <a:spLocks noGrp="1"/>
          </p:cNvSpPr>
          <p:nvPr/>
        </p:nvSpPr>
        <p:spPr>
          <a:xfrm>
            <a:off x="16387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1_full_GT_198">
            <a:extLst>
              <a:ext uri="{FF2B5EF4-FFF2-40B4-BE49-F238E27FC236}">
                <a16:creationId xmlns:a16="http://schemas.microsoft.com/office/drawing/2014/main" id="{DEBCEEAC-0A57-4C4A-871A-44B67E7BD63C}"/>
              </a:ext>
            </a:extLst>
          </p:cNvPr>
          <p:cNvSpPr>
            <a:spLocks noGrp="1"/>
          </p:cNvSpPr>
          <p:nvPr/>
        </p:nvSpPr>
        <p:spPr>
          <a:xfrm>
            <a:off x="154628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1_full_GT_199">
            <a:extLst>
              <a:ext uri="{FF2B5EF4-FFF2-40B4-BE49-F238E27FC236}">
                <a16:creationId xmlns:a16="http://schemas.microsoft.com/office/drawing/2014/main" id="{1C593E3E-F6E8-4F94-BC89-4A06AE67038C}"/>
              </a:ext>
            </a:extLst>
          </p:cNvPr>
          <p:cNvSpPr>
            <a:spLocks noGrp="1"/>
          </p:cNvSpPr>
          <p:nvPr/>
        </p:nvSpPr>
        <p:spPr>
          <a:xfrm>
            <a:off x="1555308" y="43260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1_full_GT_200">
            <a:extLst>
              <a:ext uri="{FF2B5EF4-FFF2-40B4-BE49-F238E27FC236}">
                <a16:creationId xmlns:a16="http://schemas.microsoft.com/office/drawing/2014/main" id="{FAE3EF17-5AEF-4E26-85D5-4AF8B9DE7EAF}"/>
              </a:ext>
            </a:extLst>
          </p:cNvPr>
          <p:cNvSpPr>
            <a:spLocks noGrp="1"/>
          </p:cNvSpPr>
          <p:nvPr/>
        </p:nvSpPr>
        <p:spPr>
          <a:xfrm>
            <a:off x="16848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1_full_GT_201">
            <a:extLst>
              <a:ext uri="{FF2B5EF4-FFF2-40B4-BE49-F238E27FC236}">
                <a16:creationId xmlns:a16="http://schemas.microsoft.com/office/drawing/2014/main" id="{24D78FFC-75E1-4DF9-B4CF-56299814B060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1_full_GT_202">
            <a:extLst>
              <a:ext uri="{FF2B5EF4-FFF2-40B4-BE49-F238E27FC236}">
                <a16:creationId xmlns:a16="http://schemas.microsoft.com/office/drawing/2014/main" id="{59D7439C-4144-4822-82BA-18D5FF99BC2A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1_full_GT_203">
            <a:extLst>
              <a:ext uri="{FF2B5EF4-FFF2-40B4-BE49-F238E27FC236}">
                <a16:creationId xmlns:a16="http://schemas.microsoft.com/office/drawing/2014/main" id="{77F37754-411B-45FA-B545-E67E23FEB231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1_full_GT_204">
            <a:extLst>
              <a:ext uri="{FF2B5EF4-FFF2-40B4-BE49-F238E27FC236}">
                <a16:creationId xmlns:a16="http://schemas.microsoft.com/office/drawing/2014/main" id="{683BAC1A-4370-4D3B-BE28-AC8B22484D8D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1_full_GT_205">
            <a:extLst>
              <a:ext uri="{FF2B5EF4-FFF2-40B4-BE49-F238E27FC236}">
                <a16:creationId xmlns:a16="http://schemas.microsoft.com/office/drawing/2014/main" id="{8E96A348-F75B-4893-A24D-5F79121FF996}"/>
              </a:ext>
            </a:extLst>
          </p:cNvPr>
          <p:cNvSpPr>
            <a:spLocks noGrp="1"/>
          </p:cNvSpPr>
          <p:nvPr/>
        </p:nvSpPr>
        <p:spPr>
          <a:xfrm>
            <a:off x="1719637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1_full_GT_206">
            <a:extLst>
              <a:ext uri="{FF2B5EF4-FFF2-40B4-BE49-F238E27FC236}">
                <a16:creationId xmlns:a16="http://schemas.microsoft.com/office/drawing/2014/main" id="{7172664E-B3C6-4075-89EC-041E1E3E5B65}"/>
              </a:ext>
            </a:extLst>
          </p:cNvPr>
          <p:cNvSpPr>
            <a:spLocks noGrp="1"/>
          </p:cNvSpPr>
          <p:nvPr/>
        </p:nvSpPr>
        <p:spPr>
          <a:xfrm>
            <a:off x="148703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1_full_GT_207">
            <a:extLst>
              <a:ext uri="{FF2B5EF4-FFF2-40B4-BE49-F238E27FC236}">
                <a16:creationId xmlns:a16="http://schemas.microsoft.com/office/drawing/2014/main" id="{1B1DC460-4F5A-43FF-8AAF-9FA437A7B0D3}"/>
              </a:ext>
            </a:extLst>
          </p:cNvPr>
          <p:cNvSpPr>
            <a:spLocks noGrp="1"/>
          </p:cNvSpPr>
          <p:nvPr/>
        </p:nvSpPr>
        <p:spPr>
          <a:xfrm>
            <a:off x="156560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1_full_GT_208">
            <a:extLst>
              <a:ext uri="{FF2B5EF4-FFF2-40B4-BE49-F238E27FC236}">
                <a16:creationId xmlns:a16="http://schemas.microsoft.com/office/drawing/2014/main" id="{1E7F1B6E-2D15-4EBD-85A7-F10864292987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1_full_GT_209">
            <a:extLst>
              <a:ext uri="{FF2B5EF4-FFF2-40B4-BE49-F238E27FC236}">
                <a16:creationId xmlns:a16="http://schemas.microsoft.com/office/drawing/2014/main" id="{2D3C12E1-9410-4114-B4F5-C0BAAE9B778D}"/>
              </a:ext>
            </a:extLst>
          </p:cNvPr>
          <p:cNvSpPr>
            <a:spLocks noGrp="1"/>
          </p:cNvSpPr>
          <p:nvPr/>
        </p:nvSpPr>
        <p:spPr>
          <a:xfrm>
            <a:off x="153964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1_full_GT_210">
            <a:extLst>
              <a:ext uri="{FF2B5EF4-FFF2-40B4-BE49-F238E27FC236}">
                <a16:creationId xmlns:a16="http://schemas.microsoft.com/office/drawing/2014/main" id="{877EA197-B1F5-4B8D-8783-AFB6DBB5B7B3}"/>
              </a:ext>
            </a:extLst>
          </p:cNvPr>
          <p:cNvSpPr>
            <a:spLocks noGrp="1"/>
          </p:cNvSpPr>
          <p:nvPr/>
        </p:nvSpPr>
        <p:spPr>
          <a:xfrm>
            <a:off x="156992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1_full_GT_211">
            <a:extLst>
              <a:ext uri="{FF2B5EF4-FFF2-40B4-BE49-F238E27FC236}">
                <a16:creationId xmlns:a16="http://schemas.microsoft.com/office/drawing/2014/main" id="{950D27F1-926F-4A8F-9841-2895AC1CEA82}"/>
              </a:ext>
            </a:extLst>
          </p:cNvPr>
          <p:cNvSpPr>
            <a:spLocks noGrp="1"/>
          </p:cNvSpPr>
          <p:nvPr/>
        </p:nvSpPr>
        <p:spPr>
          <a:xfrm>
            <a:off x="1475185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1_full_GT_212">
            <a:extLst>
              <a:ext uri="{FF2B5EF4-FFF2-40B4-BE49-F238E27FC236}">
                <a16:creationId xmlns:a16="http://schemas.microsoft.com/office/drawing/2014/main" id="{ED439B7B-B8D6-47CF-B818-8B393FFAD833}"/>
              </a:ext>
            </a:extLst>
          </p:cNvPr>
          <p:cNvSpPr>
            <a:spLocks noGrp="1"/>
          </p:cNvSpPr>
          <p:nvPr/>
        </p:nvSpPr>
        <p:spPr>
          <a:xfrm>
            <a:off x="237795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1_full_GT_213">
            <a:extLst>
              <a:ext uri="{FF2B5EF4-FFF2-40B4-BE49-F238E27FC236}">
                <a16:creationId xmlns:a16="http://schemas.microsoft.com/office/drawing/2014/main" id="{DCEC07E1-5E48-4000-A6E6-113D25AB7E91}"/>
              </a:ext>
            </a:extLst>
          </p:cNvPr>
          <p:cNvSpPr>
            <a:spLocks noGrp="1"/>
          </p:cNvSpPr>
          <p:nvPr/>
        </p:nvSpPr>
        <p:spPr>
          <a:xfrm>
            <a:off x="2544084" y="34724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1_full_GT_214">
            <a:extLst>
              <a:ext uri="{FF2B5EF4-FFF2-40B4-BE49-F238E27FC236}">
                <a16:creationId xmlns:a16="http://schemas.microsoft.com/office/drawing/2014/main" id="{96D13F72-CD04-42F0-AEFA-7F8F4B58DD80}"/>
              </a:ext>
            </a:extLst>
          </p:cNvPr>
          <p:cNvSpPr>
            <a:spLocks noGrp="1"/>
          </p:cNvSpPr>
          <p:nvPr/>
        </p:nvSpPr>
        <p:spPr>
          <a:xfrm>
            <a:off x="2514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1_full_GT_215">
            <a:extLst>
              <a:ext uri="{FF2B5EF4-FFF2-40B4-BE49-F238E27FC236}">
                <a16:creationId xmlns:a16="http://schemas.microsoft.com/office/drawing/2014/main" id="{AE08DC98-6FD1-449F-A47E-6E5CA173160C}"/>
              </a:ext>
            </a:extLst>
          </p:cNvPr>
          <p:cNvSpPr>
            <a:spLocks noGrp="1"/>
          </p:cNvSpPr>
          <p:nvPr/>
        </p:nvSpPr>
        <p:spPr>
          <a:xfrm>
            <a:off x="255077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1_full_GT_216">
            <a:extLst>
              <a:ext uri="{FF2B5EF4-FFF2-40B4-BE49-F238E27FC236}">
                <a16:creationId xmlns:a16="http://schemas.microsoft.com/office/drawing/2014/main" id="{2A43145D-CBCA-44CA-972F-722BC063EBD3}"/>
              </a:ext>
            </a:extLst>
          </p:cNvPr>
          <p:cNvSpPr>
            <a:spLocks noGrp="1"/>
          </p:cNvSpPr>
          <p:nvPr/>
        </p:nvSpPr>
        <p:spPr>
          <a:xfrm>
            <a:off x="2397718" y="30835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1_full_GT_217">
            <a:extLst>
              <a:ext uri="{FF2B5EF4-FFF2-40B4-BE49-F238E27FC236}">
                <a16:creationId xmlns:a16="http://schemas.microsoft.com/office/drawing/2014/main" id="{A61CC894-9918-49FE-A6CB-094C353D8E5D}"/>
              </a:ext>
            </a:extLst>
          </p:cNvPr>
          <p:cNvSpPr>
            <a:spLocks noGrp="1"/>
          </p:cNvSpPr>
          <p:nvPr/>
        </p:nvSpPr>
        <p:spPr>
          <a:xfrm>
            <a:off x="242580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1_full_GT_218">
            <a:extLst>
              <a:ext uri="{FF2B5EF4-FFF2-40B4-BE49-F238E27FC236}">
                <a16:creationId xmlns:a16="http://schemas.microsoft.com/office/drawing/2014/main" id="{5F542FDC-E0D8-4B25-A67C-7690230477B8}"/>
              </a:ext>
            </a:extLst>
          </p:cNvPr>
          <p:cNvSpPr>
            <a:spLocks noGrp="1"/>
          </p:cNvSpPr>
          <p:nvPr/>
        </p:nvSpPr>
        <p:spPr>
          <a:xfrm>
            <a:off x="23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1_full_GT_219">
            <a:extLst>
              <a:ext uri="{FF2B5EF4-FFF2-40B4-BE49-F238E27FC236}">
                <a16:creationId xmlns:a16="http://schemas.microsoft.com/office/drawing/2014/main" id="{A8348862-F2B7-4EFA-8BFF-EE7F21E2568D}"/>
              </a:ext>
            </a:extLst>
          </p:cNvPr>
          <p:cNvSpPr>
            <a:spLocks noGrp="1"/>
          </p:cNvSpPr>
          <p:nvPr/>
        </p:nvSpPr>
        <p:spPr>
          <a:xfrm>
            <a:off x="242415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1_full_GT_220">
            <a:extLst>
              <a:ext uri="{FF2B5EF4-FFF2-40B4-BE49-F238E27FC236}">
                <a16:creationId xmlns:a16="http://schemas.microsoft.com/office/drawing/2014/main" id="{C76DD62F-A6AF-4581-9284-A22842D8F2AE}"/>
              </a:ext>
            </a:extLst>
          </p:cNvPr>
          <p:cNvSpPr>
            <a:spLocks noGrp="1"/>
          </p:cNvSpPr>
          <p:nvPr/>
        </p:nvSpPr>
        <p:spPr>
          <a:xfrm>
            <a:off x="232139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1_full_GT_221">
            <a:extLst>
              <a:ext uri="{FF2B5EF4-FFF2-40B4-BE49-F238E27FC236}">
                <a16:creationId xmlns:a16="http://schemas.microsoft.com/office/drawing/2014/main" id="{4E295BF3-51B8-473A-B6CD-F26B057196B2}"/>
              </a:ext>
            </a:extLst>
          </p:cNvPr>
          <p:cNvSpPr>
            <a:spLocks noGrp="1"/>
          </p:cNvSpPr>
          <p:nvPr/>
        </p:nvSpPr>
        <p:spPr>
          <a:xfrm>
            <a:off x="244368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1_full_GT_222">
            <a:extLst>
              <a:ext uri="{FF2B5EF4-FFF2-40B4-BE49-F238E27FC236}">
                <a16:creationId xmlns:a16="http://schemas.microsoft.com/office/drawing/2014/main" id="{9DB94F7C-CAAF-4AD5-BAC7-E37C4D654AD1}"/>
              </a:ext>
            </a:extLst>
          </p:cNvPr>
          <p:cNvSpPr>
            <a:spLocks noGrp="1"/>
          </p:cNvSpPr>
          <p:nvPr/>
        </p:nvSpPr>
        <p:spPr>
          <a:xfrm>
            <a:off x="245893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1_full_GT_223">
            <a:extLst>
              <a:ext uri="{FF2B5EF4-FFF2-40B4-BE49-F238E27FC236}">
                <a16:creationId xmlns:a16="http://schemas.microsoft.com/office/drawing/2014/main" id="{BE14EFC5-EE5D-472A-8C70-B1F7CD0A7B07}"/>
              </a:ext>
            </a:extLst>
          </p:cNvPr>
          <p:cNvSpPr>
            <a:spLocks noGrp="1"/>
          </p:cNvSpPr>
          <p:nvPr/>
        </p:nvSpPr>
        <p:spPr>
          <a:xfrm>
            <a:off x="2593469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1_full_GT_224">
            <a:extLst>
              <a:ext uri="{FF2B5EF4-FFF2-40B4-BE49-F238E27FC236}">
                <a16:creationId xmlns:a16="http://schemas.microsoft.com/office/drawing/2014/main" id="{9E47D9E3-36C1-478B-8646-DE07BE792C22}"/>
              </a:ext>
            </a:extLst>
          </p:cNvPr>
          <p:cNvSpPr>
            <a:spLocks noGrp="1"/>
          </p:cNvSpPr>
          <p:nvPr/>
        </p:nvSpPr>
        <p:spPr>
          <a:xfrm>
            <a:off x="2559589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1_full_GT_225">
            <a:extLst>
              <a:ext uri="{FF2B5EF4-FFF2-40B4-BE49-F238E27FC236}">
                <a16:creationId xmlns:a16="http://schemas.microsoft.com/office/drawing/2014/main" id="{2A9D3B77-7064-455B-BC4A-DCC553929323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1_full_GT_226">
            <a:extLst>
              <a:ext uri="{FF2B5EF4-FFF2-40B4-BE49-F238E27FC236}">
                <a16:creationId xmlns:a16="http://schemas.microsoft.com/office/drawing/2014/main" id="{41FA9BCA-C1A6-4A4B-9231-42FDC88FBDCB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1_full_GT_227">
            <a:extLst>
              <a:ext uri="{FF2B5EF4-FFF2-40B4-BE49-F238E27FC236}">
                <a16:creationId xmlns:a16="http://schemas.microsoft.com/office/drawing/2014/main" id="{A48E5303-0517-4EE1-AB94-9E688DC502FE}"/>
              </a:ext>
            </a:extLst>
          </p:cNvPr>
          <p:cNvSpPr>
            <a:spLocks noGrp="1"/>
          </p:cNvSpPr>
          <p:nvPr/>
        </p:nvSpPr>
        <p:spPr>
          <a:xfrm>
            <a:off x="2393383" y="36539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1_full_GT_228">
            <a:extLst>
              <a:ext uri="{FF2B5EF4-FFF2-40B4-BE49-F238E27FC236}">
                <a16:creationId xmlns:a16="http://schemas.microsoft.com/office/drawing/2014/main" id="{5EE985C8-C2DF-4770-9615-319D59E50ADD}"/>
              </a:ext>
            </a:extLst>
          </p:cNvPr>
          <p:cNvSpPr>
            <a:spLocks noGrp="1"/>
          </p:cNvSpPr>
          <p:nvPr/>
        </p:nvSpPr>
        <p:spPr>
          <a:xfrm>
            <a:off x="2304309" y="368689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1_full_GT_229">
            <a:extLst>
              <a:ext uri="{FF2B5EF4-FFF2-40B4-BE49-F238E27FC236}">
                <a16:creationId xmlns:a16="http://schemas.microsoft.com/office/drawing/2014/main" id="{A24A5CCB-1D6B-41CB-9EA1-3176BE702CDC}"/>
              </a:ext>
            </a:extLst>
          </p:cNvPr>
          <p:cNvSpPr>
            <a:spLocks noGrp="1"/>
          </p:cNvSpPr>
          <p:nvPr/>
        </p:nvSpPr>
        <p:spPr>
          <a:xfrm>
            <a:off x="2596426" y="376806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1_full_GT_230">
            <a:extLst>
              <a:ext uri="{FF2B5EF4-FFF2-40B4-BE49-F238E27FC236}">
                <a16:creationId xmlns:a16="http://schemas.microsoft.com/office/drawing/2014/main" id="{116987FA-8F07-48AF-B86C-7CF907535C8D}"/>
              </a:ext>
            </a:extLst>
          </p:cNvPr>
          <p:cNvSpPr>
            <a:spLocks noGrp="1"/>
          </p:cNvSpPr>
          <p:nvPr/>
        </p:nvSpPr>
        <p:spPr>
          <a:xfrm>
            <a:off x="235781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1_full_GT_231">
            <a:extLst>
              <a:ext uri="{FF2B5EF4-FFF2-40B4-BE49-F238E27FC236}">
                <a16:creationId xmlns:a16="http://schemas.microsoft.com/office/drawing/2014/main" id="{C46738BC-E91C-4E44-B417-02B1EA251283}"/>
              </a:ext>
            </a:extLst>
          </p:cNvPr>
          <p:cNvSpPr>
            <a:spLocks noGrp="1"/>
          </p:cNvSpPr>
          <p:nvPr/>
        </p:nvSpPr>
        <p:spPr>
          <a:xfrm>
            <a:off x="24690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1_full_GT_232">
            <a:extLst>
              <a:ext uri="{FF2B5EF4-FFF2-40B4-BE49-F238E27FC236}">
                <a16:creationId xmlns:a16="http://schemas.microsoft.com/office/drawing/2014/main" id="{142B1EF8-EED8-462C-B8CD-19C45396F041}"/>
              </a:ext>
            </a:extLst>
          </p:cNvPr>
          <p:cNvSpPr>
            <a:spLocks noGrp="1"/>
          </p:cNvSpPr>
          <p:nvPr/>
        </p:nvSpPr>
        <p:spPr>
          <a:xfrm>
            <a:off x="25135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1_full_GT_233">
            <a:extLst>
              <a:ext uri="{FF2B5EF4-FFF2-40B4-BE49-F238E27FC236}">
                <a16:creationId xmlns:a16="http://schemas.microsoft.com/office/drawing/2014/main" id="{434B3A65-ED74-4EB3-9EFC-39804F1E4E84}"/>
              </a:ext>
            </a:extLst>
          </p:cNvPr>
          <p:cNvSpPr>
            <a:spLocks noGrp="1"/>
          </p:cNvSpPr>
          <p:nvPr/>
        </p:nvSpPr>
        <p:spPr>
          <a:xfrm>
            <a:off x="2528376" y="381227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1_full_GT_234">
            <a:extLst>
              <a:ext uri="{FF2B5EF4-FFF2-40B4-BE49-F238E27FC236}">
                <a16:creationId xmlns:a16="http://schemas.microsoft.com/office/drawing/2014/main" id="{064E2065-67AC-466B-94EE-121E54735350}"/>
              </a:ext>
            </a:extLst>
          </p:cNvPr>
          <p:cNvSpPr>
            <a:spLocks noGrp="1"/>
          </p:cNvSpPr>
          <p:nvPr/>
        </p:nvSpPr>
        <p:spPr>
          <a:xfrm>
            <a:off x="2286557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1_full_GT_235">
            <a:extLst>
              <a:ext uri="{FF2B5EF4-FFF2-40B4-BE49-F238E27FC236}">
                <a16:creationId xmlns:a16="http://schemas.microsoft.com/office/drawing/2014/main" id="{21AB00B3-96A6-4DD2-9138-B2F994A8834D}"/>
              </a:ext>
            </a:extLst>
          </p:cNvPr>
          <p:cNvSpPr>
            <a:spLocks noGrp="1"/>
          </p:cNvSpPr>
          <p:nvPr/>
        </p:nvSpPr>
        <p:spPr>
          <a:xfrm>
            <a:off x="232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1_full_GT_236">
            <a:extLst>
              <a:ext uri="{FF2B5EF4-FFF2-40B4-BE49-F238E27FC236}">
                <a16:creationId xmlns:a16="http://schemas.microsoft.com/office/drawing/2014/main" id="{DC0077D3-E1C6-4943-B804-1FD2BDE0B3A6}"/>
              </a:ext>
            </a:extLst>
          </p:cNvPr>
          <p:cNvSpPr>
            <a:spLocks noGrp="1"/>
          </p:cNvSpPr>
          <p:nvPr/>
        </p:nvSpPr>
        <p:spPr>
          <a:xfrm>
            <a:off x="239333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1_full_GT_237">
            <a:extLst>
              <a:ext uri="{FF2B5EF4-FFF2-40B4-BE49-F238E27FC236}">
                <a16:creationId xmlns:a16="http://schemas.microsoft.com/office/drawing/2014/main" id="{8504DC2B-B993-4B28-990A-F3E2DF6F1FF0}"/>
              </a:ext>
            </a:extLst>
          </p:cNvPr>
          <p:cNvSpPr>
            <a:spLocks noGrp="1"/>
          </p:cNvSpPr>
          <p:nvPr/>
        </p:nvSpPr>
        <p:spPr>
          <a:xfrm>
            <a:off x="2410913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1_full_GT_238">
            <a:extLst>
              <a:ext uri="{FF2B5EF4-FFF2-40B4-BE49-F238E27FC236}">
                <a16:creationId xmlns:a16="http://schemas.microsoft.com/office/drawing/2014/main" id="{86880BC4-6A15-47E6-94F8-1BD5EC050442}"/>
              </a:ext>
            </a:extLst>
          </p:cNvPr>
          <p:cNvSpPr>
            <a:spLocks noGrp="1"/>
          </p:cNvSpPr>
          <p:nvPr/>
        </p:nvSpPr>
        <p:spPr>
          <a:xfrm>
            <a:off x="236720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1_full_GT_239">
            <a:extLst>
              <a:ext uri="{FF2B5EF4-FFF2-40B4-BE49-F238E27FC236}">
                <a16:creationId xmlns:a16="http://schemas.microsoft.com/office/drawing/2014/main" id="{23CE5882-C284-4121-8EEA-BF649CE2ECCD}"/>
              </a:ext>
            </a:extLst>
          </p:cNvPr>
          <p:cNvSpPr>
            <a:spLocks noGrp="1"/>
          </p:cNvSpPr>
          <p:nvPr/>
        </p:nvSpPr>
        <p:spPr>
          <a:xfrm>
            <a:off x="24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1_full_GT_240">
            <a:extLst>
              <a:ext uri="{FF2B5EF4-FFF2-40B4-BE49-F238E27FC236}">
                <a16:creationId xmlns:a16="http://schemas.microsoft.com/office/drawing/2014/main" id="{ACB8C8A0-5548-4486-806D-4F4EF8C703E4}"/>
              </a:ext>
            </a:extLst>
          </p:cNvPr>
          <p:cNvSpPr>
            <a:spLocks noGrp="1"/>
          </p:cNvSpPr>
          <p:nvPr/>
        </p:nvSpPr>
        <p:spPr>
          <a:xfrm>
            <a:off x="229626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1_full_GT_241">
            <a:extLst>
              <a:ext uri="{FF2B5EF4-FFF2-40B4-BE49-F238E27FC236}">
                <a16:creationId xmlns:a16="http://schemas.microsoft.com/office/drawing/2014/main" id="{9C838ECF-E9F3-40F7-9600-D5E9819D02F5}"/>
              </a:ext>
            </a:extLst>
          </p:cNvPr>
          <p:cNvSpPr>
            <a:spLocks noGrp="1"/>
          </p:cNvSpPr>
          <p:nvPr/>
        </p:nvSpPr>
        <p:spPr>
          <a:xfrm>
            <a:off x="23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1_full_GT_242">
            <a:extLst>
              <a:ext uri="{FF2B5EF4-FFF2-40B4-BE49-F238E27FC236}">
                <a16:creationId xmlns:a16="http://schemas.microsoft.com/office/drawing/2014/main" id="{6B58D514-E0D3-4616-A2C1-3E00E247DE66}"/>
              </a:ext>
            </a:extLst>
          </p:cNvPr>
          <p:cNvSpPr>
            <a:spLocks noGrp="1"/>
          </p:cNvSpPr>
          <p:nvPr/>
        </p:nvSpPr>
        <p:spPr>
          <a:xfrm>
            <a:off x="25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1_full_GT_243">
            <a:extLst>
              <a:ext uri="{FF2B5EF4-FFF2-40B4-BE49-F238E27FC236}">
                <a16:creationId xmlns:a16="http://schemas.microsoft.com/office/drawing/2014/main" id="{D5557C5B-20F6-46FB-A3DF-F51CBD27BD28}"/>
              </a:ext>
            </a:extLst>
          </p:cNvPr>
          <p:cNvSpPr>
            <a:spLocks noGrp="1"/>
          </p:cNvSpPr>
          <p:nvPr/>
        </p:nvSpPr>
        <p:spPr>
          <a:xfrm>
            <a:off x="23119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1_full_GT_244">
            <a:extLst>
              <a:ext uri="{FF2B5EF4-FFF2-40B4-BE49-F238E27FC236}">
                <a16:creationId xmlns:a16="http://schemas.microsoft.com/office/drawing/2014/main" id="{6D8BA61C-A20C-47C4-8FC9-CA3651FB1691}"/>
              </a:ext>
            </a:extLst>
          </p:cNvPr>
          <p:cNvSpPr>
            <a:spLocks noGrp="1"/>
          </p:cNvSpPr>
          <p:nvPr/>
        </p:nvSpPr>
        <p:spPr>
          <a:xfrm>
            <a:off x="2304835" y="47496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1_full_GT_245">
            <a:extLst>
              <a:ext uri="{FF2B5EF4-FFF2-40B4-BE49-F238E27FC236}">
                <a16:creationId xmlns:a16="http://schemas.microsoft.com/office/drawing/2014/main" id="{9E215F96-B7F5-447C-B194-BBAF66CC778C}"/>
              </a:ext>
            </a:extLst>
          </p:cNvPr>
          <p:cNvSpPr>
            <a:spLocks noGrp="1"/>
          </p:cNvSpPr>
          <p:nvPr/>
        </p:nvSpPr>
        <p:spPr>
          <a:xfrm>
            <a:off x="24651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1_full_GT_246">
            <a:extLst>
              <a:ext uri="{FF2B5EF4-FFF2-40B4-BE49-F238E27FC236}">
                <a16:creationId xmlns:a16="http://schemas.microsoft.com/office/drawing/2014/main" id="{071E19F2-C74F-4874-9B54-4C40FF5DE183}"/>
              </a:ext>
            </a:extLst>
          </p:cNvPr>
          <p:cNvSpPr>
            <a:spLocks noGrp="1"/>
          </p:cNvSpPr>
          <p:nvPr/>
        </p:nvSpPr>
        <p:spPr>
          <a:xfrm>
            <a:off x="244918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1_full_GT_247">
            <a:extLst>
              <a:ext uri="{FF2B5EF4-FFF2-40B4-BE49-F238E27FC236}">
                <a16:creationId xmlns:a16="http://schemas.microsoft.com/office/drawing/2014/main" id="{DD7BF46E-EE7B-4116-BFD0-9F379E09D4D4}"/>
              </a:ext>
            </a:extLst>
          </p:cNvPr>
          <p:cNvSpPr>
            <a:spLocks noGrp="1"/>
          </p:cNvSpPr>
          <p:nvPr/>
        </p:nvSpPr>
        <p:spPr>
          <a:xfrm>
            <a:off x="23385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1_full_GT_248">
            <a:extLst>
              <a:ext uri="{FF2B5EF4-FFF2-40B4-BE49-F238E27FC236}">
                <a16:creationId xmlns:a16="http://schemas.microsoft.com/office/drawing/2014/main" id="{2FE24D4D-31CC-4564-9987-A5469D48408E}"/>
              </a:ext>
            </a:extLst>
          </p:cNvPr>
          <p:cNvSpPr>
            <a:spLocks noGrp="1"/>
          </p:cNvSpPr>
          <p:nvPr/>
        </p:nvSpPr>
        <p:spPr>
          <a:xfrm>
            <a:off x="23969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1_full_GT_249">
            <a:extLst>
              <a:ext uri="{FF2B5EF4-FFF2-40B4-BE49-F238E27FC236}">
                <a16:creationId xmlns:a16="http://schemas.microsoft.com/office/drawing/2014/main" id="{23EB9B45-66D8-43F8-A96C-0727D683D216}"/>
              </a:ext>
            </a:extLst>
          </p:cNvPr>
          <p:cNvSpPr>
            <a:spLocks noGrp="1"/>
          </p:cNvSpPr>
          <p:nvPr/>
        </p:nvSpPr>
        <p:spPr>
          <a:xfrm>
            <a:off x="23301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1_full_GT_250">
            <a:extLst>
              <a:ext uri="{FF2B5EF4-FFF2-40B4-BE49-F238E27FC236}">
                <a16:creationId xmlns:a16="http://schemas.microsoft.com/office/drawing/2014/main" id="{EFE08CC9-A105-4E99-86AF-10C332D5BE00}"/>
              </a:ext>
            </a:extLst>
          </p:cNvPr>
          <p:cNvSpPr>
            <a:spLocks noGrp="1"/>
          </p:cNvSpPr>
          <p:nvPr/>
        </p:nvSpPr>
        <p:spPr>
          <a:xfrm>
            <a:off x="253115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1_full_GT_251">
            <a:extLst>
              <a:ext uri="{FF2B5EF4-FFF2-40B4-BE49-F238E27FC236}">
                <a16:creationId xmlns:a16="http://schemas.microsoft.com/office/drawing/2014/main" id="{82448EB8-5603-4A9B-A1AF-D3F2D0CA6FB6}"/>
              </a:ext>
            </a:extLst>
          </p:cNvPr>
          <p:cNvSpPr>
            <a:spLocks noGrp="1"/>
          </p:cNvSpPr>
          <p:nvPr/>
        </p:nvSpPr>
        <p:spPr>
          <a:xfrm>
            <a:off x="23915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1_full_GT_252">
            <a:extLst>
              <a:ext uri="{FF2B5EF4-FFF2-40B4-BE49-F238E27FC236}">
                <a16:creationId xmlns:a16="http://schemas.microsoft.com/office/drawing/2014/main" id="{7136AD51-6814-4F55-8B89-200A8B69F6D1}"/>
              </a:ext>
            </a:extLst>
          </p:cNvPr>
          <p:cNvSpPr>
            <a:spLocks noGrp="1"/>
          </p:cNvSpPr>
          <p:nvPr/>
        </p:nvSpPr>
        <p:spPr>
          <a:xfrm>
            <a:off x="2579003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1_full_GT_253">
            <a:extLst>
              <a:ext uri="{FF2B5EF4-FFF2-40B4-BE49-F238E27FC236}">
                <a16:creationId xmlns:a16="http://schemas.microsoft.com/office/drawing/2014/main" id="{F7C3067F-A61A-43CF-985D-D3C4033D925C}"/>
              </a:ext>
            </a:extLst>
          </p:cNvPr>
          <p:cNvSpPr>
            <a:spLocks noGrp="1"/>
          </p:cNvSpPr>
          <p:nvPr/>
        </p:nvSpPr>
        <p:spPr>
          <a:xfrm>
            <a:off x="2370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1_full_GT_254">
            <a:extLst>
              <a:ext uri="{FF2B5EF4-FFF2-40B4-BE49-F238E27FC236}">
                <a16:creationId xmlns:a16="http://schemas.microsoft.com/office/drawing/2014/main" id="{C7853EA7-21F5-4A82-B0D0-717FA44BB0FC}"/>
              </a:ext>
            </a:extLst>
          </p:cNvPr>
          <p:cNvSpPr>
            <a:spLocks noGrp="1"/>
          </p:cNvSpPr>
          <p:nvPr/>
        </p:nvSpPr>
        <p:spPr>
          <a:xfrm>
            <a:off x="25854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1_full_GT_255">
            <a:extLst>
              <a:ext uri="{FF2B5EF4-FFF2-40B4-BE49-F238E27FC236}">
                <a16:creationId xmlns:a16="http://schemas.microsoft.com/office/drawing/2014/main" id="{7DEDCEA5-7DDF-43BF-A06C-A4CFFF5373F1}"/>
              </a:ext>
            </a:extLst>
          </p:cNvPr>
          <p:cNvSpPr>
            <a:spLocks noGrp="1"/>
          </p:cNvSpPr>
          <p:nvPr/>
        </p:nvSpPr>
        <p:spPr>
          <a:xfrm>
            <a:off x="2380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1_full_GT_256">
            <a:extLst>
              <a:ext uri="{FF2B5EF4-FFF2-40B4-BE49-F238E27FC236}">
                <a16:creationId xmlns:a16="http://schemas.microsoft.com/office/drawing/2014/main" id="{8969E0DE-32D3-485C-9F02-B4FF71B22CB8}"/>
              </a:ext>
            </a:extLst>
          </p:cNvPr>
          <p:cNvSpPr>
            <a:spLocks noGrp="1"/>
          </p:cNvSpPr>
          <p:nvPr/>
        </p:nvSpPr>
        <p:spPr>
          <a:xfrm>
            <a:off x="230952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1_full_GT_257">
            <a:extLst>
              <a:ext uri="{FF2B5EF4-FFF2-40B4-BE49-F238E27FC236}">
                <a16:creationId xmlns:a16="http://schemas.microsoft.com/office/drawing/2014/main" id="{BA361B1D-6ABE-41B3-8D61-8A898A21B1AC}"/>
              </a:ext>
            </a:extLst>
          </p:cNvPr>
          <p:cNvSpPr>
            <a:spLocks noGrp="1"/>
          </p:cNvSpPr>
          <p:nvPr/>
        </p:nvSpPr>
        <p:spPr>
          <a:xfrm>
            <a:off x="241260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1_full_GT_258">
            <a:extLst>
              <a:ext uri="{FF2B5EF4-FFF2-40B4-BE49-F238E27FC236}">
                <a16:creationId xmlns:a16="http://schemas.microsoft.com/office/drawing/2014/main" id="{F3750A19-3729-4967-90D7-05C9658CE824}"/>
              </a:ext>
            </a:extLst>
          </p:cNvPr>
          <p:cNvSpPr>
            <a:spLocks noGrp="1"/>
          </p:cNvSpPr>
          <p:nvPr/>
        </p:nvSpPr>
        <p:spPr>
          <a:xfrm>
            <a:off x="2407764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1_full_GT_259">
            <a:extLst>
              <a:ext uri="{FF2B5EF4-FFF2-40B4-BE49-F238E27FC236}">
                <a16:creationId xmlns:a16="http://schemas.microsoft.com/office/drawing/2014/main" id="{53ED6436-9711-45D0-A767-874CFFF13E05}"/>
              </a:ext>
            </a:extLst>
          </p:cNvPr>
          <p:cNvSpPr>
            <a:spLocks noGrp="1"/>
          </p:cNvSpPr>
          <p:nvPr/>
        </p:nvSpPr>
        <p:spPr>
          <a:xfrm>
            <a:off x="2422269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1_full_GT_260">
            <a:extLst>
              <a:ext uri="{FF2B5EF4-FFF2-40B4-BE49-F238E27FC236}">
                <a16:creationId xmlns:a16="http://schemas.microsoft.com/office/drawing/2014/main" id="{59B5AC42-69CA-4B58-BA3E-E234065DD644}"/>
              </a:ext>
            </a:extLst>
          </p:cNvPr>
          <p:cNvSpPr>
            <a:spLocks noGrp="1"/>
          </p:cNvSpPr>
          <p:nvPr/>
        </p:nvSpPr>
        <p:spPr>
          <a:xfrm>
            <a:off x="248509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1_full_GT_261">
            <a:extLst>
              <a:ext uri="{FF2B5EF4-FFF2-40B4-BE49-F238E27FC236}">
                <a16:creationId xmlns:a16="http://schemas.microsoft.com/office/drawing/2014/main" id="{D93130DD-2789-4B6D-B6D6-4265ADA1F8FB}"/>
              </a:ext>
            </a:extLst>
          </p:cNvPr>
          <p:cNvSpPr>
            <a:spLocks noGrp="1"/>
          </p:cNvSpPr>
          <p:nvPr/>
        </p:nvSpPr>
        <p:spPr>
          <a:xfrm>
            <a:off x="253476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1_full_GT_262">
            <a:extLst>
              <a:ext uri="{FF2B5EF4-FFF2-40B4-BE49-F238E27FC236}">
                <a16:creationId xmlns:a16="http://schemas.microsoft.com/office/drawing/2014/main" id="{D4B9BB9C-770F-4F2B-93EB-592E4FD791BA}"/>
              </a:ext>
            </a:extLst>
          </p:cNvPr>
          <p:cNvSpPr>
            <a:spLocks noGrp="1"/>
          </p:cNvSpPr>
          <p:nvPr/>
        </p:nvSpPr>
        <p:spPr>
          <a:xfrm>
            <a:off x="247931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1_full_GT_263">
            <a:extLst>
              <a:ext uri="{FF2B5EF4-FFF2-40B4-BE49-F238E27FC236}">
                <a16:creationId xmlns:a16="http://schemas.microsoft.com/office/drawing/2014/main" id="{7B227BBA-734D-4B76-851E-C9D9B9C56CB2}"/>
              </a:ext>
            </a:extLst>
          </p:cNvPr>
          <p:cNvSpPr>
            <a:spLocks noGrp="1"/>
          </p:cNvSpPr>
          <p:nvPr/>
        </p:nvSpPr>
        <p:spPr>
          <a:xfrm>
            <a:off x="242133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1_full_GT_264">
            <a:extLst>
              <a:ext uri="{FF2B5EF4-FFF2-40B4-BE49-F238E27FC236}">
                <a16:creationId xmlns:a16="http://schemas.microsoft.com/office/drawing/2014/main" id="{B6FC5847-9603-4E60-BB6A-D5B3712BAD76}"/>
              </a:ext>
            </a:extLst>
          </p:cNvPr>
          <p:cNvSpPr>
            <a:spLocks noGrp="1"/>
          </p:cNvSpPr>
          <p:nvPr/>
        </p:nvSpPr>
        <p:spPr>
          <a:xfrm>
            <a:off x="2585983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1_full_GT_265">
            <a:extLst>
              <a:ext uri="{FF2B5EF4-FFF2-40B4-BE49-F238E27FC236}">
                <a16:creationId xmlns:a16="http://schemas.microsoft.com/office/drawing/2014/main" id="{9ECBB4BF-5134-4D21-98B4-8DB3EA84CCD9}"/>
              </a:ext>
            </a:extLst>
          </p:cNvPr>
          <p:cNvSpPr>
            <a:spLocks noGrp="1"/>
          </p:cNvSpPr>
          <p:nvPr/>
        </p:nvSpPr>
        <p:spPr>
          <a:xfrm>
            <a:off x="231522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1_full_GT_266">
            <a:extLst>
              <a:ext uri="{FF2B5EF4-FFF2-40B4-BE49-F238E27FC236}">
                <a16:creationId xmlns:a16="http://schemas.microsoft.com/office/drawing/2014/main" id="{5BC7C8C6-CD46-4008-9C83-E7A23A3DEA87}"/>
              </a:ext>
            </a:extLst>
          </p:cNvPr>
          <p:cNvSpPr>
            <a:spLocks noGrp="1"/>
          </p:cNvSpPr>
          <p:nvPr/>
        </p:nvSpPr>
        <p:spPr>
          <a:xfrm>
            <a:off x="235626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1_full_GT_267">
            <a:extLst>
              <a:ext uri="{FF2B5EF4-FFF2-40B4-BE49-F238E27FC236}">
                <a16:creationId xmlns:a16="http://schemas.microsoft.com/office/drawing/2014/main" id="{8DB4BA8A-4218-4DEC-BD61-46F17C0FF8D3}"/>
              </a:ext>
            </a:extLst>
          </p:cNvPr>
          <p:cNvSpPr>
            <a:spLocks noGrp="1"/>
          </p:cNvSpPr>
          <p:nvPr/>
        </p:nvSpPr>
        <p:spPr>
          <a:xfrm>
            <a:off x="22986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1_full_GT_268">
            <a:extLst>
              <a:ext uri="{FF2B5EF4-FFF2-40B4-BE49-F238E27FC236}">
                <a16:creationId xmlns:a16="http://schemas.microsoft.com/office/drawing/2014/main" id="{E8F6BA02-1147-4959-90AA-0A26FC735E4E}"/>
              </a:ext>
            </a:extLst>
          </p:cNvPr>
          <p:cNvSpPr>
            <a:spLocks noGrp="1"/>
          </p:cNvSpPr>
          <p:nvPr/>
        </p:nvSpPr>
        <p:spPr>
          <a:xfrm>
            <a:off x="23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1_full_GT_269">
            <a:extLst>
              <a:ext uri="{FF2B5EF4-FFF2-40B4-BE49-F238E27FC236}">
                <a16:creationId xmlns:a16="http://schemas.microsoft.com/office/drawing/2014/main" id="{5F9B4AA3-2358-4403-8D19-56A70944EE67}"/>
              </a:ext>
            </a:extLst>
          </p:cNvPr>
          <p:cNvSpPr>
            <a:spLocks noGrp="1"/>
          </p:cNvSpPr>
          <p:nvPr/>
        </p:nvSpPr>
        <p:spPr>
          <a:xfrm>
            <a:off x="245226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1_full_GT_270">
            <a:extLst>
              <a:ext uri="{FF2B5EF4-FFF2-40B4-BE49-F238E27FC236}">
                <a16:creationId xmlns:a16="http://schemas.microsoft.com/office/drawing/2014/main" id="{486534C4-7A1F-47BE-B3FA-1678933E4F13}"/>
              </a:ext>
            </a:extLst>
          </p:cNvPr>
          <p:cNvSpPr>
            <a:spLocks noGrp="1"/>
          </p:cNvSpPr>
          <p:nvPr/>
        </p:nvSpPr>
        <p:spPr>
          <a:xfrm>
            <a:off x="229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1_full_GT_271">
            <a:extLst>
              <a:ext uri="{FF2B5EF4-FFF2-40B4-BE49-F238E27FC236}">
                <a16:creationId xmlns:a16="http://schemas.microsoft.com/office/drawing/2014/main" id="{43134406-487F-40AE-9ABC-A9A9E856BB12}"/>
              </a:ext>
            </a:extLst>
          </p:cNvPr>
          <p:cNvSpPr>
            <a:spLocks noGrp="1"/>
          </p:cNvSpPr>
          <p:nvPr/>
        </p:nvSpPr>
        <p:spPr>
          <a:xfrm>
            <a:off x="258335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1_full_GT_272">
            <a:extLst>
              <a:ext uri="{FF2B5EF4-FFF2-40B4-BE49-F238E27FC236}">
                <a16:creationId xmlns:a16="http://schemas.microsoft.com/office/drawing/2014/main" id="{DF2075C8-A8A2-47A4-9FC2-420CB2EF6E39}"/>
              </a:ext>
            </a:extLst>
          </p:cNvPr>
          <p:cNvSpPr>
            <a:spLocks noGrp="1"/>
          </p:cNvSpPr>
          <p:nvPr/>
        </p:nvSpPr>
        <p:spPr>
          <a:xfrm>
            <a:off x="258732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1_full_GT_273">
            <a:extLst>
              <a:ext uri="{FF2B5EF4-FFF2-40B4-BE49-F238E27FC236}">
                <a16:creationId xmlns:a16="http://schemas.microsoft.com/office/drawing/2014/main" id="{758DCAD2-7063-4177-9D1F-376E4BCE1CF9}"/>
              </a:ext>
            </a:extLst>
          </p:cNvPr>
          <p:cNvSpPr>
            <a:spLocks noGrp="1"/>
          </p:cNvSpPr>
          <p:nvPr/>
        </p:nvSpPr>
        <p:spPr>
          <a:xfrm>
            <a:off x="2343350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1_full_GT_274">
            <a:extLst>
              <a:ext uri="{FF2B5EF4-FFF2-40B4-BE49-F238E27FC236}">
                <a16:creationId xmlns:a16="http://schemas.microsoft.com/office/drawing/2014/main" id="{4ACE1DFD-7FEF-467D-887A-45C984778252}"/>
              </a:ext>
            </a:extLst>
          </p:cNvPr>
          <p:cNvSpPr>
            <a:spLocks noGrp="1"/>
          </p:cNvSpPr>
          <p:nvPr/>
        </p:nvSpPr>
        <p:spPr>
          <a:xfrm>
            <a:off x="23764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1_full_GT_275">
            <a:extLst>
              <a:ext uri="{FF2B5EF4-FFF2-40B4-BE49-F238E27FC236}">
                <a16:creationId xmlns:a16="http://schemas.microsoft.com/office/drawing/2014/main" id="{1BB9D9CA-7463-4248-BE2E-109480BA5BCA}"/>
              </a:ext>
            </a:extLst>
          </p:cNvPr>
          <p:cNvSpPr>
            <a:spLocks noGrp="1"/>
          </p:cNvSpPr>
          <p:nvPr/>
        </p:nvSpPr>
        <p:spPr>
          <a:xfrm>
            <a:off x="2331403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1_full_GT_276">
            <a:extLst>
              <a:ext uri="{FF2B5EF4-FFF2-40B4-BE49-F238E27FC236}">
                <a16:creationId xmlns:a16="http://schemas.microsoft.com/office/drawing/2014/main" id="{9175FBCC-1AED-4367-8488-5A43C5E2DEC5}"/>
              </a:ext>
            </a:extLst>
          </p:cNvPr>
          <p:cNvSpPr>
            <a:spLocks noGrp="1"/>
          </p:cNvSpPr>
          <p:nvPr/>
        </p:nvSpPr>
        <p:spPr>
          <a:xfrm>
            <a:off x="237677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1_full_GT_277">
            <a:extLst>
              <a:ext uri="{FF2B5EF4-FFF2-40B4-BE49-F238E27FC236}">
                <a16:creationId xmlns:a16="http://schemas.microsoft.com/office/drawing/2014/main" id="{7BDF4E84-2309-4097-BABF-CA96B4BCE298}"/>
              </a:ext>
            </a:extLst>
          </p:cNvPr>
          <p:cNvSpPr>
            <a:spLocks noGrp="1"/>
          </p:cNvSpPr>
          <p:nvPr/>
        </p:nvSpPr>
        <p:spPr>
          <a:xfrm>
            <a:off x="2333082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1_full_GT_278">
            <a:extLst>
              <a:ext uri="{FF2B5EF4-FFF2-40B4-BE49-F238E27FC236}">
                <a16:creationId xmlns:a16="http://schemas.microsoft.com/office/drawing/2014/main" id="{F4700ACC-97B4-45DB-B504-AEFC5FE3AD7B}"/>
              </a:ext>
            </a:extLst>
          </p:cNvPr>
          <p:cNvSpPr>
            <a:spLocks noGrp="1"/>
          </p:cNvSpPr>
          <p:nvPr/>
        </p:nvSpPr>
        <p:spPr>
          <a:xfrm>
            <a:off x="242491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1_full_GT_279">
            <a:extLst>
              <a:ext uri="{FF2B5EF4-FFF2-40B4-BE49-F238E27FC236}">
                <a16:creationId xmlns:a16="http://schemas.microsoft.com/office/drawing/2014/main" id="{D4C5D82B-DDDF-422B-A22C-EB6CA7CB964D}"/>
              </a:ext>
            </a:extLst>
          </p:cNvPr>
          <p:cNvSpPr>
            <a:spLocks noGrp="1"/>
          </p:cNvSpPr>
          <p:nvPr/>
        </p:nvSpPr>
        <p:spPr>
          <a:xfrm>
            <a:off x="24617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1_full_GT_280">
            <a:extLst>
              <a:ext uri="{FF2B5EF4-FFF2-40B4-BE49-F238E27FC236}">
                <a16:creationId xmlns:a16="http://schemas.microsoft.com/office/drawing/2014/main" id="{7A1F5C71-BC35-4CCB-A8B5-A92CA8C8C149}"/>
              </a:ext>
            </a:extLst>
          </p:cNvPr>
          <p:cNvSpPr>
            <a:spLocks noGrp="1"/>
          </p:cNvSpPr>
          <p:nvPr/>
        </p:nvSpPr>
        <p:spPr>
          <a:xfrm>
            <a:off x="24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1_full_GT_281">
            <a:extLst>
              <a:ext uri="{FF2B5EF4-FFF2-40B4-BE49-F238E27FC236}">
                <a16:creationId xmlns:a16="http://schemas.microsoft.com/office/drawing/2014/main" id="{66BA28AD-7398-4226-AFBA-DDF72225EEB2}"/>
              </a:ext>
            </a:extLst>
          </p:cNvPr>
          <p:cNvSpPr>
            <a:spLocks noGrp="1"/>
          </p:cNvSpPr>
          <p:nvPr/>
        </p:nvSpPr>
        <p:spPr>
          <a:xfrm>
            <a:off x="2438248" y="407679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1_full_GT_282">
            <a:extLst>
              <a:ext uri="{FF2B5EF4-FFF2-40B4-BE49-F238E27FC236}">
                <a16:creationId xmlns:a16="http://schemas.microsoft.com/office/drawing/2014/main" id="{9A14CA80-B08A-4B5D-A73A-0176CF611B04}"/>
              </a:ext>
            </a:extLst>
          </p:cNvPr>
          <p:cNvSpPr>
            <a:spLocks noGrp="1"/>
          </p:cNvSpPr>
          <p:nvPr/>
        </p:nvSpPr>
        <p:spPr>
          <a:xfrm>
            <a:off x="2413730" y="33428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1_full_GT_283">
            <a:extLst>
              <a:ext uri="{FF2B5EF4-FFF2-40B4-BE49-F238E27FC236}">
                <a16:creationId xmlns:a16="http://schemas.microsoft.com/office/drawing/2014/main" id="{0CC0A588-F21F-4624-8B04-0BD30801CD4C}"/>
              </a:ext>
            </a:extLst>
          </p:cNvPr>
          <p:cNvSpPr>
            <a:spLocks noGrp="1"/>
          </p:cNvSpPr>
          <p:nvPr/>
        </p:nvSpPr>
        <p:spPr>
          <a:xfrm>
            <a:off x="23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1_full_GT_284">
            <a:extLst>
              <a:ext uri="{FF2B5EF4-FFF2-40B4-BE49-F238E27FC236}">
                <a16:creationId xmlns:a16="http://schemas.microsoft.com/office/drawing/2014/main" id="{066B5E12-1B62-4582-B6DA-C3D94FC537A6}"/>
              </a:ext>
            </a:extLst>
          </p:cNvPr>
          <p:cNvSpPr>
            <a:spLocks noGrp="1"/>
          </p:cNvSpPr>
          <p:nvPr/>
        </p:nvSpPr>
        <p:spPr>
          <a:xfrm>
            <a:off x="23117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1_full_GT_285">
            <a:extLst>
              <a:ext uri="{FF2B5EF4-FFF2-40B4-BE49-F238E27FC236}">
                <a16:creationId xmlns:a16="http://schemas.microsoft.com/office/drawing/2014/main" id="{F159DB12-21A1-4CF3-8B91-B6A20E10EC1D}"/>
              </a:ext>
            </a:extLst>
          </p:cNvPr>
          <p:cNvSpPr>
            <a:spLocks noGrp="1"/>
          </p:cNvSpPr>
          <p:nvPr/>
        </p:nvSpPr>
        <p:spPr>
          <a:xfrm>
            <a:off x="24095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1_full_GT_286">
            <a:extLst>
              <a:ext uri="{FF2B5EF4-FFF2-40B4-BE49-F238E27FC236}">
                <a16:creationId xmlns:a16="http://schemas.microsoft.com/office/drawing/2014/main" id="{19275B25-3632-4303-B883-3A07EE1C5215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1_full_GT_287">
            <a:extLst>
              <a:ext uri="{FF2B5EF4-FFF2-40B4-BE49-F238E27FC236}">
                <a16:creationId xmlns:a16="http://schemas.microsoft.com/office/drawing/2014/main" id="{DBC3A750-0661-4D81-A623-77D44A7C8391}"/>
              </a:ext>
            </a:extLst>
          </p:cNvPr>
          <p:cNvSpPr>
            <a:spLocks noGrp="1"/>
          </p:cNvSpPr>
          <p:nvPr/>
        </p:nvSpPr>
        <p:spPr>
          <a:xfrm>
            <a:off x="253268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1_full_GT_288">
            <a:extLst>
              <a:ext uri="{FF2B5EF4-FFF2-40B4-BE49-F238E27FC236}">
                <a16:creationId xmlns:a16="http://schemas.microsoft.com/office/drawing/2014/main" id="{3ABB9073-C013-4671-9251-3DCF7A5E1FEA}"/>
              </a:ext>
            </a:extLst>
          </p:cNvPr>
          <p:cNvSpPr>
            <a:spLocks noGrp="1"/>
          </p:cNvSpPr>
          <p:nvPr/>
        </p:nvSpPr>
        <p:spPr>
          <a:xfrm>
            <a:off x="2308594" y="407679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1_full_GT_289">
            <a:extLst>
              <a:ext uri="{FF2B5EF4-FFF2-40B4-BE49-F238E27FC236}">
                <a16:creationId xmlns:a16="http://schemas.microsoft.com/office/drawing/2014/main" id="{BD6109FE-27AF-4AC4-9E37-37C3A8C8A1EB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1_full_GT_290">
            <a:extLst>
              <a:ext uri="{FF2B5EF4-FFF2-40B4-BE49-F238E27FC236}">
                <a16:creationId xmlns:a16="http://schemas.microsoft.com/office/drawing/2014/main" id="{1922D9C0-D528-4291-BBFF-B8B3ADE801CC}"/>
              </a:ext>
            </a:extLst>
          </p:cNvPr>
          <p:cNvSpPr>
            <a:spLocks noGrp="1"/>
          </p:cNvSpPr>
          <p:nvPr/>
        </p:nvSpPr>
        <p:spPr>
          <a:xfrm>
            <a:off x="2312981" y="37937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1_full_GT_291">
            <a:extLst>
              <a:ext uri="{FF2B5EF4-FFF2-40B4-BE49-F238E27FC236}">
                <a16:creationId xmlns:a16="http://schemas.microsoft.com/office/drawing/2014/main" id="{DC08FD59-F422-4BF8-9C3B-FE488FBCA807}"/>
              </a:ext>
            </a:extLst>
          </p:cNvPr>
          <p:cNvSpPr>
            <a:spLocks noGrp="1"/>
          </p:cNvSpPr>
          <p:nvPr/>
        </p:nvSpPr>
        <p:spPr>
          <a:xfrm>
            <a:off x="24921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1_full_GT_292">
            <a:extLst>
              <a:ext uri="{FF2B5EF4-FFF2-40B4-BE49-F238E27FC236}">
                <a16:creationId xmlns:a16="http://schemas.microsoft.com/office/drawing/2014/main" id="{9EA82D34-96A7-4E83-9177-6BE3953CC455}"/>
              </a:ext>
            </a:extLst>
          </p:cNvPr>
          <p:cNvSpPr>
            <a:spLocks noGrp="1"/>
          </p:cNvSpPr>
          <p:nvPr/>
        </p:nvSpPr>
        <p:spPr>
          <a:xfrm>
            <a:off x="232725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1_full_GT_293">
            <a:extLst>
              <a:ext uri="{FF2B5EF4-FFF2-40B4-BE49-F238E27FC236}">
                <a16:creationId xmlns:a16="http://schemas.microsoft.com/office/drawing/2014/main" id="{F1ED4199-B6E6-4DAE-9E17-1FC24770CDD5}"/>
              </a:ext>
            </a:extLst>
          </p:cNvPr>
          <p:cNvSpPr>
            <a:spLocks noGrp="1"/>
          </p:cNvSpPr>
          <p:nvPr/>
        </p:nvSpPr>
        <p:spPr>
          <a:xfrm>
            <a:off x="24036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1_full_GT_294">
            <a:extLst>
              <a:ext uri="{FF2B5EF4-FFF2-40B4-BE49-F238E27FC236}">
                <a16:creationId xmlns:a16="http://schemas.microsoft.com/office/drawing/2014/main" id="{0201B8DC-D3D3-4896-B836-CD7BA3F89FAC}"/>
              </a:ext>
            </a:extLst>
          </p:cNvPr>
          <p:cNvSpPr>
            <a:spLocks noGrp="1"/>
          </p:cNvSpPr>
          <p:nvPr/>
        </p:nvSpPr>
        <p:spPr>
          <a:xfrm>
            <a:off x="227469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1_full_GT_295">
            <a:extLst>
              <a:ext uri="{FF2B5EF4-FFF2-40B4-BE49-F238E27FC236}">
                <a16:creationId xmlns:a16="http://schemas.microsoft.com/office/drawing/2014/main" id="{DF95F28D-3026-4F15-891E-D3577910A44F}"/>
              </a:ext>
            </a:extLst>
          </p:cNvPr>
          <p:cNvSpPr>
            <a:spLocks noGrp="1"/>
          </p:cNvSpPr>
          <p:nvPr/>
        </p:nvSpPr>
        <p:spPr>
          <a:xfrm>
            <a:off x="2371966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1_full_GT_296">
            <a:extLst>
              <a:ext uri="{FF2B5EF4-FFF2-40B4-BE49-F238E27FC236}">
                <a16:creationId xmlns:a16="http://schemas.microsoft.com/office/drawing/2014/main" id="{CCFBF1BF-DADE-49C7-88AB-B209E4316D8D}"/>
              </a:ext>
            </a:extLst>
          </p:cNvPr>
          <p:cNvSpPr>
            <a:spLocks noGrp="1"/>
          </p:cNvSpPr>
          <p:nvPr/>
        </p:nvSpPr>
        <p:spPr>
          <a:xfrm>
            <a:off x="2307301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1_full_GT_297">
            <a:extLst>
              <a:ext uri="{FF2B5EF4-FFF2-40B4-BE49-F238E27FC236}">
                <a16:creationId xmlns:a16="http://schemas.microsoft.com/office/drawing/2014/main" id="{31205193-8293-43F3-AF4D-F89FBBE10E09}"/>
              </a:ext>
            </a:extLst>
          </p:cNvPr>
          <p:cNvSpPr>
            <a:spLocks noGrp="1"/>
          </p:cNvSpPr>
          <p:nvPr/>
        </p:nvSpPr>
        <p:spPr>
          <a:xfrm>
            <a:off x="25137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1_full_GT_298">
            <a:extLst>
              <a:ext uri="{FF2B5EF4-FFF2-40B4-BE49-F238E27FC236}">
                <a16:creationId xmlns:a16="http://schemas.microsoft.com/office/drawing/2014/main" id="{72071920-CEB0-4249-BA1D-AEEE323DBE5D}"/>
              </a:ext>
            </a:extLst>
          </p:cNvPr>
          <p:cNvSpPr>
            <a:spLocks noGrp="1"/>
          </p:cNvSpPr>
          <p:nvPr/>
        </p:nvSpPr>
        <p:spPr>
          <a:xfrm>
            <a:off x="2395970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1_full_GT_299">
            <a:extLst>
              <a:ext uri="{FF2B5EF4-FFF2-40B4-BE49-F238E27FC236}">
                <a16:creationId xmlns:a16="http://schemas.microsoft.com/office/drawing/2014/main" id="{EDA39F58-8C48-4E03-AC0E-0C5224F1BB99}"/>
              </a:ext>
            </a:extLst>
          </p:cNvPr>
          <p:cNvSpPr>
            <a:spLocks noGrp="1"/>
          </p:cNvSpPr>
          <p:nvPr/>
        </p:nvSpPr>
        <p:spPr>
          <a:xfrm>
            <a:off x="2334106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1_full_GT_300">
            <a:extLst>
              <a:ext uri="{FF2B5EF4-FFF2-40B4-BE49-F238E27FC236}">
                <a16:creationId xmlns:a16="http://schemas.microsoft.com/office/drawing/2014/main" id="{94242377-51CD-47A1-BA3D-D68069AFBEE4}"/>
              </a:ext>
            </a:extLst>
          </p:cNvPr>
          <p:cNvSpPr>
            <a:spLocks noGrp="1"/>
          </p:cNvSpPr>
          <p:nvPr/>
        </p:nvSpPr>
        <p:spPr>
          <a:xfrm>
            <a:off x="2388676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1_full_GT_301">
            <a:extLst>
              <a:ext uri="{FF2B5EF4-FFF2-40B4-BE49-F238E27FC236}">
                <a16:creationId xmlns:a16="http://schemas.microsoft.com/office/drawing/2014/main" id="{C903D444-343A-424F-A303-084E49249673}"/>
              </a:ext>
            </a:extLst>
          </p:cNvPr>
          <p:cNvSpPr>
            <a:spLocks noGrp="1"/>
          </p:cNvSpPr>
          <p:nvPr/>
        </p:nvSpPr>
        <p:spPr>
          <a:xfrm>
            <a:off x="2446926" y="33588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1_full_GT_302">
            <a:extLst>
              <a:ext uri="{FF2B5EF4-FFF2-40B4-BE49-F238E27FC236}">
                <a16:creationId xmlns:a16="http://schemas.microsoft.com/office/drawing/2014/main" id="{3FBA6298-0686-4CAE-8B63-0C8D1AB5D9E0}"/>
              </a:ext>
            </a:extLst>
          </p:cNvPr>
          <p:cNvSpPr>
            <a:spLocks noGrp="1"/>
          </p:cNvSpPr>
          <p:nvPr/>
        </p:nvSpPr>
        <p:spPr>
          <a:xfrm>
            <a:off x="2415233" y="344298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1_full_GT_303">
            <a:extLst>
              <a:ext uri="{FF2B5EF4-FFF2-40B4-BE49-F238E27FC236}">
                <a16:creationId xmlns:a16="http://schemas.microsoft.com/office/drawing/2014/main" id="{21A063CA-E920-4A3A-AACB-5FB0E66AE4F6}"/>
              </a:ext>
            </a:extLst>
          </p:cNvPr>
          <p:cNvSpPr>
            <a:spLocks noGrp="1"/>
          </p:cNvSpPr>
          <p:nvPr/>
        </p:nvSpPr>
        <p:spPr>
          <a:xfrm>
            <a:off x="2466080" y="439694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1_full_GT_304">
            <a:extLst>
              <a:ext uri="{FF2B5EF4-FFF2-40B4-BE49-F238E27FC236}">
                <a16:creationId xmlns:a16="http://schemas.microsoft.com/office/drawing/2014/main" id="{8EB63126-E467-4091-A85C-832EE9DFE43A}"/>
              </a:ext>
            </a:extLst>
          </p:cNvPr>
          <p:cNvSpPr>
            <a:spLocks noGrp="1"/>
          </p:cNvSpPr>
          <p:nvPr/>
        </p:nvSpPr>
        <p:spPr>
          <a:xfrm>
            <a:off x="2571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1_full_GT_305">
            <a:extLst>
              <a:ext uri="{FF2B5EF4-FFF2-40B4-BE49-F238E27FC236}">
                <a16:creationId xmlns:a16="http://schemas.microsoft.com/office/drawing/2014/main" id="{E3045E68-5829-443D-82B0-A029A014EFCB}"/>
              </a:ext>
            </a:extLst>
          </p:cNvPr>
          <p:cNvSpPr>
            <a:spLocks noGrp="1"/>
          </p:cNvSpPr>
          <p:nvPr/>
        </p:nvSpPr>
        <p:spPr>
          <a:xfrm>
            <a:off x="25414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1_full_GT_306">
            <a:extLst>
              <a:ext uri="{FF2B5EF4-FFF2-40B4-BE49-F238E27FC236}">
                <a16:creationId xmlns:a16="http://schemas.microsoft.com/office/drawing/2014/main" id="{E1A76E2C-F096-4192-A728-F4B45B14A386}"/>
              </a:ext>
            </a:extLst>
          </p:cNvPr>
          <p:cNvSpPr>
            <a:spLocks noGrp="1"/>
          </p:cNvSpPr>
          <p:nvPr/>
        </p:nvSpPr>
        <p:spPr>
          <a:xfrm>
            <a:off x="237535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1_full_GT_307">
            <a:extLst>
              <a:ext uri="{FF2B5EF4-FFF2-40B4-BE49-F238E27FC236}">
                <a16:creationId xmlns:a16="http://schemas.microsoft.com/office/drawing/2014/main" id="{8632AF8A-4E72-44DF-9D91-99B73A4C5211}"/>
              </a:ext>
            </a:extLst>
          </p:cNvPr>
          <p:cNvSpPr>
            <a:spLocks noGrp="1"/>
          </p:cNvSpPr>
          <p:nvPr/>
        </p:nvSpPr>
        <p:spPr>
          <a:xfrm>
            <a:off x="2503997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1_full_GT_308">
            <a:extLst>
              <a:ext uri="{FF2B5EF4-FFF2-40B4-BE49-F238E27FC236}">
                <a16:creationId xmlns:a16="http://schemas.microsoft.com/office/drawing/2014/main" id="{547E8441-FD11-4DD6-957D-D4BF59E80F1C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1_full_GT_309">
            <a:extLst>
              <a:ext uri="{FF2B5EF4-FFF2-40B4-BE49-F238E27FC236}">
                <a16:creationId xmlns:a16="http://schemas.microsoft.com/office/drawing/2014/main" id="{41F88EC7-158A-4A77-96E1-33D9DEF5FB38}"/>
              </a:ext>
            </a:extLst>
          </p:cNvPr>
          <p:cNvSpPr>
            <a:spLocks noGrp="1"/>
          </p:cNvSpPr>
          <p:nvPr/>
        </p:nvSpPr>
        <p:spPr>
          <a:xfrm>
            <a:off x="23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1_full_GT_310">
            <a:extLst>
              <a:ext uri="{FF2B5EF4-FFF2-40B4-BE49-F238E27FC236}">
                <a16:creationId xmlns:a16="http://schemas.microsoft.com/office/drawing/2014/main" id="{71256366-0B20-4C9A-BA77-D1F1B3BB7A8A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1_full_GT_311">
            <a:extLst>
              <a:ext uri="{FF2B5EF4-FFF2-40B4-BE49-F238E27FC236}">
                <a16:creationId xmlns:a16="http://schemas.microsoft.com/office/drawing/2014/main" id="{4970B71C-C9A2-4316-B750-5B5FF4C89C59}"/>
              </a:ext>
            </a:extLst>
          </p:cNvPr>
          <p:cNvSpPr>
            <a:spLocks noGrp="1"/>
          </p:cNvSpPr>
          <p:nvPr/>
        </p:nvSpPr>
        <p:spPr>
          <a:xfrm>
            <a:off x="258616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1_full_GT_312">
            <a:extLst>
              <a:ext uri="{FF2B5EF4-FFF2-40B4-BE49-F238E27FC236}">
                <a16:creationId xmlns:a16="http://schemas.microsoft.com/office/drawing/2014/main" id="{AC6F956E-7814-4D31-A06A-1656312FEE05}"/>
              </a:ext>
            </a:extLst>
          </p:cNvPr>
          <p:cNvSpPr>
            <a:spLocks noGrp="1"/>
          </p:cNvSpPr>
          <p:nvPr/>
        </p:nvSpPr>
        <p:spPr>
          <a:xfrm>
            <a:off x="2290967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1_full_GT_313">
            <a:extLst>
              <a:ext uri="{FF2B5EF4-FFF2-40B4-BE49-F238E27FC236}">
                <a16:creationId xmlns:a16="http://schemas.microsoft.com/office/drawing/2014/main" id="{392B1B72-9544-424A-9DA1-83F16D10911E}"/>
              </a:ext>
            </a:extLst>
          </p:cNvPr>
          <p:cNvSpPr>
            <a:spLocks noGrp="1"/>
          </p:cNvSpPr>
          <p:nvPr/>
        </p:nvSpPr>
        <p:spPr>
          <a:xfrm>
            <a:off x="22832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1_full_GT_314">
            <a:extLst>
              <a:ext uri="{FF2B5EF4-FFF2-40B4-BE49-F238E27FC236}">
                <a16:creationId xmlns:a16="http://schemas.microsoft.com/office/drawing/2014/main" id="{D1FDEB0C-51F3-4167-AB27-9032DEDB45A9}"/>
              </a:ext>
            </a:extLst>
          </p:cNvPr>
          <p:cNvSpPr>
            <a:spLocks noGrp="1"/>
          </p:cNvSpPr>
          <p:nvPr/>
        </p:nvSpPr>
        <p:spPr>
          <a:xfrm>
            <a:off x="25620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1_full_GT_315">
            <a:extLst>
              <a:ext uri="{FF2B5EF4-FFF2-40B4-BE49-F238E27FC236}">
                <a16:creationId xmlns:a16="http://schemas.microsoft.com/office/drawing/2014/main" id="{D5228C14-3503-47EC-8839-3775A0D232E0}"/>
              </a:ext>
            </a:extLst>
          </p:cNvPr>
          <p:cNvSpPr>
            <a:spLocks noGrp="1"/>
          </p:cNvSpPr>
          <p:nvPr/>
        </p:nvSpPr>
        <p:spPr>
          <a:xfrm>
            <a:off x="22817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1_full_GT_316">
            <a:extLst>
              <a:ext uri="{FF2B5EF4-FFF2-40B4-BE49-F238E27FC236}">
                <a16:creationId xmlns:a16="http://schemas.microsoft.com/office/drawing/2014/main" id="{03FD3E87-8BDB-46A8-8489-F149554B3D9C}"/>
              </a:ext>
            </a:extLst>
          </p:cNvPr>
          <p:cNvSpPr>
            <a:spLocks noGrp="1"/>
          </p:cNvSpPr>
          <p:nvPr/>
        </p:nvSpPr>
        <p:spPr>
          <a:xfrm>
            <a:off x="2386736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1_full_GT_317">
            <a:extLst>
              <a:ext uri="{FF2B5EF4-FFF2-40B4-BE49-F238E27FC236}">
                <a16:creationId xmlns:a16="http://schemas.microsoft.com/office/drawing/2014/main" id="{A46A25C0-1066-479D-8C6A-511EABDF63B4}"/>
              </a:ext>
            </a:extLst>
          </p:cNvPr>
          <p:cNvSpPr>
            <a:spLocks noGrp="1"/>
          </p:cNvSpPr>
          <p:nvPr/>
        </p:nvSpPr>
        <p:spPr>
          <a:xfrm>
            <a:off x="24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1_full_GT_318">
            <a:extLst>
              <a:ext uri="{FF2B5EF4-FFF2-40B4-BE49-F238E27FC236}">
                <a16:creationId xmlns:a16="http://schemas.microsoft.com/office/drawing/2014/main" id="{0F06A6C4-C9C7-4864-A924-33FD69DFD980}"/>
              </a:ext>
            </a:extLst>
          </p:cNvPr>
          <p:cNvSpPr>
            <a:spLocks noGrp="1"/>
          </p:cNvSpPr>
          <p:nvPr/>
        </p:nvSpPr>
        <p:spPr>
          <a:xfrm>
            <a:off x="2272513" y="42528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1_full_GT_319">
            <a:extLst>
              <a:ext uri="{FF2B5EF4-FFF2-40B4-BE49-F238E27FC236}">
                <a16:creationId xmlns:a16="http://schemas.microsoft.com/office/drawing/2014/main" id="{AC8CF6FE-23D4-45B4-9791-72291ABF9192}"/>
              </a:ext>
            </a:extLst>
          </p:cNvPr>
          <p:cNvSpPr>
            <a:spLocks noGrp="1"/>
          </p:cNvSpPr>
          <p:nvPr/>
        </p:nvSpPr>
        <p:spPr>
          <a:xfrm>
            <a:off x="2315575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1_full_GT_320">
            <a:extLst>
              <a:ext uri="{FF2B5EF4-FFF2-40B4-BE49-F238E27FC236}">
                <a16:creationId xmlns:a16="http://schemas.microsoft.com/office/drawing/2014/main" id="{F8B80545-376D-4985-A308-A73B6EFF6C6D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1_full_GT_321">
            <a:extLst>
              <a:ext uri="{FF2B5EF4-FFF2-40B4-BE49-F238E27FC236}">
                <a16:creationId xmlns:a16="http://schemas.microsoft.com/office/drawing/2014/main" id="{455418E3-F131-47F2-A398-020E33D2D4D7}"/>
              </a:ext>
            </a:extLst>
          </p:cNvPr>
          <p:cNvSpPr>
            <a:spLocks noGrp="1"/>
          </p:cNvSpPr>
          <p:nvPr/>
        </p:nvSpPr>
        <p:spPr>
          <a:xfrm>
            <a:off x="23692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1_full_GT_322">
            <a:extLst>
              <a:ext uri="{FF2B5EF4-FFF2-40B4-BE49-F238E27FC236}">
                <a16:creationId xmlns:a16="http://schemas.microsoft.com/office/drawing/2014/main" id="{7A14FDE4-2246-448D-9647-240F830482F3}"/>
              </a:ext>
            </a:extLst>
          </p:cNvPr>
          <p:cNvSpPr>
            <a:spLocks noGrp="1"/>
          </p:cNvSpPr>
          <p:nvPr/>
        </p:nvSpPr>
        <p:spPr>
          <a:xfrm>
            <a:off x="257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1_full_GT_323">
            <a:extLst>
              <a:ext uri="{FF2B5EF4-FFF2-40B4-BE49-F238E27FC236}">
                <a16:creationId xmlns:a16="http://schemas.microsoft.com/office/drawing/2014/main" id="{43D97AA9-BF4D-40EA-B0C3-49F57B10EF45}"/>
              </a:ext>
            </a:extLst>
          </p:cNvPr>
          <p:cNvSpPr>
            <a:spLocks noGrp="1"/>
          </p:cNvSpPr>
          <p:nvPr/>
        </p:nvSpPr>
        <p:spPr>
          <a:xfrm>
            <a:off x="239328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1_full_GT_324">
            <a:extLst>
              <a:ext uri="{FF2B5EF4-FFF2-40B4-BE49-F238E27FC236}">
                <a16:creationId xmlns:a16="http://schemas.microsoft.com/office/drawing/2014/main" id="{44974C6A-4BD6-48A2-9B6B-5C6DC59A8BAA}"/>
              </a:ext>
            </a:extLst>
          </p:cNvPr>
          <p:cNvSpPr>
            <a:spLocks noGrp="1"/>
          </p:cNvSpPr>
          <p:nvPr/>
        </p:nvSpPr>
        <p:spPr>
          <a:xfrm>
            <a:off x="2461603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1_full_GT_325">
            <a:extLst>
              <a:ext uri="{FF2B5EF4-FFF2-40B4-BE49-F238E27FC236}">
                <a16:creationId xmlns:a16="http://schemas.microsoft.com/office/drawing/2014/main" id="{7D196FE3-C157-4079-85A7-DD28862B7045}"/>
              </a:ext>
            </a:extLst>
          </p:cNvPr>
          <p:cNvSpPr>
            <a:spLocks noGrp="1"/>
          </p:cNvSpPr>
          <p:nvPr/>
        </p:nvSpPr>
        <p:spPr>
          <a:xfrm>
            <a:off x="2275508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1_full_GT_326">
            <a:extLst>
              <a:ext uri="{FF2B5EF4-FFF2-40B4-BE49-F238E27FC236}">
                <a16:creationId xmlns:a16="http://schemas.microsoft.com/office/drawing/2014/main" id="{3D763B54-2A28-4607-8379-D8F7FFDD38CB}"/>
              </a:ext>
            </a:extLst>
          </p:cNvPr>
          <p:cNvSpPr>
            <a:spLocks noGrp="1"/>
          </p:cNvSpPr>
          <p:nvPr/>
        </p:nvSpPr>
        <p:spPr>
          <a:xfrm>
            <a:off x="22776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1_full_GT_327">
            <a:extLst>
              <a:ext uri="{FF2B5EF4-FFF2-40B4-BE49-F238E27FC236}">
                <a16:creationId xmlns:a16="http://schemas.microsoft.com/office/drawing/2014/main" id="{327F7DC3-886F-4A66-93AB-6A6E91982BC7}"/>
              </a:ext>
            </a:extLst>
          </p:cNvPr>
          <p:cNvSpPr>
            <a:spLocks noGrp="1"/>
          </p:cNvSpPr>
          <p:nvPr/>
        </p:nvSpPr>
        <p:spPr>
          <a:xfrm>
            <a:off x="245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1_full_GT_328">
            <a:extLst>
              <a:ext uri="{FF2B5EF4-FFF2-40B4-BE49-F238E27FC236}">
                <a16:creationId xmlns:a16="http://schemas.microsoft.com/office/drawing/2014/main" id="{8B4C2078-BA42-4FB3-B0CC-F0EFA6EF843E}"/>
              </a:ext>
            </a:extLst>
          </p:cNvPr>
          <p:cNvSpPr>
            <a:spLocks noGrp="1"/>
          </p:cNvSpPr>
          <p:nvPr/>
        </p:nvSpPr>
        <p:spPr>
          <a:xfrm>
            <a:off x="2414506" y="336359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1_full_GT_329">
            <a:extLst>
              <a:ext uri="{FF2B5EF4-FFF2-40B4-BE49-F238E27FC236}">
                <a16:creationId xmlns:a16="http://schemas.microsoft.com/office/drawing/2014/main" id="{51E49506-B963-4CF4-BD9F-4939A2332F32}"/>
              </a:ext>
            </a:extLst>
          </p:cNvPr>
          <p:cNvSpPr>
            <a:spLocks noGrp="1"/>
          </p:cNvSpPr>
          <p:nvPr/>
        </p:nvSpPr>
        <p:spPr>
          <a:xfrm>
            <a:off x="2545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1_full_GT_330">
            <a:extLst>
              <a:ext uri="{FF2B5EF4-FFF2-40B4-BE49-F238E27FC236}">
                <a16:creationId xmlns:a16="http://schemas.microsoft.com/office/drawing/2014/main" id="{DF219953-29EC-4FF0-8713-1557723F0E00}"/>
              </a:ext>
            </a:extLst>
          </p:cNvPr>
          <p:cNvSpPr>
            <a:spLocks noGrp="1"/>
          </p:cNvSpPr>
          <p:nvPr/>
        </p:nvSpPr>
        <p:spPr>
          <a:xfrm>
            <a:off x="254866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1_full_GT_331">
            <a:extLst>
              <a:ext uri="{FF2B5EF4-FFF2-40B4-BE49-F238E27FC236}">
                <a16:creationId xmlns:a16="http://schemas.microsoft.com/office/drawing/2014/main" id="{2EA70D84-59E0-4A56-B8BC-3ED1A4D422CA}"/>
              </a:ext>
            </a:extLst>
          </p:cNvPr>
          <p:cNvSpPr>
            <a:spLocks noGrp="1"/>
          </p:cNvSpPr>
          <p:nvPr/>
        </p:nvSpPr>
        <p:spPr>
          <a:xfrm>
            <a:off x="259306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1_full_GT_332">
            <a:extLst>
              <a:ext uri="{FF2B5EF4-FFF2-40B4-BE49-F238E27FC236}">
                <a16:creationId xmlns:a16="http://schemas.microsoft.com/office/drawing/2014/main" id="{DA04DF3B-A6FB-4A9F-B2CE-F1B49F03AB91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1_full_GT_333">
            <a:extLst>
              <a:ext uri="{FF2B5EF4-FFF2-40B4-BE49-F238E27FC236}">
                <a16:creationId xmlns:a16="http://schemas.microsoft.com/office/drawing/2014/main" id="{42820C5C-8A90-4EF8-B058-72C148B14B38}"/>
              </a:ext>
            </a:extLst>
          </p:cNvPr>
          <p:cNvSpPr>
            <a:spLocks noGrp="1"/>
          </p:cNvSpPr>
          <p:nvPr/>
        </p:nvSpPr>
        <p:spPr>
          <a:xfrm>
            <a:off x="2275726" y="429697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1_full_GT_334">
            <a:extLst>
              <a:ext uri="{FF2B5EF4-FFF2-40B4-BE49-F238E27FC236}">
                <a16:creationId xmlns:a16="http://schemas.microsoft.com/office/drawing/2014/main" id="{C774F277-0354-4DBD-BD42-6EEE9E81BD09}"/>
              </a:ext>
            </a:extLst>
          </p:cNvPr>
          <p:cNvSpPr>
            <a:spLocks noGrp="1"/>
          </p:cNvSpPr>
          <p:nvPr/>
        </p:nvSpPr>
        <p:spPr>
          <a:xfrm>
            <a:off x="23177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1_full_GT_335">
            <a:extLst>
              <a:ext uri="{FF2B5EF4-FFF2-40B4-BE49-F238E27FC236}">
                <a16:creationId xmlns:a16="http://schemas.microsoft.com/office/drawing/2014/main" id="{3614BCC1-FAD5-4C00-9B99-9134DAB9C921}"/>
              </a:ext>
            </a:extLst>
          </p:cNvPr>
          <p:cNvSpPr>
            <a:spLocks noGrp="1"/>
          </p:cNvSpPr>
          <p:nvPr/>
        </p:nvSpPr>
        <p:spPr>
          <a:xfrm>
            <a:off x="243354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1_full_GT_336">
            <a:extLst>
              <a:ext uri="{FF2B5EF4-FFF2-40B4-BE49-F238E27FC236}">
                <a16:creationId xmlns:a16="http://schemas.microsoft.com/office/drawing/2014/main" id="{92D7A7F0-EA87-4E8F-AB94-B65087856322}"/>
              </a:ext>
            </a:extLst>
          </p:cNvPr>
          <p:cNvSpPr>
            <a:spLocks noGrp="1"/>
          </p:cNvSpPr>
          <p:nvPr/>
        </p:nvSpPr>
        <p:spPr>
          <a:xfrm>
            <a:off x="25023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1_full_GT_337">
            <a:extLst>
              <a:ext uri="{FF2B5EF4-FFF2-40B4-BE49-F238E27FC236}">
                <a16:creationId xmlns:a16="http://schemas.microsoft.com/office/drawing/2014/main" id="{A57B6F74-85C7-44FF-8E33-B21CA45D5B05}"/>
              </a:ext>
            </a:extLst>
          </p:cNvPr>
          <p:cNvSpPr>
            <a:spLocks noGrp="1"/>
          </p:cNvSpPr>
          <p:nvPr/>
        </p:nvSpPr>
        <p:spPr>
          <a:xfrm>
            <a:off x="231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1_full_GT_338">
            <a:extLst>
              <a:ext uri="{FF2B5EF4-FFF2-40B4-BE49-F238E27FC236}">
                <a16:creationId xmlns:a16="http://schemas.microsoft.com/office/drawing/2014/main" id="{FC805E15-4F39-47A1-98B6-1A461A2FD6B3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1_full_GT_339">
            <a:extLst>
              <a:ext uri="{FF2B5EF4-FFF2-40B4-BE49-F238E27FC236}">
                <a16:creationId xmlns:a16="http://schemas.microsoft.com/office/drawing/2014/main" id="{A452A310-9EAD-4BB6-921A-33A8F7B62EB9}"/>
              </a:ext>
            </a:extLst>
          </p:cNvPr>
          <p:cNvSpPr>
            <a:spLocks noGrp="1"/>
          </p:cNvSpPr>
          <p:nvPr/>
        </p:nvSpPr>
        <p:spPr>
          <a:xfrm>
            <a:off x="2506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1_full_GT_340">
            <a:extLst>
              <a:ext uri="{FF2B5EF4-FFF2-40B4-BE49-F238E27FC236}">
                <a16:creationId xmlns:a16="http://schemas.microsoft.com/office/drawing/2014/main" id="{425A9083-FE08-48A8-8EC1-6E162FDFF6FA}"/>
              </a:ext>
            </a:extLst>
          </p:cNvPr>
          <p:cNvSpPr>
            <a:spLocks noGrp="1"/>
          </p:cNvSpPr>
          <p:nvPr/>
        </p:nvSpPr>
        <p:spPr>
          <a:xfrm>
            <a:off x="2376398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1_full_GT_341">
            <a:extLst>
              <a:ext uri="{FF2B5EF4-FFF2-40B4-BE49-F238E27FC236}">
                <a16:creationId xmlns:a16="http://schemas.microsoft.com/office/drawing/2014/main" id="{BDB402BB-18BD-4207-A80D-0F6D122C9368}"/>
              </a:ext>
            </a:extLst>
          </p:cNvPr>
          <p:cNvSpPr>
            <a:spLocks noGrp="1"/>
          </p:cNvSpPr>
          <p:nvPr/>
        </p:nvSpPr>
        <p:spPr>
          <a:xfrm>
            <a:off x="2353473" y="44447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3" name="01_full_GT_342">
            <a:extLst>
              <a:ext uri="{FF2B5EF4-FFF2-40B4-BE49-F238E27FC236}">
                <a16:creationId xmlns:a16="http://schemas.microsoft.com/office/drawing/2014/main" id="{D4116D41-FE2B-4AE5-AE2F-86986A17F25B}"/>
              </a:ext>
            </a:extLst>
          </p:cNvPr>
          <p:cNvSpPr>
            <a:spLocks noGrp="1"/>
          </p:cNvSpPr>
          <p:nvPr/>
        </p:nvSpPr>
        <p:spPr>
          <a:xfrm>
            <a:off x="2269837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4" name="01_full_GT_343">
            <a:extLst>
              <a:ext uri="{FF2B5EF4-FFF2-40B4-BE49-F238E27FC236}">
                <a16:creationId xmlns:a16="http://schemas.microsoft.com/office/drawing/2014/main" id="{6720CC91-AC5C-4955-908E-E3B76D985237}"/>
              </a:ext>
            </a:extLst>
          </p:cNvPr>
          <p:cNvSpPr>
            <a:spLocks noGrp="1"/>
          </p:cNvSpPr>
          <p:nvPr/>
        </p:nvSpPr>
        <p:spPr>
          <a:xfrm>
            <a:off x="2550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5" name="01_full_GT_344">
            <a:extLst>
              <a:ext uri="{FF2B5EF4-FFF2-40B4-BE49-F238E27FC236}">
                <a16:creationId xmlns:a16="http://schemas.microsoft.com/office/drawing/2014/main" id="{477746CF-7A54-4638-81CF-0C2CAB29FDC2}"/>
              </a:ext>
            </a:extLst>
          </p:cNvPr>
          <p:cNvSpPr>
            <a:spLocks noGrp="1"/>
          </p:cNvSpPr>
          <p:nvPr/>
        </p:nvSpPr>
        <p:spPr>
          <a:xfrm>
            <a:off x="258635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6" name="01_full_GT_345">
            <a:extLst>
              <a:ext uri="{FF2B5EF4-FFF2-40B4-BE49-F238E27FC236}">
                <a16:creationId xmlns:a16="http://schemas.microsoft.com/office/drawing/2014/main" id="{C96C50AC-14B5-4DEF-8FFE-0D90255D4870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7" name="01_full_GT_346">
            <a:extLst>
              <a:ext uri="{FF2B5EF4-FFF2-40B4-BE49-F238E27FC236}">
                <a16:creationId xmlns:a16="http://schemas.microsoft.com/office/drawing/2014/main" id="{78F700C6-6F07-43FF-A4BE-1B3CD7F11B25}"/>
              </a:ext>
            </a:extLst>
          </p:cNvPr>
          <p:cNvSpPr>
            <a:spLocks noGrp="1"/>
          </p:cNvSpPr>
          <p:nvPr/>
        </p:nvSpPr>
        <p:spPr>
          <a:xfrm>
            <a:off x="254019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8" name="01_full_GT_347">
            <a:extLst>
              <a:ext uri="{FF2B5EF4-FFF2-40B4-BE49-F238E27FC236}">
                <a16:creationId xmlns:a16="http://schemas.microsoft.com/office/drawing/2014/main" id="{291719BB-2C81-4F3A-85EF-A3F735C0EB39}"/>
              </a:ext>
            </a:extLst>
          </p:cNvPr>
          <p:cNvSpPr>
            <a:spLocks noGrp="1"/>
          </p:cNvSpPr>
          <p:nvPr/>
        </p:nvSpPr>
        <p:spPr>
          <a:xfrm>
            <a:off x="25282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9" name="01_full_GT_348">
            <a:extLst>
              <a:ext uri="{FF2B5EF4-FFF2-40B4-BE49-F238E27FC236}">
                <a16:creationId xmlns:a16="http://schemas.microsoft.com/office/drawing/2014/main" id="{FEB53FCD-1F88-404B-B0B2-1C5A4D2283DC}"/>
              </a:ext>
            </a:extLst>
          </p:cNvPr>
          <p:cNvSpPr>
            <a:spLocks noGrp="1"/>
          </p:cNvSpPr>
          <p:nvPr/>
        </p:nvSpPr>
        <p:spPr>
          <a:xfrm>
            <a:off x="2321672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0" name="01_full_GT_349">
            <a:extLst>
              <a:ext uri="{FF2B5EF4-FFF2-40B4-BE49-F238E27FC236}">
                <a16:creationId xmlns:a16="http://schemas.microsoft.com/office/drawing/2014/main" id="{3B5ADB4F-0695-463A-B151-76930220C7A2}"/>
              </a:ext>
            </a:extLst>
          </p:cNvPr>
          <p:cNvSpPr>
            <a:spLocks noGrp="1"/>
          </p:cNvSpPr>
          <p:nvPr/>
        </p:nvSpPr>
        <p:spPr>
          <a:xfrm>
            <a:off x="250496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1" name="01_full_GT_350">
            <a:extLst>
              <a:ext uri="{FF2B5EF4-FFF2-40B4-BE49-F238E27FC236}">
                <a16:creationId xmlns:a16="http://schemas.microsoft.com/office/drawing/2014/main" id="{C7D944D9-C3DE-435A-9869-E245B45EF70A}"/>
              </a:ext>
            </a:extLst>
          </p:cNvPr>
          <p:cNvSpPr>
            <a:spLocks noGrp="1"/>
          </p:cNvSpPr>
          <p:nvPr/>
        </p:nvSpPr>
        <p:spPr>
          <a:xfrm>
            <a:off x="2457732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2" name="01_full_GT_351">
            <a:extLst>
              <a:ext uri="{FF2B5EF4-FFF2-40B4-BE49-F238E27FC236}">
                <a16:creationId xmlns:a16="http://schemas.microsoft.com/office/drawing/2014/main" id="{096F369A-FA3D-42F7-AF1A-4AF12921973C}"/>
              </a:ext>
            </a:extLst>
          </p:cNvPr>
          <p:cNvSpPr>
            <a:spLocks noGrp="1"/>
          </p:cNvSpPr>
          <p:nvPr/>
        </p:nvSpPr>
        <p:spPr>
          <a:xfrm>
            <a:off x="249568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3" name="01_full_GT_352">
            <a:extLst>
              <a:ext uri="{FF2B5EF4-FFF2-40B4-BE49-F238E27FC236}">
                <a16:creationId xmlns:a16="http://schemas.microsoft.com/office/drawing/2014/main" id="{B3F62930-34E7-462A-B4F8-11F23D8E1F66}"/>
              </a:ext>
            </a:extLst>
          </p:cNvPr>
          <p:cNvSpPr>
            <a:spLocks noGrp="1"/>
          </p:cNvSpPr>
          <p:nvPr/>
        </p:nvSpPr>
        <p:spPr>
          <a:xfrm>
            <a:off x="24947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4" name="01_full_GT_353">
            <a:extLst>
              <a:ext uri="{FF2B5EF4-FFF2-40B4-BE49-F238E27FC236}">
                <a16:creationId xmlns:a16="http://schemas.microsoft.com/office/drawing/2014/main" id="{84A9BB51-7EC0-46CF-87C1-A4E9A58E6817}"/>
              </a:ext>
            </a:extLst>
          </p:cNvPr>
          <p:cNvSpPr>
            <a:spLocks noGrp="1"/>
          </p:cNvSpPr>
          <p:nvPr/>
        </p:nvSpPr>
        <p:spPr>
          <a:xfrm>
            <a:off x="246731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5" name="01_full_GT_354">
            <a:extLst>
              <a:ext uri="{FF2B5EF4-FFF2-40B4-BE49-F238E27FC236}">
                <a16:creationId xmlns:a16="http://schemas.microsoft.com/office/drawing/2014/main" id="{CD9161A3-7C1C-4BDF-8F8E-6974B3651D1E}"/>
              </a:ext>
            </a:extLst>
          </p:cNvPr>
          <p:cNvSpPr>
            <a:spLocks noGrp="1"/>
          </p:cNvSpPr>
          <p:nvPr/>
        </p:nvSpPr>
        <p:spPr>
          <a:xfrm>
            <a:off x="232326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6" name="01_full_GT_355">
            <a:extLst>
              <a:ext uri="{FF2B5EF4-FFF2-40B4-BE49-F238E27FC236}">
                <a16:creationId xmlns:a16="http://schemas.microsoft.com/office/drawing/2014/main" id="{F62FC570-C535-4F7C-9AD1-57CDF21FB691}"/>
              </a:ext>
            </a:extLst>
          </p:cNvPr>
          <p:cNvSpPr>
            <a:spLocks noGrp="1"/>
          </p:cNvSpPr>
          <p:nvPr/>
        </p:nvSpPr>
        <p:spPr>
          <a:xfrm>
            <a:off x="2467566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7" name="01_full_GT_356">
            <a:extLst>
              <a:ext uri="{FF2B5EF4-FFF2-40B4-BE49-F238E27FC236}">
                <a16:creationId xmlns:a16="http://schemas.microsoft.com/office/drawing/2014/main" id="{B9F805D4-3B2A-4771-AC1B-A88BFF0FB2E9}"/>
              </a:ext>
            </a:extLst>
          </p:cNvPr>
          <p:cNvSpPr>
            <a:spLocks noGrp="1"/>
          </p:cNvSpPr>
          <p:nvPr/>
        </p:nvSpPr>
        <p:spPr>
          <a:xfrm>
            <a:off x="254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8" name="01_full_GT_357">
            <a:extLst>
              <a:ext uri="{FF2B5EF4-FFF2-40B4-BE49-F238E27FC236}">
                <a16:creationId xmlns:a16="http://schemas.microsoft.com/office/drawing/2014/main" id="{4DB9747C-72E4-47BC-9B53-7146A9E1E225}"/>
              </a:ext>
            </a:extLst>
          </p:cNvPr>
          <p:cNvSpPr>
            <a:spLocks noGrp="1"/>
          </p:cNvSpPr>
          <p:nvPr/>
        </p:nvSpPr>
        <p:spPr>
          <a:xfrm>
            <a:off x="257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9" name="01_full_GT_358">
            <a:extLst>
              <a:ext uri="{FF2B5EF4-FFF2-40B4-BE49-F238E27FC236}">
                <a16:creationId xmlns:a16="http://schemas.microsoft.com/office/drawing/2014/main" id="{2C391404-338B-43C1-AFCA-6839FB1EDA25}"/>
              </a:ext>
            </a:extLst>
          </p:cNvPr>
          <p:cNvSpPr>
            <a:spLocks noGrp="1"/>
          </p:cNvSpPr>
          <p:nvPr/>
        </p:nvSpPr>
        <p:spPr>
          <a:xfrm>
            <a:off x="2583281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0" name="01_full_GT_359">
            <a:extLst>
              <a:ext uri="{FF2B5EF4-FFF2-40B4-BE49-F238E27FC236}">
                <a16:creationId xmlns:a16="http://schemas.microsoft.com/office/drawing/2014/main" id="{7B80293E-122A-41C4-B38A-C0BAD97388C5}"/>
              </a:ext>
            </a:extLst>
          </p:cNvPr>
          <p:cNvSpPr>
            <a:spLocks noGrp="1"/>
          </p:cNvSpPr>
          <p:nvPr/>
        </p:nvSpPr>
        <p:spPr>
          <a:xfrm>
            <a:off x="25950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1" name="01_full_GT_360">
            <a:extLst>
              <a:ext uri="{FF2B5EF4-FFF2-40B4-BE49-F238E27FC236}">
                <a16:creationId xmlns:a16="http://schemas.microsoft.com/office/drawing/2014/main" id="{2C162113-178C-4EE8-B465-73A20ABFED82}"/>
              </a:ext>
            </a:extLst>
          </p:cNvPr>
          <p:cNvSpPr>
            <a:spLocks noGrp="1"/>
          </p:cNvSpPr>
          <p:nvPr/>
        </p:nvSpPr>
        <p:spPr>
          <a:xfrm>
            <a:off x="257211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2" name="01_full_GT_361">
            <a:extLst>
              <a:ext uri="{FF2B5EF4-FFF2-40B4-BE49-F238E27FC236}">
                <a16:creationId xmlns:a16="http://schemas.microsoft.com/office/drawing/2014/main" id="{FD488DAF-CE28-450E-9AA9-A9E8C75E5313}"/>
              </a:ext>
            </a:extLst>
          </p:cNvPr>
          <p:cNvSpPr>
            <a:spLocks noGrp="1"/>
          </p:cNvSpPr>
          <p:nvPr/>
        </p:nvSpPr>
        <p:spPr>
          <a:xfrm>
            <a:off x="246804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3" name="01_full_GT_362">
            <a:extLst>
              <a:ext uri="{FF2B5EF4-FFF2-40B4-BE49-F238E27FC236}">
                <a16:creationId xmlns:a16="http://schemas.microsoft.com/office/drawing/2014/main" id="{EB435E65-DC21-4FB3-8B37-C181723585ED}"/>
              </a:ext>
            </a:extLst>
          </p:cNvPr>
          <p:cNvSpPr>
            <a:spLocks noGrp="1"/>
          </p:cNvSpPr>
          <p:nvPr/>
        </p:nvSpPr>
        <p:spPr>
          <a:xfrm>
            <a:off x="2558983" y="43639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4" name="01_full_GT_363">
            <a:extLst>
              <a:ext uri="{FF2B5EF4-FFF2-40B4-BE49-F238E27FC236}">
                <a16:creationId xmlns:a16="http://schemas.microsoft.com/office/drawing/2014/main" id="{8D658C2A-914D-4E38-8BF9-5F567A475589}"/>
              </a:ext>
            </a:extLst>
          </p:cNvPr>
          <p:cNvSpPr>
            <a:spLocks noGrp="1"/>
          </p:cNvSpPr>
          <p:nvPr/>
        </p:nvSpPr>
        <p:spPr>
          <a:xfrm>
            <a:off x="2560077" y="39651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5" name="01_full_GT_364">
            <a:extLst>
              <a:ext uri="{FF2B5EF4-FFF2-40B4-BE49-F238E27FC236}">
                <a16:creationId xmlns:a16="http://schemas.microsoft.com/office/drawing/2014/main" id="{8C9786D3-5CF6-472C-A6CC-FE6FEB28924C}"/>
              </a:ext>
            </a:extLst>
          </p:cNvPr>
          <p:cNvSpPr>
            <a:spLocks noGrp="1"/>
          </p:cNvSpPr>
          <p:nvPr/>
        </p:nvSpPr>
        <p:spPr>
          <a:xfrm>
            <a:off x="231045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6" name="01_full_GT_365">
            <a:extLst>
              <a:ext uri="{FF2B5EF4-FFF2-40B4-BE49-F238E27FC236}">
                <a16:creationId xmlns:a16="http://schemas.microsoft.com/office/drawing/2014/main" id="{E81ECFF5-20AD-44E0-A6CA-277C73218043}"/>
              </a:ext>
            </a:extLst>
          </p:cNvPr>
          <p:cNvSpPr>
            <a:spLocks noGrp="1"/>
          </p:cNvSpPr>
          <p:nvPr/>
        </p:nvSpPr>
        <p:spPr>
          <a:xfrm>
            <a:off x="2492828" y="299981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7" name="01_full_GT_366">
            <a:extLst>
              <a:ext uri="{FF2B5EF4-FFF2-40B4-BE49-F238E27FC236}">
                <a16:creationId xmlns:a16="http://schemas.microsoft.com/office/drawing/2014/main" id="{4BC629AD-273D-442A-A878-1BD20F948220}"/>
              </a:ext>
            </a:extLst>
          </p:cNvPr>
          <p:cNvSpPr>
            <a:spLocks noGrp="1"/>
          </p:cNvSpPr>
          <p:nvPr/>
        </p:nvSpPr>
        <p:spPr>
          <a:xfrm>
            <a:off x="2429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8" name="01_full_GT_367">
            <a:extLst>
              <a:ext uri="{FF2B5EF4-FFF2-40B4-BE49-F238E27FC236}">
                <a16:creationId xmlns:a16="http://schemas.microsoft.com/office/drawing/2014/main" id="{1D48D2CF-17B2-49E0-89CE-3AE4D179B9CF}"/>
              </a:ext>
            </a:extLst>
          </p:cNvPr>
          <p:cNvSpPr>
            <a:spLocks noGrp="1"/>
          </p:cNvSpPr>
          <p:nvPr/>
        </p:nvSpPr>
        <p:spPr>
          <a:xfrm>
            <a:off x="233386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9" name="01_full_GT_368">
            <a:extLst>
              <a:ext uri="{FF2B5EF4-FFF2-40B4-BE49-F238E27FC236}">
                <a16:creationId xmlns:a16="http://schemas.microsoft.com/office/drawing/2014/main" id="{83FC1E14-D34E-4426-B055-6DB34D2915F2}"/>
              </a:ext>
            </a:extLst>
          </p:cNvPr>
          <p:cNvSpPr>
            <a:spLocks noGrp="1"/>
          </p:cNvSpPr>
          <p:nvPr/>
        </p:nvSpPr>
        <p:spPr>
          <a:xfrm>
            <a:off x="25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0" name="01_full_GT_369">
            <a:extLst>
              <a:ext uri="{FF2B5EF4-FFF2-40B4-BE49-F238E27FC236}">
                <a16:creationId xmlns:a16="http://schemas.microsoft.com/office/drawing/2014/main" id="{F41E217D-03F3-447D-8E59-5007BEC0445D}"/>
              </a:ext>
            </a:extLst>
          </p:cNvPr>
          <p:cNvSpPr>
            <a:spLocks noGrp="1"/>
          </p:cNvSpPr>
          <p:nvPr/>
        </p:nvSpPr>
        <p:spPr>
          <a:xfrm>
            <a:off x="248522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1" name="01_full_GT_370">
            <a:extLst>
              <a:ext uri="{FF2B5EF4-FFF2-40B4-BE49-F238E27FC236}">
                <a16:creationId xmlns:a16="http://schemas.microsoft.com/office/drawing/2014/main" id="{DF03361D-67C0-4D13-A579-CA202E26CD8A}"/>
              </a:ext>
            </a:extLst>
          </p:cNvPr>
          <p:cNvSpPr>
            <a:spLocks noGrp="1"/>
          </p:cNvSpPr>
          <p:nvPr/>
        </p:nvSpPr>
        <p:spPr>
          <a:xfrm>
            <a:off x="23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2" name="01_full_GT_371">
            <a:extLst>
              <a:ext uri="{FF2B5EF4-FFF2-40B4-BE49-F238E27FC236}">
                <a16:creationId xmlns:a16="http://schemas.microsoft.com/office/drawing/2014/main" id="{309F6669-C6C3-4642-8BBE-ED090AB11715}"/>
              </a:ext>
            </a:extLst>
          </p:cNvPr>
          <p:cNvSpPr>
            <a:spLocks noGrp="1"/>
          </p:cNvSpPr>
          <p:nvPr/>
        </p:nvSpPr>
        <p:spPr>
          <a:xfrm>
            <a:off x="2311841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3" name="01_full_GT_372">
            <a:extLst>
              <a:ext uri="{FF2B5EF4-FFF2-40B4-BE49-F238E27FC236}">
                <a16:creationId xmlns:a16="http://schemas.microsoft.com/office/drawing/2014/main" id="{7ECD8590-F0EA-46FE-8EFC-EE567D1E6699}"/>
              </a:ext>
            </a:extLst>
          </p:cNvPr>
          <p:cNvSpPr>
            <a:spLocks noGrp="1"/>
          </p:cNvSpPr>
          <p:nvPr/>
        </p:nvSpPr>
        <p:spPr>
          <a:xfrm>
            <a:off x="24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4" name="01_full_GT_373">
            <a:extLst>
              <a:ext uri="{FF2B5EF4-FFF2-40B4-BE49-F238E27FC236}">
                <a16:creationId xmlns:a16="http://schemas.microsoft.com/office/drawing/2014/main" id="{6428A600-CFCD-4ED0-90DA-90303F215163}"/>
              </a:ext>
            </a:extLst>
          </p:cNvPr>
          <p:cNvSpPr>
            <a:spLocks noGrp="1"/>
          </p:cNvSpPr>
          <p:nvPr/>
        </p:nvSpPr>
        <p:spPr>
          <a:xfrm>
            <a:off x="24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5" name="01_full_GT_374">
            <a:extLst>
              <a:ext uri="{FF2B5EF4-FFF2-40B4-BE49-F238E27FC236}">
                <a16:creationId xmlns:a16="http://schemas.microsoft.com/office/drawing/2014/main" id="{E296A840-4D72-4692-8223-C188E248CE43}"/>
              </a:ext>
            </a:extLst>
          </p:cNvPr>
          <p:cNvSpPr>
            <a:spLocks noGrp="1"/>
          </p:cNvSpPr>
          <p:nvPr/>
        </p:nvSpPr>
        <p:spPr>
          <a:xfrm>
            <a:off x="235771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6" name="01_full_GT_375">
            <a:extLst>
              <a:ext uri="{FF2B5EF4-FFF2-40B4-BE49-F238E27FC236}">
                <a16:creationId xmlns:a16="http://schemas.microsoft.com/office/drawing/2014/main" id="{970973E9-6252-4F95-A7A6-7E6C223D6420}"/>
              </a:ext>
            </a:extLst>
          </p:cNvPr>
          <p:cNvSpPr>
            <a:spLocks noGrp="1"/>
          </p:cNvSpPr>
          <p:nvPr/>
        </p:nvSpPr>
        <p:spPr>
          <a:xfrm>
            <a:off x="2524672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7" name="01_full_GT_376">
            <a:extLst>
              <a:ext uri="{FF2B5EF4-FFF2-40B4-BE49-F238E27FC236}">
                <a16:creationId xmlns:a16="http://schemas.microsoft.com/office/drawing/2014/main" id="{CDCC551B-36B7-40F1-9C4E-2C207E1BB5D0}"/>
              </a:ext>
            </a:extLst>
          </p:cNvPr>
          <p:cNvSpPr>
            <a:spLocks noGrp="1"/>
          </p:cNvSpPr>
          <p:nvPr/>
        </p:nvSpPr>
        <p:spPr>
          <a:xfrm>
            <a:off x="25137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8" name="01_full_GT_377">
            <a:extLst>
              <a:ext uri="{FF2B5EF4-FFF2-40B4-BE49-F238E27FC236}">
                <a16:creationId xmlns:a16="http://schemas.microsoft.com/office/drawing/2014/main" id="{155A2661-25E7-48D3-B026-C47B4B129E43}"/>
              </a:ext>
            </a:extLst>
          </p:cNvPr>
          <p:cNvSpPr>
            <a:spLocks noGrp="1"/>
          </p:cNvSpPr>
          <p:nvPr/>
        </p:nvSpPr>
        <p:spPr>
          <a:xfrm>
            <a:off x="24212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9" name="01_full_GT_378">
            <a:extLst>
              <a:ext uri="{FF2B5EF4-FFF2-40B4-BE49-F238E27FC236}">
                <a16:creationId xmlns:a16="http://schemas.microsoft.com/office/drawing/2014/main" id="{E7F7511F-2972-4E4B-9C36-1BE85BB082AA}"/>
              </a:ext>
            </a:extLst>
          </p:cNvPr>
          <p:cNvSpPr>
            <a:spLocks noGrp="1"/>
          </p:cNvSpPr>
          <p:nvPr/>
        </p:nvSpPr>
        <p:spPr>
          <a:xfrm>
            <a:off x="2430308" y="43260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0" name="01_full_GT_379">
            <a:extLst>
              <a:ext uri="{FF2B5EF4-FFF2-40B4-BE49-F238E27FC236}">
                <a16:creationId xmlns:a16="http://schemas.microsoft.com/office/drawing/2014/main" id="{801762B0-BB3C-4C6B-B33F-D676DC31AEEB}"/>
              </a:ext>
            </a:extLst>
          </p:cNvPr>
          <p:cNvSpPr>
            <a:spLocks noGrp="1"/>
          </p:cNvSpPr>
          <p:nvPr/>
        </p:nvSpPr>
        <p:spPr>
          <a:xfrm>
            <a:off x="25598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1" name="01_full_GT_380">
            <a:extLst>
              <a:ext uri="{FF2B5EF4-FFF2-40B4-BE49-F238E27FC236}">
                <a16:creationId xmlns:a16="http://schemas.microsoft.com/office/drawing/2014/main" id="{8D5B5D3A-410B-4115-ADDB-502EAB9EBDC3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2" name="01_full_GT_381">
            <a:extLst>
              <a:ext uri="{FF2B5EF4-FFF2-40B4-BE49-F238E27FC236}">
                <a16:creationId xmlns:a16="http://schemas.microsoft.com/office/drawing/2014/main" id="{6D3465F7-E41D-4286-8C7C-BA548B84D7D3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3" name="01_full_GT_382">
            <a:extLst>
              <a:ext uri="{FF2B5EF4-FFF2-40B4-BE49-F238E27FC236}">
                <a16:creationId xmlns:a16="http://schemas.microsoft.com/office/drawing/2014/main" id="{49243765-D297-4F71-8B5C-729D7D9A75B3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4" name="01_full_GT_383">
            <a:extLst>
              <a:ext uri="{FF2B5EF4-FFF2-40B4-BE49-F238E27FC236}">
                <a16:creationId xmlns:a16="http://schemas.microsoft.com/office/drawing/2014/main" id="{D7599601-5CD3-452D-827A-ACB2B580228E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5" name="01_full_GT_384">
            <a:extLst>
              <a:ext uri="{FF2B5EF4-FFF2-40B4-BE49-F238E27FC236}">
                <a16:creationId xmlns:a16="http://schemas.microsoft.com/office/drawing/2014/main" id="{F6D7C756-4517-4FB2-AE94-F4B4A09C9EF8}"/>
              </a:ext>
            </a:extLst>
          </p:cNvPr>
          <p:cNvSpPr>
            <a:spLocks noGrp="1"/>
          </p:cNvSpPr>
          <p:nvPr/>
        </p:nvSpPr>
        <p:spPr>
          <a:xfrm>
            <a:off x="2594637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6" name="01_full_GT_385">
            <a:extLst>
              <a:ext uri="{FF2B5EF4-FFF2-40B4-BE49-F238E27FC236}">
                <a16:creationId xmlns:a16="http://schemas.microsoft.com/office/drawing/2014/main" id="{84B8C5F7-69A4-4076-9216-C819007B22AC}"/>
              </a:ext>
            </a:extLst>
          </p:cNvPr>
          <p:cNvSpPr>
            <a:spLocks noGrp="1"/>
          </p:cNvSpPr>
          <p:nvPr/>
        </p:nvSpPr>
        <p:spPr>
          <a:xfrm>
            <a:off x="236203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7" name="01_full_GT_386">
            <a:extLst>
              <a:ext uri="{FF2B5EF4-FFF2-40B4-BE49-F238E27FC236}">
                <a16:creationId xmlns:a16="http://schemas.microsoft.com/office/drawing/2014/main" id="{4DE1BFF0-424E-4FFF-902E-2C526F73A60B}"/>
              </a:ext>
            </a:extLst>
          </p:cNvPr>
          <p:cNvSpPr>
            <a:spLocks noGrp="1"/>
          </p:cNvSpPr>
          <p:nvPr/>
        </p:nvSpPr>
        <p:spPr>
          <a:xfrm>
            <a:off x="244060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8" name="01_full_GT_387">
            <a:extLst>
              <a:ext uri="{FF2B5EF4-FFF2-40B4-BE49-F238E27FC236}">
                <a16:creationId xmlns:a16="http://schemas.microsoft.com/office/drawing/2014/main" id="{36D29575-49E4-4A32-B0EB-7162A62D6322}"/>
              </a:ext>
            </a:extLst>
          </p:cNvPr>
          <p:cNvSpPr>
            <a:spLocks noGrp="1"/>
          </p:cNvSpPr>
          <p:nvPr/>
        </p:nvSpPr>
        <p:spPr>
          <a:xfrm>
            <a:off x="2594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9" name="01_full_GT_388">
            <a:extLst>
              <a:ext uri="{FF2B5EF4-FFF2-40B4-BE49-F238E27FC236}">
                <a16:creationId xmlns:a16="http://schemas.microsoft.com/office/drawing/2014/main" id="{929FB4CA-86ED-4FFA-9FF8-E36BAC2FCB4A}"/>
              </a:ext>
            </a:extLst>
          </p:cNvPr>
          <p:cNvSpPr>
            <a:spLocks noGrp="1"/>
          </p:cNvSpPr>
          <p:nvPr/>
        </p:nvSpPr>
        <p:spPr>
          <a:xfrm>
            <a:off x="241464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0" name="01_full_GT_389">
            <a:extLst>
              <a:ext uri="{FF2B5EF4-FFF2-40B4-BE49-F238E27FC236}">
                <a16:creationId xmlns:a16="http://schemas.microsoft.com/office/drawing/2014/main" id="{1464C9DB-6BE2-4702-B376-061B16DBEFDD}"/>
              </a:ext>
            </a:extLst>
          </p:cNvPr>
          <p:cNvSpPr>
            <a:spLocks noGrp="1"/>
          </p:cNvSpPr>
          <p:nvPr/>
        </p:nvSpPr>
        <p:spPr>
          <a:xfrm>
            <a:off x="244492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1" name="01_full_GT_390">
            <a:extLst>
              <a:ext uri="{FF2B5EF4-FFF2-40B4-BE49-F238E27FC236}">
                <a16:creationId xmlns:a16="http://schemas.microsoft.com/office/drawing/2014/main" id="{2FB145B0-5AAB-47A8-B823-B5B95D9626B4}"/>
              </a:ext>
            </a:extLst>
          </p:cNvPr>
          <p:cNvSpPr>
            <a:spLocks noGrp="1"/>
          </p:cNvSpPr>
          <p:nvPr/>
        </p:nvSpPr>
        <p:spPr>
          <a:xfrm>
            <a:off x="2350185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2" name="01_full_GT_391">
            <a:extLst>
              <a:ext uri="{FF2B5EF4-FFF2-40B4-BE49-F238E27FC236}">
                <a16:creationId xmlns:a16="http://schemas.microsoft.com/office/drawing/2014/main" id="{8B896632-7846-4F3B-B12F-75C31BE39B1A}"/>
              </a:ext>
            </a:extLst>
          </p:cNvPr>
          <p:cNvSpPr>
            <a:spLocks noGrp="1"/>
          </p:cNvSpPr>
          <p:nvPr/>
        </p:nvSpPr>
        <p:spPr>
          <a:xfrm>
            <a:off x="412795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3" name="01_full_GT_392">
            <a:extLst>
              <a:ext uri="{FF2B5EF4-FFF2-40B4-BE49-F238E27FC236}">
                <a16:creationId xmlns:a16="http://schemas.microsoft.com/office/drawing/2014/main" id="{CA553B76-2D62-45BD-9D21-D9B13A8613B2}"/>
              </a:ext>
            </a:extLst>
          </p:cNvPr>
          <p:cNvSpPr>
            <a:spLocks noGrp="1"/>
          </p:cNvSpPr>
          <p:nvPr/>
        </p:nvSpPr>
        <p:spPr>
          <a:xfrm>
            <a:off x="4294084" y="33169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4" name="01_full_GT_393">
            <a:extLst>
              <a:ext uri="{FF2B5EF4-FFF2-40B4-BE49-F238E27FC236}">
                <a16:creationId xmlns:a16="http://schemas.microsoft.com/office/drawing/2014/main" id="{393D5808-8041-4EFA-AA8C-0EB8717F319A}"/>
              </a:ext>
            </a:extLst>
          </p:cNvPr>
          <p:cNvSpPr>
            <a:spLocks noGrp="1"/>
          </p:cNvSpPr>
          <p:nvPr/>
        </p:nvSpPr>
        <p:spPr>
          <a:xfrm>
            <a:off x="4264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5" name="01_full_GT_394">
            <a:extLst>
              <a:ext uri="{FF2B5EF4-FFF2-40B4-BE49-F238E27FC236}">
                <a16:creationId xmlns:a16="http://schemas.microsoft.com/office/drawing/2014/main" id="{F94A7A65-0D60-4A76-AC0E-1C6F621EDD7C}"/>
              </a:ext>
            </a:extLst>
          </p:cNvPr>
          <p:cNvSpPr>
            <a:spLocks noGrp="1"/>
          </p:cNvSpPr>
          <p:nvPr/>
        </p:nvSpPr>
        <p:spPr>
          <a:xfrm>
            <a:off x="430077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6" name="01_full_GT_395">
            <a:extLst>
              <a:ext uri="{FF2B5EF4-FFF2-40B4-BE49-F238E27FC236}">
                <a16:creationId xmlns:a16="http://schemas.microsoft.com/office/drawing/2014/main" id="{DB9A176E-8E7E-45C8-AD15-487040B60494}"/>
              </a:ext>
            </a:extLst>
          </p:cNvPr>
          <p:cNvSpPr>
            <a:spLocks noGrp="1"/>
          </p:cNvSpPr>
          <p:nvPr/>
        </p:nvSpPr>
        <p:spPr>
          <a:xfrm>
            <a:off x="4147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7" name="01_full_GT_396">
            <a:extLst>
              <a:ext uri="{FF2B5EF4-FFF2-40B4-BE49-F238E27FC236}">
                <a16:creationId xmlns:a16="http://schemas.microsoft.com/office/drawing/2014/main" id="{F2853975-4DCC-4CCD-A1F4-7D671E12382C}"/>
              </a:ext>
            </a:extLst>
          </p:cNvPr>
          <p:cNvSpPr>
            <a:spLocks noGrp="1"/>
          </p:cNvSpPr>
          <p:nvPr/>
        </p:nvSpPr>
        <p:spPr>
          <a:xfrm>
            <a:off x="417580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8" name="01_full_GT_397">
            <a:extLst>
              <a:ext uri="{FF2B5EF4-FFF2-40B4-BE49-F238E27FC236}">
                <a16:creationId xmlns:a16="http://schemas.microsoft.com/office/drawing/2014/main" id="{50ED4934-8EDA-4EE5-9A67-1C3E75638FB9}"/>
              </a:ext>
            </a:extLst>
          </p:cNvPr>
          <p:cNvSpPr>
            <a:spLocks noGrp="1"/>
          </p:cNvSpPr>
          <p:nvPr/>
        </p:nvSpPr>
        <p:spPr>
          <a:xfrm>
            <a:off x="410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9" name="01_full_GT_398">
            <a:extLst>
              <a:ext uri="{FF2B5EF4-FFF2-40B4-BE49-F238E27FC236}">
                <a16:creationId xmlns:a16="http://schemas.microsoft.com/office/drawing/2014/main" id="{5C315472-36B9-4929-967B-A5B7E6472489}"/>
              </a:ext>
            </a:extLst>
          </p:cNvPr>
          <p:cNvSpPr>
            <a:spLocks noGrp="1"/>
          </p:cNvSpPr>
          <p:nvPr/>
        </p:nvSpPr>
        <p:spPr>
          <a:xfrm>
            <a:off x="41741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0" name="01_full_GT_399">
            <a:extLst>
              <a:ext uri="{FF2B5EF4-FFF2-40B4-BE49-F238E27FC236}">
                <a16:creationId xmlns:a16="http://schemas.microsoft.com/office/drawing/2014/main" id="{DEDBD8CA-9F6D-4A5A-872C-E9FAED90501A}"/>
              </a:ext>
            </a:extLst>
          </p:cNvPr>
          <p:cNvSpPr>
            <a:spLocks noGrp="1"/>
          </p:cNvSpPr>
          <p:nvPr/>
        </p:nvSpPr>
        <p:spPr>
          <a:xfrm>
            <a:off x="407139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1" name="01_full_GT_400">
            <a:extLst>
              <a:ext uri="{FF2B5EF4-FFF2-40B4-BE49-F238E27FC236}">
                <a16:creationId xmlns:a16="http://schemas.microsoft.com/office/drawing/2014/main" id="{5596359B-7C95-42AE-94D4-E83B27455666}"/>
              </a:ext>
            </a:extLst>
          </p:cNvPr>
          <p:cNvSpPr>
            <a:spLocks noGrp="1"/>
          </p:cNvSpPr>
          <p:nvPr/>
        </p:nvSpPr>
        <p:spPr>
          <a:xfrm>
            <a:off x="419368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2" name="01_full_GT_401">
            <a:extLst>
              <a:ext uri="{FF2B5EF4-FFF2-40B4-BE49-F238E27FC236}">
                <a16:creationId xmlns:a16="http://schemas.microsoft.com/office/drawing/2014/main" id="{B170739F-DABD-4E36-A077-431BFFE61B93}"/>
              </a:ext>
            </a:extLst>
          </p:cNvPr>
          <p:cNvSpPr>
            <a:spLocks noGrp="1"/>
          </p:cNvSpPr>
          <p:nvPr/>
        </p:nvSpPr>
        <p:spPr>
          <a:xfrm>
            <a:off x="420893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3" name="01_full_GT_402">
            <a:extLst>
              <a:ext uri="{FF2B5EF4-FFF2-40B4-BE49-F238E27FC236}">
                <a16:creationId xmlns:a16="http://schemas.microsoft.com/office/drawing/2014/main" id="{3A0F92E5-D6D0-47F5-9366-BC48734E5FA1}"/>
              </a:ext>
            </a:extLst>
          </p:cNvPr>
          <p:cNvSpPr>
            <a:spLocks noGrp="1"/>
          </p:cNvSpPr>
          <p:nvPr/>
        </p:nvSpPr>
        <p:spPr>
          <a:xfrm>
            <a:off x="4343469" y="3161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4" name="01_full_GT_403">
            <a:extLst>
              <a:ext uri="{FF2B5EF4-FFF2-40B4-BE49-F238E27FC236}">
                <a16:creationId xmlns:a16="http://schemas.microsoft.com/office/drawing/2014/main" id="{F3E76561-A0B5-48FD-81CC-DF2A475FAC27}"/>
              </a:ext>
            </a:extLst>
          </p:cNvPr>
          <p:cNvSpPr>
            <a:spLocks noGrp="1"/>
          </p:cNvSpPr>
          <p:nvPr/>
        </p:nvSpPr>
        <p:spPr>
          <a:xfrm>
            <a:off x="4309589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5" name="01_full_GT_404">
            <a:extLst>
              <a:ext uri="{FF2B5EF4-FFF2-40B4-BE49-F238E27FC236}">
                <a16:creationId xmlns:a16="http://schemas.microsoft.com/office/drawing/2014/main" id="{9546AAF0-5D1C-40D0-80D2-D74873AB2C3E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6" name="01_full_GT_405">
            <a:extLst>
              <a:ext uri="{FF2B5EF4-FFF2-40B4-BE49-F238E27FC236}">
                <a16:creationId xmlns:a16="http://schemas.microsoft.com/office/drawing/2014/main" id="{654D984A-F17A-4209-AED9-44A2142A5041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7" name="01_full_GT_406">
            <a:extLst>
              <a:ext uri="{FF2B5EF4-FFF2-40B4-BE49-F238E27FC236}">
                <a16:creationId xmlns:a16="http://schemas.microsoft.com/office/drawing/2014/main" id="{0A04EDF8-5B55-4FFE-ACCC-4345A2A9B448}"/>
              </a:ext>
            </a:extLst>
          </p:cNvPr>
          <p:cNvSpPr>
            <a:spLocks noGrp="1"/>
          </p:cNvSpPr>
          <p:nvPr/>
        </p:nvSpPr>
        <p:spPr>
          <a:xfrm>
            <a:off x="4143383" y="36539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8" name="01_full_GT_407">
            <a:extLst>
              <a:ext uri="{FF2B5EF4-FFF2-40B4-BE49-F238E27FC236}">
                <a16:creationId xmlns:a16="http://schemas.microsoft.com/office/drawing/2014/main" id="{551C375D-03E8-4B28-B04E-3493C5EA440C}"/>
              </a:ext>
            </a:extLst>
          </p:cNvPr>
          <p:cNvSpPr>
            <a:spLocks noGrp="1"/>
          </p:cNvSpPr>
          <p:nvPr/>
        </p:nvSpPr>
        <p:spPr>
          <a:xfrm>
            <a:off x="4054309" y="3678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9" name="01_full_GT_408">
            <a:extLst>
              <a:ext uri="{FF2B5EF4-FFF2-40B4-BE49-F238E27FC236}">
                <a16:creationId xmlns:a16="http://schemas.microsoft.com/office/drawing/2014/main" id="{FB01F8EA-38A5-4D8E-BEC7-548B5FA5BB4C}"/>
              </a:ext>
            </a:extLst>
          </p:cNvPr>
          <p:cNvSpPr>
            <a:spLocks noGrp="1"/>
          </p:cNvSpPr>
          <p:nvPr/>
        </p:nvSpPr>
        <p:spPr>
          <a:xfrm>
            <a:off x="4346426" y="376806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0" name="01_full_GT_409">
            <a:extLst>
              <a:ext uri="{FF2B5EF4-FFF2-40B4-BE49-F238E27FC236}">
                <a16:creationId xmlns:a16="http://schemas.microsoft.com/office/drawing/2014/main" id="{18D7398E-A183-4985-8B6C-5D9D216C3987}"/>
              </a:ext>
            </a:extLst>
          </p:cNvPr>
          <p:cNvSpPr>
            <a:spLocks noGrp="1"/>
          </p:cNvSpPr>
          <p:nvPr/>
        </p:nvSpPr>
        <p:spPr>
          <a:xfrm>
            <a:off x="410781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1" name="01_full_GT_410">
            <a:extLst>
              <a:ext uri="{FF2B5EF4-FFF2-40B4-BE49-F238E27FC236}">
                <a16:creationId xmlns:a16="http://schemas.microsoft.com/office/drawing/2014/main" id="{13DD8D79-844F-49BA-A416-86DD8D97BC39}"/>
              </a:ext>
            </a:extLst>
          </p:cNvPr>
          <p:cNvSpPr>
            <a:spLocks noGrp="1"/>
          </p:cNvSpPr>
          <p:nvPr/>
        </p:nvSpPr>
        <p:spPr>
          <a:xfrm>
            <a:off x="4219081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2" name="01_full_GT_411">
            <a:extLst>
              <a:ext uri="{FF2B5EF4-FFF2-40B4-BE49-F238E27FC236}">
                <a16:creationId xmlns:a16="http://schemas.microsoft.com/office/drawing/2014/main" id="{5AE4F4FE-0BE6-4221-A8CA-4C130C48614A}"/>
              </a:ext>
            </a:extLst>
          </p:cNvPr>
          <p:cNvSpPr>
            <a:spLocks noGrp="1"/>
          </p:cNvSpPr>
          <p:nvPr/>
        </p:nvSpPr>
        <p:spPr>
          <a:xfrm>
            <a:off x="42635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3" name="01_full_GT_412">
            <a:extLst>
              <a:ext uri="{FF2B5EF4-FFF2-40B4-BE49-F238E27FC236}">
                <a16:creationId xmlns:a16="http://schemas.microsoft.com/office/drawing/2014/main" id="{07B60ACD-8191-4118-9D5E-C7AB2221E41A}"/>
              </a:ext>
            </a:extLst>
          </p:cNvPr>
          <p:cNvSpPr>
            <a:spLocks noGrp="1"/>
          </p:cNvSpPr>
          <p:nvPr/>
        </p:nvSpPr>
        <p:spPr>
          <a:xfrm>
            <a:off x="4278376" y="381227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4" name="01_full_GT_413">
            <a:extLst>
              <a:ext uri="{FF2B5EF4-FFF2-40B4-BE49-F238E27FC236}">
                <a16:creationId xmlns:a16="http://schemas.microsoft.com/office/drawing/2014/main" id="{9FE9554F-32EC-4791-9F16-748718694AC9}"/>
              </a:ext>
            </a:extLst>
          </p:cNvPr>
          <p:cNvSpPr>
            <a:spLocks noGrp="1"/>
          </p:cNvSpPr>
          <p:nvPr/>
        </p:nvSpPr>
        <p:spPr>
          <a:xfrm>
            <a:off x="4036557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5" name="01_full_GT_414">
            <a:extLst>
              <a:ext uri="{FF2B5EF4-FFF2-40B4-BE49-F238E27FC236}">
                <a16:creationId xmlns:a16="http://schemas.microsoft.com/office/drawing/2014/main" id="{55035781-65D0-48E8-979F-79F980A02C7D}"/>
              </a:ext>
            </a:extLst>
          </p:cNvPr>
          <p:cNvSpPr>
            <a:spLocks noGrp="1"/>
          </p:cNvSpPr>
          <p:nvPr/>
        </p:nvSpPr>
        <p:spPr>
          <a:xfrm>
            <a:off x="40710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6" name="01_full_GT_415">
            <a:extLst>
              <a:ext uri="{FF2B5EF4-FFF2-40B4-BE49-F238E27FC236}">
                <a16:creationId xmlns:a16="http://schemas.microsoft.com/office/drawing/2014/main" id="{B99569D0-4165-488C-8D11-BEFEA7FA5197}"/>
              </a:ext>
            </a:extLst>
          </p:cNvPr>
          <p:cNvSpPr>
            <a:spLocks noGrp="1"/>
          </p:cNvSpPr>
          <p:nvPr/>
        </p:nvSpPr>
        <p:spPr>
          <a:xfrm>
            <a:off x="414333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7" name="01_full_GT_416">
            <a:extLst>
              <a:ext uri="{FF2B5EF4-FFF2-40B4-BE49-F238E27FC236}">
                <a16:creationId xmlns:a16="http://schemas.microsoft.com/office/drawing/2014/main" id="{643F6E27-CCD5-4FFE-8638-7BB72EF8508E}"/>
              </a:ext>
            </a:extLst>
          </p:cNvPr>
          <p:cNvSpPr>
            <a:spLocks noGrp="1"/>
          </p:cNvSpPr>
          <p:nvPr/>
        </p:nvSpPr>
        <p:spPr>
          <a:xfrm>
            <a:off x="4160913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8" name="01_full_GT_417">
            <a:extLst>
              <a:ext uri="{FF2B5EF4-FFF2-40B4-BE49-F238E27FC236}">
                <a16:creationId xmlns:a16="http://schemas.microsoft.com/office/drawing/2014/main" id="{190EA515-8023-4C0E-B21A-47969DFB7BD4}"/>
              </a:ext>
            </a:extLst>
          </p:cNvPr>
          <p:cNvSpPr>
            <a:spLocks noGrp="1"/>
          </p:cNvSpPr>
          <p:nvPr/>
        </p:nvSpPr>
        <p:spPr>
          <a:xfrm>
            <a:off x="411720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9" name="01_full_GT_418">
            <a:extLst>
              <a:ext uri="{FF2B5EF4-FFF2-40B4-BE49-F238E27FC236}">
                <a16:creationId xmlns:a16="http://schemas.microsoft.com/office/drawing/2014/main" id="{B2C5132A-5449-4839-A1E1-88E521E3E088}"/>
              </a:ext>
            </a:extLst>
          </p:cNvPr>
          <p:cNvSpPr>
            <a:spLocks noGrp="1"/>
          </p:cNvSpPr>
          <p:nvPr/>
        </p:nvSpPr>
        <p:spPr>
          <a:xfrm>
            <a:off x="418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0" name="01_full_GT_419">
            <a:extLst>
              <a:ext uri="{FF2B5EF4-FFF2-40B4-BE49-F238E27FC236}">
                <a16:creationId xmlns:a16="http://schemas.microsoft.com/office/drawing/2014/main" id="{4A957367-B989-46BF-BA9A-2A9419987F77}"/>
              </a:ext>
            </a:extLst>
          </p:cNvPr>
          <p:cNvSpPr>
            <a:spLocks noGrp="1"/>
          </p:cNvSpPr>
          <p:nvPr/>
        </p:nvSpPr>
        <p:spPr>
          <a:xfrm>
            <a:off x="404626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1" name="01_full_GT_420">
            <a:extLst>
              <a:ext uri="{FF2B5EF4-FFF2-40B4-BE49-F238E27FC236}">
                <a16:creationId xmlns:a16="http://schemas.microsoft.com/office/drawing/2014/main" id="{7C721D76-7BD9-4C8D-B72A-6CF763BD5903}"/>
              </a:ext>
            </a:extLst>
          </p:cNvPr>
          <p:cNvSpPr>
            <a:spLocks noGrp="1"/>
          </p:cNvSpPr>
          <p:nvPr/>
        </p:nvSpPr>
        <p:spPr>
          <a:xfrm>
            <a:off x="414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2" name="01_full_GT_421">
            <a:extLst>
              <a:ext uri="{FF2B5EF4-FFF2-40B4-BE49-F238E27FC236}">
                <a16:creationId xmlns:a16="http://schemas.microsoft.com/office/drawing/2014/main" id="{248DDF53-064C-4768-9FF4-78B1A31C954A}"/>
              </a:ext>
            </a:extLst>
          </p:cNvPr>
          <p:cNvSpPr>
            <a:spLocks noGrp="1"/>
          </p:cNvSpPr>
          <p:nvPr/>
        </p:nvSpPr>
        <p:spPr>
          <a:xfrm>
            <a:off x="426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3" name="01_full_GT_422">
            <a:extLst>
              <a:ext uri="{FF2B5EF4-FFF2-40B4-BE49-F238E27FC236}">
                <a16:creationId xmlns:a16="http://schemas.microsoft.com/office/drawing/2014/main" id="{06CBD801-1BFD-47C2-B9E4-FAFEBD35B548}"/>
              </a:ext>
            </a:extLst>
          </p:cNvPr>
          <p:cNvSpPr>
            <a:spLocks noGrp="1"/>
          </p:cNvSpPr>
          <p:nvPr/>
        </p:nvSpPr>
        <p:spPr>
          <a:xfrm>
            <a:off x="40619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4" name="01_full_GT_423">
            <a:extLst>
              <a:ext uri="{FF2B5EF4-FFF2-40B4-BE49-F238E27FC236}">
                <a16:creationId xmlns:a16="http://schemas.microsoft.com/office/drawing/2014/main" id="{82657454-6D75-432A-8012-721E9F01D280}"/>
              </a:ext>
            </a:extLst>
          </p:cNvPr>
          <p:cNvSpPr>
            <a:spLocks noGrp="1"/>
          </p:cNvSpPr>
          <p:nvPr/>
        </p:nvSpPr>
        <p:spPr>
          <a:xfrm>
            <a:off x="4054835" y="47496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5" name="01_full_GT_424">
            <a:extLst>
              <a:ext uri="{FF2B5EF4-FFF2-40B4-BE49-F238E27FC236}">
                <a16:creationId xmlns:a16="http://schemas.microsoft.com/office/drawing/2014/main" id="{6A265C5E-329A-4E34-B7C4-6CDE2B9EB357}"/>
              </a:ext>
            </a:extLst>
          </p:cNvPr>
          <p:cNvSpPr>
            <a:spLocks noGrp="1"/>
          </p:cNvSpPr>
          <p:nvPr/>
        </p:nvSpPr>
        <p:spPr>
          <a:xfrm>
            <a:off x="42151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6" name="01_full_GT_425">
            <a:extLst>
              <a:ext uri="{FF2B5EF4-FFF2-40B4-BE49-F238E27FC236}">
                <a16:creationId xmlns:a16="http://schemas.microsoft.com/office/drawing/2014/main" id="{84E796EC-7509-4751-8476-27CB0BBFDCD8}"/>
              </a:ext>
            </a:extLst>
          </p:cNvPr>
          <p:cNvSpPr>
            <a:spLocks noGrp="1"/>
          </p:cNvSpPr>
          <p:nvPr/>
        </p:nvSpPr>
        <p:spPr>
          <a:xfrm>
            <a:off x="419918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7" name="01_full_GT_426">
            <a:extLst>
              <a:ext uri="{FF2B5EF4-FFF2-40B4-BE49-F238E27FC236}">
                <a16:creationId xmlns:a16="http://schemas.microsoft.com/office/drawing/2014/main" id="{D4B50EDB-F010-40B9-9CF9-824B24342184}"/>
              </a:ext>
            </a:extLst>
          </p:cNvPr>
          <p:cNvSpPr>
            <a:spLocks noGrp="1"/>
          </p:cNvSpPr>
          <p:nvPr/>
        </p:nvSpPr>
        <p:spPr>
          <a:xfrm>
            <a:off x="40885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8" name="01_full_GT_427">
            <a:extLst>
              <a:ext uri="{FF2B5EF4-FFF2-40B4-BE49-F238E27FC236}">
                <a16:creationId xmlns:a16="http://schemas.microsoft.com/office/drawing/2014/main" id="{7AA9C4E3-495A-497D-B927-26D4F4290722}"/>
              </a:ext>
            </a:extLst>
          </p:cNvPr>
          <p:cNvSpPr>
            <a:spLocks noGrp="1"/>
          </p:cNvSpPr>
          <p:nvPr/>
        </p:nvSpPr>
        <p:spPr>
          <a:xfrm>
            <a:off x="41469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9" name="01_full_GT_428">
            <a:extLst>
              <a:ext uri="{FF2B5EF4-FFF2-40B4-BE49-F238E27FC236}">
                <a16:creationId xmlns:a16="http://schemas.microsoft.com/office/drawing/2014/main" id="{0F454783-9657-411C-8604-A3A68F89D76F}"/>
              </a:ext>
            </a:extLst>
          </p:cNvPr>
          <p:cNvSpPr>
            <a:spLocks noGrp="1"/>
          </p:cNvSpPr>
          <p:nvPr/>
        </p:nvSpPr>
        <p:spPr>
          <a:xfrm>
            <a:off x="40801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0" name="01_full_GT_429">
            <a:extLst>
              <a:ext uri="{FF2B5EF4-FFF2-40B4-BE49-F238E27FC236}">
                <a16:creationId xmlns:a16="http://schemas.microsoft.com/office/drawing/2014/main" id="{94011EB6-D6DF-456B-BEB9-612D047D5E72}"/>
              </a:ext>
            </a:extLst>
          </p:cNvPr>
          <p:cNvSpPr>
            <a:spLocks noGrp="1"/>
          </p:cNvSpPr>
          <p:nvPr/>
        </p:nvSpPr>
        <p:spPr>
          <a:xfrm>
            <a:off x="428115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1" name="01_full_GT_430">
            <a:extLst>
              <a:ext uri="{FF2B5EF4-FFF2-40B4-BE49-F238E27FC236}">
                <a16:creationId xmlns:a16="http://schemas.microsoft.com/office/drawing/2014/main" id="{3E405A6B-CCA8-44FC-908B-DE4D41AE6BDF}"/>
              </a:ext>
            </a:extLst>
          </p:cNvPr>
          <p:cNvSpPr>
            <a:spLocks noGrp="1"/>
          </p:cNvSpPr>
          <p:nvPr/>
        </p:nvSpPr>
        <p:spPr>
          <a:xfrm>
            <a:off x="41415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2" name="01_full_GT_431">
            <a:extLst>
              <a:ext uri="{FF2B5EF4-FFF2-40B4-BE49-F238E27FC236}">
                <a16:creationId xmlns:a16="http://schemas.microsoft.com/office/drawing/2014/main" id="{004E87C5-D957-4916-853F-34AF42774F04}"/>
              </a:ext>
            </a:extLst>
          </p:cNvPr>
          <p:cNvSpPr>
            <a:spLocks noGrp="1"/>
          </p:cNvSpPr>
          <p:nvPr/>
        </p:nvSpPr>
        <p:spPr>
          <a:xfrm>
            <a:off x="4329003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3" name="01_full_GT_432">
            <a:extLst>
              <a:ext uri="{FF2B5EF4-FFF2-40B4-BE49-F238E27FC236}">
                <a16:creationId xmlns:a16="http://schemas.microsoft.com/office/drawing/2014/main" id="{A1570585-81DE-4811-B540-5E5B98D7D793}"/>
              </a:ext>
            </a:extLst>
          </p:cNvPr>
          <p:cNvSpPr>
            <a:spLocks noGrp="1"/>
          </p:cNvSpPr>
          <p:nvPr/>
        </p:nvSpPr>
        <p:spPr>
          <a:xfrm>
            <a:off x="4120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4" name="01_full_GT_433">
            <a:extLst>
              <a:ext uri="{FF2B5EF4-FFF2-40B4-BE49-F238E27FC236}">
                <a16:creationId xmlns:a16="http://schemas.microsoft.com/office/drawing/2014/main" id="{3D6607DC-E47A-455B-BF94-3883E353DF03}"/>
              </a:ext>
            </a:extLst>
          </p:cNvPr>
          <p:cNvSpPr>
            <a:spLocks noGrp="1"/>
          </p:cNvSpPr>
          <p:nvPr/>
        </p:nvSpPr>
        <p:spPr>
          <a:xfrm>
            <a:off x="43354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5" name="01_full_GT_434">
            <a:extLst>
              <a:ext uri="{FF2B5EF4-FFF2-40B4-BE49-F238E27FC236}">
                <a16:creationId xmlns:a16="http://schemas.microsoft.com/office/drawing/2014/main" id="{506F43F4-36E1-499C-AE54-88CD7BF05774}"/>
              </a:ext>
            </a:extLst>
          </p:cNvPr>
          <p:cNvSpPr>
            <a:spLocks noGrp="1"/>
          </p:cNvSpPr>
          <p:nvPr/>
        </p:nvSpPr>
        <p:spPr>
          <a:xfrm>
            <a:off x="4130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6" name="01_full_GT_435">
            <a:extLst>
              <a:ext uri="{FF2B5EF4-FFF2-40B4-BE49-F238E27FC236}">
                <a16:creationId xmlns:a16="http://schemas.microsoft.com/office/drawing/2014/main" id="{D59EC34D-3F30-4387-9F9B-D401E9DDDD14}"/>
              </a:ext>
            </a:extLst>
          </p:cNvPr>
          <p:cNvSpPr>
            <a:spLocks noGrp="1"/>
          </p:cNvSpPr>
          <p:nvPr/>
        </p:nvSpPr>
        <p:spPr>
          <a:xfrm>
            <a:off x="405952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7" name="01_full_GT_436">
            <a:extLst>
              <a:ext uri="{FF2B5EF4-FFF2-40B4-BE49-F238E27FC236}">
                <a16:creationId xmlns:a16="http://schemas.microsoft.com/office/drawing/2014/main" id="{2B78E382-8DAC-472A-A4E2-D118D5D91247}"/>
              </a:ext>
            </a:extLst>
          </p:cNvPr>
          <p:cNvSpPr>
            <a:spLocks noGrp="1"/>
          </p:cNvSpPr>
          <p:nvPr/>
        </p:nvSpPr>
        <p:spPr>
          <a:xfrm>
            <a:off x="416260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8" name="01_full_GT_437">
            <a:extLst>
              <a:ext uri="{FF2B5EF4-FFF2-40B4-BE49-F238E27FC236}">
                <a16:creationId xmlns:a16="http://schemas.microsoft.com/office/drawing/2014/main" id="{91A20041-67B1-4215-9820-D8716BC206B2}"/>
              </a:ext>
            </a:extLst>
          </p:cNvPr>
          <p:cNvSpPr>
            <a:spLocks noGrp="1"/>
          </p:cNvSpPr>
          <p:nvPr/>
        </p:nvSpPr>
        <p:spPr>
          <a:xfrm>
            <a:off x="4157764" y="319469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9" name="01_full_GT_438">
            <a:extLst>
              <a:ext uri="{FF2B5EF4-FFF2-40B4-BE49-F238E27FC236}">
                <a16:creationId xmlns:a16="http://schemas.microsoft.com/office/drawing/2014/main" id="{E6C46CFC-F27E-450B-A95D-EDE5D7B9E376}"/>
              </a:ext>
            </a:extLst>
          </p:cNvPr>
          <p:cNvSpPr>
            <a:spLocks noGrp="1"/>
          </p:cNvSpPr>
          <p:nvPr/>
        </p:nvSpPr>
        <p:spPr>
          <a:xfrm>
            <a:off x="41722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0" name="01_full_GT_439">
            <a:extLst>
              <a:ext uri="{FF2B5EF4-FFF2-40B4-BE49-F238E27FC236}">
                <a16:creationId xmlns:a16="http://schemas.microsoft.com/office/drawing/2014/main" id="{EC41D3D9-840C-4CBB-B488-469F0C879CA8}"/>
              </a:ext>
            </a:extLst>
          </p:cNvPr>
          <p:cNvSpPr>
            <a:spLocks noGrp="1"/>
          </p:cNvSpPr>
          <p:nvPr/>
        </p:nvSpPr>
        <p:spPr>
          <a:xfrm>
            <a:off x="423509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1" name="01_full_GT_440">
            <a:extLst>
              <a:ext uri="{FF2B5EF4-FFF2-40B4-BE49-F238E27FC236}">
                <a16:creationId xmlns:a16="http://schemas.microsoft.com/office/drawing/2014/main" id="{4FCEEDE7-53F8-4E68-ACC9-CBC1CF5006D6}"/>
              </a:ext>
            </a:extLst>
          </p:cNvPr>
          <p:cNvSpPr>
            <a:spLocks noGrp="1"/>
          </p:cNvSpPr>
          <p:nvPr/>
        </p:nvSpPr>
        <p:spPr>
          <a:xfrm>
            <a:off x="428476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2" name="01_full_GT_441">
            <a:extLst>
              <a:ext uri="{FF2B5EF4-FFF2-40B4-BE49-F238E27FC236}">
                <a16:creationId xmlns:a16="http://schemas.microsoft.com/office/drawing/2014/main" id="{18AA5FFC-61A9-4223-B43E-2DCC339F850F}"/>
              </a:ext>
            </a:extLst>
          </p:cNvPr>
          <p:cNvSpPr>
            <a:spLocks noGrp="1"/>
          </p:cNvSpPr>
          <p:nvPr/>
        </p:nvSpPr>
        <p:spPr>
          <a:xfrm>
            <a:off x="42293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3" name="01_full_GT_442">
            <a:extLst>
              <a:ext uri="{FF2B5EF4-FFF2-40B4-BE49-F238E27FC236}">
                <a16:creationId xmlns:a16="http://schemas.microsoft.com/office/drawing/2014/main" id="{E916CE22-7E96-4B26-9926-4150C498304A}"/>
              </a:ext>
            </a:extLst>
          </p:cNvPr>
          <p:cNvSpPr>
            <a:spLocks noGrp="1"/>
          </p:cNvSpPr>
          <p:nvPr/>
        </p:nvSpPr>
        <p:spPr>
          <a:xfrm>
            <a:off x="417133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4" name="01_full_GT_443">
            <a:extLst>
              <a:ext uri="{FF2B5EF4-FFF2-40B4-BE49-F238E27FC236}">
                <a16:creationId xmlns:a16="http://schemas.microsoft.com/office/drawing/2014/main" id="{86BF9FE8-F5DC-4BBC-BF12-B1BAD88F678C}"/>
              </a:ext>
            </a:extLst>
          </p:cNvPr>
          <p:cNvSpPr>
            <a:spLocks noGrp="1"/>
          </p:cNvSpPr>
          <p:nvPr/>
        </p:nvSpPr>
        <p:spPr>
          <a:xfrm>
            <a:off x="4335983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5" name="01_full_GT_444">
            <a:extLst>
              <a:ext uri="{FF2B5EF4-FFF2-40B4-BE49-F238E27FC236}">
                <a16:creationId xmlns:a16="http://schemas.microsoft.com/office/drawing/2014/main" id="{404DEB3D-93FC-474C-8F1F-4999D5AB5360}"/>
              </a:ext>
            </a:extLst>
          </p:cNvPr>
          <p:cNvSpPr>
            <a:spLocks noGrp="1"/>
          </p:cNvSpPr>
          <p:nvPr/>
        </p:nvSpPr>
        <p:spPr>
          <a:xfrm>
            <a:off x="406522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6" name="01_full_GT_445">
            <a:extLst>
              <a:ext uri="{FF2B5EF4-FFF2-40B4-BE49-F238E27FC236}">
                <a16:creationId xmlns:a16="http://schemas.microsoft.com/office/drawing/2014/main" id="{213A63C2-3B0B-414C-A2C0-A121912EF290}"/>
              </a:ext>
            </a:extLst>
          </p:cNvPr>
          <p:cNvSpPr>
            <a:spLocks noGrp="1"/>
          </p:cNvSpPr>
          <p:nvPr/>
        </p:nvSpPr>
        <p:spPr>
          <a:xfrm>
            <a:off x="410626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7" name="01_full_GT_446">
            <a:extLst>
              <a:ext uri="{FF2B5EF4-FFF2-40B4-BE49-F238E27FC236}">
                <a16:creationId xmlns:a16="http://schemas.microsoft.com/office/drawing/2014/main" id="{3FE5F951-1544-48E9-AEC3-17DFF048DA17}"/>
              </a:ext>
            </a:extLst>
          </p:cNvPr>
          <p:cNvSpPr>
            <a:spLocks noGrp="1"/>
          </p:cNvSpPr>
          <p:nvPr/>
        </p:nvSpPr>
        <p:spPr>
          <a:xfrm>
            <a:off x="40486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8" name="01_full_GT_447">
            <a:extLst>
              <a:ext uri="{FF2B5EF4-FFF2-40B4-BE49-F238E27FC236}">
                <a16:creationId xmlns:a16="http://schemas.microsoft.com/office/drawing/2014/main" id="{0E0801F7-95B0-4247-8ABF-55F980C31D1C}"/>
              </a:ext>
            </a:extLst>
          </p:cNvPr>
          <p:cNvSpPr>
            <a:spLocks noGrp="1"/>
          </p:cNvSpPr>
          <p:nvPr/>
        </p:nvSpPr>
        <p:spPr>
          <a:xfrm>
            <a:off x="414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9" name="01_full_GT_448">
            <a:extLst>
              <a:ext uri="{FF2B5EF4-FFF2-40B4-BE49-F238E27FC236}">
                <a16:creationId xmlns:a16="http://schemas.microsoft.com/office/drawing/2014/main" id="{AD83BF62-ACDC-4890-8EE9-4FA7062DAD5B}"/>
              </a:ext>
            </a:extLst>
          </p:cNvPr>
          <p:cNvSpPr>
            <a:spLocks noGrp="1"/>
          </p:cNvSpPr>
          <p:nvPr/>
        </p:nvSpPr>
        <p:spPr>
          <a:xfrm>
            <a:off x="420226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0" name="01_full_GT_449">
            <a:extLst>
              <a:ext uri="{FF2B5EF4-FFF2-40B4-BE49-F238E27FC236}">
                <a16:creationId xmlns:a16="http://schemas.microsoft.com/office/drawing/2014/main" id="{A5B16AB4-E7E8-4A4E-AE82-40301AE2403C}"/>
              </a:ext>
            </a:extLst>
          </p:cNvPr>
          <p:cNvSpPr>
            <a:spLocks noGrp="1"/>
          </p:cNvSpPr>
          <p:nvPr/>
        </p:nvSpPr>
        <p:spPr>
          <a:xfrm>
            <a:off x="404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1" name="01_full_GT_450">
            <a:extLst>
              <a:ext uri="{FF2B5EF4-FFF2-40B4-BE49-F238E27FC236}">
                <a16:creationId xmlns:a16="http://schemas.microsoft.com/office/drawing/2014/main" id="{CA42E8B2-96D3-4C5E-B0AE-54DE78206A11}"/>
              </a:ext>
            </a:extLst>
          </p:cNvPr>
          <p:cNvSpPr>
            <a:spLocks noGrp="1"/>
          </p:cNvSpPr>
          <p:nvPr/>
        </p:nvSpPr>
        <p:spPr>
          <a:xfrm>
            <a:off x="433335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01_full_GT_451">
            <a:extLst>
              <a:ext uri="{FF2B5EF4-FFF2-40B4-BE49-F238E27FC236}">
                <a16:creationId xmlns:a16="http://schemas.microsoft.com/office/drawing/2014/main" id="{729F898C-CB8A-4B52-A879-08577D87F90A}"/>
              </a:ext>
            </a:extLst>
          </p:cNvPr>
          <p:cNvSpPr>
            <a:spLocks noGrp="1"/>
          </p:cNvSpPr>
          <p:nvPr/>
        </p:nvSpPr>
        <p:spPr>
          <a:xfrm>
            <a:off x="433732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3" name="01_full_GT_452">
            <a:extLst>
              <a:ext uri="{FF2B5EF4-FFF2-40B4-BE49-F238E27FC236}">
                <a16:creationId xmlns:a16="http://schemas.microsoft.com/office/drawing/2014/main" id="{39B2EAFA-D6C2-480C-B72C-4FC3A8E6DD2B}"/>
              </a:ext>
            </a:extLst>
          </p:cNvPr>
          <p:cNvSpPr>
            <a:spLocks noGrp="1"/>
          </p:cNvSpPr>
          <p:nvPr/>
        </p:nvSpPr>
        <p:spPr>
          <a:xfrm>
            <a:off x="4093350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4" name="01_full_GT_453">
            <a:extLst>
              <a:ext uri="{FF2B5EF4-FFF2-40B4-BE49-F238E27FC236}">
                <a16:creationId xmlns:a16="http://schemas.microsoft.com/office/drawing/2014/main" id="{808F18D6-1136-430F-9C6E-922AE1A86822}"/>
              </a:ext>
            </a:extLst>
          </p:cNvPr>
          <p:cNvSpPr>
            <a:spLocks noGrp="1"/>
          </p:cNvSpPr>
          <p:nvPr/>
        </p:nvSpPr>
        <p:spPr>
          <a:xfrm>
            <a:off x="41264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01_full_GT_454">
            <a:extLst>
              <a:ext uri="{FF2B5EF4-FFF2-40B4-BE49-F238E27FC236}">
                <a16:creationId xmlns:a16="http://schemas.microsoft.com/office/drawing/2014/main" id="{396A0055-1956-4792-91BC-1A331B8D0A05}"/>
              </a:ext>
            </a:extLst>
          </p:cNvPr>
          <p:cNvSpPr>
            <a:spLocks noGrp="1"/>
          </p:cNvSpPr>
          <p:nvPr/>
        </p:nvSpPr>
        <p:spPr>
          <a:xfrm>
            <a:off x="4081403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6" name="01_full_GT_455">
            <a:extLst>
              <a:ext uri="{FF2B5EF4-FFF2-40B4-BE49-F238E27FC236}">
                <a16:creationId xmlns:a16="http://schemas.microsoft.com/office/drawing/2014/main" id="{DA1E5EC8-BEB4-4E68-B817-4D581B3B9FAE}"/>
              </a:ext>
            </a:extLst>
          </p:cNvPr>
          <p:cNvSpPr>
            <a:spLocks noGrp="1"/>
          </p:cNvSpPr>
          <p:nvPr/>
        </p:nvSpPr>
        <p:spPr>
          <a:xfrm>
            <a:off x="412677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01_full_GT_456">
            <a:extLst>
              <a:ext uri="{FF2B5EF4-FFF2-40B4-BE49-F238E27FC236}">
                <a16:creationId xmlns:a16="http://schemas.microsoft.com/office/drawing/2014/main" id="{D54CDDF4-F6CC-490D-B81F-653E50A989CC}"/>
              </a:ext>
            </a:extLst>
          </p:cNvPr>
          <p:cNvSpPr>
            <a:spLocks noGrp="1"/>
          </p:cNvSpPr>
          <p:nvPr/>
        </p:nvSpPr>
        <p:spPr>
          <a:xfrm>
            <a:off x="408308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8" name="01_full_GT_457">
            <a:extLst>
              <a:ext uri="{FF2B5EF4-FFF2-40B4-BE49-F238E27FC236}">
                <a16:creationId xmlns:a16="http://schemas.microsoft.com/office/drawing/2014/main" id="{D0275606-BBA0-47C2-AF10-6448404D95FB}"/>
              </a:ext>
            </a:extLst>
          </p:cNvPr>
          <p:cNvSpPr>
            <a:spLocks noGrp="1"/>
          </p:cNvSpPr>
          <p:nvPr/>
        </p:nvSpPr>
        <p:spPr>
          <a:xfrm>
            <a:off x="417491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01_full_GT_458">
            <a:extLst>
              <a:ext uri="{FF2B5EF4-FFF2-40B4-BE49-F238E27FC236}">
                <a16:creationId xmlns:a16="http://schemas.microsoft.com/office/drawing/2014/main" id="{D08A639D-52CA-44C8-8EC6-A4FF39E113E5}"/>
              </a:ext>
            </a:extLst>
          </p:cNvPr>
          <p:cNvSpPr>
            <a:spLocks noGrp="1"/>
          </p:cNvSpPr>
          <p:nvPr/>
        </p:nvSpPr>
        <p:spPr>
          <a:xfrm>
            <a:off x="42117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01_full_GT_459">
            <a:extLst>
              <a:ext uri="{FF2B5EF4-FFF2-40B4-BE49-F238E27FC236}">
                <a16:creationId xmlns:a16="http://schemas.microsoft.com/office/drawing/2014/main" id="{93A1546E-9768-464C-A432-210B78E4990C}"/>
              </a:ext>
            </a:extLst>
          </p:cNvPr>
          <p:cNvSpPr>
            <a:spLocks noGrp="1"/>
          </p:cNvSpPr>
          <p:nvPr/>
        </p:nvSpPr>
        <p:spPr>
          <a:xfrm>
            <a:off x="419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1" name="01_full_GT_460">
            <a:extLst>
              <a:ext uri="{FF2B5EF4-FFF2-40B4-BE49-F238E27FC236}">
                <a16:creationId xmlns:a16="http://schemas.microsoft.com/office/drawing/2014/main" id="{C4E041AC-5515-4FFD-B93D-196EE9CDE285}"/>
              </a:ext>
            </a:extLst>
          </p:cNvPr>
          <p:cNvSpPr>
            <a:spLocks noGrp="1"/>
          </p:cNvSpPr>
          <p:nvPr/>
        </p:nvSpPr>
        <p:spPr>
          <a:xfrm>
            <a:off x="4188248" y="407679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2" name="01_full_GT_461">
            <a:extLst>
              <a:ext uri="{FF2B5EF4-FFF2-40B4-BE49-F238E27FC236}">
                <a16:creationId xmlns:a16="http://schemas.microsoft.com/office/drawing/2014/main" id="{A8E3DE05-B9D8-432A-AE39-FAE51D7CFAAE}"/>
              </a:ext>
            </a:extLst>
          </p:cNvPr>
          <p:cNvSpPr>
            <a:spLocks noGrp="1"/>
          </p:cNvSpPr>
          <p:nvPr/>
        </p:nvSpPr>
        <p:spPr>
          <a:xfrm>
            <a:off x="416373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01_full_GT_462">
            <a:extLst>
              <a:ext uri="{FF2B5EF4-FFF2-40B4-BE49-F238E27FC236}">
                <a16:creationId xmlns:a16="http://schemas.microsoft.com/office/drawing/2014/main" id="{F2B83192-53B3-47A6-8932-773C82695F8B}"/>
              </a:ext>
            </a:extLst>
          </p:cNvPr>
          <p:cNvSpPr>
            <a:spLocks noGrp="1"/>
          </p:cNvSpPr>
          <p:nvPr/>
        </p:nvSpPr>
        <p:spPr>
          <a:xfrm>
            <a:off x="409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4" name="01_full_GT_463">
            <a:extLst>
              <a:ext uri="{FF2B5EF4-FFF2-40B4-BE49-F238E27FC236}">
                <a16:creationId xmlns:a16="http://schemas.microsoft.com/office/drawing/2014/main" id="{C7F4F991-3DDB-40C2-9324-1C067D002BE5}"/>
              </a:ext>
            </a:extLst>
          </p:cNvPr>
          <p:cNvSpPr>
            <a:spLocks noGrp="1"/>
          </p:cNvSpPr>
          <p:nvPr/>
        </p:nvSpPr>
        <p:spPr>
          <a:xfrm>
            <a:off x="406179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01_full_GT_464">
            <a:extLst>
              <a:ext uri="{FF2B5EF4-FFF2-40B4-BE49-F238E27FC236}">
                <a16:creationId xmlns:a16="http://schemas.microsoft.com/office/drawing/2014/main" id="{EED50171-24FE-4448-883F-22653E2F1299}"/>
              </a:ext>
            </a:extLst>
          </p:cNvPr>
          <p:cNvSpPr>
            <a:spLocks noGrp="1"/>
          </p:cNvSpPr>
          <p:nvPr/>
        </p:nvSpPr>
        <p:spPr>
          <a:xfrm>
            <a:off x="41595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6" name="01_full_GT_465">
            <a:extLst>
              <a:ext uri="{FF2B5EF4-FFF2-40B4-BE49-F238E27FC236}">
                <a16:creationId xmlns:a16="http://schemas.microsoft.com/office/drawing/2014/main" id="{B71D04E3-B0A8-4036-A5FA-F5EE5502E8DB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7" name="01_full_GT_466">
            <a:extLst>
              <a:ext uri="{FF2B5EF4-FFF2-40B4-BE49-F238E27FC236}">
                <a16:creationId xmlns:a16="http://schemas.microsoft.com/office/drawing/2014/main" id="{CC0BF7B9-CA9D-4F0F-8220-20CFB2FE96A4}"/>
              </a:ext>
            </a:extLst>
          </p:cNvPr>
          <p:cNvSpPr>
            <a:spLocks noGrp="1"/>
          </p:cNvSpPr>
          <p:nvPr/>
        </p:nvSpPr>
        <p:spPr>
          <a:xfrm>
            <a:off x="428268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8" name="01_full_GT_467">
            <a:extLst>
              <a:ext uri="{FF2B5EF4-FFF2-40B4-BE49-F238E27FC236}">
                <a16:creationId xmlns:a16="http://schemas.microsoft.com/office/drawing/2014/main" id="{4D8EF19C-0F6B-4729-8750-E12893B21343}"/>
              </a:ext>
            </a:extLst>
          </p:cNvPr>
          <p:cNvSpPr>
            <a:spLocks noGrp="1"/>
          </p:cNvSpPr>
          <p:nvPr/>
        </p:nvSpPr>
        <p:spPr>
          <a:xfrm>
            <a:off x="4058594" y="407679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01_full_GT_468">
            <a:extLst>
              <a:ext uri="{FF2B5EF4-FFF2-40B4-BE49-F238E27FC236}">
                <a16:creationId xmlns:a16="http://schemas.microsoft.com/office/drawing/2014/main" id="{B39CCFCE-D85D-4B6B-AB02-92655931E794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01_full_GT_469">
            <a:extLst>
              <a:ext uri="{FF2B5EF4-FFF2-40B4-BE49-F238E27FC236}">
                <a16:creationId xmlns:a16="http://schemas.microsoft.com/office/drawing/2014/main" id="{3F85794B-B7F3-46A7-BC4D-5CE4E631A327}"/>
              </a:ext>
            </a:extLst>
          </p:cNvPr>
          <p:cNvSpPr>
            <a:spLocks noGrp="1"/>
          </p:cNvSpPr>
          <p:nvPr/>
        </p:nvSpPr>
        <p:spPr>
          <a:xfrm>
            <a:off x="4062981" y="37937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1" name="01_full_GT_470">
            <a:extLst>
              <a:ext uri="{FF2B5EF4-FFF2-40B4-BE49-F238E27FC236}">
                <a16:creationId xmlns:a16="http://schemas.microsoft.com/office/drawing/2014/main" id="{931514BD-C01D-4832-8D8E-8AF04E388D76}"/>
              </a:ext>
            </a:extLst>
          </p:cNvPr>
          <p:cNvSpPr>
            <a:spLocks noGrp="1"/>
          </p:cNvSpPr>
          <p:nvPr/>
        </p:nvSpPr>
        <p:spPr>
          <a:xfrm>
            <a:off x="42421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2" name="01_full_GT_471">
            <a:extLst>
              <a:ext uri="{FF2B5EF4-FFF2-40B4-BE49-F238E27FC236}">
                <a16:creationId xmlns:a16="http://schemas.microsoft.com/office/drawing/2014/main" id="{57850344-BF9E-4ACD-9DF6-9E5EB511914B}"/>
              </a:ext>
            </a:extLst>
          </p:cNvPr>
          <p:cNvSpPr>
            <a:spLocks noGrp="1"/>
          </p:cNvSpPr>
          <p:nvPr/>
        </p:nvSpPr>
        <p:spPr>
          <a:xfrm>
            <a:off x="407725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01_full_GT_472">
            <a:extLst>
              <a:ext uri="{FF2B5EF4-FFF2-40B4-BE49-F238E27FC236}">
                <a16:creationId xmlns:a16="http://schemas.microsoft.com/office/drawing/2014/main" id="{EE12996C-0692-41F0-B527-5BC8FA9750DB}"/>
              </a:ext>
            </a:extLst>
          </p:cNvPr>
          <p:cNvSpPr>
            <a:spLocks noGrp="1"/>
          </p:cNvSpPr>
          <p:nvPr/>
        </p:nvSpPr>
        <p:spPr>
          <a:xfrm>
            <a:off x="41536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01_full_GT_473">
            <a:extLst>
              <a:ext uri="{FF2B5EF4-FFF2-40B4-BE49-F238E27FC236}">
                <a16:creationId xmlns:a16="http://schemas.microsoft.com/office/drawing/2014/main" id="{C4237212-E929-4147-8F4C-B74024E6B6DA}"/>
              </a:ext>
            </a:extLst>
          </p:cNvPr>
          <p:cNvSpPr>
            <a:spLocks noGrp="1"/>
          </p:cNvSpPr>
          <p:nvPr/>
        </p:nvSpPr>
        <p:spPr>
          <a:xfrm>
            <a:off x="402469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01_full_GT_474">
            <a:extLst>
              <a:ext uri="{FF2B5EF4-FFF2-40B4-BE49-F238E27FC236}">
                <a16:creationId xmlns:a16="http://schemas.microsoft.com/office/drawing/2014/main" id="{BAABD105-0FEF-421D-B344-0E02C896E690}"/>
              </a:ext>
            </a:extLst>
          </p:cNvPr>
          <p:cNvSpPr>
            <a:spLocks noGrp="1"/>
          </p:cNvSpPr>
          <p:nvPr/>
        </p:nvSpPr>
        <p:spPr>
          <a:xfrm>
            <a:off x="41219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6" name="01_full_GT_475">
            <a:extLst>
              <a:ext uri="{FF2B5EF4-FFF2-40B4-BE49-F238E27FC236}">
                <a16:creationId xmlns:a16="http://schemas.microsoft.com/office/drawing/2014/main" id="{AF515F02-83FD-480B-A13E-FA0AA4C2F0A1}"/>
              </a:ext>
            </a:extLst>
          </p:cNvPr>
          <p:cNvSpPr>
            <a:spLocks noGrp="1"/>
          </p:cNvSpPr>
          <p:nvPr/>
        </p:nvSpPr>
        <p:spPr>
          <a:xfrm>
            <a:off x="4057301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01_full_GT_476">
            <a:extLst>
              <a:ext uri="{FF2B5EF4-FFF2-40B4-BE49-F238E27FC236}">
                <a16:creationId xmlns:a16="http://schemas.microsoft.com/office/drawing/2014/main" id="{73414F37-EC27-4905-A403-4E3BD673047E}"/>
              </a:ext>
            </a:extLst>
          </p:cNvPr>
          <p:cNvSpPr>
            <a:spLocks noGrp="1"/>
          </p:cNvSpPr>
          <p:nvPr/>
        </p:nvSpPr>
        <p:spPr>
          <a:xfrm>
            <a:off x="42637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8" name="01_full_GT_477">
            <a:extLst>
              <a:ext uri="{FF2B5EF4-FFF2-40B4-BE49-F238E27FC236}">
                <a16:creationId xmlns:a16="http://schemas.microsoft.com/office/drawing/2014/main" id="{10473AE1-21BD-4C90-8CDE-F77F5A2589D5}"/>
              </a:ext>
            </a:extLst>
          </p:cNvPr>
          <p:cNvSpPr>
            <a:spLocks noGrp="1"/>
          </p:cNvSpPr>
          <p:nvPr/>
        </p:nvSpPr>
        <p:spPr>
          <a:xfrm>
            <a:off x="4145970" y="42347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9" name="01_full_GT_478">
            <a:extLst>
              <a:ext uri="{FF2B5EF4-FFF2-40B4-BE49-F238E27FC236}">
                <a16:creationId xmlns:a16="http://schemas.microsoft.com/office/drawing/2014/main" id="{A4897511-2F8D-43C2-B988-E5137B9B3180}"/>
              </a:ext>
            </a:extLst>
          </p:cNvPr>
          <p:cNvSpPr>
            <a:spLocks noGrp="1"/>
          </p:cNvSpPr>
          <p:nvPr/>
        </p:nvSpPr>
        <p:spPr>
          <a:xfrm>
            <a:off x="4084106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01_full_GT_479">
            <a:extLst>
              <a:ext uri="{FF2B5EF4-FFF2-40B4-BE49-F238E27FC236}">
                <a16:creationId xmlns:a16="http://schemas.microsoft.com/office/drawing/2014/main" id="{F18C5300-1D9F-4DA2-A7EB-22478E144C74}"/>
              </a:ext>
            </a:extLst>
          </p:cNvPr>
          <p:cNvSpPr>
            <a:spLocks noGrp="1"/>
          </p:cNvSpPr>
          <p:nvPr/>
        </p:nvSpPr>
        <p:spPr>
          <a:xfrm>
            <a:off x="4138676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01_full_GT_480">
            <a:extLst>
              <a:ext uri="{FF2B5EF4-FFF2-40B4-BE49-F238E27FC236}">
                <a16:creationId xmlns:a16="http://schemas.microsoft.com/office/drawing/2014/main" id="{E292F222-99AF-425F-9E87-5E3DCC95F6D4}"/>
              </a:ext>
            </a:extLst>
          </p:cNvPr>
          <p:cNvSpPr>
            <a:spLocks noGrp="1"/>
          </p:cNvSpPr>
          <p:nvPr/>
        </p:nvSpPr>
        <p:spPr>
          <a:xfrm>
            <a:off x="4196926" y="33588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01_full_GT_481">
            <a:extLst>
              <a:ext uri="{FF2B5EF4-FFF2-40B4-BE49-F238E27FC236}">
                <a16:creationId xmlns:a16="http://schemas.microsoft.com/office/drawing/2014/main" id="{083FC884-105C-45B0-B662-FDDB4D029CB1}"/>
              </a:ext>
            </a:extLst>
          </p:cNvPr>
          <p:cNvSpPr>
            <a:spLocks noGrp="1"/>
          </p:cNvSpPr>
          <p:nvPr/>
        </p:nvSpPr>
        <p:spPr>
          <a:xfrm>
            <a:off x="4165233" y="344298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01_full_GT_482">
            <a:extLst>
              <a:ext uri="{FF2B5EF4-FFF2-40B4-BE49-F238E27FC236}">
                <a16:creationId xmlns:a16="http://schemas.microsoft.com/office/drawing/2014/main" id="{D98FD935-6419-4E60-9F6D-0348FD3E2AC8}"/>
              </a:ext>
            </a:extLst>
          </p:cNvPr>
          <p:cNvSpPr>
            <a:spLocks noGrp="1"/>
          </p:cNvSpPr>
          <p:nvPr/>
        </p:nvSpPr>
        <p:spPr>
          <a:xfrm>
            <a:off x="4216080" y="439694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4" name="01_full_GT_483">
            <a:extLst>
              <a:ext uri="{FF2B5EF4-FFF2-40B4-BE49-F238E27FC236}">
                <a16:creationId xmlns:a16="http://schemas.microsoft.com/office/drawing/2014/main" id="{617BED41-A1AF-4A61-9089-4606A816F452}"/>
              </a:ext>
            </a:extLst>
          </p:cNvPr>
          <p:cNvSpPr>
            <a:spLocks noGrp="1"/>
          </p:cNvSpPr>
          <p:nvPr/>
        </p:nvSpPr>
        <p:spPr>
          <a:xfrm>
            <a:off x="4321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01_full_GT_484">
            <a:extLst>
              <a:ext uri="{FF2B5EF4-FFF2-40B4-BE49-F238E27FC236}">
                <a16:creationId xmlns:a16="http://schemas.microsoft.com/office/drawing/2014/main" id="{947EC05C-ADEE-4DA5-828F-5FDECA05F94F}"/>
              </a:ext>
            </a:extLst>
          </p:cNvPr>
          <p:cNvSpPr>
            <a:spLocks noGrp="1"/>
          </p:cNvSpPr>
          <p:nvPr/>
        </p:nvSpPr>
        <p:spPr>
          <a:xfrm>
            <a:off x="42914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01_full_GT_485">
            <a:extLst>
              <a:ext uri="{FF2B5EF4-FFF2-40B4-BE49-F238E27FC236}">
                <a16:creationId xmlns:a16="http://schemas.microsoft.com/office/drawing/2014/main" id="{97A957AD-FA6D-4917-92B3-A89F5849DDD2}"/>
              </a:ext>
            </a:extLst>
          </p:cNvPr>
          <p:cNvSpPr>
            <a:spLocks noGrp="1"/>
          </p:cNvSpPr>
          <p:nvPr/>
        </p:nvSpPr>
        <p:spPr>
          <a:xfrm>
            <a:off x="412535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01_full_GT_486">
            <a:extLst>
              <a:ext uri="{FF2B5EF4-FFF2-40B4-BE49-F238E27FC236}">
                <a16:creationId xmlns:a16="http://schemas.microsoft.com/office/drawing/2014/main" id="{43B125A7-008D-40F9-86F0-D719E9CA28C9}"/>
              </a:ext>
            </a:extLst>
          </p:cNvPr>
          <p:cNvSpPr>
            <a:spLocks noGrp="1"/>
          </p:cNvSpPr>
          <p:nvPr/>
        </p:nvSpPr>
        <p:spPr>
          <a:xfrm>
            <a:off x="4253997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01_full_GT_487">
            <a:extLst>
              <a:ext uri="{FF2B5EF4-FFF2-40B4-BE49-F238E27FC236}">
                <a16:creationId xmlns:a16="http://schemas.microsoft.com/office/drawing/2014/main" id="{AA2DFB85-B223-40B0-80DA-1728E0B442B1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9" name="01_full_GT_488">
            <a:extLst>
              <a:ext uri="{FF2B5EF4-FFF2-40B4-BE49-F238E27FC236}">
                <a16:creationId xmlns:a16="http://schemas.microsoft.com/office/drawing/2014/main" id="{8EC75CEF-AC91-4565-B2D6-804CB908320F}"/>
              </a:ext>
            </a:extLst>
          </p:cNvPr>
          <p:cNvSpPr>
            <a:spLocks noGrp="1"/>
          </p:cNvSpPr>
          <p:nvPr/>
        </p:nvSpPr>
        <p:spPr>
          <a:xfrm>
            <a:off x="413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01_full_GT_489">
            <a:extLst>
              <a:ext uri="{FF2B5EF4-FFF2-40B4-BE49-F238E27FC236}">
                <a16:creationId xmlns:a16="http://schemas.microsoft.com/office/drawing/2014/main" id="{1FE88293-9547-4F0D-BE3B-871D5FAE82D6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1" name="01_full_GT_490">
            <a:extLst>
              <a:ext uri="{FF2B5EF4-FFF2-40B4-BE49-F238E27FC236}">
                <a16:creationId xmlns:a16="http://schemas.microsoft.com/office/drawing/2014/main" id="{5B947225-3147-4DE1-9F1D-BCA804652EBF}"/>
              </a:ext>
            </a:extLst>
          </p:cNvPr>
          <p:cNvSpPr>
            <a:spLocks noGrp="1"/>
          </p:cNvSpPr>
          <p:nvPr/>
        </p:nvSpPr>
        <p:spPr>
          <a:xfrm>
            <a:off x="433616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01_full_GT_491">
            <a:extLst>
              <a:ext uri="{FF2B5EF4-FFF2-40B4-BE49-F238E27FC236}">
                <a16:creationId xmlns:a16="http://schemas.microsoft.com/office/drawing/2014/main" id="{CCB764EC-FAE8-4E15-B0DA-7B501D3C5D27}"/>
              </a:ext>
            </a:extLst>
          </p:cNvPr>
          <p:cNvSpPr>
            <a:spLocks noGrp="1"/>
          </p:cNvSpPr>
          <p:nvPr/>
        </p:nvSpPr>
        <p:spPr>
          <a:xfrm>
            <a:off x="4040967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01_full_GT_492">
            <a:extLst>
              <a:ext uri="{FF2B5EF4-FFF2-40B4-BE49-F238E27FC236}">
                <a16:creationId xmlns:a16="http://schemas.microsoft.com/office/drawing/2014/main" id="{9A0A9BB7-112D-4AC3-9981-36C5E0729951}"/>
              </a:ext>
            </a:extLst>
          </p:cNvPr>
          <p:cNvSpPr>
            <a:spLocks noGrp="1"/>
          </p:cNvSpPr>
          <p:nvPr/>
        </p:nvSpPr>
        <p:spPr>
          <a:xfrm>
            <a:off x="40332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4" name="01_full_GT_493">
            <a:extLst>
              <a:ext uri="{FF2B5EF4-FFF2-40B4-BE49-F238E27FC236}">
                <a16:creationId xmlns:a16="http://schemas.microsoft.com/office/drawing/2014/main" id="{017813CF-421D-4AFF-891A-057807933E33}"/>
              </a:ext>
            </a:extLst>
          </p:cNvPr>
          <p:cNvSpPr>
            <a:spLocks noGrp="1"/>
          </p:cNvSpPr>
          <p:nvPr/>
        </p:nvSpPr>
        <p:spPr>
          <a:xfrm>
            <a:off x="43120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01_full_GT_494">
            <a:extLst>
              <a:ext uri="{FF2B5EF4-FFF2-40B4-BE49-F238E27FC236}">
                <a16:creationId xmlns:a16="http://schemas.microsoft.com/office/drawing/2014/main" id="{83B77463-B1A6-4532-A632-53972706C9FF}"/>
              </a:ext>
            </a:extLst>
          </p:cNvPr>
          <p:cNvSpPr>
            <a:spLocks noGrp="1"/>
          </p:cNvSpPr>
          <p:nvPr/>
        </p:nvSpPr>
        <p:spPr>
          <a:xfrm>
            <a:off x="40317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6" name="01_full_GT_495">
            <a:extLst>
              <a:ext uri="{FF2B5EF4-FFF2-40B4-BE49-F238E27FC236}">
                <a16:creationId xmlns:a16="http://schemas.microsoft.com/office/drawing/2014/main" id="{BA451E17-97FA-4E43-B5C4-FE0AB9294619}"/>
              </a:ext>
            </a:extLst>
          </p:cNvPr>
          <p:cNvSpPr>
            <a:spLocks noGrp="1"/>
          </p:cNvSpPr>
          <p:nvPr/>
        </p:nvSpPr>
        <p:spPr>
          <a:xfrm>
            <a:off x="4136736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01_full_GT_496">
            <a:extLst>
              <a:ext uri="{FF2B5EF4-FFF2-40B4-BE49-F238E27FC236}">
                <a16:creationId xmlns:a16="http://schemas.microsoft.com/office/drawing/2014/main" id="{2DAEAA69-A4D8-4B1F-8FD6-601DF5C41198}"/>
              </a:ext>
            </a:extLst>
          </p:cNvPr>
          <p:cNvSpPr>
            <a:spLocks noGrp="1"/>
          </p:cNvSpPr>
          <p:nvPr/>
        </p:nvSpPr>
        <p:spPr>
          <a:xfrm>
            <a:off x="417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01_full_GT_497">
            <a:extLst>
              <a:ext uri="{FF2B5EF4-FFF2-40B4-BE49-F238E27FC236}">
                <a16:creationId xmlns:a16="http://schemas.microsoft.com/office/drawing/2014/main" id="{C006C661-187B-46F3-A813-E149ED44A2EB}"/>
              </a:ext>
            </a:extLst>
          </p:cNvPr>
          <p:cNvSpPr>
            <a:spLocks noGrp="1"/>
          </p:cNvSpPr>
          <p:nvPr/>
        </p:nvSpPr>
        <p:spPr>
          <a:xfrm>
            <a:off x="4022513" y="42528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01_full_GT_498">
            <a:extLst>
              <a:ext uri="{FF2B5EF4-FFF2-40B4-BE49-F238E27FC236}">
                <a16:creationId xmlns:a16="http://schemas.microsoft.com/office/drawing/2014/main" id="{EB6B2958-2A2A-403C-A188-D5A5D562263C}"/>
              </a:ext>
            </a:extLst>
          </p:cNvPr>
          <p:cNvSpPr>
            <a:spLocks noGrp="1"/>
          </p:cNvSpPr>
          <p:nvPr/>
        </p:nvSpPr>
        <p:spPr>
          <a:xfrm>
            <a:off x="4065575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0" name="01_full_GT_499">
            <a:extLst>
              <a:ext uri="{FF2B5EF4-FFF2-40B4-BE49-F238E27FC236}">
                <a16:creationId xmlns:a16="http://schemas.microsoft.com/office/drawing/2014/main" id="{03125BE2-1C96-4430-8E10-796BC16FAAC7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01_full_GT_500">
            <a:extLst>
              <a:ext uri="{FF2B5EF4-FFF2-40B4-BE49-F238E27FC236}">
                <a16:creationId xmlns:a16="http://schemas.microsoft.com/office/drawing/2014/main" id="{A0405F76-E716-4F57-9C27-E00383195311}"/>
              </a:ext>
            </a:extLst>
          </p:cNvPr>
          <p:cNvSpPr>
            <a:spLocks noGrp="1"/>
          </p:cNvSpPr>
          <p:nvPr/>
        </p:nvSpPr>
        <p:spPr>
          <a:xfrm>
            <a:off x="41192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01_full_GT_501">
            <a:extLst>
              <a:ext uri="{FF2B5EF4-FFF2-40B4-BE49-F238E27FC236}">
                <a16:creationId xmlns:a16="http://schemas.microsoft.com/office/drawing/2014/main" id="{27388F21-40B6-4433-8E6A-A85D32EC255E}"/>
              </a:ext>
            </a:extLst>
          </p:cNvPr>
          <p:cNvSpPr>
            <a:spLocks noGrp="1"/>
          </p:cNvSpPr>
          <p:nvPr/>
        </p:nvSpPr>
        <p:spPr>
          <a:xfrm>
            <a:off x="432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01_full_GT_502">
            <a:extLst>
              <a:ext uri="{FF2B5EF4-FFF2-40B4-BE49-F238E27FC236}">
                <a16:creationId xmlns:a16="http://schemas.microsoft.com/office/drawing/2014/main" id="{F3C697B4-ADBE-477B-997E-C6B92DCDB799}"/>
              </a:ext>
            </a:extLst>
          </p:cNvPr>
          <p:cNvSpPr>
            <a:spLocks noGrp="1"/>
          </p:cNvSpPr>
          <p:nvPr/>
        </p:nvSpPr>
        <p:spPr>
          <a:xfrm>
            <a:off x="414328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01_full_GT_503">
            <a:extLst>
              <a:ext uri="{FF2B5EF4-FFF2-40B4-BE49-F238E27FC236}">
                <a16:creationId xmlns:a16="http://schemas.microsoft.com/office/drawing/2014/main" id="{20DA103C-CF65-4E9B-96E2-461CF0985944}"/>
              </a:ext>
            </a:extLst>
          </p:cNvPr>
          <p:cNvSpPr>
            <a:spLocks noGrp="1"/>
          </p:cNvSpPr>
          <p:nvPr/>
        </p:nvSpPr>
        <p:spPr>
          <a:xfrm>
            <a:off x="4211603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5" name="01_full_GT_504">
            <a:extLst>
              <a:ext uri="{FF2B5EF4-FFF2-40B4-BE49-F238E27FC236}">
                <a16:creationId xmlns:a16="http://schemas.microsoft.com/office/drawing/2014/main" id="{B0A97682-DCE3-4389-BB03-F22D84B7E614}"/>
              </a:ext>
            </a:extLst>
          </p:cNvPr>
          <p:cNvSpPr>
            <a:spLocks noGrp="1"/>
          </p:cNvSpPr>
          <p:nvPr/>
        </p:nvSpPr>
        <p:spPr>
          <a:xfrm>
            <a:off x="4025508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01_full_GT_505">
            <a:extLst>
              <a:ext uri="{FF2B5EF4-FFF2-40B4-BE49-F238E27FC236}">
                <a16:creationId xmlns:a16="http://schemas.microsoft.com/office/drawing/2014/main" id="{06777298-1EF2-4EA5-B156-A32961FF1AA9}"/>
              </a:ext>
            </a:extLst>
          </p:cNvPr>
          <p:cNvSpPr>
            <a:spLocks noGrp="1"/>
          </p:cNvSpPr>
          <p:nvPr/>
        </p:nvSpPr>
        <p:spPr>
          <a:xfrm>
            <a:off x="40276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7" name="01_full_GT_506">
            <a:extLst>
              <a:ext uri="{FF2B5EF4-FFF2-40B4-BE49-F238E27FC236}">
                <a16:creationId xmlns:a16="http://schemas.microsoft.com/office/drawing/2014/main" id="{0F90B469-216C-429A-BD4D-570392065333}"/>
              </a:ext>
            </a:extLst>
          </p:cNvPr>
          <p:cNvSpPr>
            <a:spLocks noGrp="1"/>
          </p:cNvSpPr>
          <p:nvPr/>
        </p:nvSpPr>
        <p:spPr>
          <a:xfrm>
            <a:off x="420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01_full_GT_507">
            <a:extLst>
              <a:ext uri="{FF2B5EF4-FFF2-40B4-BE49-F238E27FC236}">
                <a16:creationId xmlns:a16="http://schemas.microsoft.com/office/drawing/2014/main" id="{E4005647-A6E1-4136-BC26-45C08BE5B863}"/>
              </a:ext>
            </a:extLst>
          </p:cNvPr>
          <p:cNvSpPr>
            <a:spLocks noGrp="1"/>
          </p:cNvSpPr>
          <p:nvPr/>
        </p:nvSpPr>
        <p:spPr>
          <a:xfrm>
            <a:off x="41645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9" name="01_full_GT_508">
            <a:extLst>
              <a:ext uri="{FF2B5EF4-FFF2-40B4-BE49-F238E27FC236}">
                <a16:creationId xmlns:a16="http://schemas.microsoft.com/office/drawing/2014/main" id="{EA900F92-E3FA-49D3-B3F4-9E7AADC93C02}"/>
              </a:ext>
            </a:extLst>
          </p:cNvPr>
          <p:cNvSpPr>
            <a:spLocks noGrp="1"/>
          </p:cNvSpPr>
          <p:nvPr/>
        </p:nvSpPr>
        <p:spPr>
          <a:xfrm>
            <a:off x="4295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0" name="01_full_GT_509">
            <a:extLst>
              <a:ext uri="{FF2B5EF4-FFF2-40B4-BE49-F238E27FC236}">
                <a16:creationId xmlns:a16="http://schemas.microsoft.com/office/drawing/2014/main" id="{852EFA87-EE66-4C6A-BA81-4E09B6381C3D}"/>
              </a:ext>
            </a:extLst>
          </p:cNvPr>
          <p:cNvSpPr>
            <a:spLocks noGrp="1"/>
          </p:cNvSpPr>
          <p:nvPr/>
        </p:nvSpPr>
        <p:spPr>
          <a:xfrm>
            <a:off x="429866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01_full_GT_510">
            <a:extLst>
              <a:ext uri="{FF2B5EF4-FFF2-40B4-BE49-F238E27FC236}">
                <a16:creationId xmlns:a16="http://schemas.microsoft.com/office/drawing/2014/main" id="{7CEED22D-FECF-4031-B28A-6DE40A90D388}"/>
              </a:ext>
            </a:extLst>
          </p:cNvPr>
          <p:cNvSpPr>
            <a:spLocks noGrp="1"/>
          </p:cNvSpPr>
          <p:nvPr/>
        </p:nvSpPr>
        <p:spPr>
          <a:xfrm>
            <a:off x="434306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01_full_GT_511">
            <a:extLst>
              <a:ext uri="{FF2B5EF4-FFF2-40B4-BE49-F238E27FC236}">
                <a16:creationId xmlns:a16="http://schemas.microsoft.com/office/drawing/2014/main" id="{2236BFB8-8201-4211-8617-6D3858EDC449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01_full_GT_512">
            <a:extLst>
              <a:ext uri="{FF2B5EF4-FFF2-40B4-BE49-F238E27FC236}">
                <a16:creationId xmlns:a16="http://schemas.microsoft.com/office/drawing/2014/main" id="{89F5FB47-9984-40C5-811F-02E6A1E5F99E}"/>
              </a:ext>
            </a:extLst>
          </p:cNvPr>
          <p:cNvSpPr>
            <a:spLocks noGrp="1"/>
          </p:cNvSpPr>
          <p:nvPr/>
        </p:nvSpPr>
        <p:spPr>
          <a:xfrm>
            <a:off x="4025726" y="429697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01_full_GT_513">
            <a:extLst>
              <a:ext uri="{FF2B5EF4-FFF2-40B4-BE49-F238E27FC236}">
                <a16:creationId xmlns:a16="http://schemas.microsoft.com/office/drawing/2014/main" id="{FBA796DE-46BA-4C16-9912-84FF710D6A7A}"/>
              </a:ext>
            </a:extLst>
          </p:cNvPr>
          <p:cNvSpPr>
            <a:spLocks noGrp="1"/>
          </p:cNvSpPr>
          <p:nvPr/>
        </p:nvSpPr>
        <p:spPr>
          <a:xfrm>
            <a:off x="40677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5" name="01_full_GT_514">
            <a:extLst>
              <a:ext uri="{FF2B5EF4-FFF2-40B4-BE49-F238E27FC236}">
                <a16:creationId xmlns:a16="http://schemas.microsoft.com/office/drawing/2014/main" id="{C8F6C47C-0CD5-4956-89A4-3FD216A2FB22}"/>
              </a:ext>
            </a:extLst>
          </p:cNvPr>
          <p:cNvSpPr>
            <a:spLocks noGrp="1"/>
          </p:cNvSpPr>
          <p:nvPr/>
        </p:nvSpPr>
        <p:spPr>
          <a:xfrm>
            <a:off x="418354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01_full_GT_515">
            <a:extLst>
              <a:ext uri="{FF2B5EF4-FFF2-40B4-BE49-F238E27FC236}">
                <a16:creationId xmlns:a16="http://schemas.microsoft.com/office/drawing/2014/main" id="{47691BD4-5B48-45FB-AD68-2F1926FD0CDB}"/>
              </a:ext>
            </a:extLst>
          </p:cNvPr>
          <p:cNvSpPr>
            <a:spLocks noGrp="1"/>
          </p:cNvSpPr>
          <p:nvPr/>
        </p:nvSpPr>
        <p:spPr>
          <a:xfrm>
            <a:off x="42523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01_full_GT_516">
            <a:extLst>
              <a:ext uri="{FF2B5EF4-FFF2-40B4-BE49-F238E27FC236}">
                <a16:creationId xmlns:a16="http://schemas.microsoft.com/office/drawing/2014/main" id="{D0610F0B-D7EB-4AD9-B346-B3080DD22514}"/>
              </a:ext>
            </a:extLst>
          </p:cNvPr>
          <p:cNvSpPr>
            <a:spLocks noGrp="1"/>
          </p:cNvSpPr>
          <p:nvPr/>
        </p:nvSpPr>
        <p:spPr>
          <a:xfrm>
            <a:off x="406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01_full_GT_517">
            <a:extLst>
              <a:ext uri="{FF2B5EF4-FFF2-40B4-BE49-F238E27FC236}">
                <a16:creationId xmlns:a16="http://schemas.microsoft.com/office/drawing/2014/main" id="{DCE0FCDA-A804-40C8-9620-700F4B076B8E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9" name="01_full_GT_518">
            <a:extLst>
              <a:ext uri="{FF2B5EF4-FFF2-40B4-BE49-F238E27FC236}">
                <a16:creationId xmlns:a16="http://schemas.microsoft.com/office/drawing/2014/main" id="{5BEA7E1D-005F-40BF-A371-16A6555CD091}"/>
              </a:ext>
            </a:extLst>
          </p:cNvPr>
          <p:cNvSpPr>
            <a:spLocks noGrp="1"/>
          </p:cNvSpPr>
          <p:nvPr/>
        </p:nvSpPr>
        <p:spPr>
          <a:xfrm>
            <a:off x="4256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0" name="01_full_GT_519">
            <a:extLst>
              <a:ext uri="{FF2B5EF4-FFF2-40B4-BE49-F238E27FC236}">
                <a16:creationId xmlns:a16="http://schemas.microsoft.com/office/drawing/2014/main" id="{4444CA74-F6EF-4F2C-9D53-E9C37CEEAF2C}"/>
              </a:ext>
            </a:extLst>
          </p:cNvPr>
          <p:cNvSpPr>
            <a:spLocks noGrp="1"/>
          </p:cNvSpPr>
          <p:nvPr/>
        </p:nvSpPr>
        <p:spPr>
          <a:xfrm>
            <a:off x="4126398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01_full_GT_520">
            <a:extLst>
              <a:ext uri="{FF2B5EF4-FFF2-40B4-BE49-F238E27FC236}">
                <a16:creationId xmlns:a16="http://schemas.microsoft.com/office/drawing/2014/main" id="{6745F67B-1026-4430-BDD5-634A3E32E896}"/>
              </a:ext>
            </a:extLst>
          </p:cNvPr>
          <p:cNvSpPr>
            <a:spLocks noGrp="1"/>
          </p:cNvSpPr>
          <p:nvPr/>
        </p:nvSpPr>
        <p:spPr>
          <a:xfrm>
            <a:off x="4103473" y="44447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2" name="01_full_GT_521">
            <a:extLst>
              <a:ext uri="{FF2B5EF4-FFF2-40B4-BE49-F238E27FC236}">
                <a16:creationId xmlns:a16="http://schemas.microsoft.com/office/drawing/2014/main" id="{ECBA2D87-FCB8-40CA-BED6-17CCC2645C8C}"/>
              </a:ext>
            </a:extLst>
          </p:cNvPr>
          <p:cNvSpPr>
            <a:spLocks noGrp="1"/>
          </p:cNvSpPr>
          <p:nvPr/>
        </p:nvSpPr>
        <p:spPr>
          <a:xfrm>
            <a:off x="4019837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01_full_GT_522">
            <a:extLst>
              <a:ext uri="{FF2B5EF4-FFF2-40B4-BE49-F238E27FC236}">
                <a16:creationId xmlns:a16="http://schemas.microsoft.com/office/drawing/2014/main" id="{02FB6D1D-4763-4B3B-9200-A7C46D8E4825}"/>
              </a:ext>
            </a:extLst>
          </p:cNvPr>
          <p:cNvSpPr>
            <a:spLocks noGrp="1"/>
          </p:cNvSpPr>
          <p:nvPr/>
        </p:nvSpPr>
        <p:spPr>
          <a:xfrm>
            <a:off x="4300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4" name="01_full_GT_523">
            <a:extLst>
              <a:ext uri="{FF2B5EF4-FFF2-40B4-BE49-F238E27FC236}">
                <a16:creationId xmlns:a16="http://schemas.microsoft.com/office/drawing/2014/main" id="{DE53413D-ED09-4478-97D8-1F371A28C69D}"/>
              </a:ext>
            </a:extLst>
          </p:cNvPr>
          <p:cNvSpPr>
            <a:spLocks noGrp="1"/>
          </p:cNvSpPr>
          <p:nvPr/>
        </p:nvSpPr>
        <p:spPr>
          <a:xfrm>
            <a:off x="433635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5" name="01_full_GT_524">
            <a:extLst>
              <a:ext uri="{FF2B5EF4-FFF2-40B4-BE49-F238E27FC236}">
                <a16:creationId xmlns:a16="http://schemas.microsoft.com/office/drawing/2014/main" id="{F3871983-3DDF-4268-B572-04DDA0DB3361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01_full_GT_525">
            <a:extLst>
              <a:ext uri="{FF2B5EF4-FFF2-40B4-BE49-F238E27FC236}">
                <a16:creationId xmlns:a16="http://schemas.microsoft.com/office/drawing/2014/main" id="{F4C122FB-54C1-4257-BAD7-73B123FCE4B1}"/>
              </a:ext>
            </a:extLst>
          </p:cNvPr>
          <p:cNvSpPr>
            <a:spLocks noGrp="1"/>
          </p:cNvSpPr>
          <p:nvPr/>
        </p:nvSpPr>
        <p:spPr>
          <a:xfrm>
            <a:off x="429019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01_full_GT_526">
            <a:extLst>
              <a:ext uri="{FF2B5EF4-FFF2-40B4-BE49-F238E27FC236}">
                <a16:creationId xmlns:a16="http://schemas.microsoft.com/office/drawing/2014/main" id="{73AB093A-21D9-4144-A46B-B8440EB50B6F}"/>
              </a:ext>
            </a:extLst>
          </p:cNvPr>
          <p:cNvSpPr>
            <a:spLocks noGrp="1"/>
          </p:cNvSpPr>
          <p:nvPr/>
        </p:nvSpPr>
        <p:spPr>
          <a:xfrm>
            <a:off x="42782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01_full_GT_527">
            <a:extLst>
              <a:ext uri="{FF2B5EF4-FFF2-40B4-BE49-F238E27FC236}">
                <a16:creationId xmlns:a16="http://schemas.microsoft.com/office/drawing/2014/main" id="{9D926273-4304-4A50-8D81-F42C1B76CF0F}"/>
              </a:ext>
            </a:extLst>
          </p:cNvPr>
          <p:cNvSpPr>
            <a:spLocks noGrp="1"/>
          </p:cNvSpPr>
          <p:nvPr/>
        </p:nvSpPr>
        <p:spPr>
          <a:xfrm>
            <a:off x="407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01_full_GT_528">
            <a:extLst>
              <a:ext uri="{FF2B5EF4-FFF2-40B4-BE49-F238E27FC236}">
                <a16:creationId xmlns:a16="http://schemas.microsoft.com/office/drawing/2014/main" id="{D1CD6EA6-9536-48D9-A40B-63B45FCC3E6F}"/>
              </a:ext>
            </a:extLst>
          </p:cNvPr>
          <p:cNvSpPr>
            <a:spLocks noGrp="1"/>
          </p:cNvSpPr>
          <p:nvPr/>
        </p:nvSpPr>
        <p:spPr>
          <a:xfrm>
            <a:off x="425496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0" name="01_full_GT_529">
            <a:extLst>
              <a:ext uri="{FF2B5EF4-FFF2-40B4-BE49-F238E27FC236}">
                <a16:creationId xmlns:a16="http://schemas.microsoft.com/office/drawing/2014/main" id="{AFBA3FDF-AB13-4BBC-B66E-86D82CF6B0C7}"/>
              </a:ext>
            </a:extLst>
          </p:cNvPr>
          <p:cNvSpPr>
            <a:spLocks noGrp="1"/>
          </p:cNvSpPr>
          <p:nvPr/>
        </p:nvSpPr>
        <p:spPr>
          <a:xfrm>
            <a:off x="4207732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01_full_GT_530">
            <a:extLst>
              <a:ext uri="{FF2B5EF4-FFF2-40B4-BE49-F238E27FC236}">
                <a16:creationId xmlns:a16="http://schemas.microsoft.com/office/drawing/2014/main" id="{24461E98-F4C5-4278-8D56-3F4DD5039229}"/>
              </a:ext>
            </a:extLst>
          </p:cNvPr>
          <p:cNvSpPr>
            <a:spLocks noGrp="1"/>
          </p:cNvSpPr>
          <p:nvPr/>
        </p:nvSpPr>
        <p:spPr>
          <a:xfrm>
            <a:off x="424568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2" name="01_full_GT_531">
            <a:extLst>
              <a:ext uri="{FF2B5EF4-FFF2-40B4-BE49-F238E27FC236}">
                <a16:creationId xmlns:a16="http://schemas.microsoft.com/office/drawing/2014/main" id="{7B4FDD73-8F75-4FD9-B214-9D67D772952D}"/>
              </a:ext>
            </a:extLst>
          </p:cNvPr>
          <p:cNvSpPr>
            <a:spLocks noGrp="1"/>
          </p:cNvSpPr>
          <p:nvPr/>
        </p:nvSpPr>
        <p:spPr>
          <a:xfrm>
            <a:off x="42447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01_full_GT_532">
            <a:extLst>
              <a:ext uri="{FF2B5EF4-FFF2-40B4-BE49-F238E27FC236}">
                <a16:creationId xmlns:a16="http://schemas.microsoft.com/office/drawing/2014/main" id="{B74F88CE-C19D-4263-801C-1F3127C0665D}"/>
              </a:ext>
            </a:extLst>
          </p:cNvPr>
          <p:cNvSpPr>
            <a:spLocks noGrp="1"/>
          </p:cNvSpPr>
          <p:nvPr/>
        </p:nvSpPr>
        <p:spPr>
          <a:xfrm>
            <a:off x="421731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4" name="01_full_GT_533">
            <a:extLst>
              <a:ext uri="{FF2B5EF4-FFF2-40B4-BE49-F238E27FC236}">
                <a16:creationId xmlns:a16="http://schemas.microsoft.com/office/drawing/2014/main" id="{659FA10F-0F22-4672-857D-0A25E295D5AB}"/>
              </a:ext>
            </a:extLst>
          </p:cNvPr>
          <p:cNvSpPr>
            <a:spLocks noGrp="1"/>
          </p:cNvSpPr>
          <p:nvPr/>
        </p:nvSpPr>
        <p:spPr>
          <a:xfrm>
            <a:off x="407326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01_full_GT_534">
            <a:extLst>
              <a:ext uri="{FF2B5EF4-FFF2-40B4-BE49-F238E27FC236}">
                <a16:creationId xmlns:a16="http://schemas.microsoft.com/office/drawing/2014/main" id="{7BCD7F89-B035-4FD7-8393-B598927E376C}"/>
              </a:ext>
            </a:extLst>
          </p:cNvPr>
          <p:cNvSpPr>
            <a:spLocks noGrp="1"/>
          </p:cNvSpPr>
          <p:nvPr/>
        </p:nvSpPr>
        <p:spPr>
          <a:xfrm>
            <a:off x="4217566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01_full_GT_535">
            <a:extLst>
              <a:ext uri="{FF2B5EF4-FFF2-40B4-BE49-F238E27FC236}">
                <a16:creationId xmlns:a16="http://schemas.microsoft.com/office/drawing/2014/main" id="{BE413B08-F432-4773-8A86-03344C431BAB}"/>
              </a:ext>
            </a:extLst>
          </p:cNvPr>
          <p:cNvSpPr>
            <a:spLocks noGrp="1"/>
          </p:cNvSpPr>
          <p:nvPr/>
        </p:nvSpPr>
        <p:spPr>
          <a:xfrm>
            <a:off x="429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01_full_GT_536">
            <a:extLst>
              <a:ext uri="{FF2B5EF4-FFF2-40B4-BE49-F238E27FC236}">
                <a16:creationId xmlns:a16="http://schemas.microsoft.com/office/drawing/2014/main" id="{FA53C9CD-74DE-4735-9B9E-D1B8B874B324}"/>
              </a:ext>
            </a:extLst>
          </p:cNvPr>
          <p:cNvSpPr>
            <a:spLocks noGrp="1"/>
          </p:cNvSpPr>
          <p:nvPr/>
        </p:nvSpPr>
        <p:spPr>
          <a:xfrm>
            <a:off x="432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01_full_GT_537">
            <a:extLst>
              <a:ext uri="{FF2B5EF4-FFF2-40B4-BE49-F238E27FC236}">
                <a16:creationId xmlns:a16="http://schemas.microsoft.com/office/drawing/2014/main" id="{0C4DDD2D-5E09-42AF-8F4E-2239207B2175}"/>
              </a:ext>
            </a:extLst>
          </p:cNvPr>
          <p:cNvSpPr>
            <a:spLocks noGrp="1"/>
          </p:cNvSpPr>
          <p:nvPr/>
        </p:nvSpPr>
        <p:spPr>
          <a:xfrm>
            <a:off x="43332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9" name="01_full_GT_538">
            <a:extLst>
              <a:ext uri="{FF2B5EF4-FFF2-40B4-BE49-F238E27FC236}">
                <a16:creationId xmlns:a16="http://schemas.microsoft.com/office/drawing/2014/main" id="{E8DB3E20-1695-4293-B56C-C4844DE59FD4}"/>
              </a:ext>
            </a:extLst>
          </p:cNvPr>
          <p:cNvSpPr>
            <a:spLocks noGrp="1"/>
          </p:cNvSpPr>
          <p:nvPr/>
        </p:nvSpPr>
        <p:spPr>
          <a:xfrm>
            <a:off x="43450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01_full_GT_539">
            <a:extLst>
              <a:ext uri="{FF2B5EF4-FFF2-40B4-BE49-F238E27FC236}">
                <a16:creationId xmlns:a16="http://schemas.microsoft.com/office/drawing/2014/main" id="{FA3A2168-19E1-4844-8A53-F64E04204C96}"/>
              </a:ext>
            </a:extLst>
          </p:cNvPr>
          <p:cNvSpPr>
            <a:spLocks noGrp="1"/>
          </p:cNvSpPr>
          <p:nvPr/>
        </p:nvSpPr>
        <p:spPr>
          <a:xfrm>
            <a:off x="432211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1" name="01_full_GT_540">
            <a:extLst>
              <a:ext uri="{FF2B5EF4-FFF2-40B4-BE49-F238E27FC236}">
                <a16:creationId xmlns:a16="http://schemas.microsoft.com/office/drawing/2014/main" id="{BFF7E4A6-CE63-4D8F-AA7D-FFAAA824E79C}"/>
              </a:ext>
            </a:extLst>
          </p:cNvPr>
          <p:cNvSpPr>
            <a:spLocks noGrp="1"/>
          </p:cNvSpPr>
          <p:nvPr/>
        </p:nvSpPr>
        <p:spPr>
          <a:xfrm>
            <a:off x="42180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01_full_GT_541">
            <a:extLst>
              <a:ext uri="{FF2B5EF4-FFF2-40B4-BE49-F238E27FC236}">
                <a16:creationId xmlns:a16="http://schemas.microsoft.com/office/drawing/2014/main" id="{396D1F63-E942-4666-9E10-63E4BC8AC758}"/>
              </a:ext>
            </a:extLst>
          </p:cNvPr>
          <p:cNvSpPr>
            <a:spLocks noGrp="1"/>
          </p:cNvSpPr>
          <p:nvPr/>
        </p:nvSpPr>
        <p:spPr>
          <a:xfrm>
            <a:off x="4308983" y="43639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3" name="01_full_GT_542">
            <a:extLst>
              <a:ext uri="{FF2B5EF4-FFF2-40B4-BE49-F238E27FC236}">
                <a16:creationId xmlns:a16="http://schemas.microsoft.com/office/drawing/2014/main" id="{88853A89-3574-44BA-81A9-09874E98B07E}"/>
              </a:ext>
            </a:extLst>
          </p:cNvPr>
          <p:cNvSpPr>
            <a:spLocks noGrp="1"/>
          </p:cNvSpPr>
          <p:nvPr/>
        </p:nvSpPr>
        <p:spPr>
          <a:xfrm>
            <a:off x="4310077" y="39651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01_full_GT_543">
            <a:extLst>
              <a:ext uri="{FF2B5EF4-FFF2-40B4-BE49-F238E27FC236}">
                <a16:creationId xmlns:a16="http://schemas.microsoft.com/office/drawing/2014/main" id="{BE9857BB-3B60-4521-83C1-89430010D18B}"/>
              </a:ext>
            </a:extLst>
          </p:cNvPr>
          <p:cNvSpPr>
            <a:spLocks noGrp="1"/>
          </p:cNvSpPr>
          <p:nvPr/>
        </p:nvSpPr>
        <p:spPr>
          <a:xfrm>
            <a:off x="406045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5" name="01_full_GT_544">
            <a:extLst>
              <a:ext uri="{FF2B5EF4-FFF2-40B4-BE49-F238E27FC236}">
                <a16:creationId xmlns:a16="http://schemas.microsoft.com/office/drawing/2014/main" id="{5757E08A-1F14-410E-93BD-234119F024AD}"/>
              </a:ext>
            </a:extLst>
          </p:cNvPr>
          <p:cNvSpPr>
            <a:spLocks noGrp="1"/>
          </p:cNvSpPr>
          <p:nvPr/>
        </p:nvSpPr>
        <p:spPr>
          <a:xfrm>
            <a:off x="424282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01_full_GT_545">
            <a:extLst>
              <a:ext uri="{FF2B5EF4-FFF2-40B4-BE49-F238E27FC236}">
                <a16:creationId xmlns:a16="http://schemas.microsoft.com/office/drawing/2014/main" id="{E5A0A718-E061-4C5C-9F60-5B46C5D643DF}"/>
              </a:ext>
            </a:extLst>
          </p:cNvPr>
          <p:cNvSpPr>
            <a:spLocks noGrp="1"/>
          </p:cNvSpPr>
          <p:nvPr/>
        </p:nvSpPr>
        <p:spPr>
          <a:xfrm>
            <a:off x="4179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7" name="01_full_GT_546">
            <a:extLst>
              <a:ext uri="{FF2B5EF4-FFF2-40B4-BE49-F238E27FC236}">
                <a16:creationId xmlns:a16="http://schemas.microsoft.com/office/drawing/2014/main" id="{7DA5F52E-F13E-44B8-A54B-884E44A07572}"/>
              </a:ext>
            </a:extLst>
          </p:cNvPr>
          <p:cNvSpPr>
            <a:spLocks noGrp="1"/>
          </p:cNvSpPr>
          <p:nvPr/>
        </p:nvSpPr>
        <p:spPr>
          <a:xfrm>
            <a:off x="408386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01_full_GT_547">
            <a:extLst>
              <a:ext uri="{FF2B5EF4-FFF2-40B4-BE49-F238E27FC236}">
                <a16:creationId xmlns:a16="http://schemas.microsoft.com/office/drawing/2014/main" id="{9E97DFB0-5225-45FE-918D-03040920CDFD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9" name="01_full_GT_548">
            <a:extLst>
              <a:ext uri="{FF2B5EF4-FFF2-40B4-BE49-F238E27FC236}">
                <a16:creationId xmlns:a16="http://schemas.microsoft.com/office/drawing/2014/main" id="{BEB4357D-4B61-4BDF-97F1-EFB1178701DC}"/>
              </a:ext>
            </a:extLst>
          </p:cNvPr>
          <p:cNvSpPr>
            <a:spLocks noGrp="1"/>
          </p:cNvSpPr>
          <p:nvPr/>
        </p:nvSpPr>
        <p:spPr>
          <a:xfrm>
            <a:off x="423522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01_full_GT_549">
            <a:extLst>
              <a:ext uri="{FF2B5EF4-FFF2-40B4-BE49-F238E27FC236}">
                <a16:creationId xmlns:a16="http://schemas.microsoft.com/office/drawing/2014/main" id="{78C79C62-0CC2-4DA0-B715-293E593D3E9E}"/>
              </a:ext>
            </a:extLst>
          </p:cNvPr>
          <p:cNvSpPr>
            <a:spLocks noGrp="1"/>
          </p:cNvSpPr>
          <p:nvPr/>
        </p:nvSpPr>
        <p:spPr>
          <a:xfrm>
            <a:off x="410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01_full_GT_550">
            <a:extLst>
              <a:ext uri="{FF2B5EF4-FFF2-40B4-BE49-F238E27FC236}">
                <a16:creationId xmlns:a16="http://schemas.microsoft.com/office/drawing/2014/main" id="{B9763942-DD08-4D04-A76C-6C37B5A94D1E}"/>
              </a:ext>
            </a:extLst>
          </p:cNvPr>
          <p:cNvSpPr>
            <a:spLocks noGrp="1"/>
          </p:cNvSpPr>
          <p:nvPr/>
        </p:nvSpPr>
        <p:spPr>
          <a:xfrm>
            <a:off x="4061841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01_full_GT_551">
            <a:extLst>
              <a:ext uri="{FF2B5EF4-FFF2-40B4-BE49-F238E27FC236}">
                <a16:creationId xmlns:a16="http://schemas.microsoft.com/office/drawing/2014/main" id="{03662B1C-4961-4C08-8768-F0456B719D95}"/>
              </a:ext>
            </a:extLst>
          </p:cNvPr>
          <p:cNvSpPr>
            <a:spLocks noGrp="1"/>
          </p:cNvSpPr>
          <p:nvPr/>
        </p:nvSpPr>
        <p:spPr>
          <a:xfrm>
            <a:off x="419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3" name="01_full_GT_552">
            <a:extLst>
              <a:ext uri="{FF2B5EF4-FFF2-40B4-BE49-F238E27FC236}">
                <a16:creationId xmlns:a16="http://schemas.microsoft.com/office/drawing/2014/main" id="{5B53E160-7ED0-4D49-9DC0-52A735A81BA0}"/>
              </a:ext>
            </a:extLst>
          </p:cNvPr>
          <p:cNvSpPr>
            <a:spLocks noGrp="1"/>
          </p:cNvSpPr>
          <p:nvPr/>
        </p:nvSpPr>
        <p:spPr>
          <a:xfrm>
            <a:off x="424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4" name="01_full_GT_553">
            <a:extLst>
              <a:ext uri="{FF2B5EF4-FFF2-40B4-BE49-F238E27FC236}">
                <a16:creationId xmlns:a16="http://schemas.microsoft.com/office/drawing/2014/main" id="{3291E9EE-2A59-4F0F-A5B9-49AFE78D00C5}"/>
              </a:ext>
            </a:extLst>
          </p:cNvPr>
          <p:cNvSpPr>
            <a:spLocks noGrp="1"/>
          </p:cNvSpPr>
          <p:nvPr/>
        </p:nvSpPr>
        <p:spPr>
          <a:xfrm>
            <a:off x="410771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5" name="01_full_GT_554">
            <a:extLst>
              <a:ext uri="{FF2B5EF4-FFF2-40B4-BE49-F238E27FC236}">
                <a16:creationId xmlns:a16="http://schemas.microsoft.com/office/drawing/2014/main" id="{894C9BAC-9AD5-4AFD-B089-A91D93726A55}"/>
              </a:ext>
            </a:extLst>
          </p:cNvPr>
          <p:cNvSpPr>
            <a:spLocks noGrp="1"/>
          </p:cNvSpPr>
          <p:nvPr/>
        </p:nvSpPr>
        <p:spPr>
          <a:xfrm>
            <a:off x="4274672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01_full_GT_555">
            <a:extLst>
              <a:ext uri="{FF2B5EF4-FFF2-40B4-BE49-F238E27FC236}">
                <a16:creationId xmlns:a16="http://schemas.microsoft.com/office/drawing/2014/main" id="{3E0339E2-4B2F-4D5F-B5CE-32C6A61C886D}"/>
              </a:ext>
            </a:extLst>
          </p:cNvPr>
          <p:cNvSpPr>
            <a:spLocks noGrp="1"/>
          </p:cNvSpPr>
          <p:nvPr/>
        </p:nvSpPr>
        <p:spPr>
          <a:xfrm>
            <a:off x="42637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01_full_GT_556">
            <a:extLst>
              <a:ext uri="{FF2B5EF4-FFF2-40B4-BE49-F238E27FC236}">
                <a16:creationId xmlns:a16="http://schemas.microsoft.com/office/drawing/2014/main" id="{AEFF59E2-17D9-4F45-B743-4B19091F2D09}"/>
              </a:ext>
            </a:extLst>
          </p:cNvPr>
          <p:cNvSpPr>
            <a:spLocks noGrp="1"/>
          </p:cNvSpPr>
          <p:nvPr/>
        </p:nvSpPr>
        <p:spPr>
          <a:xfrm>
            <a:off x="41712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01_full_GT_557">
            <a:extLst>
              <a:ext uri="{FF2B5EF4-FFF2-40B4-BE49-F238E27FC236}">
                <a16:creationId xmlns:a16="http://schemas.microsoft.com/office/drawing/2014/main" id="{73EE924E-709A-4770-A752-55CACFF82E50}"/>
              </a:ext>
            </a:extLst>
          </p:cNvPr>
          <p:cNvSpPr>
            <a:spLocks noGrp="1"/>
          </p:cNvSpPr>
          <p:nvPr/>
        </p:nvSpPr>
        <p:spPr>
          <a:xfrm>
            <a:off x="4180308" y="43260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01_full_GT_558">
            <a:extLst>
              <a:ext uri="{FF2B5EF4-FFF2-40B4-BE49-F238E27FC236}">
                <a16:creationId xmlns:a16="http://schemas.microsoft.com/office/drawing/2014/main" id="{0AD109B6-5134-490A-9710-F4A4074A9F5C}"/>
              </a:ext>
            </a:extLst>
          </p:cNvPr>
          <p:cNvSpPr>
            <a:spLocks noGrp="1"/>
          </p:cNvSpPr>
          <p:nvPr/>
        </p:nvSpPr>
        <p:spPr>
          <a:xfrm>
            <a:off x="43098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0" name="01_full_GT_559">
            <a:extLst>
              <a:ext uri="{FF2B5EF4-FFF2-40B4-BE49-F238E27FC236}">
                <a16:creationId xmlns:a16="http://schemas.microsoft.com/office/drawing/2014/main" id="{A42D0C61-CB21-4862-B972-C068CFA61552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01_full_GT_560">
            <a:extLst>
              <a:ext uri="{FF2B5EF4-FFF2-40B4-BE49-F238E27FC236}">
                <a16:creationId xmlns:a16="http://schemas.microsoft.com/office/drawing/2014/main" id="{D8452E2B-CCD4-4D34-8574-A8A14E0AF168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01_full_GT_561">
            <a:extLst>
              <a:ext uri="{FF2B5EF4-FFF2-40B4-BE49-F238E27FC236}">
                <a16:creationId xmlns:a16="http://schemas.microsoft.com/office/drawing/2014/main" id="{500211FB-5718-4F27-A5D9-E762DC5A43B0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01_full_GT_562">
            <a:extLst>
              <a:ext uri="{FF2B5EF4-FFF2-40B4-BE49-F238E27FC236}">
                <a16:creationId xmlns:a16="http://schemas.microsoft.com/office/drawing/2014/main" id="{62CC4094-0407-4C2C-8632-017C68A8411D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4" name="01_full_GT_563">
            <a:extLst>
              <a:ext uri="{FF2B5EF4-FFF2-40B4-BE49-F238E27FC236}">
                <a16:creationId xmlns:a16="http://schemas.microsoft.com/office/drawing/2014/main" id="{96CB8616-0F6C-421A-B61C-01D0FDAB8084}"/>
              </a:ext>
            </a:extLst>
          </p:cNvPr>
          <p:cNvSpPr>
            <a:spLocks noGrp="1"/>
          </p:cNvSpPr>
          <p:nvPr/>
        </p:nvSpPr>
        <p:spPr>
          <a:xfrm>
            <a:off x="4344637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01_full_GT_564">
            <a:extLst>
              <a:ext uri="{FF2B5EF4-FFF2-40B4-BE49-F238E27FC236}">
                <a16:creationId xmlns:a16="http://schemas.microsoft.com/office/drawing/2014/main" id="{DA19D2DC-509C-4FBB-B86E-3BF4B0A7CDDC}"/>
              </a:ext>
            </a:extLst>
          </p:cNvPr>
          <p:cNvSpPr>
            <a:spLocks noGrp="1"/>
          </p:cNvSpPr>
          <p:nvPr/>
        </p:nvSpPr>
        <p:spPr>
          <a:xfrm>
            <a:off x="411203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01_full_GT_565">
            <a:extLst>
              <a:ext uri="{FF2B5EF4-FFF2-40B4-BE49-F238E27FC236}">
                <a16:creationId xmlns:a16="http://schemas.microsoft.com/office/drawing/2014/main" id="{8A31639A-D9BA-4139-B476-4F2474423F46}"/>
              </a:ext>
            </a:extLst>
          </p:cNvPr>
          <p:cNvSpPr>
            <a:spLocks noGrp="1"/>
          </p:cNvSpPr>
          <p:nvPr/>
        </p:nvSpPr>
        <p:spPr>
          <a:xfrm>
            <a:off x="419060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01_full_GT_566">
            <a:extLst>
              <a:ext uri="{FF2B5EF4-FFF2-40B4-BE49-F238E27FC236}">
                <a16:creationId xmlns:a16="http://schemas.microsoft.com/office/drawing/2014/main" id="{BC71DEA2-2F8C-410E-BA45-86AC131A9D33}"/>
              </a:ext>
            </a:extLst>
          </p:cNvPr>
          <p:cNvSpPr>
            <a:spLocks noGrp="1"/>
          </p:cNvSpPr>
          <p:nvPr/>
        </p:nvSpPr>
        <p:spPr>
          <a:xfrm>
            <a:off x="4344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8" name="01_full_GT_567">
            <a:extLst>
              <a:ext uri="{FF2B5EF4-FFF2-40B4-BE49-F238E27FC236}">
                <a16:creationId xmlns:a16="http://schemas.microsoft.com/office/drawing/2014/main" id="{D94087C7-F615-4A40-B13A-0F1E889B48EA}"/>
              </a:ext>
            </a:extLst>
          </p:cNvPr>
          <p:cNvSpPr>
            <a:spLocks noGrp="1"/>
          </p:cNvSpPr>
          <p:nvPr/>
        </p:nvSpPr>
        <p:spPr>
          <a:xfrm>
            <a:off x="416464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01_full_GT_568">
            <a:extLst>
              <a:ext uri="{FF2B5EF4-FFF2-40B4-BE49-F238E27FC236}">
                <a16:creationId xmlns:a16="http://schemas.microsoft.com/office/drawing/2014/main" id="{D4FD8563-60C6-45D8-BD3B-4111E1B271EA}"/>
              </a:ext>
            </a:extLst>
          </p:cNvPr>
          <p:cNvSpPr>
            <a:spLocks noGrp="1"/>
          </p:cNvSpPr>
          <p:nvPr/>
        </p:nvSpPr>
        <p:spPr>
          <a:xfrm>
            <a:off x="419492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0" name="01_full_GT_569">
            <a:extLst>
              <a:ext uri="{FF2B5EF4-FFF2-40B4-BE49-F238E27FC236}">
                <a16:creationId xmlns:a16="http://schemas.microsoft.com/office/drawing/2014/main" id="{3A5BC19D-52B7-46E2-B1D0-9103447F4B37}"/>
              </a:ext>
            </a:extLst>
          </p:cNvPr>
          <p:cNvSpPr>
            <a:spLocks noGrp="1"/>
          </p:cNvSpPr>
          <p:nvPr/>
        </p:nvSpPr>
        <p:spPr>
          <a:xfrm>
            <a:off x="4100185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01_full_GT_570">
            <a:extLst>
              <a:ext uri="{FF2B5EF4-FFF2-40B4-BE49-F238E27FC236}">
                <a16:creationId xmlns:a16="http://schemas.microsoft.com/office/drawing/2014/main" id="{811409A6-CB08-4AB9-A5F9-011E10C702B7}"/>
              </a:ext>
            </a:extLst>
          </p:cNvPr>
          <p:cNvSpPr>
            <a:spLocks noGrp="1"/>
          </p:cNvSpPr>
          <p:nvPr/>
        </p:nvSpPr>
        <p:spPr>
          <a:xfrm>
            <a:off x="587795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2" name="01_full_GT_571">
            <a:extLst>
              <a:ext uri="{FF2B5EF4-FFF2-40B4-BE49-F238E27FC236}">
                <a16:creationId xmlns:a16="http://schemas.microsoft.com/office/drawing/2014/main" id="{2342611E-EAC1-4618-A8AE-CB0956258AF7}"/>
              </a:ext>
            </a:extLst>
          </p:cNvPr>
          <p:cNvSpPr>
            <a:spLocks noGrp="1"/>
          </p:cNvSpPr>
          <p:nvPr/>
        </p:nvSpPr>
        <p:spPr>
          <a:xfrm>
            <a:off x="6044084" y="33169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01_full_GT_572">
            <a:extLst>
              <a:ext uri="{FF2B5EF4-FFF2-40B4-BE49-F238E27FC236}">
                <a16:creationId xmlns:a16="http://schemas.microsoft.com/office/drawing/2014/main" id="{230D9D90-A291-4030-92A4-02E8DCD123B4}"/>
              </a:ext>
            </a:extLst>
          </p:cNvPr>
          <p:cNvSpPr>
            <a:spLocks noGrp="1"/>
          </p:cNvSpPr>
          <p:nvPr/>
        </p:nvSpPr>
        <p:spPr>
          <a:xfrm>
            <a:off x="6014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01_full_GT_573">
            <a:extLst>
              <a:ext uri="{FF2B5EF4-FFF2-40B4-BE49-F238E27FC236}">
                <a16:creationId xmlns:a16="http://schemas.microsoft.com/office/drawing/2014/main" id="{0D4E2F79-0CAE-4280-8DD2-D3E242E6F41F}"/>
              </a:ext>
            </a:extLst>
          </p:cNvPr>
          <p:cNvSpPr>
            <a:spLocks noGrp="1"/>
          </p:cNvSpPr>
          <p:nvPr/>
        </p:nvSpPr>
        <p:spPr>
          <a:xfrm>
            <a:off x="605077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5" name="01_full_GT_574">
            <a:extLst>
              <a:ext uri="{FF2B5EF4-FFF2-40B4-BE49-F238E27FC236}">
                <a16:creationId xmlns:a16="http://schemas.microsoft.com/office/drawing/2014/main" id="{868BFDCA-0CB0-4BEC-B83C-64645FA8436F}"/>
              </a:ext>
            </a:extLst>
          </p:cNvPr>
          <p:cNvSpPr>
            <a:spLocks noGrp="1"/>
          </p:cNvSpPr>
          <p:nvPr/>
        </p:nvSpPr>
        <p:spPr>
          <a:xfrm>
            <a:off x="5897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01_full_GT_575">
            <a:extLst>
              <a:ext uri="{FF2B5EF4-FFF2-40B4-BE49-F238E27FC236}">
                <a16:creationId xmlns:a16="http://schemas.microsoft.com/office/drawing/2014/main" id="{B16A6B4B-BEF8-473E-8DE5-71525A7871E0}"/>
              </a:ext>
            </a:extLst>
          </p:cNvPr>
          <p:cNvSpPr>
            <a:spLocks noGrp="1"/>
          </p:cNvSpPr>
          <p:nvPr/>
        </p:nvSpPr>
        <p:spPr>
          <a:xfrm>
            <a:off x="592580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01_full_GT_576">
            <a:extLst>
              <a:ext uri="{FF2B5EF4-FFF2-40B4-BE49-F238E27FC236}">
                <a16:creationId xmlns:a16="http://schemas.microsoft.com/office/drawing/2014/main" id="{7A698E12-95D0-4DBA-89BA-695E04C2927C}"/>
              </a:ext>
            </a:extLst>
          </p:cNvPr>
          <p:cNvSpPr>
            <a:spLocks noGrp="1"/>
          </p:cNvSpPr>
          <p:nvPr/>
        </p:nvSpPr>
        <p:spPr>
          <a:xfrm>
            <a:off x="58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01_full_GT_577">
            <a:extLst>
              <a:ext uri="{FF2B5EF4-FFF2-40B4-BE49-F238E27FC236}">
                <a16:creationId xmlns:a16="http://schemas.microsoft.com/office/drawing/2014/main" id="{D6B5837B-2E55-4D4A-AF8E-457639C566A0}"/>
              </a:ext>
            </a:extLst>
          </p:cNvPr>
          <p:cNvSpPr>
            <a:spLocks noGrp="1"/>
          </p:cNvSpPr>
          <p:nvPr/>
        </p:nvSpPr>
        <p:spPr>
          <a:xfrm>
            <a:off x="59241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01_full_GT_578">
            <a:extLst>
              <a:ext uri="{FF2B5EF4-FFF2-40B4-BE49-F238E27FC236}">
                <a16:creationId xmlns:a16="http://schemas.microsoft.com/office/drawing/2014/main" id="{0D1D01FD-321F-4E52-807A-589DEC6E2055}"/>
              </a:ext>
            </a:extLst>
          </p:cNvPr>
          <p:cNvSpPr>
            <a:spLocks noGrp="1"/>
          </p:cNvSpPr>
          <p:nvPr/>
        </p:nvSpPr>
        <p:spPr>
          <a:xfrm>
            <a:off x="582139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01_full_GT_579">
            <a:extLst>
              <a:ext uri="{FF2B5EF4-FFF2-40B4-BE49-F238E27FC236}">
                <a16:creationId xmlns:a16="http://schemas.microsoft.com/office/drawing/2014/main" id="{B8C74501-4C44-46D2-A94E-84858A3ED31E}"/>
              </a:ext>
            </a:extLst>
          </p:cNvPr>
          <p:cNvSpPr>
            <a:spLocks noGrp="1"/>
          </p:cNvSpPr>
          <p:nvPr/>
        </p:nvSpPr>
        <p:spPr>
          <a:xfrm>
            <a:off x="594368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1" name="01_full_GT_580">
            <a:extLst>
              <a:ext uri="{FF2B5EF4-FFF2-40B4-BE49-F238E27FC236}">
                <a16:creationId xmlns:a16="http://schemas.microsoft.com/office/drawing/2014/main" id="{FEB4ECD4-6C57-4B88-89BF-18F146CBB5EB}"/>
              </a:ext>
            </a:extLst>
          </p:cNvPr>
          <p:cNvSpPr>
            <a:spLocks noGrp="1"/>
          </p:cNvSpPr>
          <p:nvPr/>
        </p:nvSpPr>
        <p:spPr>
          <a:xfrm>
            <a:off x="595893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01_full_GT_581">
            <a:extLst>
              <a:ext uri="{FF2B5EF4-FFF2-40B4-BE49-F238E27FC236}">
                <a16:creationId xmlns:a16="http://schemas.microsoft.com/office/drawing/2014/main" id="{EB697F7E-C5C0-464F-B3B6-AA83C0382DF8}"/>
              </a:ext>
            </a:extLst>
          </p:cNvPr>
          <p:cNvSpPr>
            <a:spLocks noGrp="1"/>
          </p:cNvSpPr>
          <p:nvPr/>
        </p:nvSpPr>
        <p:spPr>
          <a:xfrm>
            <a:off x="6093469" y="3161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01_full_GT_582">
            <a:extLst>
              <a:ext uri="{FF2B5EF4-FFF2-40B4-BE49-F238E27FC236}">
                <a16:creationId xmlns:a16="http://schemas.microsoft.com/office/drawing/2014/main" id="{4B33FDF4-D5C9-4A9C-A6DF-85DCD3DD25CF}"/>
              </a:ext>
            </a:extLst>
          </p:cNvPr>
          <p:cNvSpPr>
            <a:spLocks noGrp="1"/>
          </p:cNvSpPr>
          <p:nvPr/>
        </p:nvSpPr>
        <p:spPr>
          <a:xfrm>
            <a:off x="6059589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01_full_GT_583">
            <a:extLst>
              <a:ext uri="{FF2B5EF4-FFF2-40B4-BE49-F238E27FC236}">
                <a16:creationId xmlns:a16="http://schemas.microsoft.com/office/drawing/2014/main" id="{AB313972-AB28-47C7-9F66-61C234F18F18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5" name="01_full_GT_584">
            <a:extLst>
              <a:ext uri="{FF2B5EF4-FFF2-40B4-BE49-F238E27FC236}">
                <a16:creationId xmlns:a16="http://schemas.microsoft.com/office/drawing/2014/main" id="{B7DC9DD7-9A96-42D5-8895-D88B845A076E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01_full_GT_585">
            <a:extLst>
              <a:ext uri="{FF2B5EF4-FFF2-40B4-BE49-F238E27FC236}">
                <a16:creationId xmlns:a16="http://schemas.microsoft.com/office/drawing/2014/main" id="{525690B0-14D4-4871-8199-68D620ED059F}"/>
              </a:ext>
            </a:extLst>
          </p:cNvPr>
          <p:cNvSpPr>
            <a:spLocks noGrp="1"/>
          </p:cNvSpPr>
          <p:nvPr/>
        </p:nvSpPr>
        <p:spPr>
          <a:xfrm>
            <a:off x="5893383" y="36539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01_full_GT_586">
            <a:extLst>
              <a:ext uri="{FF2B5EF4-FFF2-40B4-BE49-F238E27FC236}">
                <a16:creationId xmlns:a16="http://schemas.microsoft.com/office/drawing/2014/main" id="{EE1C8387-881F-4361-A41B-A55B63586658}"/>
              </a:ext>
            </a:extLst>
          </p:cNvPr>
          <p:cNvSpPr>
            <a:spLocks noGrp="1"/>
          </p:cNvSpPr>
          <p:nvPr/>
        </p:nvSpPr>
        <p:spPr>
          <a:xfrm>
            <a:off x="5804309" y="3678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01_full_GT_587">
            <a:extLst>
              <a:ext uri="{FF2B5EF4-FFF2-40B4-BE49-F238E27FC236}">
                <a16:creationId xmlns:a16="http://schemas.microsoft.com/office/drawing/2014/main" id="{3E1BCCC7-7811-4076-930F-B5EA4B9E74C6}"/>
              </a:ext>
            </a:extLst>
          </p:cNvPr>
          <p:cNvSpPr>
            <a:spLocks noGrp="1"/>
          </p:cNvSpPr>
          <p:nvPr/>
        </p:nvSpPr>
        <p:spPr>
          <a:xfrm>
            <a:off x="6096426" y="376806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01_full_GT_588">
            <a:extLst>
              <a:ext uri="{FF2B5EF4-FFF2-40B4-BE49-F238E27FC236}">
                <a16:creationId xmlns:a16="http://schemas.microsoft.com/office/drawing/2014/main" id="{465FB47A-E2FA-4A8C-9465-9DD9CC24E95E}"/>
              </a:ext>
            </a:extLst>
          </p:cNvPr>
          <p:cNvSpPr>
            <a:spLocks noGrp="1"/>
          </p:cNvSpPr>
          <p:nvPr/>
        </p:nvSpPr>
        <p:spPr>
          <a:xfrm>
            <a:off x="585781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01_full_GT_589">
            <a:extLst>
              <a:ext uri="{FF2B5EF4-FFF2-40B4-BE49-F238E27FC236}">
                <a16:creationId xmlns:a16="http://schemas.microsoft.com/office/drawing/2014/main" id="{49E5D7C2-19FE-4345-9B6D-8A99F2300719}"/>
              </a:ext>
            </a:extLst>
          </p:cNvPr>
          <p:cNvSpPr>
            <a:spLocks noGrp="1"/>
          </p:cNvSpPr>
          <p:nvPr/>
        </p:nvSpPr>
        <p:spPr>
          <a:xfrm>
            <a:off x="5969081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1" name="01_full_GT_590">
            <a:extLst>
              <a:ext uri="{FF2B5EF4-FFF2-40B4-BE49-F238E27FC236}">
                <a16:creationId xmlns:a16="http://schemas.microsoft.com/office/drawing/2014/main" id="{37C5FCB8-6B32-4FCB-86F3-96DAEC9661A1}"/>
              </a:ext>
            </a:extLst>
          </p:cNvPr>
          <p:cNvSpPr>
            <a:spLocks noGrp="1"/>
          </p:cNvSpPr>
          <p:nvPr/>
        </p:nvSpPr>
        <p:spPr>
          <a:xfrm>
            <a:off x="60135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2" name="01_full_GT_591">
            <a:extLst>
              <a:ext uri="{FF2B5EF4-FFF2-40B4-BE49-F238E27FC236}">
                <a16:creationId xmlns:a16="http://schemas.microsoft.com/office/drawing/2014/main" id="{5A42930F-C91A-4D5C-9085-C7BE98A045FD}"/>
              </a:ext>
            </a:extLst>
          </p:cNvPr>
          <p:cNvSpPr>
            <a:spLocks noGrp="1"/>
          </p:cNvSpPr>
          <p:nvPr/>
        </p:nvSpPr>
        <p:spPr>
          <a:xfrm>
            <a:off x="6028376" y="381227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01_full_GT_592">
            <a:extLst>
              <a:ext uri="{FF2B5EF4-FFF2-40B4-BE49-F238E27FC236}">
                <a16:creationId xmlns:a16="http://schemas.microsoft.com/office/drawing/2014/main" id="{5EF190F2-CB3A-4D05-AAA6-13AA997B5E85}"/>
              </a:ext>
            </a:extLst>
          </p:cNvPr>
          <p:cNvSpPr>
            <a:spLocks noGrp="1"/>
          </p:cNvSpPr>
          <p:nvPr/>
        </p:nvSpPr>
        <p:spPr>
          <a:xfrm>
            <a:off x="5786557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4" name="01_full_GT_593">
            <a:extLst>
              <a:ext uri="{FF2B5EF4-FFF2-40B4-BE49-F238E27FC236}">
                <a16:creationId xmlns:a16="http://schemas.microsoft.com/office/drawing/2014/main" id="{717DFDC6-FF38-472A-8E23-EED08973592D}"/>
              </a:ext>
            </a:extLst>
          </p:cNvPr>
          <p:cNvSpPr>
            <a:spLocks noGrp="1"/>
          </p:cNvSpPr>
          <p:nvPr/>
        </p:nvSpPr>
        <p:spPr>
          <a:xfrm>
            <a:off x="58210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5" name="01_full_GT_594">
            <a:extLst>
              <a:ext uri="{FF2B5EF4-FFF2-40B4-BE49-F238E27FC236}">
                <a16:creationId xmlns:a16="http://schemas.microsoft.com/office/drawing/2014/main" id="{267323FD-5396-4DC1-8234-0E173CCA9DC3}"/>
              </a:ext>
            </a:extLst>
          </p:cNvPr>
          <p:cNvSpPr>
            <a:spLocks noGrp="1"/>
          </p:cNvSpPr>
          <p:nvPr/>
        </p:nvSpPr>
        <p:spPr>
          <a:xfrm>
            <a:off x="589333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6" name="01_full_GT_595">
            <a:extLst>
              <a:ext uri="{FF2B5EF4-FFF2-40B4-BE49-F238E27FC236}">
                <a16:creationId xmlns:a16="http://schemas.microsoft.com/office/drawing/2014/main" id="{0BDB0A9F-13D2-4C0F-93C1-993E1A16A678}"/>
              </a:ext>
            </a:extLst>
          </p:cNvPr>
          <p:cNvSpPr>
            <a:spLocks noGrp="1"/>
          </p:cNvSpPr>
          <p:nvPr/>
        </p:nvSpPr>
        <p:spPr>
          <a:xfrm>
            <a:off x="5910913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7" name="01_full_GT_596">
            <a:extLst>
              <a:ext uri="{FF2B5EF4-FFF2-40B4-BE49-F238E27FC236}">
                <a16:creationId xmlns:a16="http://schemas.microsoft.com/office/drawing/2014/main" id="{69ED66F1-2924-4A82-B6AF-A19A5650A399}"/>
              </a:ext>
            </a:extLst>
          </p:cNvPr>
          <p:cNvSpPr>
            <a:spLocks noGrp="1"/>
          </p:cNvSpPr>
          <p:nvPr/>
        </p:nvSpPr>
        <p:spPr>
          <a:xfrm>
            <a:off x="586720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8" name="01_full_GT_597">
            <a:extLst>
              <a:ext uri="{FF2B5EF4-FFF2-40B4-BE49-F238E27FC236}">
                <a16:creationId xmlns:a16="http://schemas.microsoft.com/office/drawing/2014/main" id="{713F7F44-0206-4E9B-861F-BBFBB6FBAC2D}"/>
              </a:ext>
            </a:extLst>
          </p:cNvPr>
          <p:cNvSpPr>
            <a:spLocks noGrp="1"/>
          </p:cNvSpPr>
          <p:nvPr/>
        </p:nvSpPr>
        <p:spPr>
          <a:xfrm>
            <a:off x="59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9" name="01_full_GT_598">
            <a:extLst>
              <a:ext uri="{FF2B5EF4-FFF2-40B4-BE49-F238E27FC236}">
                <a16:creationId xmlns:a16="http://schemas.microsoft.com/office/drawing/2014/main" id="{5376702C-C8DA-4616-B940-93BA78BE4711}"/>
              </a:ext>
            </a:extLst>
          </p:cNvPr>
          <p:cNvSpPr>
            <a:spLocks noGrp="1"/>
          </p:cNvSpPr>
          <p:nvPr/>
        </p:nvSpPr>
        <p:spPr>
          <a:xfrm>
            <a:off x="579626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0" name="01_full_GT_599">
            <a:extLst>
              <a:ext uri="{FF2B5EF4-FFF2-40B4-BE49-F238E27FC236}">
                <a16:creationId xmlns:a16="http://schemas.microsoft.com/office/drawing/2014/main" id="{FB325103-03B7-4CFC-A8D6-D11546F495A1}"/>
              </a:ext>
            </a:extLst>
          </p:cNvPr>
          <p:cNvSpPr>
            <a:spLocks noGrp="1"/>
          </p:cNvSpPr>
          <p:nvPr/>
        </p:nvSpPr>
        <p:spPr>
          <a:xfrm>
            <a:off x="58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1" name="01_full_GT_600">
            <a:extLst>
              <a:ext uri="{FF2B5EF4-FFF2-40B4-BE49-F238E27FC236}">
                <a16:creationId xmlns:a16="http://schemas.microsoft.com/office/drawing/2014/main" id="{B8E9964C-8B50-4443-AE27-0007C7FD902E}"/>
              </a:ext>
            </a:extLst>
          </p:cNvPr>
          <p:cNvSpPr>
            <a:spLocks noGrp="1"/>
          </p:cNvSpPr>
          <p:nvPr/>
        </p:nvSpPr>
        <p:spPr>
          <a:xfrm>
            <a:off x="60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2" name="01_full_GT_601">
            <a:extLst>
              <a:ext uri="{FF2B5EF4-FFF2-40B4-BE49-F238E27FC236}">
                <a16:creationId xmlns:a16="http://schemas.microsoft.com/office/drawing/2014/main" id="{C2C24CF9-8B55-431E-95C8-FC97F239E0F4}"/>
              </a:ext>
            </a:extLst>
          </p:cNvPr>
          <p:cNvSpPr>
            <a:spLocks noGrp="1"/>
          </p:cNvSpPr>
          <p:nvPr/>
        </p:nvSpPr>
        <p:spPr>
          <a:xfrm>
            <a:off x="58119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3" name="01_full_GT_602">
            <a:extLst>
              <a:ext uri="{FF2B5EF4-FFF2-40B4-BE49-F238E27FC236}">
                <a16:creationId xmlns:a16="http://schemas.microsoft.com/office/drawing/2014/main" id="{01CB1A89-269E-4361-9A11-292B5AA211B0}"/>
              </a:ext>
            </a:extLst>
          </p:cNvPr>
          <p:cNvSpPr>
            <a:spLocks noGrp="1"/>
          </p:cNvSpPr>
          <p:nvPr/>
        </p:nvSpPr>
        <p:spPr>
          <a:xfrm>
            <a:off x="5804835" y="47496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4" name="01_full_GT_603">
            <a:extLst>
              <a:ext uri="{FF2B5EF4-FFF2-40B4-BE49-F238E27FC236}">
                <a16:creationId xmlns:a16="http://schemas.microsoft.com/office/drawing/2014/main" id="{B072870D-B9BC-4C20-9880-1CB3EF85A39E}"/>
              </a:ext>
            </a:extLst>
          </p:cNvPr>
          <p:cNvSpPr>
            <a:spLocks noGrp="1"/>
          </p:cNvSpPr>
          <p:nvPr/>
        </p:nvSpPr>
        <p:spPr>
          <a:xfrm>
            <a:off x="59651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5" name="01_full_GT_604">
            <a:extLst>
              <a:ext uri="{FF2B5EF4-FFF2-40B4-BE49-F238E27FC236}">
                <a16:creationId xmlns:a16="http://schemas.microsoft.com/office/drawing/2014/main" id="{2714A110-9608-47D5-A569-22680B429CF0}"/>
              </a:ext>
            </a:extLst>
          </p:cNvPr>
          <p:cNvSpPr>
            <a:spLocks noGrp="1"/>
          </p:cNvSpPr>
          <p:nvPr/>
        </p:nvSpPr>
        <p:spPr>
          <a:xfrm>
            <a:off x="594918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6" name="01_full_GT_605">
            <a:extLst>
              <a:ext uri="{FF2B5EF4-FFF2-40B4-BE49-F238E27FC236}">
                <a16:creationId xmlns:a16="http://schemas.microsoft.com/office/drawing/2014/main" id="{547CDBED-8FF7-433F-B735-68ED8E873E8D}"/>
              </a:ext>
            </a:extLst>
          </p:cNvPr>
          <p:cNvSpPr>
            <a:spLocks noGrp="1"/>
          </p:cNvSpPr>
          <p:nvPr/>
        </p:nvSpPr>
        <p:spPr>
          <a:xfrm>
            <a:off x="58385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7" name="01_full_GT_606">
            <a:extLst>
              <a:ext uri="{FF2B5EF4-FFF2-40B4-BE49-F238E27FC236}">
                <a16:creationId xmlns:a16="http://schemas.microsoft.com/office/drawing/2014/main" id="{FF08F801-56BD-4F52-A058-090E9C98B807}"/>
              </a:ext>
            </a:extLst>
          </p:cNvPr>
          <p:cNvSpPr>
            <a:spLocks noGrp="1"/>
          </p:cNvSpPr>
          <p:nvPr/>
        </p:nvSpPr>
        <p:spPr>
          <a:xfrm>
            <a:off x="58969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8" name="01_full_GT_607">
            <a:extLst>
              <a:ext uri="{FF2B5EF4-FFF2-40B4-BE49-F238E27FC236}">
                <a16:creationId xmlns:a16="http://schemas.microsoft.com/office/drawing/2014/main" id="{287BD504-40BC-4E3A-B8C2-72EBCA2360D5}"/>
              </a:ext>
            </a:extLst>
          </p:cNvPr>
          <p:cNvSpPr>
            <a:spLocks noGrp="1"/>
          </p:cNvSpPr>
          <p:nvPr/>
        </p:nvSpPr>
        <p:spPr>
          <a:xfrm>
            <a:off x="58301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9" name="01_full_GT_608">
            <a:extLst>
              <a:ext uri="{FF2B5EF4-FFF2-40B4-BE49-F238E27FC236}">
                <a16:creationId xmlns:a16="http://schemas.microsoft.com/office/drawing/2014/main" id="{CD92AAF3-51F3-4F12-85AD-BD9C22EC947F}"/>
              </a:ext>
            </a:extLst>
          </p:cNvPr>
          <p:cNvSpPr>
            <a:spLocks noGrp="1"/>
          </p:cNvSpPr>
          <p:nvPr/>
        </p:nvSpPr>
        <p:spPr>
          <a:xfrm>
            <a:off x="603115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0" name="01_full_GT_609">
            <a:extLst>
              <a:ext uri="{FF2B5EF4-FFF2-40B4-BE49-F238E27FC236}">
                <a16:creationId xmlns:a16="http://schemas.microsoft.com/office/drawing/2014/main" id="{6B314831-592D-4947-AA16-A1148D151A19}"/>
              </a:ext>
            </a:extLst>
          </p:cNvPr>
          <p:cNvSpPr>
            <a:spLocks noGrp="1"/>
          </p:cNvSpPr>
          <p:nvPr/>
        </p:nvSpPr>
        <p:spPr>
          <a:xfrm>
            <a:off x="58915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1" name="01_full_GT_610">
            <a:extLst>
              <a:ext uri="{FF2B5EF4-FFF2-40B4-BE49-F238E27FC236}">
                <a16:creationId xmlns:a16="http://schemas.microsoft.com/office/drawing/2014/main" id="{BA6823A8-BB7F-4F75-B6C4-BBB383A7B019}"/>
              </a:ext>
            </a:extLst>
          </p:cNvPr>
          <p:cNvSpPr>
            <a:spLocks noGrp="1"/>
          </p:cNvSpPr>
          <p:nvPr/>
        </p:nvSpPr>
        <p:spPr>
          <a:xfrm>
            <a:off x="6079003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2" name="01_full_GT_611">
            <a:extLst>
              <a:ext uri="{FF2B5EF4-FFF2-40B4-BE49-F238E27FC236}">
                <a16:creationId xmlns:a16="http://schemas.microsoft.com/office/drawing/2014/main" id="{437546DC-1353-44F8-9B0F-7100A2EF177A}"/>
              </a:ext>
            </a:extLst>
          </p:cNvPr>
          <p:cNvSpPr>
            <a:spLocks noGrp="1"/>
          </p:cNvSpPr>
          <p:nvPr/>
        </p:nvSpPr>
        <p:spPr>
          <a:xfrm>
            <a:off x="5870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3" name="01_full_GT_612">
            <a:extLst>
              <a:ext uri="{FF2B5EF4-FFF2-40B4-BE49-F238E27FC236}">
                <a16:creationId xmlns:a16="http://schemas.microsoft.com/office/drawing/2014/main" id="{DC891E72-009E-49A9-8D6D-DE90DE3B8FED}"/>
              </a:ext>
            </a:extLst>
          </p:cNvPr>
          <p:cNvSpPr>
            <a:spLocks noGrp="1"/>
          </p:cNvSpPr>
          <p:nvPr/>
        </p:nvSpPr>
        <p:spPr>
          <a:xfrm>
            <a:off x="60854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4" name="01_full_GT_613">
            <a:extLst>
              <a:ext uri="{FF2B5EF4-FFF2-40B4-BE49-F238E27FC236}">
                <a16:creationId xmlns:a16="http://schemas.microsoft.com/office/drawing/2014/main" id="{CBADEF84-4FE0-4581-902D-D5888A6C8E16}"/>
              </a:ext>
            </a:extLst>
          </p:cNvPr>
          <p:cNvSpPr>
            <a:spLocks noGrp="1"/>
          </p:cNvSpPr>
          <p:nvPr/>
        </p:nvSpPr>
        <p:spPr>
          <a:xfrm>
            <a:off x="5880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5" name="01_full_GT_614">
            <a:extLst>
              <a:ext uri="{FF2B5EF4-FFF2-40B4-BE49-F238E27FC236}">
                <a16:creationId xmlns:a16="http://schemas.microsoft.com/office/drawing/2014/main" id="{E3710846-ED85-431E-844D-48D6B1C08515}"/>
              </a:ext>
            </a:extLst>
          </p:cNvPr>
          <p:cNvSpPr>
            <a:spLocks noGrp="1"/>
          </p:cNvSpPr>
          <p:nvPr/>
        </p:nvSpPr>
        <p:spPr>
          <a:xfrm>
            <a:off x="580952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6" name="01_full_GT_615">
            <a:extLst>
              <a:ext uri="{FF2B5EF4-FFF2-40B4-BE49-F238E27FC236}">
                <a16:creationId xmlns:a16="http://schemas.microsoft.com/office/drawing/2014/main" id="{BE4D08B0-0D05-40F8-AB41-7EF364CB206B}"/>
              </a:ext>
            </a:extLst>
          </p:cNvPr>
          <p:cNvSpPr>
            <a:spLocks noGrp="1"/>
          </p:cNvSpPr>
          <p:nvPr/>
        </p:nvSpPr>
        <p:spPr>
          <a:xfrm>
            <a:off x="591260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7" name="01_full_GT_616">
            <a:extLst>
              <a:ext uri="{FF2B5EF4-FFF2-40B4-BE49-F238E27FC236}">
                <a16:creationId xmlns:a16="http://schemas.microsoft.com/office/drawing/2014/main" id="{7CE968B3-25E5-4944-A520-8054607C873E}"/>
              </a:ext>
            </a:extLst>
          </p:cNvPr>
          <p:cNvSpPr>
            <a:spLocks noGrp="1"/>
          </p:cNvSpPr>
          <p:nvPr/>
        </p:nvSpPr>
        <p:spPr>
          <a:xfrm>
            <a:off x="590776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8" name="01_full_GT_617">
            <a:extLst>
              <a:ext uri="{FF2B5EF4-FFF2-40B4-BE49-F238E27FC236}">
                <a16:creationId xmlns:a16="http://schemas.microsoft.com/office/drawing/2014/main" id="{3E8CD5B2-3B3E-4AE3-8BFA-C8368495D2E9}"/>
              </a:ext>
            </a:extLst>
          </p:cNvPr>
          <p:cNvSpPr>
            <a:spLocks noGrp="1"/>
          </p:cNvSpPr>
          <p:nvPr/>
        </p:nvSpPr>
        <p:spPr>
          <a:xfrm>
            <a:off x="59222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9" name="01_full_GT_618">
            <a:extLst>
              <a:ext uri="{FF2B5EF4-FFF2-40B4-BE49-F238E27FC236}">
                <a16:creationId xmlns:a16="http://schemas.microsoft.com/office/drawing/2014/main" id="{EDF77C92-120B-4DA1-B37B-7729D45AA719}"/>
              </a:ext>
            </a:extLst>
          </p:cNvPr>
          <p:cNvSpPr>
            <a:spLocks noGrp="1"/>
          </p:cNvSpPr>
          <p:nvPr/>
        </p:nvSpPr>
        <p:spPr>
          <a:xfrm>
            <a:off x="598509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0" name="01_full_GT_619">
            <a:extLst>
              <a:ext uri="{FF2B5EF4-FFF2-40B4-BE49-F238E27FC236}">
                <a16:creationId xmlns:a16="http://schemas.microsoft.com/office/drawing/2014/main" id="{160C52F7-7A86-41D5-8797-D78DA25E5713}"/>
              </a:ext>
            </a:extLst>
          </p:cNvPr>
          <p:cNvSpPr>
            <a:spLocks noGrp="1"/>
          </p:cNvSpPr>
          <p:nvPr/>
        </p:nvSpPr>
        <p:spPr>
          <a:xfrm>
            <a:off x="603476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1" name="01_full_GT_620">
            <a:extLst>
              <a:ext uri="{FF2B5EF4-FFF2-40B4-BE49-F238E27FC236}">
                <a16:creationId xmlns:a16="http://schemas.microsoft.com/office/drawing/2014/main" id="{553BFB32-EA4F-4A69-AF15-FD77BA0A24C0}"/>
              </a:ext>
            </a:extLst>
          </p:cNvPr>
          <p:cNvSpPr>
            <a:spLocks noGrp="1"/>
          </p:cNvSpPr>
          <p:nvPr/>
        </p:nvSpPr>
        <p:spPr>
          <a:xfrm>
            <a:off x="59793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2" name="01_full_GT_621">
            <a:extLst>
              <a:ext uri="{FF2B5EF4-FFF2-40B4-BE49-F238E27FC236}">
                <a16:creationId xmlns:a16="http://schemas.microsoft.com/office/drawing/2014/main" id="{7C585646-25E1-45DF-BA6D-5D682DAE0DA9}"/>
              </a:ext>
            </a:extLst>
          </p:cNvPr>
          <p:cNvSpPr>
            <a:spLocks noGrp="1"/>
          </p:cNvSpPr>
          <p:nvPr/>
        </p:nvSpPr>
        <p:spPr>
          <a:xfrm>
            <a:off x="592133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3" name="01_full_GT_622">
            <a:extLst>
              <a:ext uri="{FF2B5EF4-FFF2-40B4-BE49-F238E27FC236}">
                <a16:creationId xmlns:a16="http://schemas.microsoft.com/office/drawing/2014/main" id="{CC821D60-BB9D-4908-BE1C-8FE832D1C579}"/>
              </a:ext>
            </a:extLst>
          </p:cNvPr>
          <p:cNvSpPr>
            <a:spLocks noGrp="1"/>
          </p:cNvSpPr>
          <p:nvPr/>
        </p:nvSpPr>
        <p:spPr>
          <a:xfrm>
            <a:off x="6085983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4" name="01_full_GT_623">
            <a:extLst>
              <a:ext uri="{FF2B5EF4-FFF2-40B4-BE49-F238E27FC236}">
                <a16:creationId xmlns:a16="http://schemas.microsoft.com/office/drawing/2014/main" id="{24C83152-B773-478D-9960-227635E6FA79}"/>
              </a:ext>
            </a:extLst>
          </p:cNvPr>
          <p:cNvSpPr>
            <a:spLocks noGrp="1"/>
          </p:cNvSpPr>
          <p:nvPr/>
        </p:nvSpPr>
        <p:spPr>
          <a:xfrm>
            <a:off x="5815221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5" name="01_full_GT_624">
            <a:extLst>
              <a:ext uri="{FF2B5EF4-FFF2-40B4-BE49-F238E27FC236}">
                <a16:creationId xmlns:a16="http://schemas.microsoft.com/office/drawing/2014/main" id="{D2160703-DB52-42BC-9877-9935E365DA29}"/>
              </a:ext>
            </a:extLst>
          </p:cNvPr>
          <p:cNvSpPr>
            <a:spLocks noGrp="1"/>
          </p:cNvSpPr>
          <p:nvPr/>
        </p:nvSpPr>
        <p:spPr>
          <a:xfrm>
            <a:off x="585626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6" name="01_full_GT_625">
            <a:extLst>
              <a:ext uri="{FF2B5EF4-FFF2-40B4-BE49-F238E27FC236}">
                <a16:creationId xmlns:a16="http://schemas.microsoft.com/office/drawing/2014/main" id="{1E8A937B-7644-4691-BE32-9189667C7E54}"/>
              </a:ext>
            </a:extLst>
          </p:cNvPr>
          <p:cNvSpPr>
            <a:spLocks noGrp="1"/>
          </p:cNvSpPr>
          <p:nvPr/>
        </p:nvSpPr>
        <p:spPr>
          <a:xfrm>
            <a:off x="57986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7" name="01_full_GT_626">
            <a:extLst>
              <a:ext uri="{FF2B5EF4-FFF2-40B4-BE49-F238E27FC236}">
                <a16:creationId xmlns:a16="http://schemas.microsoft.com/office/drawing/2014/main" id="{7DF129FF-B44B-4F3A-A919-BC6D3546F2E1}"/>
              </a:ext>
            </a:extLst>
          </p:cNvPr>
          <p:cNvSpPr>
            <a:spLocks noGrp="1"/>
          </p:cNvSpPr>
          <p:nvPr/>
        </p:nvSpPr>
        <p:spPr>
          <a:xfrm>
            <a:off x="58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8" name="01_full_GT_627">
            <a:extLst>
              <a:ext uri="{FF2B5EF4-FFF2-40B4-BE49-F238E27FC236}">
                <a16:creationId xmlns:a16="http://schemas.microsoft.com/office/drawing/2014/main" id="{1BC31A40-A83C-4594-9117-EFB2FD787BCD}"/>
              </a:ext>
            </a:extLst>
          </p:cNvPr>
          <p:cNvSpPr>
            <a:spLocks noGrp="1"/>
          </p:cNvSpPr>
          <p:nvPr/>
        </p:nvSpPr>
        <p:spPr>
          <a:xfrm>
            <a:off x="595226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9" name="01_full_GT_628">
            <a:extLst>
              <a:ext uri="{FF2B5EF4-FFF2-40B4-BE49-F238E27FC236}">
                <a16:creationId xmlns:a16="http://schemas.microsoft.com/office/drawing/2014/main" id="{F7F5AD95-4512-4570-A517-F4F91BD387A3}"/>
              </a:ext>
            </a:extLst>
          </p:cNvPr>
          <p:cNvSpPr>
            <a:spLocks noGrp="1"/>
          </p:cNvSpPr>
          <p:nvPr/>
        </p:nvSpPr>
        <p:spPr>
          <a:xfrm>
            <a:off x="579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0" name="01_full_GT_629">
            <a:extLst>
              <a:ext uri="{FF2B5EF4-FFF2-40B4-BE49-F238E27FC236}">
                <a16:creationId xmlns:a16="http://schemas.microsoft.com/office/drawing/2014/main" id="{85A6352C-3ECE-45D5-B108-4C77E6B701B4}"/>
              </a:ext>
            </a:extLst>
          </p:cNvPr>
          <p:cNvSpPr>
            <a:spLocks noGrp="1"/>
          </p:cNvSpPr>
          <p:nvPr/>
        </p:nvSpPr>
        <p:spPr>
          <a:xfrm>
            <a:off x="608335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1" name="01_full_GT_630">
            <a:extLst>
              <a:ext uri="{FF2B5EF4-FFF2-40B4-BE49-F238E27FC236}">
                <a16:creationId xmlns:a16="http://schemas.microsoft.com/office/drawing/2014/main" id="{79E82CCB-D01E-40A5-B6E5-D6BC81938162}"/>
              </a:ext>
            </a:extLst>
          </p:cNvPr>
          <p:cNvSpPr>
            <a:spLocks noGrp="1"/>
          </p:cNvSpPr>
          <p:nvPr/>
        </p:nvSpPr>
        <p:spPr>
          <a:xfrm>
            <a:off x="608732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2" name="01_full_GT_631">
            <a:extLst>
              <a:ext uri="{FF2B5EF4-FFF2-40B4-BE49-F238E27FC236}">
                <a16:creationId xmlns:a16="http://schemas.microsoft.com/office/drawing/2014/main" id="{52F30703-7414-4DC8-BAF0-DD91FA5EDC46}"/>
              </a:ext>
            </a:extLst>
          </p:cNvPr>
          <p:cNvSpPr>
            <a:spLocks noGrp="1"/>
          </p:cNvSpPr>
          <p:nvPr/>
        </p:nvSpPr>
        <p:spPr>
          <a:xfrm>
            <a:off x="5843350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3" name="01_full_GT_632">
            <a:extLst>
              <a:ext uri="{FF2B5EF4-FFF2-40B4-BE49-F238E27FC236}">
                <a16:creationId xmlns:a16="http://schemas.microsoft.com/office/drawing/2014/main" id="{2E86764B-729E-4D59-8D47-A330E65E0FCB}"/>
              </a:ext>
            </a:extLst>
          </p:cNvPr>
          <p:cNvSpPr>
            <a:spLocks noGrp="1"/>
          </p:cNvSpPr>
          <p:nvPr/>
        </p:nvSpPr>
        <p:spPr>
          <a:xfrm>
            <a:off x="58764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4" name="01_full_GT_633">
            <a:extLst>
              <a:ext uri="{FF2B5EF4-FFF2-40B4-BE49-F238E27FC236}">
                <a16:creationId xmlns:a16="http://schemas.microsoft.com/office/drawing/2014/main" id="{7DDE12CC-61EF-479C-B2F6-1D57CB23E03C}"/>
              </a:ext>
            </a:extLst>
          </p:cNvPr>
          <p:cNvSpPr>
            <a:spLocks noGrp="1"/>
          </p:cNvSpPr>
          <p:nvPr/>
        </p:nvSpPr>
        <p:spPr>
          <a:xfrm>
            <a:off x="5831403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5" name="01_full_GT_634">
            <a:extLst>
              <a:ext uri="{FF2B5EF4-FFF2-40B4-BE49-F238E27FC236}">
                <a16:creationId xmlns:a16="http://schemas.microsoft.com/office/drawing/2014/main" id="{128CCA32-A994-4541-84EC-BC5C00F50CF0}"/>
              </a:ext>
            </a:extLst>
          </p:cNvPr>
          <p:cNvSpPr>
            <a:spLocks noGrp="1"/>
          </p:cNvSpPr>
          <p:nvPr/>
        </p:nvSpPr>
        <p:spPr>
          <a:xfrm>
            <a:off x="587677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6" name="01_full_GT_635">
            <a:extLst>
              <a:ext uri="{FF2B5EF4-FFF2-40B4-BE49-F238E27FC236}">
                <a16:creationId xmlns:a16="http://schemas.microsoft.com/office/drawing/2014/main" id="{E4456AAD-6977-4227-A3CB-053A1BF32061}"/>
              </a:ext>
            </a:extLst>
          </p:cNvPr>
          <p:cNvSpPr>
            <a:spLocks noGrp="1"/>
          </p:cNvSpPr>
          <p:nvPr/>
        </p:nvSpPr>
        <p:spPr>
          <a:xfrm>
            <a:off x="583308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7" name="01_full_GT_636">
            <a:extLst>
              <a:ext uri="{FF2B5EF4-FFF2-40B4-BE49-F238E27FC236}">
                <a16:creationId xmlns:a16="http://schemas.microsoft.com/office/drawing/2014/main" id="{4B01EA22-BF7F-43F0-91E8-F9517903506B}"/>
              </a:ext>
            </a:extLst>
          </p:cNvPr>
          <p:cNvSpPr>
            <a:spLocks noGrp="1"/>
          </p:cNvSpPr>
          <p:nvPr/>
        </p:nvSpPr>
        <p:spPr>
          <a:xfrm>
            <a:off x="592491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8" name="01_full_GT_637">
            <a:extLst>
              <a:ext uri="{FF2B5EF4-FFF2-40B4-BE49-F238E27FC236}">
                <a16:creationId xmlns:a16="http://schemas.microsoft.com/office/drawing/2014/main" id="{AA205C0F-D1DA-49EC-A457-8EE9BA3D2D34}"/>
              </a:ext>
            </a:extLst>
          </p:cNvPr>
          <p:cNvSpPr>
            <a:spLocks noGrp="1"/>
          </p:cNvSpPr>
          <p:nvPr/>
        </p:nvSpPr>
        <p:spPr>
          <a:xfrm>
            <a:off x="59617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9" name="01_full_GT_638">
            <a:extLst>
              <a:ext uri="{FF2B5EF4-FFF2-40B4-BE49-F238E27FC236}">
                <a16:creationId xmlns:a16="http://schemas.microsoft.com/office/drawing/2014/main" id="{C57D6136-9D85-4FB1-8812-7F2B06960A8B}"/>
              </a:ext>
            </a:extLst>
          </p:cNvPr>
          <p:cNvSpPr>
            <a:spLocks noGrp="1"/>
          </p:cNvSpPr>
          <p:nvPr/>
        </p:nvSpPr>
        <p:spPr>
          <a:xfrm>
            <a:off x="59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0" name="01_full_GT_639">
            <a:extLst>
              <a:ext uri="{FF2B5EF4-FFF2-40B4-BE49-F238E27FC236}">
                <a16:creationId xmlns:a16="http://schemas.microsoft.com/office/drawing/2014/main" id="{15CE34F7-42A4-4EEF-9899-5533D8E23872}"/>
              </a:ext>
            </a:extLst>
          </p:cNvPr>
          <p:cNvSpPr>
            <a:spLocks noGrp="1"/>
          </p:cNvSpPr>
          <p:nvPr/>
        </p:nvSpPr>
        <p:spPr>
          <a:xfrm>
            <a:off x="5938248" y="407679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1" name="01_full_GT_640">
            <a:extLst>
              <a:ext uri="{FF2B5EF4-FFF2-40B4-BE49-F238E27FC236}">
                <a16:creationId xmlns:a16="http://schemas.microsoft.com/office/drawing/2014/main" id="{5B2CA2FE-78F3-43BA-A37A-42A8DF570796}"/>
              </a:ext>
            </a:extLst>
          </p:cNvPr>
          <p:cNvSpPr>
            <a:spLocks noGrp="1"/>
          </p:cNvSpPr>
          <p:nvPr/>
        </p:nvSpPr>
        <p:spPr>
          <a:xfrm>
            <a:off x="591373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2" name="01_full_GT_641">
            <a:extLst>
              <a:ext uri="{FF2B5EF4-FFF2-40B4-BE49-F238E27FC236}">
                <a16:creationId xmlns:a16="http://schemas.microsoft.com/office/drawing/2014/main" id="{C0B57EB5-835A-45F2-B336-979D8F5D59AA}"/>
              </a:ext>
            </a:extLst>
          </p:cNvPr>
          <p:cNvSpPr>
            <a:spLocks noGrp="1"/>
          </p:cNvSpPr>
          <p:nvPr/>
        </p:nvSpPr>
        <p:spPr>
          <a:xfrm>
            <a:off x="58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3" name="01_full_GT_642">
            <a:extLst>
              <a:ext uri="{FF2B5EF4-FFF2-40B4-BE49-F238E27FC236}">
                <a16:creationId xmlns:a16="http://schemas.microsoft.com/office/drawing/2014/main" id="{CD9B1B4C-4458-4168-AC37-667171281421}"/>
              </a:ext>
            </a:extLst>
          </p:cNvPr>
          <p:cNvSpPr>
            <a:spLocks noGrp="1"/>
          </p:cNvSpPr>
          <p:nvPr/>
        </p:nvSpPr>
        <p:spPr>
          <a:xfrm>
            <a:off x="58117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4" name="01_full_GT_643">
            <a:extLst>
              <a:ext uri="{FF2B5EF4-FFF2-40B4-BE49-F238E27FC236}">
                <a16:creationId xmlns:a16="http://schemas.microsoft.com/office/drawing/2014/main" id="{9C495398-1780-4E55-9658-1C3B4F1DB6C5}"/>
              </a:ext>
            </a:extLst>
          </p:cNvPr>
          <p:cNvSpPr>
            <a:spLocks noGrp="1"/>
          </p:cNvSpPr>
          <p:nvPr/>
        </p:nvSpPr>
        <p:spPr>
          <a:xfrm>
            <a:off x="59095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5" name="01_full_GT_644">
            <a:extLst>
              <a:ext uri="{FF2B5EF4-FFF2-40B4-BE49-F238E27FC236}">
                <a16:creationId xmlns:a16="http://schemas.microsoft.com/office/drawing/2014/main" id="{2E0BC584-18B8-46CA-889F-ED11E6AC2AEA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6" name="01_full_GT_645">
            <a:extLst>
              <a:ext uri="{FF2B5EF4-FFF2-40B4-BE49-F238E27FC236}">
                <a16:creationId xmlns:a16="http://schemas.microsoft.com/office/drawing/2014/main" id="{6114FD0B-A6FA-4AFA-819F-CB1D7BE6A944}"/>
              </a:ext>
            </a:extLst>
          </p:cNvPr>
          <p:cNvSpPr>
            <a:spLocks noGrp="1"/>
          </p:cNvSpPr>
          <p:nvPr/>
        </p:nvSpPr>
        <p:spPr>
          <a:xfrm>
            <a:off x="603268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7" name="01_full_GT_646">
            <a:extLst>
              <a:ext uri="{FF2B5EF4-FFF2-40B4-BE49-F238E27FC236}">
                <a16:creationId xmlns:a16="http://schemas.microsoft.com/office/drawing/2014/main" id="{E345A7F4-10E7-408D-AC67-0202811F2ED4}"/>
              </a:ext>
            </a:extLst>
          </p:cNvPr>
          <p:cNvSpPr>
            <a:spLocks noGrp="1"/>
          </p:cNvSpPr>
          <p:nvPr/>
        </p:nvSpPr>
        <p:spPr>
          <a:xfrm>
            <a:off x="5808594" y="407679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8" name="01_full_GT_647">
            <a:extLst>
              <a:ext uri="{FF2B5EF4-FFF2-40B4-BE49-F238E27FC236}">
                <a16:creationId xmlns:a16="http://schemas.microsoft.com/office/drawing/2014/main" id="{8B82B0D8-EEDC-45C0-A32A-6500C2A5C2FB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9" name="01_full_GT_648">
            <a:extLst>
              <a:ext uri="{FF2B5EF4-FFF2-40B4-BE49-F238E27FC236}">
                <a16:creationId xmlns:a16="http://schemas.microsoft.com/office/drawing/2014/main" id="{B2382F57-820C-4CDC-89A7-E823DF88756F}"/>
              </a:ext>
            </a:extLst>
          </p:cNvPr>
          <p:cNvSpPr>
            <a:spLocks noGrp="1"/>
          </p:cNvSpPr>
          <p:nvPr/>
        </p:nvSpPr>
        <p:spPr>
          <a:xfrm>
            <a:off x="5812981" y="37937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0" name="01_full_GT_649">
            <a:extLst>
              <a:ext uri="{FF2B5EF4-FFF2-40B4-BE49-F238E27FC236}">
                <a16:creationId xmlns:a16="http://schemas.microsoft.com/office/drawing/2014/main" id="{DECA2CA9-A753-446F-8666-033671DDD096}"/>
              </a:ext>
            </a:extLst>
          </p:cNvPr>
          <p:cNvSpPr>
            <a:spLocks noGrp="1"/>
          </p:cNvSpPr>
          <p:nvPr/>
        </p:nvSpPr>
        <p:spPr>
          <a:xfrm>
            <a:off x="59921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1" name="01_full_GT_650">
            <a:extLst>
              <a:ext uri="{FF2B5EF4-FFF2-40B4-BE49-F238E27FC236}">
                <a16:creationId xmlns:a16="http://schemas.microsoft.com/office/drawing/2014/main" id="{7CAAECCD-9FEF-4396-AAF9-DC986062DCC8}"/>
              </a:ext>
            </a:extLst>
          </p:cNvPr>
          <p:cNvSpPr>
            <a:spLocks noGrp="1"/>
          </p:cNvSpPr>
          <p:nvPr/>
        </p:nvSpPr>
        <p:spPr>
          <a:xfrm>
            <a:off x="582725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2" name="01_full_GT_651">
            <a:extLst>
              <a:ext uri="{FF2B5EF4-FFF2-40B4-BE49-F238E27FC236}">
                <a16:creationId xmlns:a16="http://schemas.microsoft.com/office/drawing/2014/main" id="{02A8F260-7BE2-4321-A8AB-27DBF662F2D4}"/>
              </a:ext>
            </a:extLst>
          </p:cNvPr>
          <p:cNvSpPr>
            <a:spLocks noGrp="1"/>
          </p:cNvSpPr>
          <p:nvPr/>
        </p:nvSpPr>
        <p:spPr>
          <a:xfrm>
            <a:off x="59036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3" name="01_full_GT_652">
            <a:extLst>
              <a:ext uri="{FF2B5EF4-FFF2-40B4-BE49-F238E27FC236}">
                <a16:creationId xmlns:a16="http://schemas.microsoft.com/office/drawing/2014/main" id="{E8FCDA90-BF04-47C3-A3E2-5D076C302EEB}"/>
              </a:ext>
            </a:extLst>
          </p:cNvPr>
          <p:cNvSpPr>
            <a:spLocks noGrp="1"/>
          </p:cNvSpPr>
          <p:nvPr/>
        </p:nvSpPr>
        <p:spPr>
          <a:xfrm>
            <a:off x="577469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4" name="01_full_GT_653">
            <a:extLst>
              <a:ext uri="{FF2B5EF4-FFF2-40B4-BE49-F238E27FC236}">
                <a16:creationId xmlns:a16="http://schemas.microsoft.com/office/drawing/2014/main" id="{5642B14F-CE35-4438-9D35-D2E11CC54BE8}"/>
              </a:ext>
            </a:extLst>
          </p:cNvPr>
          <p:cNvSpPr>
            <a:spLocks noGrp="1"/>
          </p:cNvSpPr>
          <p:nvPr/>
        </p:nvSpPr>
        <p:spPr>
          <a:xfrm>
            <a:off x="58719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5" name="01_full_GT_654">
            <a:extLst>
              <a:ext uri="{FF2B5EF4-FFF2-40B4-BE49-F238E27FC236}">
                <a16:creationId xmlns:a16="http://schemas.microsoft.com/office/drawing/2014/main" id="{848062B2-B9FD-4C76-BFF6-5F9E593297A0}"/>
              </a:ext>
            </a:extLst>
          </p:cNvPr>
          <p:cNvSpPr>
            <a:spLocks noGrp="1"/>
          </p:cNvSpPr>
          <p:nvPr/>
        </p:nvSpPr>
        <p:spPr>
          <a:xfrm>
            <a:off x="5807301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6" name="01_full_GT_655">
            <a:extLst>
              <a:ext uri="{FF2B5EF4-FFF2-40B4-BE49-F238E27FC236}">
                <a16:creationId xmlns:a16="http://schemas.microsoft.com/office/drawing/2014/main" id="{32707CA4-417A-4AA6-A317-3CC9AD1E7E5A}"/>
              </a:ext>
            </a:extLst>
          </p:cNvPr>
          <p:cNvSpPr>
            <a:spLocks noGrp="1"/>
          </p:cNvSpPr>
          <p:nvPr/>
        </p:nvSpPr>
        <p:spPr>
          <a:xfrm>
            <a:off x="60137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7" name="01_full_GT_656">
            <a:extLst>
              <a:ext uri="{FF2B5EF4-FFF2-40B4-BE49-F238E27FC236}">
                <a16:creationId xmlns:a16="http://schemas.microsoft.com/office/drawing/2014/main" id="{4395DA99-44CB-4567-94E6-813CDD8883B5}"/>
              </a:ext>
            </a:extLst>
          </p:cNvPr>
          <p:cNvSpPr>
            <a:spLocks noGrp="1"/>
          </p:cNvSpPr>
          <p:nvPr/>
        </p:nvSpPr>
        <p:spPr>
          <a:xfrm>
            <a:off x="5895970" y="42347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8" name="01_full_GT_657">
            <a:extLst>
              <a:ext uri="{FF2B5EF4-FFF2-40B4-BE49-F238E27FC236}">
                <a16:creationId xmlns:a16="http://schemas.microsoft.com/office/drawing/2014/main" id="{8E0605BD-4DCD-4386-8070-6FA16D9BB011}"/>
              </a:ext>
            </a:extLst>
          </p:cNvPr>
          <p:cNvSpPr>
            <a:spLocks noGrp="1"/>
          </p:cNvSpPr>
          <p:nvPr/>
        </p:nvSpPr>
        <p:spPr>
          <a:xfrm>
            <a:off x="5834106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9" name="01_full_GT_658">
            <a:extLst>
              <a:ext uri="{FF2B5EF4-FFF2-40B4-BE49-F238E27FC236}">
                <a16:creationId xmlns:a16="http://schemas.microsoft.com/office/drawing/2014/main" id="{DDFBEF9F-3288-485F-8A03-5102467A5865}"/>
              </a:ext>
            </a:extLst>
          </p:cNvPr>
          <p:cNvSpPr>
            <a:spLocks noGrp="1"/>
          </p:cNvSpPr>
          <p:nvPr/>
        </p:nvSpPr>
        <p:spPr>
          <a:xfrm>
            <a:off x="5888676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0" name="01_full_GT_659">
            <a:extLst>
              <a:ext uri="{FF2B5EF4-FFF2-40B4-BE49-F238E27FC236}">
                <a16:creationId xmlns:a16="http://schemas.microsoft.com/office/drawing/2014/main" id="{1521C028-09F1-4EF2-BCD8-8A9470AE90F4}"/>
              </a:ext>
            </a:extLst>
          </p:cNvPr>
          <p:cNvSpPr>
            <a:spLocks noGrp="1"/>
          </p:cNvSpPr>
          <p:nvPr/>
        </p:nvSpPr>
        <p:spPr>
          <a:xfrm>
            <a:off x="5946926" y="33588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1" name="01_full_GT_660">
            <a:extLst>
              <a:ext uri="{FF2B5EF4-FFF2-40B4-BE49-F238E27FC236}">
                <a16:creationId xmlns:a16="http://schemas.microsoft.com/office/drawing/2014/main" id="{3A9F81BB-DC19-47C6-8B32-9E2CCCB17486}"/>
              </a:ext>
            </a:extLst>
          </p:cNvPr>
          <p:cNvSpPr>
            <a:spLocks noGrp="1"/>
          </p:cNvSpPr>
          <p:nvPr/>
        </p:nvSpPr>
        <p:spPr>
          <a:xfrm>
            <a:off x="5915233" y="344298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2" name="01_full_GT_661">
            <a:extLst>
              <a:ext uri="{FF2B5EF4-FFF2-40B4-BE49-F238E27FC236}">
                <a16:creationId xmlns:a16="http://schemas.microsoft.com/office/drawing/2014/main" id="{3F3FDAA8-FC3D-4EBB-8B92-2B39BE7A8ECF}"/>
              </a:ext>
            </a:extLst>
          </p:cNvPr>
          <p:cNvSpPr>
            <a:spLocks noGrp="1"/>
          </p:cNvSpPr>
          <p:nvPr/>
        </p:nvSpPr>
        <p:spPr>
          <a:xfrm>
            <a:off x="5966080" y="439694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3" name="01_full_GT_662">
            <a:extLst>
              <a:ext uri="{FF2B5EF4-FFF2-40B4-BE49-F238E27FC236}">
                <a16:creationId xmlns:a16="http://schemas.microsoft.com/office/drawing/2014/main" id="{19FC9155-ECE5-4021-93C5-30A1F1761031}"/>
              </a:ext>
            </a:extLst>
          </p:cNvPr>
          <p:cNvSpPr>
            <a:spLocks noGrp="1"/>
          </p:cNvSpPr>
          <p:nvPr/>
        </p:nvSpPr>
        <p:spPr>
          <a:xfrm>
            <a:off x="6071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4" name="01_full_GT_663">
            <a:extLst>
              <a:ext uri="{FF2B5EF4-FFF2-40B4-BE49-F238E27FC236}">
                <a16:creationId xmlns:a16="http://schemas.microsoft.com/office/drawing/2014/main" id="{7824B5FB-DB79-47E5-8395-301E29EE8D70}"/>
              </a:ext>
            </a:extLst>
          </p:cNvPr>
          <p:cNvSpPr>
            <a:spLocks noGrp="1"/>
          </p:cNvSpPr>
          <p:nvPr/>
        </p:nvSpPr>
        <p:spPr>
          <a:xfrm>
            <a:off x="60414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5" name="01_full_GT_664">
            <a:extLst>
              <a:ext uri="{FF2B5EF4-FFF2-40B4-BE49-F238E27FC236}">
                <a16:creationId xmlns:a16="http://schemas.microsoft.com/office/drawing/2014/main" id="{664754EB-C4FA-4570-98B3-3A33EE25D6F9}"/>
              </a:ext>
            </a:extLst>
          </p:cNvPr>
          <p:cNvSpPr>
            <a:spLocks noGrp="1"/>
          </p:cNvSpPr>
          <p:nvPr/>
        </p:nvSpPr>
        <p:spPr>
          <a:xfrm>
            <a:off x="587535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6" name="01_full_GT_665">
            <a:extLst>
              <a:ext uri="{FF2B5EF4-FFF2-40B4-BE49-F238E27FC236}">
                <a16:creationId xmlns:a16="http://schemas.microsoft.com/office/drawing/2014/main" id="{EAB4F55F-0A80-4577-888F-9D8F3139BA1F}"/>
              </a:ext>
            </a:extLst>
          </p:cNvPr>
          <p:cNvSpPr>
            <a:spLocks noGrp="1"/>
          </p:cNvSpPr>
          <p:nvPr/>
        </p:nvSpPr>
        <p:spPr>
          <a:xfrm>
            <a:off x="6003997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7" name="01_full_GT_666">
            <a:extLst>
              <a:ext uri="{FF2B5EF4-FFF2-40B4-BE49-F238E27FC236}">
                <a16:creationId xmlns:a16="http://schemas.microsoft.com/office/drawing/2014/main" id="{91C71730-36AE-460D-9D26-E30552DEED8E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8" name="01_full_GT_667">
            <a:extLst>
              <a:ext uri="{FF2B5EF4-FFF2-40B4-BE49-F238E27FC236}">
                <a16:creationId xmlns:a16="http://schemas.microsoft.com/office/drawing/2014/main" id="{AF6CB05A-3286-43CD-941F-51ADCA4C90DC}"/>
              </a:ext>
            </a:extLst>
          </p:cNvPr>
          <p:cNvSpPr>
            <a:spLocks noGrp="1"/>
          </p:cNvSpPr>
          <p:nvPr/>
        </p:nvSpPr>
        <p:spPr>
          <a:xfrm>
            <a:off x="58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9" name="01_full_GT_668">
            <a:extLst>
              <a:ext uri="{FF2B5EF4-FFF2-40B4-BE49-F238E27FC236}">
                <a16:creationId xmlns:a16="http://schemas.microsoft.com/office/drawing/2014/main" id="{90BB76D2-1473-4F90-A2A4-727FCEDD79CA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0" name="01_full_GT_669">
            <a:extLst>
              <a:ext uri="{FF2B5EF4-FFF2-40B4-BE49-F238E27FC236}">
                <a16:creationId xmlns:a16="http://schemas.microsoft.com/office/drawing/2014/main" id="{DF7B6755-827E-47E8-AF13-4992E1EB6137}"/>
              </a:ext>
            </a:extLst>
          </p:cNvPr>
          <p:cNvSpPr>
            <a:spLocks noGrp="1"/>
          </p:cNvSpPr>
          <p:nvPr/>
        </p:nvSpPr>
        <p:spPr>
          <a:xfrm>
            <a:off x="608616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1" name="01_full_GT_670">
            <a:extLst>
              <a:ext uri="{FF2B5EF4-FFF2-40B4-BE49-F238E27FC236}">
                <a16:creationId xmlns:a16="http://schemas.microsoft.com/office/drawing/2014/main" id="{E7D581EF-4C7A-46DA-A8E6-FD89E278DDDA}"/>
              </a:ext>
            </a:extLst>
          </p:cNvPr>
          <p:cNvSpPr>
            <a:spLocks noGrp="1"/>
          </p:cNvSpPr>
          <p:nvPr/>
        </p:nvSpPr>
        <p:spPr>
          <a:xfrm>
            <a:off x="5790967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2" name="01_full_GT_671">
            <a:extLst>
              <a:ext uri="{FF2B5EF4-FFF2-40B4-BE49-F238E27FC236}">
                <a16:creationId xmlns:a16="http://schemas.microsoft.com/office/drawing/2014/main" id="{01325D1A-B985-45BB-8958-00D9305DE753}"/>
              </a:ext>
            </a:extLst>
          </p:cNvPr>
          <p:cNvSpPr>
            <a:spLocks noGrp="1"/>
          </p:cNvSpPr>
          <p:nvPr/>
        </p:nvSpPr>
        <p:spPr>
          <a:xfrm>
            <a:off x="57832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3" name="01_full_GT_672">
            <a:extLst>
              <a:ext uri="{FF2B5EF4-FFF2-40B4-BE49-F238E27FC236}">
                <a16:creationId xmlns:a16="http://schemas.microsoft.com/office/drawing/2014/main" id="{17830B99-D72E-4B4D-B67A-7C42E2F37914}"/>
              </a:ext>
            </a:extLst>
          </p:cNvPr>
          <p:cNvSpPr>
            <a:spLocks noGrp="1"/>
          </p:cNvSpPr>
          <p:nvPr/>
        </p:nvSpPr>
        <p:spPr>
          <a:xfrm>
            <a:off x="60620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4" name="01_full_GT_673">
            <a:extLst>
              <a:ext uri="{FF2B5EF4-FFF2-40B4-BE49-F238E27FC236}">
                <a16:creationId xmlns:a16="http://schemas.microsoft.com/office/drawing/2014/main" id="{8D73CE3A-E607-416C-AF23-BF89C31406B5}"/>
              </a:ext>
            </a:extLst>
          </p:cNvPr>
          <p:cNvSpPr>
            <a:spLocks noGrp="1"/>
          </p:cNvSpPr>
          <p:nvPr/>
        </p:nvSpPr>
        <p:spPr>
          <a:xfrm>
            <a:off x="57817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5" name="01_full_GT_674">
            <a:extLst>
              <a:ext uri="{FF2B5EF4-FFF2-40B4-BE49-F238E27FC236}">
                <a16:creationId xmlns:a16="http://schemas.microsoft.com/office/drawing/2014/main" id="{4BF6164E-EE7D-4780-A139-7CB8DE34B0CD}"/>
              </a:ext>
            </a:extLst>
          </p:cNvPr>
          <p:cNvSpPr>
            <a:spLocks noGrp="1"/>
          </p:cNvSpPr>
          <p:nvPr/>
        </p:nvSpPr>
        <p:spPr>
          <a:xfrm>
            <a:off x="5886736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6" name="01_full_GT_675">
            <a:extLst>
              <a:ext uri="{FF2B5EF4-FFF2-40B4-BE49-F238E27FC236}">
                <a16:creationId xmlns:a16="http://schemas.microsoft.com/office/drawing/2014/main" id="{317E838D-6711-4C46-957A-BE17A583897E}"/>
              </a:ext>
            </a:extLst>
          </p:cNvPr>
          <p:cNvSpPr>
            <a:spLocks noGrp="1"/>
          </p:cNvSpPr>
          <p:nvPr/>
        </p:nvSpPr>
        <p:spPr>
          <a:xfrm>
            <a:off x="59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7" name="01_full_GT_676">
            <a:extLst>
              <a:ext uri="{FF2B5EF4-FFF2-40B4-BE49-F238E27FC236}">
                <a16:creationId xmlns:a16="http://schemas.microsoft.com/office/drawing/2014/main" id="{C842CCC4-A676-4680-85E8-D77056090863}"/>
              </a:ext>
            </a:extLst>
          </p:cNvPr>
          <p:cNvSpPr>
            <a:spLocks noGrp="1"/>
          </p:cNvSpPr>
          <p:nvPr/>
        </p:nvSpPr>
        <p:spPr>
          <a:xfrm>
            <a:off x="5772513" y="42528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8" name="01_full_GT_677">
            <a:extLst>
              <a:ext uri="{FF2B5EF4-FFF2-40B4-BE49-F238E27FC236}">
                <a16:creationId xmlns:a16="http://schemas.microsoft.com/office/drawing/2014/main" id="{2F4B0CAA-5325-4DAB-B556-61C19E64B080}"/>
              </a:ext>
            </a:extLst>
          </p:cNvPr>
          <p:cNvSpPr>
            <a:spLocks noGrp="1"/>
          </p:cNvSpPr>
          <p:nvPr/>
        </p:nvSpPr>
        <p:spPr>
          <a:xfrm>
            <a:off x="5815575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9" name="01_full_GT_678">
            <a:extLst>
              <a:ext uri="{FF2B5EF4-FFF2-40B4-BE49-F238E27FC236}">
                <a16:creationId xmlns:a16="http://schemas.microsoft.com/office/drawing/2014/main" id="{FE34A136-FD22-47A1-A964-0314AB86997B}"/>
              </a:ext>
            </a:extLst>
          </p:cNvPr>
          <p:cNvSpPr>
            <a:spLocks noGrp="1"/>
          </p:cNvSpPr>
          <p:nvPr/>
        </p:nvSpPr>
        <p:spPr>
          <a:xfrm>
            <a:off x="58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0" name="01_full_GT_679">
            <a:extLst>
              <a:ext uri="{FF2B5EF4-FFF2-40B4-BE49-F238E27FC236}">
                <a16:creationId xmlns:a16="http://schemas.microsoft.com/office/drawing/2014/main" id="{8521D09F-1D7E-492A-B1D7-F197E84386EB}"/>
              </a:ext>
            </a:extLst>
          </p:cNvPr>
          <p:cNvSpPr>
            <a:spLocks noGrp="1"/>
          </p:cNvSpPr>
          <p:nvPr/>
        </p:nvSpPr>
        <p:spPr>
          <a:xfrm>
            <a:off x="58692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1" name="01_full_GT_680">
            <a:extLst>
              <a:ext uri="{FF2B5EF4-FFF2-40B4-BE49-F238E27FC236}">
                <a16:creationId xmlns:a16="http://schemas.microsoft.com/office/drawing/2014/main" id="{1E2C5008-DE0E-42BD-A9A3-B921C46713EC}"/>
              </a:ext>
            </a:extLst>
          </p:cNvPr>
          <p:cNvSpPr>
            <a:spLocks noGrp="1"/>
          </p:cNvSpPr>
          <p:nvPr/>
        </p:nvSpPr>
        <p:spPr>
          <a:xfrm>
            <a:off x="607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2" name="01_full_GT_681">
            <a:extLst>
              <a:ext uri="{FF2B5EF4-FFF2-40B4-BE49-F238E27FC236}">
                <a16:creationId xmlns:a16="http://schemas.microsoft.com/office/drawing/2014/main" id="{371D19AB-59F3-457A-BC5C-339760FF6BDA}"/>
              </a:ext>
            </a:extLst>
          </p:cNvPr>
          <p:cNvSpPr>
            <a:spLocks noGrp="1"/>
          </p:cNvSpPr>
          <p:nvPr/>
        </p:nvSpPr>
        <p:spPr>
          <a:xfrm>
            <a:off x="589328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3" name="01_full_GT_682">
            <a:extLst>
              <a:ext uri="{FF2B5EF4-FFF2-40B4-BE49-F238E27FC236}">
                <a16:creationId xmlns:a16="http://schemas.microsoft.com/office/drawing/2014/main" id="{0DE5E814-4376-4107-9569-9600DE4DF684}"/>
              </a:ext>
            </a:extLst>
          </p:cNvPr>
          <p:cNvSpPr>
            <a:spLocks noGrp="1"/>
          </p:cNvSpPr>
          <p:nvPr/>
        </p:nvSpPr>
        <p:spPr>
          <a:xfrm>
            <a:off x="5961603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4" name="01_full_GT_683">
            <a:extLst>
              <a:ext uri="{FF2B5EF4-FFF2-40B4-BE49-F238E27FC236}">
                <a16:creationId xmlns:a16="http://schemas.microsoft.com/office/drawing/2014/main" id="{57697AF3-4F21-4B04-9BA5-4F1388AE927B}"/>
              </a:ext>
            </a:extLst>
          </p:cNvPr>
          <p:cNvSpPr>
            <a:spLocks noGrp="1"/>
          </p:cNvSpPr>
          <p:nvPr/>
        </p:nvSpPr>
        <p:spPr>
          <a:xfrm>
            <a:off x="5775508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5" name="01_full_GT_684">
            <a:extLst>
              <a:ext uri="{FF2B5EF4-FFF2-40B4-BE49-F238E27FC236}">
                <a16:creationId xmlns:a16="http://schemas.microsoft.com/office/drawing/2014/main" id="{813A4B52-E4EF-429B-BB1F-5FA0B91C9FDF}"/>
              </a:ext>
            </a:extLst>
          </p:cNvPr>
          <p:cNvSpPr>
            <a:spLocks noGrp="1"/>
          </p:cNvSpPr>
          <p:nvPr/>
        </p:nvSpPr>
        <p:spPr>
          <a:xfrm>
            <a:off x="57776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6" name="01_full_GT_685">
            <a:extLst>
              <a:ext uri="{FF2B5EF4-FFF2-40B4-BE49-F238E27FC236}">
                <a16:creationId xmlns:a16="http://schemas.microsoft.com/office/drawing/2014/main" id="{52E54A15-5493-4660-A26A-1AB2B59CE01C}"/>
              </a:ext>
            </a:extLst>
          </p:cNvPr>
          <p:cNvSpPr>
            <a:spLocks noGrp="1"/>
          </p:cNvSpPr>
          <p:nvPr/>
        </p:nvSpPr>
        <p:spPr>
          <a:xfrm>
            <a:off x="595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7" name="01_full_GT_686">
            <a:extLst>
              <a:ext uri="{FF2B5EF4-FFF2-40B4-BE49-F238E27FC236}">
                <a16:creationId xmlns:a16="http://schemas.microsoft.com/office/drawing/2014/main" id="{802CAF40-A130-4CEE-9CB2-F304BAC16301}"/>
              </a:ext>
            </a:extLst>
          </p:cNvPr>
          <p:cNvSpPr>
            <a:spLocks noGrp="1"/>
          </p:cNvSpPr>
          <p:nvPr/>
        </p:nvSpPr>
        <p:spPr>
          <a:xfrm>
            <a:off x="59145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8" name="01_full_GT_687">
            <a:extLst>
              <a:ext uri="{FF2B5EF4-FFF2-40B4-BE49-F238E27FC236}">
                <a16:creationId xmlns:a16="http://schemas.microsoft.com/office/drawing/2014/main" id="{E48910CA-4B48-4CB0-99F0-BDC83CB96246}"/>
              </a:ext>
            </a:extLst>
          </p:cNvPr>
          <p:cNvSpPr>
            <a:spLocks noGrp="1"/>
          </p:cNvSpPr>
          <p:nvPr/>
        </p:nvSpPr>
        <p:spPr>
          <a:xfrm>
            <a:off x="6045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9" name="01_full_GT_688">
            <a:extLst>
              <a:ext uri="{FF2B5EF4-FFF2-40B4-BE49-F238E27FC236}">
                <a16:creationId xmlns:a16="http://schemas.microsoft.com/office/drawing/2014/main" id="{5D503633-A171-46AB-A3F6-66FA9A743E4F}"/>
              </a:ext>
            </a:extLst>
          </p:cNvPr>
          <p:cNvSpPr>
            <a:spLocks noGrp="1"/>
          </p:cNvSpPr>
          <p:nvPr/>
        </p:nvSpPr>
        <p:spPr>
          <a:xfrm>
            <a:off x="604866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0" name="01_full_GT_689">
            <a:extLst>
              <a:ext uri="{FF2B5EF4-FFF2-40B4-BE49-F238E27FC236}">
                <a16:creationId xmlns:a16="http://schemas.microsoft.com/office/drawing/2014/main" id="{86E4487E-3A9E-4537-8003-02E839910F62}"/>
              </a:ext>
            </a:extLst>
          </p:cNvPr>
          <p:cNvSpPr>
            <a:spLocks noGrp="1"/>
          </p:cNvSpPr>
          <p:nvPr/>
        </p:nvSpPr>
        <p:spPr>
          <a:xfrm>
            <a:off x="609306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1" name="01_full_GT_690">
            <a:extLst>
              <a:ext uri="{FF2B5EF4-FFF2-40B4-BE49-F238E27FC236}">
                <a16:creationId xmlns:a16="http://schemas.microsoft.com/office/drawing/2014/main" id="{8EA5D951-329B-4F69-9207-B872F08D7910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2" name="01_full_GT_691">
            <a:extLst>
              <a:ext uri="{FF2B5EF4-FFF2-40B4-BE49-F238E27FC236}">
                <a16:creationId xmlns:a16="http://schemas.microsoft.com/office/drawing/2014/main" id="{59148F20-B975-4B4F-B0A2-44F322723179}"/>
              </a:ext>
            </a:extLst>
          </p:cNvPr>
          <p:cNvSpPr>
            <a:spLocks noGrp="1"/>
          </p:cNvSpPr>
          <p:nvPr/>
        </p:nvSpPr>
        <p:spPr>
          <a:xfrm>
            <a:off x="5775726" y="429697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3" name="01_full_GT_692">
            <a:extLst>
              <a:ext uri="{FF2B5EF4-FFF2-40B4-BE49-F238E27FC236}">
                <a16:creationId xmlns:a16="http://schemas.microsoft.com/office/drawing/2014/main" id="{4596F417-1CC5-422D-8FDC-03D802E3C462}"/>
              </a:ext>
            </a:extLst>
          </p:cNvPr>
          <p:cNvSpPr>
            <a:spLocks noGrp="1"/>
          </p:cNvSpPr>
          <p:nvPr/>
        </p:nvSpPr>
        <p:spPr>
          <a:xfrm>
            <a:off x="58177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4" name="01_full_GT_693">
            <a:extLst>
              <a:ext uri="{FF2B5EF4-FFF2-40B4-BE49-F238E27FC236}">
                <a16:creationId xmlns:a16="http://schemas.microsoft.com/office/drawing/2014/main" id="{3F25584F-F4BA-4E52-96E3-00386A1C9C71}"/>
              </a:ext>
            </a:extLst>
          </p:cNvPr>
          <p:cNvSpPr>
            <a:spLocks noGrp="1"/>
          </p:cNvSpPr>
          <p:nvPr/>
        </p:nvSpPr>
        <p:spPr>
          <a:xfrm>
            <a:off x="593354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5" name="01_full_GT_694">
            <a:extLst>
              <a:ext uri="{FF2B5EF4-FFF2-40B4-BE49-F238E27FC236}">
                <a16:creationId xmlns:a16="http://schemas.microsoft.com/office/drawing/2014/main" id="{EBB129F9-97CA-4601-A2A8-60CD78C93E44}"/>
              </a:ext>
            </a:extLst>
          </p:cNvPr>
          <p:cNvSpPr>
            <a:spLocks noGrp="1"/>
          </p:cNvSpPr>
          <p:nvPr/>
        </p:nvSpPr>
        <p:spPr>
          <a:xfrm>
            <a:off x="60023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6" name="01_full_GT_695">
            <a:extLst>
              <a:ext uri="{FF2B5EF4-FFF2-40B4-BE49-F238E27FC236}">
                <a16:creationId xmlns:a16="http://schemas.microsoft.com/office/drawing/2014/main" id="{3A422A77-5752-4F1C-A876-D56F637CCF7F}"/>
              </a:ext>
            </a:extLst>
          </p:cNvPr>
          <p:cNvSpPr>
            <a:spLocks noGrp="1"/>
          </p:cNvSpPr>
          <p:nvPr/>
        </p:nvSpPr>
        <p:spPr>
          <a:xfrm>
            <a:off x="581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7" name="01_full_GT_696">
            <a:extLst>
              <a:ext uri="{FF2B5EF4-FFF2-40B4-BE49-F238E27FC236}">
                <a16:creationId xmlns:a16="http://schemas.microsoft.com/office/drawing/2014/main" id="{E2E82311-FEF4-40D7-905C-63FC58CBAF9E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8" name="01_full_GT_697">
            <a:extLst>
              <a:ext uri="{FF2B5EF4-FFF2-40B4-BE49-F238E27FC236}">
                <a16:creationId xmlns:a16="http://schemas.microsoft.com/office/drawing/2014/main" id="{6963468E-C44D-4A2C-BC4B-82B41E0A5DAC}"/>
              </a:ext>
            </a:extLst>
          </p:cNvPr>
          <p:cNvSpPr>
            <a:spLocks noGrp="1"/>
          </p:cNvSpPr>
          <p:nvPr/>
        </p:nvSpPr>
        <p:spPr>
          <a:xfrm>
            <a:off x="6006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9" name="01_full_GT_698">
            <a:extLst>
              <a:ext uri="{FF2B5EF4-FFF2-40B4-BE49-F238E27FC236}">
                <a16:creationId xmlns:a16="http://schemas.microsoft.com/office/drawing/2014/main" id="{1A09831A-E218-4602-A0D6-FC60F4CF43DA}"/>
              </a:ext>
            </a:extLst>
          </p:cNvPr>
          <p:cNvSpPr>
            <a:spLocks noGrp="1"/>
          </p:cNvSpPr>
          <p:nvPr/>
        </p:nvSpPr>
        <p:spPr>
          <a:xfrm>
            <a:off x="5876398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0" name="01_full_GT_699">
            <a:extLst>
              <a:ext uri="{FF2B5EF4-FFF2-40B4-BE49-F238E27FC236}">
                <a16:creationId xmlns:a16="http://schemas.microsoft.com/office/drawing/2014/main" id="{83837517-E09D-4755-A11A-10F87FEAA333}"/>
              </a:ext>
            </a:extLst>
          </p:cNvPr>
          <p:cNvSpPr>
            <a:spLocks noGrp="1"/>
          </p:cNvSpPr>
          <p:nvPr/>
        </p:nvSpPr>
        <p:spPr>
          <a:xfrm>
            <a:off x="5853473" y="44447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1" name="01_full_GT_700">
            <a:extLst>
              <a:ext uri="{FF2B5EF4-FFF2-40B4-BE49-F238E27FC236}">
                <a16:creationId xmlns:a16="http://schemas.microsoft.com/office/drawing/2014/main" id="{7717B153-8F40-4555-AB0D-1A9839464D8E}"/>
              </a:ext>
            </a:extLst>
          </p:cNvPr>
          <p:cNvSpPr>
            <a:spLocks noGrp="1"/>
          </p:cNvSpPr>
          <p:nvPr/>
        </p:nvSpPr>
        <p:spPr>
          <a:xfrm>
            <a:off x="5769837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2" name="01_full_GT_701">
            <a:extLst>
              <a:ext uri="{FF2B5EF4-FFF2-40B4-BE49-F238E27FC236}">
                <a16:creationId xmlns:a16="http://schemas.microsoft.com/office/drawing/2014/main" id="{70FCC3A3-7B56-4883-A10F-2B7F255188DA}"/>
              </a:ext>
            </a:extLst>
          </p:cNvPr>
          <p:cNvSpPr>
            <a:spLocks noGrp="1"/>
          </p:cNvSpPr>
          <p:nvPr/>
        </p:nvSpPr>
        <p:spPr>
          <a:xfrm>
            <a:off x="6050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3" name="01_full_GT_702">
            <a:extLst>
              <a:ext uri="{FF2B5EF4-FFF2-40B4-BE49-F238E27FC236}">
                <a16:creationId xmlns:a16="http://schemas.microsoft.com/office/drawing/2014/main" id="{F9F04D36-F0B6-472E-BF88-64EE150ACA32}"/>
              </a:ext>
            </a:extLst>
          </p:cNvPr>
          <p:cNvSpPr>
            <a:spLocks noGrp="1"/>
          </p:cNvSpPr>
          <p:nvPr/>
        </p:nvSpPr>
        <p:spPr>
          <a:xfrm>
            <a:off x="608635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4" name="01_full_GT_703">
            <a:extLst>
              <a:ext uri="{FF2B5EF4-FFF2-40B4-BE49-F238E27FC236}">
                <a16:creationId xmlns:a16="http://schemas.microsoft.com/office/drawing/2014/main" id="{060339C6-0004-4E65-B8F5-D093485CA59D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5" name="01_full_GT_704">
            <a:extLst>
              <a:ext uri="{FF2B5EF4-FFF2-40B4-BE49-F238E27FC236}">
                <a16:creationId xmlns:a16="http://schemas.microsoft.com/office/drawing/2014/main" id="{A1381569-1301-4FA5-A2AF-FBBEF53F6D96}"/>
              </a:ext>
            </a:extLst>
          </p:cNvPr>
          <p:cNvSpPr>
            <a:spLocks noGrp="1"/>
          </p:cNvSpPr>
          <p:nvPr/>
        </p:nvSpPr>
        <p:spPr>
          <a:xfrm>
            <a:off x="604019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6" name="01_full_GT_705">
            <a:extLst>
              <a:ext uri="{FF2B5EF4-FFF2-40B4-BE49-F238E27FC236}">
                <a16:creationId xmlns:a16="http://schemas.microsoft.com/office/drawing/2014/main" id="{09700BE8-9914-4E83-869F-68BEDA294C93}"/>
              </a:ext>
            </a:extLst>
          </p:cNvPr>
          <p:cNvSpPr>
            <a:spLocks noGrp="1"/>
          </p:cNvSpPr>
          <p:nvPr/>
        </p:nvSpPr>
        <p:spPr>
          <a:xfrm>
            <a:off x="60282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7" name="01_full_GT_706">
            <a:extLst>
              <a:ext uri="{FF2B5EF4-FFF2-40B4-BE49-F238E27FC236}">
                <a16:creationId xmlns:a16="http://schemas.microsoft.com/office/drawing/2014/main" id="{F9BA371D-16F0-4F60-9A97-B5AF8339966E}"/>
              </a:ext>
            </a:extLst>
          </p:cNvPr>
          <p:cNvSpPr>
            <a:spLocks noGrp="1"/>
          </p:cNvSpPr>
          <p:nvPr/>
        </p:nvSpPr>
        <p:spPr>
          <a:xfrm>
            <a:off x="582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8" name="01_full_GT_707">
            <a:extLst>
              <a:ext uri="{FF2B5EF4-FFF2-40B4-BE49-F238E27FC236}">
                <a16:creationId xmlns:a16="http://schemas.microsoft.com/office/drawing/2014/main" id="{329E7D65-48FE-4DE7-88DB-01EB7ADC08E6}"/>
              </a:ext>
            </a:extLst>
          </p:cNvPr>
          <p:cNvSpPr>
            <a:spLocks noGrp="1"/>
          </p:cNvSpPr>
          <p:nvPr/>
        </p:nvSpPr>
        <p:spPr>
          <a:xfrm>
            <a:off x="600496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9" name="01_full_GT_708">
            <a:extLst>
              <a:ext uri="{FF2B5EF4-FFF2-40B4-BE49-F238E27FC236}">
                <a16:creationId xmlns:a16="http://schemas.microsoft.com/office/drawing/2014/main" id="{33E2DF2F-23BB-497F-A2E7-4F95847F60FB}"/>
              </a:ext>
            </a:extLst>
          </p:cNvPr>
          <p:cNvSpPr>
            <a:spLocks noGrp="1"/>
          </p:cNvSpPr>
          <p:nvPr/>
        </p:nvSpPr>
        <p:spPr>
          <a:xfrm>
            <a:off x="5957732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0" name="01_full_GT_709">
            <a:extLst>
              <a:ext uri="{FF2B5EF4-FFF2-40B4-BE49-F238E27FC236}">
                <a16:creationId xmlns:a16="http://schemas.microsoft.com/office/drawing/2014/main" id="{8E9A0EE7-9678-4667-AFFC-6EBE1C0D10FB}"/>
              </a:ext>
            </a:extLst>
          </p:cNvPr>
          <p:cNvSpPr>
            <a:spLocks noGrp="1"/>
          </p:cNvSpPr>
          <p:nvPr/>
        </p:nvSpPr>
        <p:spPr>
          <a:xfrm>
            <a:off x="5995683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1" name="01_full_GT_710">
            <a:extLst>
              <a:ext uri="{FF2B5EF4-FFF2-40B4-BE49-F238E27FC236}">
                <a16:creationId xmlns:a16="http://schemas.microsoft.com/office/drawing/2014/main" id="{01641A04-1FCF-424E-BA4C-A4EE83FCEDDB}"/>
              </a:ext>
            </a:extLst>
          </p:cNvPr>
          <p:cNvSpPr>
            <a:spLocks noGrp="1"/>
          </p:cNvSpPr>
          <p:nvPr/>
        </p:nvSpPr>
        <p:spPr>
          <a:xfrm>
            <a:off x="59947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2" name="01_full_GT_711">
            <a:extLst>
              <a:ext uri="{FF2B5EF4-FFF2-40B4-BE49-F238E27FC236}">
                <a16:creationId xmlns:a16="http://schemas.microsoft.com/office/drawing/2014/main" id="{FF97A9CD-3154-4FB1-9941-AECFDDD39CBC}"/>
              </a:ext>
            </a:extLst>
          </p:cNvPr>
          <p:cNvSpPr>
            <a:spLocks noGrp="1"/>
          </p:cNvSpPr>
          <p:nvPr/>
        </p:nvSpPr>
        <p:spPr>
          <a:xfrm>
            <a:off x="596731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3" name="01_full_GT_712">
            <a:extLst>
              <a:ext uri="{FF2B5EF4-FFF2-40B4-BE49-F238E27FC236}">
                <a16:creationId xmlns:a16="http://schemas.microsoft.com/office/drawing/2014/main" id="{6DA6A918-E830-4013-B4E2-82D2FBA10F48}"/>
              </a:ext>
            </a:extLst>
          </p:cNvPr>
          <p:cNvSpPr>
            <a:spLocks noGrp="1"/>
          </p:cNvSpPr>
          <p:nvPr/>
        </p:nvSpPr>
        <p:spPr>
          <a:xfrm>
            <a:off x="582326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4" name="01_full_GT_713">
            <a:extLst>
              <a:ext uri="{FF2B5EF4-FFF2-40B4-BE49-F238E27FC236}">
                <a16:creationId xmlns:a16="http://schemas.microsoft.com/office/drawing/2014/main" id="{80A24B4E-CF8F-49E7-BFD6-B3520FF87642}"/>
              </a:ext>
            </a:extLst>
          </p:cNvPr>
          <p:cNvSpPr>
            <a:spLocks noGrp="1"/>
          </p:cNvSpPr>
          <p:nvPr/>
        </p:nvSpPr>
        <p:spPr>
          <a:xfrm>
            <a:off x="5967566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5" name="01_full_GT_714">
            <a:extLst>
              <a:ext uri="{FF2B5EF4-FFF2-40B4-BE49-F238E27FC236}">
                <a16:creationId xmlns:a16="http://schemas.microsoft.com/office/drawing/2014/main" id="{57744EF9-5447-4AB7-AEA0-982989620BBE}"/>
              </a:ext>
            </a:extLst>
          </p:cNvPr>
          <p:cNvSpPr>
            <a:spLocks noGrp="1"/>
          </p:cNvSpPr>
          <p:nvPr/>
        </p:nvSpPr>
        <p:spPr>
          <a:xfrm>
            <a:off x="604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6" name="01_full_GT_715">
            <a:extLst>
              <a:ext uri="{FF2B5EF4-FFF2-40B4-BE49-F238E27FC236}">
                <a16:creationId xmlns:a16="http://schemas.microsoft.com/office/drawing/2014/main" id="{567A9766-DA2F-4129-A9E6-1EC47CA5E871}"/>
              </a:ext>
            </a:extLst>
          </p:cNvPr>
          <p:cNvSpPr>
            <a:spLocks noGrp="1"/>
          </p:cNvSpPr>
          <p:nvPr/>
        </p:nvSpPr>
        <p:spPr>
          <a:xfrm>
            <a:off x="607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7" name="01_full_GT_716">
            <a:extLst>
              <a:ext uri="{FF2B5EF4-FFF2-40B4-BE49-F238E27FC236}">
                <a16:creationId xmlns:a16="http://schemas.microsoft.com/office/drawing/2014/main" id="{6A36467D-C659-4930-90EB-749A97F3646A}"/>
              </a:ext>
            </a:extLst>
          </p:cNvPr>
          <p:cNvSpPr>
            <a:spLocks noGrp="1"/>
          </p:cNvSpPr>
          <p:nvPr/>
        </p:nvSpPr>
        <p:spPr>
          <a:xfrm>
            <a:off x="60832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8" name="01_full_GT_717">
            <a:extLst>
              <a:ext uri="{FF2B5EF4-FFF2-40B4-BE49-F238E27FC236}">
                <a16:creationId xmlns:a16="http://schemas.microsoft.com/office/drawing/2014/main" id="{87A8533E-B343-4165-BFEE-C3CCC44DAABD}"/>
              </a:ext>
            </a:extLst>
          </p:cNvPr>
          <p:cNvSpPr>
            <a:spLocks noGrp="1"/>
          </p:cNvSpPr>
          <p:nvPr/>
        </p:nvSpPr>
        <p:spPr>
          <a:xfrm>
            <a:off x="60950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9" name="01_full_GT_718">
            <a:extLst>
              <a:ext uri="{FF2B5EF4-FFF2-40B4-BE49-F238E27FC236}">
                <a16:creationId xmlns:a16="http://schemas.microsoft.com/office/drawing/2014/main" id="{1A95EA7A-A836-4EFC-A040-9A41C9ECFC35}"/>
              </a:ext>
            </a:extLst>
          </p:cNvPr>
          <p:cNvSpPr>
            <a:spLocks noGrp="1"/>
          </p:cNvSpPr>
          <p:nvPr/>
        </p:nvSpPr>
        <p:spPr>
          <a:xfrm>
            <a:off x="607211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0" name="01_full_GT_719">
            <a:extLst>
              <a:ext uri="{FF2B5EF4-FFF2-40B4-BE49-F238E27FC236}">
                <a16:creationId xmlns:a16="http://schemas.microsoft.com/office/drawing/2014/main" id="{5F7A1FA6-F41D-4A1F-A3CF-5A38C7D7E426}"/>
              </a:ext>
            </a:extLst>
          </p:cNvPr>
          <p:cNvSpPr>
            <a:spLocks noGrp="1"/>
          </p:cNvSpPr>
          <p:nvPr/>
        </p:nvSpPr>
        <p:spPr>
          <a:xfrm>
            <a:off x="59680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1" name="01_full_GT_720">
            <a:extLst>
              <a:ext uri="{FF2B5EF4-FFF2-40B4-BE49-F238E27FC236}">
                <a16:creationId xmlns:a16="http://schemas.microsoft.com/office/drawing/2014/main" id="{D266FD16-C510-4B1E-8690-1D3CC3601B7E}"/>
              </a:ext>
            </a:extLst>
          </p:cNvPr>
          <p:cNvSpPr>
            <a:spLocks noGrp="1"/>
          </p:cNvSpPr>
          <p:nvPr/>
        </p:nvSpPr>
        <p:spPr>
          <a:xfrm>
            <a:off x="6058983" y="43639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2" name="01_full_GT_721">
            <a:extLst>
              <a:ext uri="{FF2B5EF4-FFF2-40B4-BE49-F238E27FC236}">
                <a16:creationId xmlns:a16="http://schemas.microsoft.com/office/drawing/2014/main" id="{D9271D46-41A7-43FF-8048-C5791377909D}"/>
              </a:ext>
            </a:extLst>
          </p:cNvPr>
          <p:cNvSpPr>
            <a:spLocks noGrp="1"/>
          </p:cNvSpPr>
          <p:nvPr/>
        </p:nvSpPr>
        <p:spPr>
          <a:xfrm>
            <a:off x="6060077" y="39651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3" name="01_full_GT_722">
            <a:extLst>
              <a:ext uri="{FF2B5EF4-FFF2-40B4-BE49-F238E27FC236}">
                <a16:creationId xmlns:a16="http://schemas.microsoft.com/office/drawing/2014/main" id="{81458090-5C20-407A-B21A-AAA2A03564EE}"/>
              </a:ext>
            </a:extLst>
          </p:cNvPr>
          <p:cNvSpPr>
            <a:spLocks noGrp="1"/>
          </p:cNvSpPr>
          <p:nvPr/>
        </p:nvSpPr>
        <p:spPr>
          <a:xfrm>
            <a:off x="581045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4" name="01_full_GT_723">
            <a:extLst>
              <a:ext uri="{FF2B5EF4-FFF2-40B4-BE49-F238E27FC236}">
                <a16:creationId xmlns:a16="http://schemas.microsoft.com/office/drawing/2014/main" id="{B806603D-A8D7-4377-897F-86BED0D5D33B}"/>
              </a:ext>
            </a:extLst>
          </p:cNvPr>
          <p:cNvSpPr>
            <a:spLocks noGrp="1"/>
          </p:cNvSpPr>
          <p:nvPr/>
        </p:nvSpPr>
        <p:spPr>
          <a:xfrm>
            <a:off x="599282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5" name="01_full_GT_724">
            <a:extLst>
              <a:ext uri="{FF2B5EF4-FFF2-40B4-BE49-F238E27FC236}">
                <a16:creationId xmlns:a16="http://schemas.microsoft.com/office/drawing/2014/main" id="{4D6068CE-9F1D-43CB-932A-9B243FCB6A17}"/>
              </a:ext>
            </a:extLst>
          </p:cNvPr>
          <p:cNvSpPr>
            <a:spLocks noGrp="1"/>
          </p:cNvSpPr>
          <p:nvPr/>
        </p:nvSpPr>
        <p:spPr>
          <a:xfrm>
            <a:off x="5929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6" name="01_full_GT_725">
            <a:extLst>
              <a:ext uri="{FF2B5EF4-FFF2-40B4-BE49-F238E27FC236}">
                <a16:creationId xmlns:a16="http://schemas.microsoft.com/office/drawing/2014/main" id="{55E2027B-9EB0-4243-888D-7167A3B83C7C}"/>
              </a:ext>
            </a:extLst>
          </p:cNvPr>
          <p:cNvSpPr>
            <a:spLocks noGrp="1"/>
          </p:cNvSpPr>
          <p:nvPr/>
        </p:nvSpPr>
        <p:spPr>
          <a:xfrm>
            <a:off x="583386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7" name="01_full_GT_726">
            <a:extLst>
              <a:ext uri="{FF2B5EF4-FFF2-40B4-BE49-F238E27FC236}">
                <a16:creationId xmlns:a16="http://schemas.microsoft.com/office/drawing/2014/main" id="{C34B1F60-406E-4B67-A1AC-117250F24D04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8" name="01_full_GT_727">
            <a:extLst>
              <a:ext uri="{FF2B5EF4-FFF2-40B4-BE49-F238E27FC236}">
                <a16:creationId xmlns:a16="http://schemas.microsoft.com/office/drawing/2014/main" id="{53C74CA0-63C9-4D8E-A38C-52E478ABD1AD}"/>
              </a:ext>
            </a:extLst>
          </p:cNvPr>
          <p:cNvSpPr>
            <a:spLocks noGrp="1"/>
          </p:cNvSpPr>
          <p:nvPr/>
        </p:nvSpPr>
        <p:spPr>
          <a:xfrm>
            <a:off x="598522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9" name="01_full_GT_728">
            <a:extLst>
              <a:ext uri="{FF2B5EF4-FFF2-40B4-BE49-F238E27FC236}">
                <a16:creationId xmlns:a16="http://schemas.microsoft.com/office/drawing/2014/main" id="{DADB00AA-0F49-41CC-9536-2DCDEDDC9095}"/>
              </a:ext>
            </a:extLst>
          </p:cNvPr>
          <p:cNvSpPr>
            <a:spLocks noGrp="1"/>
          </p:cNvSpPr>
          <p:nvPr/>
        </p:nvSpPr>
        <p:spPr>
          <a:xfrm>
            <a:off x="58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0" name="01_full_GT_729">
            <a:extLst>
              <a:ext uri="{FF2B5EF4-FFF2-40B4-BE49-F238E27FC236}">
                <a16:creationId xmlns:a16="http://schemas.microsoft.com/office/drawing/2014/main" id="{A9486D6E-A670-4F86-B930-616CCF6042A4}"/>
              </a:ext>
            </a:extLst>
          </p:cNvPr>
          <p:cNvSpPr>
            <a:spLocks noGrp="1"/>
          </p:cNvSpPr>
          <p:nvPr/>
        </p:nvSpPr>
        <p:spPr>
          <a:xfrm>
            <a:off x="5811841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1" name="01_full_GT_730">
            <a:extLst>
              <a:ext uri="{FF2B5EF4-FFF2-40B4-BE49-F238E27FC236}">
                <a16:creationId xmlns:a16="http://schemas.microsoft.com/office/drawing/2014/main" id="{77432A36-9A83-451E-BCBD-6AC18EDCA6DA}"/>
              </a:ext>
            </a:extLst>
          </p:cNvPr>
          <p:cNvSpPr>
            <a:spLocks noGrp="1"/>
          </p:cNvSpPr>
          <p:nvPr/>
        </p:nvSpPr>
        <p:spPr>
          <a:xfrm>
            <a:off x="59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2" name="01_full_GT_731">
            <a:extLst>
              <a:ext uri="{FF2B5EF4-FFF2-40B4-BE49-F238E27FC236}">
                <a16:creationId xmlns:a16="http://schemas.microsoft.com/office/drawing/2014/main" id="{4723EDEB-131D-42CD-9824-C03FE86A4A9C}"/>
              </a:ext>
            </a:extLst>
          </p:cNvPr>
          <p:cNvSpPr>
            <a:spLocks noGrp="1"/>
          </p:cNvSpPr>
          <p:nvPr/>
        </p:nvSpPr>
        <p:spPr>
          <a:xfrm>
            <a:off x="59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3" name="01_full_GT_732">
            <a:extLst>
              <a:ext uri="{FF2B5EF4-FFF2-40B4-BE49-F238E27FC236}">
                <a16:creationId xmlns:a16="http://schemas.microsoft.com/office/drawing/2014/main" id="{B202950A-22A6-4F4E-B80F-B3F062411CE8}"/>
              </a:ext>
            </a:extLst>
          </p:cNvPr>
          <p:cNvSpPr>
            <a:spLocks noGrp="1"/>
          </p:cNvSpPr>
          <p:nvPr/>
        </p:nvSpPr>
        <p:spPr>
          <a:xfrm>
            <a:off x="585771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4" name="01_full_GT_733">
            <a:extLst>
              <a:ext uri="{FF2B5EF4-FFF2-40B4-BE49-F238E27FC236}">
                <a16:creationId xmlns:a16="http://schemas.microsoft.com/office/drawing/2014/main" id="{E9BBB355-E619-4C82-B64F-81FB9421AECA}"/>
              </a:ext>
            </a:extLst>
          </p:cNvPr>
          <p:cNvSpPr>
            <a:spLocks noGrp="1"/>
          </p:cNvSpPr>
          <p:nvPr/>
        </p:nvSpPr>
        <p:spPr>
          <a:xfrm>
            <a:off x="6024672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5" name="01_full_GT_734">
            <a:extLst>
              <a:ext uri="{FF2B5EF4-FFF2-40B4-BE49-F238E27FC236}">
                <a16:creationId xmlns:a16="http://schemas.microsoft.com/office/drawing/2014/main" id="{63282A47-A57C-462F-9F8F-02A731D90DD3}"/>
              </a:ext>
            </a:extLst>
          </p:cNvPr>
          <p:cNvSpPr>
            <a:spLocks noGrp="1"/>
          </p:cNvSpPr>
          <p:nvPr/>
        </p:nvSpPr>
        <p:spPr>
          <a:xfrm>
            <a:off x="60137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6" name="01_full_GT_735">
            <a:extLst>
              <a:ext uri="{FF2B5EF4-FFF2-40B4-BE49-F238E27FC236}">
                <a16:creationId xmlns:a16="http://schemas.microsoft.com/office/drawing/2014/main" id="{0C3422CF-C53D-4C68-BBEF-FA6D97B35389}"/>
              </a:ext>
            </a:extLst>
          </p:cNvPr>
          <p:cNvSpPr>
            <a:spLocks noGrp="1"/>
          </p:cNvSpPr>
          <p:nvPr/>
        </p:nvSpPr>
        <p:spPr>
          <a:xfrm>
            <a:off x="59212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7" name="01_full_GT_736">
            <a:extLst>
              <a:ext uri="{FF2B5EF4-FFF2-40B4-BE49-F238E27FC236}">
                <a16:creationId xmlns:a16="http://schemas.microsoft.com/office/drawing/2014/main" id="{CCAC0FCC-DF63-40C1-B07F-CE9ABCB3AA95}"/>
              </a:ext>
            </a:extLst>
          </p:cNvPr>
          <p:cNvSpPr>
            <a:spLocks noGrp="1"/>
          </p:cNvSpPr>
          <p:nvPr/>
        </p:nvSpPr>
        <p:spPr>
          <a:xfrm>
            <a:off x="5930308" y="43260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8" name="01_full_GT_737">
            <a:extLst>
              <a:ext uri="{FF2B5EF4-FFF2-40B4-BE49-F238E27FC236}">
                <a16:creationId xmlns:a16="http://schemas.microsoft.com/office/drawing/2014/main" id="{66D14920-1E54-4898-B56A-5BCA81283D8B}"/>
              </a:ext>
            </a:extLst>
          </p:cNvPr>
          <p:cNvSpPr>
            <a:spLocks noGrp="1"/>
          </p:cNvSpPr>
          <p:nvPr/>
        </p:nvSpPr>
        <p:spPr>
          <a:xfrm>
            <a:off x="60598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9" name="01_full_GT_738">
            <a:extLst>
              <a:ext uri="{FF2B5EF4-FFF2-40B4-BE49-F238E27FC236}">
                <a16:creationId xmlns:a16="http://schemas.microsoft.com/office/drawing/2014/main" id="{0A498832-8B7E-4645-B8A2-4B799CEF6E64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0" name="01_full_GT_739">
            <a:extLst>
              <a:ext uri="{FF2B5EF4-FFF2-40B4-BE49-F238E27FC236}">
                <a16:creationId xmlns:a16="http://schemas.microsoft.com/office/drawing/2014/main" id="{63ED2668-9DAD-42C5-A735-DA75E00DB822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1" name="01_full_GT_740">
            <a:extLst>
              <a:ext uri="{FF2B5EF4-FFF2-40B4-BE49-F238E27FC236}">
                <a16:creationId xmlns:a16="http://schemas.microsoft.com/office/drawing/2014/main" id="{B0AA6D32-2C2A-4322-9D87-C1B549C823E4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2" name="01_full_GT_741">
            <a:extLst>
              <a:ext uri="{FF2B5EF4-FFF2-40B4-BE49-F238E27FC236}">
                <a16:creationId xmlns:a16="http://schemas.microsoft.com/office/drawing/2014/main" id="{432B3CAC-9CF9-48B1-A776-C45F37AE686A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3" name="01_full_GT_742">
            <a:extLst>
              <a:ext uri="{FF2B5EF4-FFF2-40B4-BE49-F238E27FC236}">
                <a16:creationId xmlns:a16="http://schemas.microsoft.com/office/drawing/2014/main" id="{D2819F2C-20F6-4D7B-B382-0DF88D0860AC}"/>
              </a:ext>
            </a:extLst>
          </p:cNvPr>
          <p:cNvSpPr>
            <a:spLocks noGrp="1"/>
          </p:cNvSpPr>
          <p:nvPr/>
        </p:nvSpPr>
        <p:spPr>
          <a:xfrm>
            <a:off x="6094637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4" name="01_full_GT_743">
            <a:extLst>
              <a:ext uri="{FF2B5EF4-FFF2-40B4-BE49-F238E27FC236}">
                <a16:creationId xmlns:a16="http://schemas.microsoft.com/office/drawing/2014/main" id="{CD90F7D1-B4AD-4A1E-A0D7-5252F36E73FA}"/>
              </a:ext>
            </a:extLst>
          </p:cNvPr>
          <p:cNvSpPr>
            <a:spLocks noGrp="1"/>
          </p:cNvSpPr>
          <p:nvPr/>
        </p:nvSpPr>
        <p:spPr>
          <a:xfrm>
            <a:off x="586203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5" name="01_full_GT_744">
            <a:extLst>
              <a:ext uri="{FF2B5EF4-FFF2-40B4-BE49-F238E27FC236}">
                <a16:creationId xmlns:a16="http://schemas.microsoft.com/office/drawing/2014/main" id="{F94D0975-8DF0-410C-82DD-DA85444B164C}"/>
              </a:ext>
            </a:extLst>
          </p:cNvPr>
          <p:cNvSpPr>
            <a:spLocks noGrp="1"/>
          </p:cNvSpPr>
          <p:nvPr/>
        </p:nvSpPr>
        <p:spPr>
          <a:xfrm>
            <a:off x="594060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6" name="01_full_GT_745">
            <a:extLst>
              <a:ext uri="{FF2B5EF4-FFF2-40B4-BE49-F238E27FC236}">
                <a16:creationId xmlns:a16="http://schemas.microsoft.com/office/drawing/2014/main" id="{3BE7F502-2A48-4A63-A095-B329B055C3AD}"/>
              </a:ext>
            </a:extLst>
          </p:cNvPr>
          <p:cNvSpPr>
            <a:spLocks noGrp="1"/>
          </p:cNvSpPr>
          <p:nvPr/>
        </p:nvSpPr>
        <p:spPr>
          <a:xfrm>
            <a:off x="6094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7" name="01_full_GT_746">
            <a:extLst>
              <a:ext uri="{FF2B5EF4-FFF2-40B4-BE49-F238E27FC236}">
                <a16:creationId xmlns:a16="http://schemas.microsoft.com/office/drawing/2014/main" id="{26C55B17-088E-4E8D-ABFD-8363402D8463}"/>
              </a:ext>
            </a:extLst>
          </p:cNvPr>
          <p:cNvSpPr>
            <a:spLocks noGrp="1"/>
          </p:cNvSpPr>
          <p:nvPr/>
        </p:nvSpPr>
        <p:spPr>
          <a:xfrm>
            <a:off x="591464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8" name="01_full_GT_747">
            <a:extLst>
              <a:ext uri="{FF2B5EF4-FFF2-40B4-BE49-F238E27FC236}">
                <a16:creationId xmlns:a16="http://schemas.microsoft.com/office/drawing/2014/main" id="{5E3FF587-B07F-4834-9650-9E7579BE4004}"/>
              </a:ext>
            </a:extLst>
          </p:cNvPr>
          <p:cNvSpPr>
            <a:spLocks noGrp="1"/>
          </p:cNvSpPr>
          <p:nvPr/>
        </p:nvSpPr>
        <p:spPr>
          <a:xfrm>
            <a:off x="594492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9" name="01_full_GT_748">
            <a:extLst>
              <a:ext uri="{FF2B5EF4-FFF2-40B4-BE49-F238E27FC236}">
                <a16:creationId xmlns:a16="http://schemas.microsoft.com/office/drawing/2014/main" id="{291563E3-5F99-47C4-9CEE-C3787740CEE8}"/>
              </a:ext>
            </a:extLst>
          </p:cNvPr>
          <p:cNvSpPr>
            <a:spLocks noGrp="1"/>
          </p:cNvSpPr>
          <p:nvPr/>
        </p:nvSpPr>
        <p:spPr>
          <a:xfrm>
            <a:off x="5850185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0" name="01_full_GT_749">
            <a:extLst>
              <a:ext uri="{FF2B5EF4-FFF2-40B4-BE49-F238E27FC236}">
                <a16:creationId xmlns:a16="http://schemas.microsoft.com/office/drawing/2014/main" id="{6DE6423B-F8C6-4637-9DEB-E6CD3F9A7A69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751" name="01_full_GT_750">
            <a:extLst>
              <a:ext uri="{FF2B5EF4-FFF2-40B4-BE49-F238E27FC236}">
                <a16:creationId xmlns:a16="http://schemas.microsoft.com/office/drawing/2014/main" id="{8C4786E2-E4ED-479C-8AA4-C4023133395E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752" name="text_751">
            <a:extLst>
              <a:ext uri="{FF2B5EF4-FFF2-40B4-BE49-F238E27FC236}">
                <a16:creationId xmlns:a16="http://schemas.microsoft.com/office/drawing/2014/main" id="{BF20D51D-306C-4C2D-81D5-7D1ADD0ADFF9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969010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Find+Match · GT</a:t>
            </a:r>
          </a:p>
        </p:txBody>
      </p:sp>
      <p:sp>
        <p:nvSpPr>
          <p:cNvPr id="753" name="01_full_GT_752">
            <a:extLst>
              <a:ext uri="{FF2B5EF4-FFF2-40B4-BE49-F238E27FC236}">
                <a16:creationId xmlns:a16="http://schemas.microsoft.com/office/drawing/2014/main" id="{E6F8CFF0-1F54-4B31-B9F1-8EE052A133CF}"/>
              </a:ext>
            </a:extLst>
          </p:cNvPr>
          <p:cNvSpPr>
            <a:spLocks noGrp="1"/>
          </p:cNvSpPr>
          <p:nvPr/>
        </p:nvSpPr>
        <p:spPr>
          <a:xfrm>
            <a:off x="700500" y="3553544"/>
            <a:ext cx="5250000" cy="1259198"/>
          </a:xfrm>
          <a:custGeom>
            <a:avLst/>
            <a:gdLst/>
            <a:ahLst/>
            <a:cxnLst/>
            <a:rect l="0" t="0" r="0" b="0"/>
            <a:pathLst>
              <a:path w="5250000" h="1259198">
                <a:moveTo>
                  <a:pt x="0" y="1259198"/>
                </a:moveTo>
                <a:lnTo>
                  <a:pt x="44872" y="1257793"/>
                </a:lnTo>
                <a:lnTo>
                  <a:pt x="45652" y="1257592"/>
                </a:lnTo>
                <a:lnTo>
                  <a:pt x="60345" y="1256233"/>
                </a:lnTo>
                <a:lnTo>
                  <a:pt x="60870" y="1255806"/>
                </a:lnTo>
                <a:lnTo>
                  <a:pt x="67308" y="1255433"/>
                </a:lnTo>
                <a:lnTo>
                  <a:pt x="68478" y="1253627"/>
                </a:lnTo>
                <a:lnTo>
                  <a:pt x="86066" y="1252345"/>
                </a:lnTo>
                <a:lnTo>
                  <a:pt x="86066" y="1252174"/>
                </a:lnTo>
                <a:lnTo>
                  <a:pt x="87500" y="1252174"/>
                </a:lnTo>
                <a:lnTo>
                  <a:pt x="87500" y="1250435"/>
                </a:lnTo>
                <a:lnTo>
                  <a:pt x="97222" y="1249662"/>
                </a:lnTo>
                <a:lnTo>
                  <a:pt x="98485" y="1247010"/>
                </a:lnTo>
                <a:lnTo>
                  <a:pt x="109375" y="1246746"/>
                </a:lnTo>
                <a:lnTo>
                  <a:pt x="110326" y="1245419"/>
                </a:lnTo>
                <a:lnTo>
                  <a:pt x="116667" y="1245047"/>
                </a:lnTo>
                <a:lnTo>
                  <a:pt x="117935" y="1243808"/>
                </a:lnTo>
                <a:lnTo>
                  <a:pt x="125000" y="1243380"/>
                </a:lnTo>
                <a:lnTo>
                  <a:pt x="125543" y="1239633"/>
                </a:lnTo>
                <a:lnTo>
                  <a:pt x="134615" y="1239414"/>
                </a:lnTo>
                <a:lnTo>
                  <a:pt x="134615" y="1238077"/>
                </a:lnTo>
                <a:lnTo>
                  <a:pt x="145833" y="1237748"/>
                </a:lnTo>
                <a:lnTo>
                  <a:pt x="145833" y="1231635"/>
                </a:lnTo>
                <a:lnTo>
                  <a:pt x="163587" y="1230244"/>
                </a:lnTo>
                <a:lnTo>
                  <a:pt x="163587" y="1230221"/>
                </a:lnTo>
                <a:lnTo>
                  <a:pt x="175000" y="1229418"/>
                </a:lnTo>
                <a:lnTo>
                  <a:pt x="175000" y="1227310"/>
                </a:lnTo>
                <a:lnTo>
                  <a:pt x="187500" y="1226003"/>
                </a:lnTo>
                <a:lnTo>
                  <a:pt x="188172" y="1225146"/>
                </a:lnTo>
                <a:lnTo>
                  <a:pt x="194444" y="1225056"/>
                </a:lnTo>
                <a:lnTo>
                  <a:pt x="194444" y="1220710"/>
                </a:lnTo>
                <a:lnTo>
                  <a:pt x="204167" y="1219362"/>
                </a:lnTo>
                <a:lnTo>
                  <a:pt x="205435" y="1219120"/>
                </a:lnTo>
                <a:lnTo>
                  <a:pt x="218750" y="1219030"/>
                </a:lnTo>
                <a:lnTo>
                  <a:pt x="219697" y="1206166"/>
                </a:lnTo>
                <a:lnTo>
                  <a:pt x="241379" y="1204811"/>
                </a:lnTo>
                <a:lnTo>
                  <a:pt x="242424" y="1204406"/>
                </a:lnTo>
                <a:lnTo>
                  <a:pt x="250000" y="1203960"/>
                </a:lnTo>
                <a:lnTo>
                  <a:pt x="251087" y="1197809"/>
                </a:lnTo>
                <a:lnTo>
                  <a:pt x="262500" y="1197396"/>
                </a:lnTo>
                <a:lnTo>
                  <a:pt x="262500" y="1196157"/>
                </a:lnTo>
                <a:lnTo>
                  <a:pt x="269231" y="1196112"/>
                </a:lnTo>
                <a:lnTo>
                  <a:pt x="270109" y="1193950"/>
                </a:lnTo>
                <a:lnTo>
                  <a:pt x="291667" y="1192869"/>
                </a:lnTo>
                <a:lnTo>
                  <a:pt x="292935" y="1166611"/>
                </a:lnTo>
                <a:lnTo>
                  <a:pt x="318182" y="1165220"/>
                </a:lnTo>
                <a:lnTo>
                  <a:pt x="318182" y="1164227"/>
                </a:lnTo>
                <a:lnTo>
                  <a:pt x="328125" y="1163985"/>
                </a:lnTo>
                <a:lnTo>
                  <a:pt x="328125" y="1162682"/>
                </a:lnTo>
                <a:lnTo>
                  <a:pt x="336538" y="1162162"/>
                </a:lnTo>
                <a:lnTo>
                  <a:pt x="336538" y="1160825"/>
                </a:lnTo>
                <a:lnTo>
                  <a:pt x="350000" y="1160407"/>
                </a:lnTo>
                <a:lnTo>
                  <a:pt x="350000" y="1149781"/>
                </a:lnTo>
                <a:lnTo>
                  <a:pt x="368421" y="1148791"/>
                </a:lnTo>
                <a:lnTo>
                  <a:pt x="369022" y="1148220"/>
                </a:lnTo>
                <a:lnTo>
                  <a:pt x="375000" y="1147981"/>
                </a:lnTo>
                <a:lnTo>
                  <a:pt x="375000" y="1145374"/>
                </a:lnTo>
                <a:lnTo>
                  <a:pt x="388889" y="1144825"/>
                </a:lnTo>
                <a:lnTo>
                  <a:pt x="388889" y="1140479"/>
                </a:lnTo>
                <a:lnTo>
                  <a:pt x="403846" y="1140344"/>
                </a:lnTo>
                <a:lnTo>
                  <a:pt x="403846" y="1138606"/>
                </a:lnTo>
                <a:lnTo>
                  <a:pt x="429891" y="1137216"/>
                </a:lnTo>
                <a:lnTo>
                  <a:pt x="431159" y="1137042"/>
                </a:lnTo>
                <a:lnTo>
                  <a:pt x="437500" y="1136907"/>
                </a:lnTo>
                <a:lnTo>
                  <a:pt x="437500" y="1073866"/>
                </a:lnTo>
                <a:lnTo>
                  <a:pt x="466667" y="1072935"/>
                </a:lnTo>
                <a:lnTo>
                  <a:pt x="467935" y="1072043"/>
                </a:lnTo>
                <a:lnTo>
                  <a:pt x="471154" y="1071931"/>
                </a:lnTo>
                <a:lnTo>
                  <a:pt x="471739" y="1070170"/>
                </a:lnTo>
                <a:lnTo>
                  <a:pt x="486111" y="1068981"/>
                </a:lnTo>
                <a:lnTo>
                  <a:pt x="486957" y="1067799"/>
                </a:lnTo>
                <a:lnTo>
                  <a:pt x="500000" y="1067424"/>
                </a:lnTo>
                <a:lnTo>
                  <a:pt x="500000" y="1059850"/>
                </a:lnTo>
                <a:lnTo>
                  <a:pt x="525000" y="1058995"/>
                </a:lnTo>
                <a:lnTo>
                  <a:pt x="525000" y="1056886"/>
                </a:lnTo>
                <a:lnTo>
                  <a:pt x="538462" y="1056484"/>
                </a:lnTo>
                <a:lnTo>
                  <a:pt x="538462" y="1055146"/>
                </a:lnTo>
                <a:lnTo>
                  <a:pt x="546875" y="1054742"/>
                </a:lnTo>
                <a:lnTo>
                  <a:pt x="547826" y="1052763"/>
                </a:lnTo>
                <a:lnTo>
                  <a:pt x="583333" y="1051816"/>
                </a:lnTo>
                <a:lnTo>
                  <a:pt x="583333" y="973286"/>
                </a:lnTo>
                <a:lnTo>
                  <a:pt x="605769" y="972813"/>
                </a:lnTo>
                <a:lnTo>
                  <a:pt x="605769" y="971075"/>
                </a:lnTo>
                <a:lnTo>
                  <a:pt x="612500" y="970924"/>
                </a:lnTo>
                <a:lnTo>
                  <a:pt x="612500" y="969163"/>
                </a:lnTo>
                <a:lnTo>
                  <a:pt x="625000" y="969140"/>
                </a:lnTo>
                <a:lnTo>
                  <a:pt x="625000" y="966905"/>
                </a:lnTo>
                <a:lnTo>
                  <a:pt x="644737" y="965778"/>
                </a:lnTo>
                <a:lnTo>
                  <a:pt x="644737" y="965229"/>
                </a:lnTo>
                <a:lnTo>
                  <a:pt x="656250" y="965073"/>
                </a:lnTo>
                <a:lnTo>
                  <a:pt x="656250" y="954644"/>
                </a:lnTo>
                <a:lnTo>
                  <a:pt x="673077" y="953546"/>
                </a:lnTo>
                <a:lnTo>
                  <a:pt x="673370" y="952587"/>
                </a:lnTo>
                <a:lnTo>
                  <a:pt x="680556" y="952565"/>
                </a:lnTo>
                <a:lnTo>
                  <a:pt x="680978" y="950225"/>
                </a:lnTo>
                <a:lnTo>
                  <a:pt x="700000" y="950023"/>
                </a:lnTo>
                <a:lnTo>
                  <a:pt x="700000" y="936269"/>
                </a:lnTo>
                <a:lnTo>
                  <a:pt x="729167" y="935488"/>
                </a:lnTo>
                <a:lnTo>
                  <a:pt x="730435" y="929643"/>
                </a:lnTo>
                <a:lnTo>
                  <a:pt x="740385" y="929049"/>
                </a:lnTo>
                <a:lnTo>
                  <a:pt x="740385" y="927311"/>
                </a:lnTo>
                <a:lnTo>
                  <a:pt x="750000" y="927243"/>
                </a:lnTo>
                <a:lnTo>
                  <a:pt x="750000" y="920787"/>
                </a:lnTo>
                <a:lnTo>
                  <a:pt x="765625" y="920283"/>
                </a:lnTo>
                <a:lnTo>
                  <a:pt x="765625" y="918979"/>
                </a:lnTo>
                <a:lnTo>
                  <a:pt x="777778" y="918821"/>
                </a:lnTo>
                <a:lnTo>
                  <a:pt x="777778" y="915345"/>
                </a:lnTo>
                <a:lnTo>
                  <a:pt x="787500" y="915038"/>
                </a:lnTo>
                <a:lnTo>
                  <a:pt x="787500" y="913473"/>
                </a:lnTo>
                <a:lnTo>
                  <a:pt x="807692" y="912300"/>
                </a:lnTo>
                <a:lnTo>
                  <a:pt x="807692" y="910562"/>
                </a:lnTo>
                <a:lnTo>
                  <a:pt x="844828" y="909457"/>
                </a:lnTo>
                <a:lnTo>
                  <a:pt x="845833" y="908924"/>
                </a:lnTo>
                <a:lnTo>
                  <a:pt x="875000" y="908452"/>
                </a:lnTo>
                <a:lnTo>
                  <a:pt x="875000" y="710849"/>
                </a:lnTo>
                <a:lnTo>
                  <a:pt x="916667" y="709782"/>
                </a:lnTo>
                <a:lnTo>
                  <a:pt x="916667" y="709285"/>
                </a:lnTo>
                <a:lnTo>
                  <a:pt x="942308" y="708204"/>
                </a:lnTo>
                <a:lnTo>
                  <a:pt x="943478" y="706042"/>
                </a:lnTo>
                <a:lnTo>
                  <a:pt x="954545" y="705562"/>
                </a:lnTo>
                <a:lnTo>
                  <a:pt x="954545" y="704614"/>
                </a:lnTo>
                <a:lnTo>
                  <a:pt x="972222" y="703705"/>
                </a:lnTo>
                <a:lnTo>
                  <a:pt x="972222" y="700228"/>
                </a:lnTo>
                <a:lnTo>
                  <a:pt x="1000000" y="699853"/>
                </a:lnTo>
                <a:lnTo>
                  <a:pt x="1000543" y="695609"/>
                </a:lnTo>
                <a:lnTo>
                  <a:pt x="1020833" y="694605"/>
                </a:lnTo>
                <a:lnTo>
                  <a:pt x="1020833" y="690955"/>
                </a:lnTo>
                <a:lnTo>
                  <a:pt x="1050000" y="690445"/>
                </a:lnTo>
                <a:lnTo>
                  <a:pt x="1050000" y="682449"/>
                </a:lnTo>
                <a:lnTo>
                  <a:pt x="1069444" y="682007"/>
                </a:lnTo>
                <a:lnTo>
                  <a:pt x="1069444" y="680848"/>
                </a:lnTo>
                <a:lnTo>
                  <a:pt x="1083333" y="679488"/>
                </a:lnTo>
                <a:lnTo>
                  <a:pt x="1084239" y="678969"/>
                </a:lnTo>
                <a:lnTo>
                  <a:pt x="1093750" y="678475"/>
                </a:lnTo>
                <a:lnTo>
                  <a:pt x="1093750" y="672826"/>
                </a:lnTo>
                <a:lnTo>
                  <a:pt x="1115942" y="671479"/>
                </a:lnTo>
                <a:lnTo>
                  <a:pt x="1115942" y="671328"/>
                </a:lnTo>
                <a:lnTo>
                  <a:pt x="1137500" y="670359"/>
                </a:lnTo>
                <a:lnTo>
                  <a:pt x="1137500" y="669641"/>
                </a:lnTo>
                <a:lnTo>
                  <a:pt x="1166667" y="668679"/>
                </a:lnTo>
                <a:lnTo>
                  <a:pt x="1166667" y="604426"/>
                </a:lnTo>
                <a:lnTo>
                  <a:pt x="1211538" y="603315"/>
                </a:lnTo>
                <a:lnTo>
                  <a:pt x="1211538" y="601978"/>
                </a:lnTo>
                <a:lnTo>
                  <a:pt x="1228804" y="600588"/>
                </a:lnTo>
                <a:lnTo>
                  <a:pt x="1228804" y="600565"/>
                </a:lnTo>
                <a:lnTo>
                  <a:pt x="1250000" y="599688"/>
                </a:lnTo>
                <a:lnTo>
                  <a:pt x="1250000" y="594722"/>
                </a:lnTo>
                <a:lnTo>
                  <a:pt x="1263889" y="594280"/>
                </a:lnTo>
                <a:lnTo>
                  <a:pt x="1263889" y="592542"/>
                </a:lnTo>
                <a:lnTo>
                  <a:pt x="1278846" y="591211"/>
                </a:lnTo>
                <a:lnTo>
                  <a:pt x="1278846" y="590276"/>
                </a:lnTo>
                <a:lnTo>
                  <a:pt x="1312500" y="589614"/>
                </a:lnTo>
                <a:lnTo>
                  <a:pt x="1312500" y="558806"/>
                </a:lnTo>
                <a:lnTo>
                  <a:pt x="1358152" y="557407"/>
                </a:lnTo>
                <a:lnTo>
                  <a:pt x="1358152" y="557384"/>
                </a:lnTo>
                <a:lnTo>
                  <a:pt x="1375000" y="556746"/>
                </a:lnTo>
                <a:lnTo>
                  <a:pt x="1375000" y="555256"/>
                </a:lnTo>
                <a:lnTo>
                  <a:pt x="1400000" y="554356"/>
                </a:lnTo>
                <a:lnTo>
                  <a:pt x="1400000" y="546860"/>
                </a:lnTo>
                <a:lnTo>
                  <a:pt x="1431818" y="545547"/>
                </a:lnTo>
                <a:lnTo>
                  <a:pt x="1431818" y="544599"/>
                </a:lnTo>
                <a:lnTo>
                  <a:pt x="1458333" y="543932"/>
                </a:lnTo>
                <a:lnTo>
                  <a:pt x="1458333" y="520188"/>
                </a:lnTo>
                <a:lnTo>
                  <a:pt x="1500000" y="519449"/>
                </a:lnTo>
                <a:lnTo>
                  <a:pt x="1500000" y="516470"/>
                </a:lnTo>
                <a:lnTo>
                  <a:pt x="1531250" y="515624"/>
                </a:lnTo>
                <a:lnTo>
                  <a:pt x="1531250" y="513885"/>
                </a:lnTo>
                <a:lnTo>
                  <a:pt x="1555556" y="513283"/>
                </a:lnTo>
                <a:lnTo>
                  <a:pt x="1555556" y="511545"/>
                </a:lnTo>
                <a:lnTo>
                  <a:pt x="1590909" y="510877"/>
                </a:lnTo>
                <a:lnTo>
                  <a:pt x="1590909" y="509929"/>
                </a:lnTo>
                <a:lnTo>
                  <a:pt x="1604167" y="509796"/>
                </a:lnTo>
                <a:lnTo>
                  <a:pt x="1604167" y="506146"/>
                </a:lnTo>
                <a:lnTo>
                  <a:pt x="1625000" y="505187"/>
                </a:lnTo>
                <a:lnTo>
                  <a:pt x="1625000" y="503697"/>
                </a:lnTo>
                <a:lnTo>
                  <a:pt x="1750000" y="502363"/>
                </a:lnTo>
                <a:lnTo>
                  <a:pt x="1750000" y="99206"/>
                </a:lnTo>
                <a:lnTo>
                  <a:pt x="1859375" y="98412"/>
                </a:lnTo>
                <a:lnTo>
                  <a:pt x="1859375" y="97760"/>
                </a:lnTo>
                <a:lnTo>
                  <a:pt x="1925000" y="96891"/>
                </a:lnTo>
                <a:lnTo>
                  <a:pt x="1925000" y="95848"/>
                </a:lnTo>
                <a:lnTo>
                  <a:pt x="1968750" y="95848"/>
                </a:lnTo>
                <a:lnTo>
                  <a:pt x="1968750" y="94110"/>
                </a:lnTo>
                <a:lnTo>
                  <a:pt x="2000000" y="94110"/>
                </a:lnTo>
                <a:lnTo>
                  <a:pt x="2000000" y="92620"/>
                </a:lnTo>
                <a:lnTo>
                  <a:pt x="2041667" y="92620"/>
                </a:lnTo>
                <a:lnTo>
                  <a:pt x="2041667" y="85088"/>
                </a:lnTo>
                <a:lnTo>
                  <a:pt x="2100000" y="85088"/>
                </a:lnTo>
                <a:lnTo>
                  <a:pt x="2100000" y="83002"/>
                </a:lnTo>
                <a:lnTo>
                  <a:pt x="2187500" y="81989"/>
                </a:lnTo>
                <a:lnTo>
                  <a:pt x="2187500" y="78730"/>
                </a:lnTo>
                <a:lnTo>
                  <a:pt x="2250000" y="78730"/>
                </a:lnTo>
                <a:lnTo>
                  <a:pt x="2250000" y="75750"/>
                </a:lnTo>
                <a:lnTo>
                  <a:pt x="2333333" y="75098"/>
                </a:lnTo>
                <a:lnTo>
                  <a:pt x="2333333" y="69304"/>
                </a:lnTo>
                <a:lnTo>
                  <a:pt x="2406250" y="69304"/>
                </a:lnTo>
                <a:lnTo>
                  <a:pt x="2406250" y="67349"/>
                </a:lnTo>
                <a:lnTo>
                  <a:pt x="2625000" y="66118"/>
                </a:lnTo>
                <a:lnTo>
                  <a:pt x="2625000" y="28965"/>
                </a:lnTo>
                <a:lnTo>
                  <a:pt x="2916667" y="27748"/>
                </a:lnTo>
                <a:lnTo>
                  <a:pt x="2916667" y="24272"/>
                </a:lnTo>
                <a:lnTo>
                  <a:pt x="3062500" y="23924"/>
                </a:lnTo>
                <a:lnTo>
                  <a:pt x="3062500" y="18710"/>
                </a:lnTo>
                <a:lnTo>
                  <a:pt x="3500000" y="18362"/>
                </a:lnTo>
                <a:lnTo>
                  <a:pt x="3500000" y="14960"/>
                </a:lnTo>
                <a:lnTo>
                  <a:pt x="4375000" y="14960"/>
                </a:lnTo>
                <a:lnTo>
                  <a:pt x="4375000" y="13222"/>
                </a:lnTo>
                <a:lnTo>
                  <a:pt x="4750000" y="11919"/>
                </a:lnTo>
                <a:lnTo>
                  <a:pt x="4750000" y="10429"/>
                </a:lnTo>
                <a:lnTo>
                  <a:pt x="5250000" y="10429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754" name="01_full_GT_753">
            <a:extLst>
              <a:ext uri="{FF2B5EF4-FFF2-40B4-BE49-F238E27FC236}">
                <a16:creationId xmlns:a16="http://schemas.microsoft.com/office/drawing/2014/main" id="{38BBD35F-C928-4779-AD9A-57ADDF4915A9}"/>
              </a:ext>
            </a:extLst>
          </p:cNvPr>
          <p:cNvSpPr>
            <a:spLocks noGrp="1"/>
          </p:cNvSpPr>
          <p:nvPr/>
        </p:nvSpPr>
        <p:spPr>
          <a:xfrm>
            <a:off x="700500" y="3479339"/>
            <a:ext cx="5250000" cy="1333403"/>
          </a:xfrm>
          <a:custGeom>
            <a:avLst/>
            <a:gdLst/>
            <a:ahLst/>
            <a:cxnLst/>
            <a:rect l="0" t="0" r="0" b="0"/>
            <a:pathLst>
              <a:path w="5250000" h="1333403">
                <a:moveTo>
                  <a:pt x="0" y="1333403"/>
                </a:moveTo>
                <a:lnTo>
                  <a:pt x="583333" y="1333403"/>
                </a:lnTo>
                <a:lnTo>
                  <a:pt x="583333" y="1022275"/>
                </a:lnTo>
                <a:lnTo>
                  <a:pt x="605769" y="1022275"/>
                </a:lnTo>
                <a:lnTo>
                  <a:pt x="605769" y="983384"/>
                </a:lnTo>
                <a:lnTo>
                  <a:pt x="680556" y="983384"/>
                </a:lnTo>
                <a:lnTo>
                  <a:pt x="680556" y="960050"/>
                </a:lnTo>
                <a:lnTo>
                  <a:pt x="680978" y="960050"/>
                </a:lnTo>
                <a:lnTo>
                  <a:pt x="700000" y="960050"/>
                </a:lnTo>
                <a:lnTo>
                  <a:pt x="700000" y="935568"/>
                </a:lnTo>
                <a:lnTo>
                  <a:pt x="729167" y="935568"/>
                </a:lnTo>
                <a:lnTo>
                  <a:pt x="729167" y="918566"/>
                </a:lnTo>
                <a:lnTo>
                  <a:pt x="730435" y="918566"/>
                </a:lnTo>
                <a:lnTo>
                  <a:pt x="750000" y="918566"/>
                </a:lnTo>
                <a:lnTo>
                  <a:pt x="750000" y="866712"/>
                </a:lnTo>
                <a:lnTo>
                  <a:pt x="875000" y="866712"/>
                </a:lnTo>
                <a:lnTo>
                  <a:pt x="875000" y="711148"/>
                </a:lnTo>
                <a:lnTo>
                  <a:pt x="1069444" y="711148"/>
                </a:lnTo>
                <a:lnTo>
                  <a:pt x="1069444" y="687215"/>
                </a:lnTo>
                <a:lnTo>
                  <a:pt x="1076923" y="687215"/>
                </a:lnTo>
                <a:lnTo>
                  <a:pt x="1076923" y="680035"/>
                </a:lnTo>
                <a:lnTo>
                  <a:pt x="1166667" y="680035"/>
                </a:lnTo>
                <a:lnTo>
                  <a:pt x="1166667" y="533361"/>
                </a:lnTo>
                <a:lnTo>
                  <a:pt x="1250000" y="533361"/>
                </a:lnTo>
                <a:lnTo>
                  <a:pt x="1250000" y="503730"/>
                </a:lnTo>
                <a:lnTo>
                  <a:pt x="1293478" y="503730"/>
                </a:lnTo>
                <a:lnTo>
                  <a:pt x="1293478" y="494712"/>
                </a:lnTo>
                <a:lnTo>
                  <a:pt x="1312500" y="494712"/>
                </a:lnTo>
                <a:lnTo>
                  <a:pt x="1312500" y="400021"/>
                </a:lnTo>
                <a:lnTo>
                  <a:pt x="1750000" y="400021"/>
                </a:lnTo>
                <a:lnTo>
                  <a:pt x="1750000" y="88893"/>
                </a:lnTo>
                <a:lnTo>
                  <a:pt x="5250000" y="88893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755" name="01_full_GT_754">
            <a:extLst>
              <a:ext uri="{FF2B5EF4-FFF2-40B4-BE49-F238E27FC236}">
                <a16:creationId xmlns:a16="http://schemas.microsoft.com/office/drawing/2014/main" id="{A9F98EE3-38D3-4D07-A68F-7D5B2757BEDD}"/>
              </a:ext>
            </a:extLst>
          </p:cNvPr>
          <p:cNvSpPr>
            <a:spLocks noGrp="1"/>
          </p:cNvSpPr>
          <p:nvPr/>
        </p:nvSpPr>
        <p:spPr>
          <a:xfrm>
            <a:off x="1553910" y="424280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6" name="01_full_GT_755">
            <a:extLst>
              <a:ext uri="{FF2B5EF4-FFF2-40B4-BE49-F238E27FC236}">
                <a16:creationId xmlns:a16="http://schemas.microsoft.com/office/drawing/2014/main" id="{F4550B24-EAD8-42FB-B010-7FF909CA3CB0}"/>
              </a:ext>
            </a:extLst>
          </p:cNvPr>
          <p:cNvSpPr>
            <a:spLocks noGrp="1"/>
          </p:cNvSpPr>
          <p:nvPr/>
        </p:nvSpPr>
        <p:spPr>
          <a:xfrm>
            <a:off x="2428910" y="3631160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7" name="01_full_GT_756">
            <a:extLst>
              <a:ext uri="{FF2B5EF4-FFF2-40B4-BE49-F238E27FC236}">
                <a16:creationId xmlns:a16="http://schemas.microsoft.com/office/drawing/2014/main" id="{5AAD52C1-1215-40E2-8686-DE3145BD0E1E}"/>
              </a:ext>
            </a:extLst>
          </p:cNvPr>
          <p:cNvSpPr>
            <a:spLocks noGrp="1"/>
          </p:cNvSpPr>
          <p:nvPr/>
        </p:nvSpPr>
        <p:spPr>
          <a:xfrm>
            <a:off x="4178910" y="354691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8" name="01_full_GT_757">
            <a:extLst>
              <a:ext uri="{FF2B5EF4-FFF2-40B4-BE49-F238E27FC236}">
                <a16:creationId xmlns:a16="http://schemas.microsoft.com/office/drawing/2014/main" id="{697BDE6E-AB17-4A6B-8A39-94FC30212BB1}"/>
              </a:ext>
            </a:extLst>
          </p:cNvPr>
          <p:cNvSpPr>
            <a:spLocks noGrp="1"/>
          </p:cNvSpPr>
          <p:nvPr/>
        </p:nvSpPr>
        <p:spPr>
          <a:xfrm>
            <a:off x="5928910" y="3531954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9" name="01_full_GT_758">
            <a:extLst>
              <a:ext uri="{FF2B5EF4-FFF2-40B4-BE49-F238E27FC236}">
                <a16:creationId xmlns:a16="http://schemas.microsoft.com/office/drawing/2014/main" id="{0F3FAE72-F6E6-4ABD-86E1-7C99CFEB68D8}"/>
              </a:ext>
            </a:extLst>
          </p:cNvPr>
          <p:cNvSpPr>
            <a:spLocks noGrp="1"/>
          </p:cNvSpPr>
          <p:nvPr/>
        </p:nvSpPr>
        <p:spPr>
          <a:xfrm>
            <a:off x="1539579" y="4154566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0" name="01_full_GT_759">
            <a:extLst>
              <a:ext uri="{FF2B5EF4-FFF2-40B4-BE49-F238E27FC236}">
                <a16:creationId xmlns:a16="http://schemas.microsoft.com/office/drawing/2014/main" id="{DF73467A-C04C-4192-869E-74A7BC624BAB}"/>
              </a:ext>
            </a:extLst>
          </p:cNvPr>
          <p:cNvSpPr>
            <a:spLocks noGrp="1"/>
          </p:cNvSpPr>
          <p:nvPr/>
        </p:nvSpPr>
        <p:spPr>
          <a:xfrm>
            <a:off x="2414579" y="353231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1" name="01_full_GT_760">
            <a:extLst>
              <a:ext uri="{FF2B5EF4-FFF2-40B4-BE49-F238E27FC236}">
                <a16:creationId xmlns:a16="http://schemas.microsoft.com/office/drawing/2014/main" id="{318F69B3-DFFA-40E4-821E-D2BFE9D9EB5C}"/>
              </a:ext>
            </a:extLst>
          </p:cNvPr>
          <p:cNvSpPr>
            <a:spLocks noGrp="1"/>
          </p:cNvSpPr>
          <p:nvPr/>
        </p:nvSpPr>
        <p:spPr>
          <a:xfrm>
            <a:off x="4164579" y="353231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2" name="01_full_GT_761">
            <a:extLst>
              <a:ext uri="{FF2B5EF4-FFF2-40B4-BE49-F238E27FC236}">
                <a16:creationId xmlns:a16="http://schemas.microsoft.com/office/drawing/2014/main" id="{E5BA34A6-09E1-43C8-9E58-58CFBE4AE941}"/>
              </a:ext>
            </a:extLst>
          </p:cNvPr>
          <p:cNvSpPr>
            <a:spLocks noGrp="1"/>
          </p:cNvSpPr>
          <p:nvPr/>
        </p:nvSpPr>
        <p:spPr>
          <a:xfrm>
            <a:off x="5914579" y="344341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3" name="text_762">
            <a:extLst>
              <a:ext uri="{FF2B5EF4-FFF2-40B4-BE49-F238E27FC236}">
                <a16:creationId xmlns:a16="http://schemas.microsoft.com/office/drawing/2014/main" id="{5F4DEF24-5490-417A-8AFC-6A9EC593E2EA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405674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Detection and identity</a:t>
            </a:r>
          </a:p>
        </p:txBody>
      </p:sp>
      <p:sp>
        <p:nvSpPr>
          <p:cNvPr id="764" name="01_full_GT_763">
            <a:extLst>
              <a:ext uri="{FF2B5EF4-FFF2-40B4-BE49-F238E27FC236}">
                <a16:creationId xmlns:a16="http://schemas.microsoft.com/office/drawing/2014/main" id="{8594CA9A-C7F3-4855-8286-1285F5AA0286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765" name="01_full_GT_764">
            <a:extLst>
              <a:ext uri="{FF2B5EF4-FFF2-40B4-BE49-F238E27FC236}">
                <a16:creationId xmlns:a16="http://schemas.microsoft.com/office/drawing/2014/main" id="{BB5F8347-8D31-4C13-A4EA-0A0BD3CF2F90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66" name="text_765">
            <a:extLst>
              <a:ext uri="{FF2B5EF4-FFF2-40B4-BE49-F238E27FC236}">
                <a16:creationId xmlns:a16="http://schemas.microsoft.com/office/drawing/2014/main" id="{593FDE99-F05B-4B91-A0F0-542A7E95ABF4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767" name="01_full_GT_766">
            <a:extLst>
              <a:ext uri="{FF2B5EF4-FFF2-40B4-BE49-F238E27FC236}">
                <a16:creationId xmlns:a16="http://schemas.microsoft.com/office/drawing/2014/main" id="{4F2EA1D4-1457-4CAC-B938-38CAF1A0CA93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768" name="01_full_GT_767">
            <a:extLst>
              <a:ext uri="{FF2B5EF4-FFF2-40B4-BE49-F238E27FC236}">
                <a16:creationId xmlns:a16="http://schemas.microsoft.com/office/drawing/2014/main" id="{81163BF9-8A73-4F3C-87A9-0B85216CE747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9" name="text_768">
            <a:extLst>
              <a:ext uri="{FF2B5EF4-FFF2-40B4-BE49-F238E27FC236}">
                <a16:creationId xmlns:a16="http://schemas.microsoft.com/office/drawing/2014/main" id="{FE5C551D-E238-4351-BC87-6C091A75BB5A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770" name="01_full_GT_769">
            <a:extLst>
              <a:ext uri="{FF2B5EF4-FFF2-40B4-BE49-F238E27FC236}">
                <a16:creationId xmlns:a16="http://schemas.microsoft.com/office/drawing/2014/main" id="{6929083C-75DB-4778-8E82-E7B3843E15F4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771" name="text_770">
            <a:extLst>
              <a:ext uri="{FF2B5EF4-FFF2-40B4-BE49-F238E27FC236}">
                <a16:creationId xmlns:a16="http://schemas.microsoft.com/office/drawing/2014/main" id="{195D5157-DBBB-404F-AD6D-22C0D6C25864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17994794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02_full_CA2_771">
            <a:extLst>
              <a:ext uri="{FF2B5EF4-FFF2-40B4-BE49-F238E27FC236}">
                <a16:creationId xmlns:a16="http://schemas.microsoft.com/office/drawing/2014/main" id="{918E5FC0-4BCA-44BC-B543-34145A1424BB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2_full_CA2_772">
            <a:extLst>
              <a:ext uri="{FF2B5EF4-FFF2-40B4-BE49-F238E27FC236}">
                <a16:creationId xmlns:a16="http://schemas.microsoft.com/office/drawing/2014/main" id="{053BCBFC-EF05-4C6F-85B7-A4A72BBAA62D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2_full_CA2_773">
            <a:extLst>
              <a:ext uri="{FF2B5EF4-FFF2-40B4-BE49-F238E27FC236}">
                <a16:creationId xmlns:a16="http://schemas.microsoft.com/office/drawing/2014/main" id="{D0966D23-0011-4C6F-8216-ED33A97E2672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341" y="1851207"/>
                </a:lnTo>
                <a:lnTo>
                  <a:pt x="9202" y="1835651"/>
                </a:lnTo>
                <a:lnTo>
                  <a:pt x="20112" y="1820095"/>
                </a:lnTo>
                <a:lnTo>
                  <a:pt x="34347" y="1804538"/>
                </a:lnTo>
                <a:lnTo>
                  <a:pt x="51003" y="1788982"/>
                </a:lnTo>
                <a:lnTo>
                  <a:pt x="69092" y="1773425"/>
                </a:lnTo>
                <a:lnTo>
                  <a:pt x="87636" y="1757869"/>
                </a:lnTo>
                <a:lnTo>
                  <a:pt x="105744" y="1742313"/>
                </a:lnTo>
                <a:lnTo>
                  <a:pt x="122683" y="1726756"/>
                </a:lnTo>
                <a:lnTo>
                  <a:pt x="137906" y="1711200"/>
                </a:lnTo>
                <a:lnTo>
                  <a:pt x="151070" y="1695644"/>
                </a:lnTo>
                <a:lnTo>
                  <a:pt x="162022" y="1680087"/>
                </a:lnTo>
                <a:lnTo>
                  <a:pt x="170773" y="1664531"/>
                </a:lnTo>
                <a:lnTo>
                  <a:pt x="177455" y="1648975"/>
                </a:lnTo>
                <a:lnTo>
                  <a:pt x="182286" y="1633418"/>
                </a:lnTo>
                <a:lnTo>
                  <a:pt x="185524" y="1617862"/>
                </a:lnTo>
                <a:lnTo>
                  <a:pt x="187440" y="1602305"/>
                </a:lnTo>
                <a:lnTo>
                  <a:pt x="188293" y="1586749"/>
                </a:lnTo>
                <a:lnTo>
                  <a:pt x="188315" y="1571193"/>
                </a:lnTo>
                <a:lnTo>
                  <a:pt x="187702" y="1555636"/>
                </a:lnTo>
                <a:lnTo>
                  <a:pt x="186620" y="1540080"/>
                </a:lnTo>
                <a:lnTo>
                  <a:pt x="185201" y="1524524"/>
                </a:lnTo>
                <a:lnTo>
                  <a:pt x="183553" y="1508967"/>
                </a:lnTo>
                <a:lnTo>
                  <a:pt x="181764" y="1493411"/>
                </a:lnTo>
                <a:lnTo>
                  <a:pt x="179907" y="1477855"/>
                </a:lnTo>
                <a:lnTo>
                  <a:pt x="178043" y="1462298"/>
                </a:lnTo>
                <a:lnTo>
                  <a:pt x="176224" y="1446742"/>
                </a:lnTo>
                <a:lnTo>
                  <a:pt x="174491" y="1431185"/>
                </a:lnTo>
                <a:lnTo>
                  <a:pt x="172877" y="1415629"/>
                </a:lnTo>
                <a:lnTo>
                  <a:pt x="171407" y="1400073"/>
                </a:lnTo>
                <a:lnTo>
                  <a:pt x="170097" y="1384516"/>
                </a:lnTo>
                <a:lnTo>
                  <a:pt x="168960" y="1368960"/>
                </a:lnTo>
                <a:lnTo>
                  <a:pt x="168005" y="1353404"/>
                </a:lnTo>
                <a:lnTo>
                  <a:pt x="167238" y="1337847"/>
                </a:lnTo>
                <a:lnTo>
                  <a:pt x="166669" y="1322291"/>
                </a:lnTo>
                <a:lnTo>
                  <a:pt x="166305" y="1306735"/>
                </a:lnTo>
                <a:lnTo>
                  <a:pt x="166152" y="1291178"/>
                </a:lnTo>
                <a:lnTo>
                  <a:pt x="166209" y="1275622"/>
                </a:lnTo>
                <a:lnTo>
                  <a:pt x="166465" y="1260065"/>
                </a:lnTo>
                <a:lnTo>
                  <a:pt x="166890" y="1244509"/>
                </a:lnTo>
                <a:lnTo>
                  <a:pt x="167434" y="1228953"/>
                </a:lnTo>
                <a:lnTo>
                  <a:pt x="168019" y="1213396"/>
                </a:lnTo>
                <a:lnTo>
                  <a:pt x="168541" y="1197840"/>
                </a:lnTo>
                <a:lnTo>
                  <a:pt x="168872" y="1182284"/>
                </a:lnTo>
                <a:lnTo>
                  <a:pt x="168866" y="1166727"/>
                </a:lnTo>
                <a:lnTo>
                  <a:pt x="168372" y="1151171"/>
                </a:lnTo>
                <a:lnTo>
                  <a:pt x="167244" y="1135615"/>
                </a:lnTo>
                <a:lnTo>
                  <a:pt x="165361" y="1120058"/>
                </a:lnTo>
                <a:lnTo>
                  <a:pt x="162643" y="1104502"/>
                </a:lnTo>
                <a:lnTo>
                  <a:pt x="159069" y="1088945"/>
                </a:lnTo>
                <a:lnTo>
                  <a:pt x="154694" y="1073389"/>
                </a:lnTo>
                <a:lnTo>
                  <a:pt x="149658" y="1057833"/>
                </a:lnTo>
                <a:lnTo>
                  <a:pt x="144187" y="1042276"/>
                </a:lnTo>
                <a:lnTo>
                  <a:pt x="138585" y="1026720"/>
                </a:lnTo>
                <a:lnTo>
                  <a:pt x="133221" y="1011164"/>
                </a:lnTo>
                <a:lnTo>
                  <a:pt x="128495" y="995607"/>
                </a:lnTo>
                <a:lnTo>
                  <a:pt x="124808" y="980051"/>
                </a:lnTo>
                <a:lnTo>
                  <a:pt x="122521" y="964495"/>
                </a:lnTo>
                <a:lnTo>
                  <a:pt x="121917" y="948938"/>
                </a:lnTo>
                <a:lnTo>
                  <a:pt x="123168" y="933382"/>
                </a:lnTo>
                <a:lnTo>
                  <a:pt x="126321" y="917825"/>
                </a:lnTo>
                <a:lnTo>
                  <a:pt x="131283" y="902269"/>
                </a:lnTo>
                <a:lnTo>
                  <a:pt x="137838" y="886713"/>
                </a:lnTo>
                <a:lnTo>
                  <a:pt x="145665" y="871156"/>
                </a:lnTo>
                <a:lnTo>
                  <a:pt x="154377" y="855600"/>
                </a:lnTo>
                <a:lnTo>
                  <a:pt x="163553" y="840044"/>
                </a:lnTo>
                <a:lnTo>
                  <a:pt x="172783" y="824487"/>
                </a:lnTo>
                <a:lnTo>
                  <a:pt x="181699" y="808931"/>
                </a:lnTo>
                <a:lnTo>
                  <a:pt x="190002" y="793375"/>
                </a:lnTo>
                <a:lnTo>
                  <a:pt x="197477" y="777818"/>
                </a:lnTo>
                <a:lnTo>
                  <a:pt x="203994" y="762262"/>
                </a:lnTo>
                <a:lnTo>
                  <a:pt x="209506" y="746705"/>
                </a:lnTo>
                <a:lnTo>
                  <a:pt x="214033" y="731149"/>
                </a:lnTo>
                <a:lnTo>
                  <a:pt x="217646" y="715593"/>
                </a:lnTo>
                <a:lnTo>
                  <a:pt x="220452" y="700036"/>
                </a:lnTo>
                <a:lnTo>
                  <a:pt x="222571" y="684480"/>
                </a:lnTo>
                <a:lnTo>
                  <a:pt x="224131" y="668924"/>
                </a:lnTo>
                <a:lnTo>
                  <a:pt x="225249" y="653367"/>
                </a:lnTo>
                <a:lnTo>
                  <a:pt x="226030" y="637811"/>
                </a:lnTo>
                <a:lnTo>
                  <a:pt x="226562" y="622255"/>
                </a:lnTo>
                <a:lnTo>
                  <a:pt x="226915" y="606698"/>
                </a:lnTo>
                <a:lnTo>
                  <a:pt x="227143" y="591142"/>
                </a:lnTo>
                <a:lnTo>
                  <a:pt x="227287" y="575585"/>
                </a:lnTo>
                <a:lnTo>
                  <a:pt x="227376" y="560029"/>
                </a:lnTo>
                <a:lnTo>
                  <a:pt x="227429" y="544473"/>
                </a:lnTo>
                <a:lnTo>
                  <a:pt x="227461" y="528916"/>
                </a:lnTo>
                <a:lnTo>
                  <a:pt x="227479" y="513360"/>
                </a:lnTo>
                <a:lnTo>
                  <a:pt x="227489" y="497804"/>
                </a:lnTo>
                <a:lnTo>
                  <a:pt x="227494" y="482247"/>
                </a:lnTo>
                <a:lnTo>
                  <a:pt x="227497" y="466691"/>
                </a:lnTo>
                <a:lnTo>
                  <a:pt x="227499" y="451135"/>
                </a:lnTo>
                <a:lnTo>
                  <a:pt x="227499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1" y="435578"/>
                </a:lnTo>
                <a:lnTo>
                  <a:pt x="227501" y="451135"/>
                </a:lnTo>
                <a:lnTo>
                  <a:pt x="227503" y="466691"/>
                </a:lnTo>
                <a:lnTo>
                  <a:pt x="227506" y="482247"/>
                </a:lnTo>
                <a:lnTo>
                  <a:pt x="227511" y="497804"/>
                </a:lnTo>
                <a:lnTo>
                  <a:pt x="227521" y="513360"/>
                </a:lnTo>
                <a:lnTo>
                  <a:pt x="227539" y="528916"/>
                </a:lnTo>
                <a:lnTo>
                  <a:pt x="227571" y="544473"/>
                </a:lnTo>
                <a:lnTo>
                  <a:pt x="227624" y="560029"/>
                </a:lnTo>
                <a:lnTo>
                  <a:pt x="227713" y="575585"/>
                </a:lnTo>
                <a:lnTo>
                  <a:pt x="227857" y="591142"/>
                </a:lnTo>
                <a:lnTo>
                  <a:pt x="228085" y="606698"/>
                </a:lnTo>
                <a:lnTo>
                  <a:pt x="228438" y="622255"/>
                </a:lnTo>
                <a:lnTo>
                  <a:pt x="228970" y="637811"/>
                </a:lnTo>
                <a:lnTo>
                  <a:pt x="229751" y="653367"/>
                </a:lnTo>
                <a:lnTo>
                  <a:pt x="230869" y="668924"/>
                </a:lnTo>
                <a:lnTo>
                  <a:pt x="232429" y="684480"/>
                </a:lnTo>
                <a:lnTo>
                  <a:pt x="234549" y="700036"/>
                </a:lnTo>
                <a:lnTo>
                  <a:pt x="237354" y="715593"/>
                </a:lnTo>
                <a:lnTo>
                  <a:pt x="240967" y="731149"/>
                </a:lnTo>
                <a:lnTo>
                  <a:pt x="245494" y="746705"/>
                </a:lnTo>
                <a:lnTo>
                  <a:pt x="251006" y="762262"/>
                </a:lnTo>
                <a:lnTo>
                  <a:pt x="257523" y="777818"/>
                </a:lnTo>
                <a:lnTo>
                  <a:pt x="264998" y="793375"/>
                </a:lnTo>
                <a:lnTo>
                  <a:pt x="273301" y="808931"/>
                </a:lnTo>
                <a:lnTo>
                  <a:pt x="282217" y="824487"/>
                </a:lnTo>
                <a:lnTo>
                  <a:pt x="291447" y="840044"/>
                </a:lnTo>
                <a:lnTo>
                  <a:pt x="300623" y="855600"/>
                </a:lnTo>
                <a:lnTo>
                  <a:pt x="309335" y="871156"/>
                </a:lnTo>
                <a:lnTo>
                  <a:pt x="317162" y="886713"/>
                </a:lnTo>
                <a:lnTo>
                  <a:pt x="323717" y="902269"/>
                </a:lnTo>
                <a:lnTo>
                  <a:pt x="328679" y="917825"/>
                </a:lnTo>
                <a:lnTo>
                  <a:pt x="331832" y="933382"/>
                </a:lnTo>
                <a:lnTo>
                  <a:pt x="333083" y="948938"/>
                </a:lnTo>
                <a:lnTo>
                  <a:pt x="332479" y="964495"/>
                </a:lnTo>
                <a:lnTo>
                  <a:pt x="330192" y="980051"/>
                </a:lnTo>
                <a:lnTo>
                  <a:pt x="326505" y="995607"/>
                </a:lnTo>
                <a:lnTo>
                  <a:pt x="321779" y="1011164"/>
                </a:lnTo>
                <a:lnTo>
                  <a:pt x="316415" y="1026720"/>
                </a:lnTo>
                <a:lnTo>
                  <a:pt x="310814" y="1042276"/>
                </a:lnTo>
                <a:lnTo>
                  <a:pt x="305342" y="1057833"/>
                </a:lnTo>
                <a:lnTo>
                  <a:pt x="300306" y="1073389"/>
                </a:lnTo>
                <a:lnTo>
                  <a:pt x="295931" y="1088945"/>
                </a:lnTo>
                <a:lnTo>
                  <a:pt x="292357" y="1104502"/>
                </a:lnTo>
                <a:lnTo>
                  <a:pt x="289639" y="1120058"/>
                </a:lnTo>
                <a:lnTo>
                  <a:pt x="287756" y="1135615"/>
                </a:lnTo>
                <a:lnTo>
                  <a:pt x="286628" y="1151171"/>
                </a:lnTo>
                <a:lnTo>
                  <a:pt x="286134" y="1166727"/>
                </a:lnTo>
                <a:lnTo>
                  <a:pt x="286128" y="1182284"/>
                </a:lnTo>
                <a:lnTo>
                  <a:pt x="286459" y="1197840"/>
                </a:lnTo>
                <a:lnTo>
                  <a:pt x="286981" y="1213396"/>
                </a:lnTo>
                <a:lnTo>
                  <a:pt x="287566" y="1228953"/>
                </a:lnTo>
                <a:lnTo>
                  <a:pt x="288110" y="1244509"/>
                </a:lnTo>
                <a:lnTo>
                  <a:pt x="288535" y="1260065"/>
                </a:lnTo>
                <a:lnTo>
                  <a:pt x="288791" y="1275622"/>
                </a:lnTo>
                <a:lnTo>
                  <a:pt x="288848" y="1291178"/>
                </a:lnTo>
                <a:lnTo>
                  <a:pt x="288695" y="1306735"/>
                </a:lnTo>
                <a:lnTo>
                  <a:pt x="288331" y="1322291"/>
                </a:lnTo>
                <a:lnTo>
                  <a:pt x="287762" y="1337847"/>
                </a:lnTo>
                <a:lnTo>
                  <a:pt x="286995" y="1353404"/>
                </a:lnTo>
                <a:lnTo>
                  <a:pt x="286040" y="1368960"/>
                </a:lnTo>
                <a:lnTo>
                  <a:pt x="284903" y="1384516"/>
                </a:lnTo>
                <a:lnTo>
                  <a:pt x="283593" y="1400073"/>
                </a:lnTo>
                <a:lnTo>
                  <a:pt x="282123" y="1415629"/>
                </a:lnTo>
                <a:lnTo>
                  <a:pt x="280509" y="1431185"/>
                </a:lnTo>
                <a:lnTo>
                  <a:pt x="278776" y="1446742"/>
                </a:lnTo>
                <a:lnTo>
                  <a:pt x="276957" y="1462298"/>
                </a:lnTo>
                <a:lnTo>
                  <a:pt x="275093" y="1477855"/>
                </a:lnTo>
                <a:lnTo>
                  <a:pt x="273236" y="1493411"/>
                </a:lnTo>
                <a:lnTo>
                  <a:pt x="271447" y="1508967"/>
                </a:lnTo>
                <a:lnTo>
                  <a:pt x="269799" y="1524524"/>
                </a:lnTo>
                <a:lnTo>
                  <a:pt x="268380" y="1540080"/>
                </a:lnTo>
                <a:lnTo>
                  <a:pt x="267298" y="1555636"/>
                </a:lnTo>
                <a:lnTo>
                  <a:pt x="266685" y="1571193"/>
                </a:lnTo>
                <a:lnTo>
                  <a:pt x="266707" y="1586749"/>
                </a:lnTo>
                <a:lnTo>
                  <a:pt x="267560" y="1602305"/>
                </a:lnTo>
                <a:lnTo>
                  <a:pt x="269476" y="1617862"/>
                </a:lnTo>
                <a:lnTo>
                  <a:pt x="272714" y="1633418"/>
                </a:lnTo>
                <a:lnTo>
                  <a:pt x="277545" y="1648975"/>
                </a:lnTo>
                <a:lnTo>
                  <a:pt x="284227" y="1664531"/>
                </a:lnTo>
                <a:lnTo>
                  <a:pt x="292978" y="1680087"/>
                </a:lnTo>
                <a:lnTo>
                  <a:pt x="303930" y="1695644"/>
                </a:lnTo>
                <a:lnTo>
                  <a:pt x="317094" y="1711200"/>
                </a:lnTo>
                <a:lnTo>
                  <a:pt x="332317" y="1726756"/>
                </a:lnTo>
                <a:lnTo>
                  <a:pt x="349256" y="1742313"/>
                </a:lnTo>
                <a:lnTo>
                  <a:pt x="367364" y="1757869"/>
                </a:lnTo>
                <a:lnTo>
                  <a:pt x="385908" y="1773425"/>
                </a:lnTo>
                <a:lnTo>
                  <a:pt x="403997" y="1788982"/>
                </a:lnTo>
                <a:lnTo>
                  <a:pt x="420653" y="1804538"/>
                </a:lnTo>
                <a:lnTo>
                  <a:pt x="434888" y="1820095"/>
                </a:lnTo>
                <a:lnTo>
                  <a:pt x="445798" y="1835651"/>
                </a:lnTo>
                <a:lnTo>
                  <a:pt x="452659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4" name="02_full_CA2_774">
            <a:extLst>
              <a:ext uri="{FF2B5EF4-FFF2-40B4-BE49-F238E27FC236}">
                <a16:creationId xmlns:a16="http://schemas.microsoft.com/office/drawing/2014/main" id="{483714CF-1957-40F9-9513-1D740F77D4DE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99448" y="1866764"/>
                </a:moveTo>
                <a:lnTo>
                  <a:pt x="55552" y="1866764"/>
                </a:lnTo>
                <a:lnTo>
                  <a:pt x="57242" y="1851207"/>
                </a:lnTo>
                <a:lnTo>
                  <a:pt x="62196" y="1835651"/>
                </a:lnTo>
                <a:lnTo>
                  <a:pt x="70071" y="1820095"/>
                </a:lnTo>
                <a:lnTo>
                  <a:pt x="80341" y="1804538"/>
                </a:lnTo>
                <a:lnTo>
                  <a:pt x="92348" y="1788982"/>
                </a:lnTo>
                <a:lnTo>
                  <a:pt x="105373" y="1773425"/>
                </a:lnTo>
                <a:lnTo>
                  <a:pt x="118702" y="1757869"/>
                </a:lnTo>
                <a:lnTo>
                  <a:pt x="131683" y="1742313"/>
                </a:lnTo>
                <a:lnTo>
                  <a:pt x="143774" y="1726756"/>
                </a:lnTo>
                <a:lnTo>
                  <a:pt x="154574" y="1711200"/>
                </a:lnTo>
                <a:lnTo>
                  <a:pt x="163824" y="1695644"/>
                </a:lnTo>
                <a:lnTo>
                  <a:pt x="171407" y="1680087"/>
                </a:lnTo>
                <a:lnTo>
                  <a:pt x="177327" y="1664531"/>
                </a:lnTo>
                <a:lnTo>
                  <a:pt x="181682" y="1648975"/>
                </a:lnTo>
                <a:lnTo>
                  <a:pt x="184634" y="1633418"/>
                </a:lnTo>
                <a:lnTo>
                  <a:pt x="186384" y="1617862"/>
                </a:lnTo>
                <a:lnTo>
                  <a:pt x="187146" y="1602305"/>
                </a:lnTo>
                <a:lnTo>
                  <a:pt x="187130" y="1586749"/>
                </a:lnTo>
                <a:lnTo>
                  <a:pt x="186530" y="1571193"/>
                </a:lnTo>
                <a:lnTo>
                  <a:pt x="185514" y="1555636"/>
                </a:lnTo>
                <a:lnTo>
                  <a:pt x="184223" y="1540080"/>
                </a:lnTo>
                <a:lnTo>
                  <a:pt x="182768" y="1524524"/>
                </a:lnTo>
                <a:lnTo>
                  <a:pt x="181235" y="1508967"/>
                </a:lnTo>
                <a:lnTo>
                  <a:pt x="179683" y="1493411"/>
                </a:lnTo>
                <a:lnTo>
                  <a:pt x="178150" y="1477855"/>
                </a:lnTo>
                <a:lnTo>
                  <a:pt x="176654" y="1462298"/>
                </a:lnTo>
                <a:lnTo>
                  <a:pt x="175201" y="1446742"/>
                </a:lnTo>
                <a:lnTo>
                  <a:pt x="173786" y="1431185"/>
                </a:lnTo>
                <a:lnTo>
                  <a:pt x="172397" y="1415629"/>
                </a:lnTo>
                <a:lnTo>
                  <a:pt x="171028" y="1400073"/>
                </a:lnTo>
                <a:lnTo>
                  <a:pt x="169676" y="1384516"/>
                </a:lnTo>
                <a:lnTo>
                  <a:pt x="168352" y="1368960"/>
                </a:lnTo>
                <a:lnTo>
                  <a:pt x="167085" y="1353404"/>
                </a:lnTo>
                <a:lnTo>
                  <a:pt x="165921" y="1337847"/>
                </a:lnTo>
                <a:lnTo>
                  <a:pt x="164924" y="1322291"/>
                </a:lnTo>
                <a:lnTo>
                  <a:pt x="164168" y="1306735"/>
                </a:lnTo>
                <a:lnTo>
                  <a:pt x="163734" y="1291178"/>
                </a:lnTo>
                <a:lnTo>
                  <a:pt x="163693" y="1275622"/>
                </a:lnTo>
                <a:lnTo>
                  <a:pt x="164094" y="1260065"/>
                </a:lnTo>
                <a:lnTo>
                  <a:pt x="164954" y="1244509"/>
                </a:lnTo>
                <a:lnTo>
                  <a:pt x="166242" y="1228953"/>
                </a:lnTo>
                <a:lnTo>
                  <a:pt x="167880" y="1213396"/>
                </a:lnTo>
                <a:lnTo>
                  <a:pt x="169732" y="1197840"/>
                </a:lnTo>
                <a:lnTo>
                  <a:pt x="171619" y="1182284"/>
                </a:lnTo>
                <a:lnTo>
                  <a:pt x="173322" y="1166727"/>
                </a:lnTo>
                <a:lnTo>
                  <a:pt x="174601" y="1151171"/>
                </a:lnTo>
                <a:lnTo>
                  <a:pt x="175219" y="1135615"/>
                </a:lnTo>
                <a:lnTo>
                  <a:pt x="174960" y="1120058"/>
                </a:lnTo>
                <a:lnTo>
                  <a:pt x="173656" y="1104502"/>
                </a:lnTo>
                <a:lnTo>
                  <a:pt x="171204" y="1088945"/>
                </a:lnTo>
                <a:lnTo>
                  <a:pt x="167589" y="1073389"/>
                </a:lnTo>
                <a:lnTo>
                  <a:pt x="162888" y="1057833"/>
                </a:lnTo>
                <a:lnTo>
                  <a:pt x="157278" y="1042276"/>
                </a:lnTo>
                <a:lnTo>
                  <a:pt x="151026" y="1026720"/>
                </a:lnTo>
                <a:lnTo>
                  <a:pt x="144474" y="1011164"/>
                </a:lnTo>
                <a:lnTo>
                  <a:pt x="138011" y="995607"/>
                </a:lnTo>
                <a:lnTo>
                  <a:pt x="132043" y="980051"/>
                </a:lnTo>
                <a:lnTo>
                  <a:pt x="126955" y="964495"/>
                </a:lnTo>
                <a:lnTo>
                  <a:pt x="123076" y="948938"/>
                </a:lnTo>
                <a:lnTo>
                  <a:pt x="120647" y="933382"/>
                </a:lnTo>
                <a:lnTo>
                  <a:pt x="119801" y="917825"/>
                </a:lnTo>
                <a:lnTo>
                  <a:pt x="120545" y="902269"/>
                </a:lnTo>
                <a:lnTo>
                  <a:pt x="122772" y="886713"/>
                </a:lnTo>
                <a:lnTo>
                  <a:pt x="126263" y="871156"/>
                </a:lnTo>
                <a:lnTo>
                  <a:pt x="130722" y="855600"/>
                </a:lnTo>
                <a:lnTo>
                  <a:pt x="135796" y="840044"/>
                </a:lnTo>
                <a:lnTo>
                  <a:pt x="141118" y="824487"/>
                </a:lnTo>
                <a:lnTo>
                  <a:pt x="146334" y="808931"/>
                </a:lnTo>
                <a:lnTo>
                  <a:pt x="151134" y="793375"/>
                </a:lnTo>
                <a:lnTo>
                  <a:pt x="155276" y="777818"/>
                </a:lnTo>
                <a:lnTo>
                  <a:pt x="158605" y="762262"/>
                </a:lnTo>
                <a:lnTo>
                  <a:pt x="161052" y="746705"/>
                </a:lnTo>
                <a:lnTo>
                  <a:pt x="162645" y="731149"/>
                </a:lnTo>
                <a:lnTo>
                  <a:pt x="163488" y="715593"/>
                </a:lnTo>
                <a:lnTo>
                  <a:pt x="163757" y="700036"/>
                </a:lnTo>
                <a:lnTo>
                  <a:pt x="163667" y="684480"/>
                </a:lnTo>
                <a:lnTo>
                  <a:pt x="163457" y="668924"/>
                </a:lnTo>
                <a:lnTo>
                  <a:pt x="163358" y="653367"/>
                </a:lnTo>
                <a:lnTo>
                  <a:pt x="163569" y="637811"/>
                </a:lnTo>
                <a:lnTo>
                  <a:pt x="164241" y="622255"/>
                </a:lnTo>
                <a:lnTo>
                  <a:pt x="165460" y="606698"/>
                </a:lnTo>
                <a:lnTo>
                  <a:pt x="167246" y="591142"/>
                </a:lnTo>
                <a:lnTo>
                  <a:pt x="169558" y="575585"/>
                </a:lnTo>
                <a:lnTo>
                  <a:pt x="172302" y="560029"/>
                </a:lnTo>
                <a:lnTo>
                  <a:pt x="175351" y="544473"/>
                </a:lnTo>
                <a:lnTo>
                  <a:pt x="178564" y="528916"/>
                </a:lnTo>
                <a:lnTo>
                  <a:pt x="181803" y="513360"/>
                </a:lnTo>
                <a:lnTo>
                  <a:pt x="184949" y="497804"/>
                </a:lnTo>
                <a:lnTo>
                  <a:pt x="187913" y="482247"/>
                </a:lnTo>
                <a:lnTo>
                  <a:pt x="190637" y="466691"/>
                </a:lnTo>
                <a:lnTo>
                  <a:pt x="193096" y="451135"/>
                </a:lnTo>
                <a:lnTo>
                  <a:pt x="195289" y="435578"/>
                </a:lnTo>
                <a:lnTo>
                  <a:pt x="197234" y="420022"/>
                </a:lnTo>
                <a:lnTo>
                  <a:pt x="198953" y="404465"/>
                </a:lnTo>
                <a:lnTo>
                  <a:pt x="200469" y="388909"/>
                </a:lnTo>
                <a:lnTo>
                  <a:pt x="201793" y="373353"/>
                </a:lnTo>
                <a:lnTo>
                  <a:pt x="202918" y="357796"/>
                </a:lnTo>
                <a:lnTo>
                  <a:pt x="203814" y="342240"/>
                </a:lnTo>
                <a:lnTo>
                  <a:pt x="204421" y="326684"/>
                </a:lnTo>
                <a:lnTo>
                  <a:pt x="204648" y="311127"/>
                </a:lnTo>
                <a:lnTo>
                  <a:pt x="204369" y="295571"/>
                </a:lnTo>
                <a:lnTo>
                  <a:pt x="203422" y="280015"/>
                </a:lnTo>
                <a:lnTo>
                  <a:pt x="201605" y="264458"/>
                </a:lnTo>
                <a:lnTo>
                  <a:pt x="198686" y="248902"/>
                </a:lnTo>
                <a:lnTo>
                  <a:pt x="194407" y="233345"/>
                </a:lnTo>
                <a:lnTo>
                  <a:pt x="188501" y="217789"/>
                </a:lnTo>
                <a:lnTo>
                  <a:pt x="180719" y="202233"/>
                </a:lnTo>
                <a:lnTo>
                  <a:pt x="170855" y="186676"/>
                </a:lnTo>
                <a:lnTo>
                  <a:pt x="158790" y="171120"/>
                </a:lnTo>
                <a:lnTo>
                  <a:pt x="144530" y="155564"/>
                </a:lnTo>
                <a:lnTo>
                  <a:pt x="128243" y="140007"/>
                </a:lnTo>
                <a:lnTo>
                  <a:pt x="110287" y="124451"/>
                </a:lnTo>
                <a:lnTo>
                  <a:pt x="91223" y="108895"/>
                </a:lnTo>
                <a:lnTo>
                  <a:pt x="71804" y="93338"/>
                </a:lnTo>
                <a:lnTo>
                  <a:pt x="52934" y="77782"/>
                </a:lnTo>
                <a:lnTo>
                  <a:pt x="35611" y="62225"/>
                </a:lnTo>
                <a:lnTo>
                  <a:pt x="20836" y="46669"/>
                </a:lnTo>
                <a:lnTo>
                  <a:pt x="9528" y="31113"/>
                </a:lnTo>
                <a:lnTo>
                  <a:pt x="2423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577" y="15556"/>
                </a:lnTo>
                <a:lnTo>
                  <a:pt x="445472" y="31113"/>
                </a:lnTo>
                <a:lnTo>
                  <a:pt x="434164" y="46669"/>
                </a:lnTo>
                <a:lnTo>
                  <a:pt x="419389" y="62225"/>
                </a:lnTo>
                <a:lnTo>
                  <a:pt x="402066" y="77782"/>
                </a:lnTo>
                <a:lnTo>
                  <a:pt x="383196" y="93338"/>
                </a:lnTo>
                <a:lnTo>
                  <a:pt x="363777" y="108895"/>
                </a:lnTo>
                <a:lnTo>
                  <a:pt x="344713" y="124451"/>
                </a:lnTo>
                <a:lnTo>
                  <a:pt x="326757" y="140007"/>
                </a:lnTo>
                <a:lnTo>
                  <a:pt x="310470" y="155564"/>
                </a:lnTo>
                <a:lnTo>
                  <a:pt x="296210" y="171120"/>
                </a:lnTo>
                <a:lnTo>
                  <a:pt x="284145" y="186676"/>
                </a:lnTo>
                <a:lnTo>
                  <a:pt x="274281" y="202233"/>
                </a:lnTo>
                <a:lnTo>
                  <a:pt x="266499" y="217789"/>
                </a:lnTo>
                <a:lnTo>
                  <a:pt x="260593" y="233345"/>
                </a:lnTo>
                <a:lnTo>
                  <a:pt x="256314" y="248902"/>
                </a:lnTo>
                <a:lnTo>
                  <a:pt x="253395" y="264458"/>
                </a:lnTo>
                <a:lnTo>
                  <a:pt x="251578" y="280015"/>
                </a:lnTo>
                <a:lnTo>
                  <a:pt x="250631" y="295571"/>
                </a:lnTo>
                <a:lnTo>
                  <a:pt x="250352" y="311127"/>
                </a:lnTo>
                <a:lnTo>
                  <a:pt x="250579" y="326684"/>
                </a:lnTo>
                <a:lnTo>
                  <a:pt x="251186" y="342240"/>
                </a:lnTo>
                <a:lnTo>
                  <a:pt x="252082" y="357796"/>
                </a:lnTo>
                <a:lnTo>
                  <a:pt x="253207" y="373353"/>
                </a:lnTo>
                <a:lnTo>
                  <a:pt x="254531" y="388909"/>
                </a:lnTo>
                <a:lnTo>
                  <a:pt x="256047" y="404465"/>
                </a:lnTo>
                <a:lnTo>
                  <a:pt x="257766" y="420022"/>
                </a:lnTo>
                <a:lnTo>
                  <a:pt x="259711" y="435578"/>
                </a:lnTo>
                <a:lnTo>
                  <a:pt x="261904" y="451135"/>
                </a:lnTo>
                <a:lnTo>
                  <a:pt x="264363" y="466691"/>
                </a:lnTo>
                <a:lnTo>
                  <a:pt x="267087" y="482247"/>
                </a:lnTo>
                <a:lnTo>
                  <a:pt x="270051" y="497804"/>
                </a:lnTo>
                <a:lnTo>
                  <a:pt x="273197" y="513360"/>
                </a:lnTo>
                <a:lnTo>
                  <a:pt x="276436" y="528916"/>
                </a:lnTo>
                <a:lnTo>
                  <a:pt x="279649" y="544473"/>
                </a:lnTo>
                <a:lnTo>
                  <a:pt x="282698" y="560029"/>
                </a:lnTo>
                <a:lnTo>
                  <a:pt x="285442" y="575585"/>
                </a:lnTo>
                <a:lnTo>
                  <a:pt x="287754" y="591142"/>
                </a:lnTo>
                <a:lnTo>
                  <a:pt x="289540" y="606698"/>
                </a:lnTo>
                <a:lnTo>
                  <a:pt x="290759" y="622255"/>
                </a:lnTo>
                <a:lnTo>
                  <a:pt x="291431" y="637811"/>
                </a:lnTo>
                <a:lnTo>
                  <a:pt x="291642" y="653367"/>
                </a:lnTo>
                <a:lnTo>
                  <a:pt x="291543" y="668924"/>
                </a:lnTo>
                <a:lnTo>
                  <a:pt x="291333" y="684480"/>
                </a:lnTo>
                <a:lnTo>
                  <a:pt x="291243" y="700036"/>
                </a:lnTo>
                <a:lnTo>
                  <a:pt x="291512" y="715593"/>
                </a:lnTo>
                <a:lnTo>
                  <a:pt x="292355" y="731149"/>
                </a:lnTo>
                <a:lnTo>
                  <a:pt x="293947" y="746705"/>
                </a:lnTo>
                <a:lnTo>
                  <a:pt x="296395" y="762262"/>
                </a:lnTo>
                <a:lnTo>
                  <a:pt x="299724" y="777818"/>
                </a:lnTo>
                <a:lnTo>
                  <a:pt x="303866" y="793375"/>
                </a:lnTo>
                <a:lnTo>
                  <a:pt x="308666" y="808931"/>
                </a:lnTo>
                <a:lnTo>
                  <a:pt x="313882" y="824487"/>
                </a:lnTo>
                <a:lnTo>
                  <a:pt x="319204" y="840044"/>
                </a:lnTo>
                <a:lnTo>
                  <a:pt x="324278" y="855600"/>
                </a:lnTo>
                <a:lnTo>
                  <a:pt x="328737" y="871156"/>
                </a:lnTo>
                <a:lnTo>
                  <a:pt x="332228" y="886713"/>
                </a:lnTo>
                <a:lnTo>
                  <a:pt x="334455" y="902269"/>
                </a:lnTo>
                <a:lnTo>
                  <a:pt x="335199" y="917825"/>
                </a:lnTo>
                <a:lnTo>
                  <a:pt x="334353" y="933382"/>
                </a:lnTo>
                <a:lnTo>
                  <a:pt x="331924" y="948938"/>
                </a:lnTo>
                <a:lnTo>
                  <a:pt x="328045" y="964495"/>
                </a:lnTo>
                <a:lnTo>
                  <a:pt x="322957" y="980051"/>
                </a:lnTo>
                <a:lnTo>
                  <a:pt x="316989" y="995607"/>
                </a:lnTo>
                <a:lnTo>
                  <a:pt x="310526" y="1011164"/>
                </a:lnTo>
                <a:lnTo>
                  <a:pt x="303974" y="1026720"/>
                </a:lnTo>
                <a:lnTo>
                  <a:pt x="297722" y="1042276"/>
                </a:lnTo>
                <a:lnTo>
                  <a:pt x="292112" y="1057833"/>
                </a:lnTo>
                <a:lnTo>
                  <a:pt x="287411" y="1073389"/>
                </a:lnTo>
                <a:lnTo>
                  <a:pt x="283796" y="1088945"/>
                </a:lnTo>
                <a:lnTo>
                  <a:pt x="281344" y="1104502"/>
                </a:lnTo>
                <a:lnTo>
                  <a:pt x="280040" y="1120058"/>
                </a:lnTo>
                <a:lnTo>
                  <a:pt x="279781" y="1135615"/>
                </a:lnTo>
                <a:lnTo>
                  <a:pt x="280399" y="1151171"/>
                </a:lnTo>
                <a:lnTo>
                  <a:pt x="281678" y="1166727"/>
                </a:lnTo>
                <a:lnTo>
                  <a:pt x="283381" y="1182284"/>
                </a:lnTo>
                <a:lnTo>
                  <a:pt x="285268" y="1197840"/>
                </a:lnTo>
                <a:lnTo>
                  <a:pt x="287120" y="1213396"/>
                </a:lnTo>
                <a:lnTo>
                  <a:pt x="288758" y="1228953"/>
                </a:lnTo>
                <a:lnTo>
                  <a:pt x="290046" y="1244509"/>
                </a:lnTo>
                <a:lnTo>
                  <a:pt x="290906" y="1260065"/>
                </a:lnTo>
                <a:lnTo>
                  <a:pt x="291307" y="1275622"/>
                </a:lnTo>
                <a:lnTo>
                  <a:pt x="291266" y="1291178"/>
                </a:lnTo>
                <a:lnTo>
                  <a:pt x="290832" y="1306735"/>
                </a:lnTo>
                <a:lnTo>
                  <a:pt x="290076" y="1322291"/>
                </a:lnTo>
                <a:lnTo>
                  <a:pt x="289079" y="1337847"/>
                </a:lnTo>
                <a:lnTo>
                  <a:pt x="287915" y="1353404"/>
                </a:lnTo>
                <a:lnTo>
                  <a:pt x="286648" y="1368960"/>
                </a:lnTo>
                <a:lnTo>
                  <a:pt x="285324" y="1384516"/>
                </a:lnTo>
                <a:lnTo>
                  <a:pt x="283972" y="1400073"/>
                </a:lnTo>
                <a:lnTo>
                  <a:pt x="282603" y="1415629"/>
                </a:lnTo>
                <a:lnTo>
                  <a:pt x="281214" y="1431185"/>
                </a:lnTo>
                <a:lnTo>
                  <a:pt x="279799" y="1446742"/>
                </a:lnTo>
                <a:lnTo>
                  <a:pt x="278346" y="1462298"/>
                </a:lnTo>
                <a:lnTo>
                  <a:pt x="276850" y="1477855"/>
                </a:lnTo>
                <a:lnTo>
                  <a:pt x="275317" y="1493411"/>
                </a:lnTo>
                <a:lnTo>
                  <a:pt x="273765" y="1508967"/>
                </a:lnTo>
                <a:lnTo>
                  <a:pt x="272232" y="1524524"/>
                </a:lnTo>
                <a:lnTo>
                  <a:pt x="270777" y="1540080"/>
                </a:lnTo>
                <a:lnTo>
                  <a:pt x="269486" y="1555636"/>
                </a:lnTo>
                <a:lnTo>
                  <a:pt x="268470" y="1571193"/>
                </a:lnTo>
                <a:lnTo>
                  <a:pt x="267870" y="1586749"/>
                </a:lnTo>
                <a:lnTo>
                  <a:pt x="267854" y="1602305"/>
                </a:lnTo>
                <a:lnTo>
                  <a:pt x="268616" y="1617862"/>
                </a:lnTo>
                <a:lnTo>
                  <a:pt x="270366" y="1633418"/>
                </a:lnTo>
                <a:lnTo>
                  <a:pt x="273318" y="1648975"/>
                </a:lnTo>
                <a:lnTo>
                  <a:pt x="277673" y="1664531"/>
                </a:lnTo>
                <a:lnTo>
                  <a:pt x="283593" y="1680087"/>
                </a:lnTo>
                <a:lnTo>
                  <a:pt x="291176" y="1695644"/>
                </a:lnTo>
                <a:lnTo>
                  <a:pt x="300426" y="1711200"/>
                </a:lnTo>
                <a:lnTo>
                  <a:pt x="311226" y="1726756"/>
                </a:lnTo>
                <a:lnTo>
                  <a:pt x="323317" y="1742313"/>
                </a:lnTo>
                <a:lnTo>
                  <a:pt x="336298" y="1757869"/>
                </a:lnTo>
                <a:lnTo>
                  <a:pt x="349627" y="1773425"/>
                </a:lnTo>
                <a:lnTo>
                  <a:pt x="362652" y="1788982"/>
                </a:lnTo>
                <a:lnTo>
                  <a:pt x="374659" y="1804538"/>
                </a:lnTo>
                <a:lnTo>
                  <a:pt x="384929" y="1820095"/>
                </a:lnTo>
                <a:lnTo>
                  <a:pt x="392804" y="1835651"/>
                </a:lnTo>
                <a:lnTo>
                  <a:pt x="397758" y="1851207"/>
                </a:lnTo>
                <a:lnTo>
                  <a:pt x="399448" y="1866764"/>
                </a:lnTo>
                <a:lnTo>
                  <a:pt x="399448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5" name="02_full_CA2_775">
            <a:extLst>
              <a:ext uri="{FF2B5EF4-FFF2-40B4-BE49-F238E27FC236}">
                <a16:creationId xmlns:a16="http://schemas.microsoft.com/office/drawing/2014/main" id="{8C62A617-ADC4-4C50-B112-BCD01D3D5ED5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30165" y="1866764"/>
                </a:moveTo>
                <a:lnTo>
                  <a:pt x="124835" y="1866764"/>
                </a:lnTo>
                <a:lnTo>
                  <a:pt x="125826" y="1851207"/>
                </a:lnTo>
                <a:lnTo>
                  <a:pt x="128729" y="1835651"/>
                </a:lnTo>
                <a:lnTo>
                  <a:pt x="133343" y="1820095"/>
                </a:lnTo>
                <a:lnTo>
                  <a:pt x="139358" y="1804538"/>
                </a:lnTo>
                <a:lnTo>
                  <a:pt x="146388" y="1788982"/>
                </a:lnTo>
                <a:lnTo>
                  <a:pt x="154010" y="1773425"/>
                </a:lnTo>
                <a:lnTo>
                  <a:pt x="161802" y="1757869"/>
                </a:lnTo>
                <a:lnTo>
                  <a:pt x="169383" y="1742313"/>
                </a:lnTo>
                <a:lnTo>
                  <a:pt x="176434" y="1726756"/>
                </a:lnTo>
                <a:lnTo>
                  <a:pt x="182718" y="1711200"/>
                </a:lnTo>
                <a:lnTo>
                  <a:pt x="188085" y="1695644"/>
                </a:lnTo>
                <a:lnTo>
                  <a:pt x="192468" y="1680087"/>
                </a:lnTo>
                <a:lnTo>
                  <a:pt x="195869" y="1664531"/>
                </a:lnTo>
                <a:lnTo>
                  <a:pt x="198351" y="1648975"/>
                </a:lnTo>
                <a:lnTo>
                  <a:pt x="200011" y="1633418"/>
                </a:lnTo>
                <a:lnTo>
                  <a:pt x="200972" y="1617862"/>
                </a:lnTo>
                <a:lnTo>
                  <a:pt x="201366" y="1602305"/>
                </a:lnTo>
                <a:lnTo>
                  <a:pt x="201320" y="1586749"/>
                </a:lnTo>
                <a:lnTo>
                  <a:pt x="200954" y="1571193"/>
                </a:lnTo>
                <a:lnTo>
                  <a:pt x="200374" y="1555636"/>
                </a:lnTo>
                <a:lnTo>
                  <a:pt x="199666" y="1540080"/>
                </a:lnTo>
                <a:lnTo>
                  <a:pt x="198902" y="1524524"/>
                </a:lnTo>
                <a:lnTo>
                  <a:pt x="198135" y="1508967"/>
                </a:lnTo>
                <a:lnTo>
                  <a:pt x="197402" y="1493411"/>
                </a:lnTo>
                <a:lnTo>
                  <a:pt x="196728" y="1477855"/>
                </a:lnTo>
                <a:lnTo>
                  <a:pt x="196125" y="1462298"/>
                </a:lnTo>
                <a:lnTo>
                  <a:pt x="195594" y="1446742"/>
                </a:lnTo>
                <a:lnTo>
                  <a:pt x="195133" y="1431185"/>
                </a:lnTo>
                <a:lnTo>
                  <a:pt x="194731" y="1415629"/>
                </a:lnTo>
                <a:lnTo>
                  <a:pt x="194381" y="1400073"/>
                </a:lnTo>
                <a:lnTo>
                  <a:pt x="194073" y="1384516"/>
                </a:lnTo>
                <a:lnTo>
                  <a:pt x="193805" y="1368960"/>
                </a:lnTo>
                <a:lnTo>
                  <a:pt x="193582" y="1353404"/>
                </a:lnTo>
                <a:lnTo>
                  <a:pt x="193414" y="1337847"/>
                </a:lnTo>
                <a:lnTo>
                  <a:pt x="193324" y="1322291"/>
                </a:lnTo>
                <a:lnTo>
                  <a:pt x="193337" y="1306735"/>
                </a:lnTo>
                <a:lnTo>
                  <a:pt x="193483" y="1291178"/>
                </a:lnTo>
                <a:lnTo>
                  <a:pt x="193790" y="1275622"/>
                </a:lnTo>
                <a:lnTo>
                  <a:pt x="194277" y="1260065"/>
                </a:lnTo>
                <a:lnTo>
                  <a:pt x="194952" y="1244509"/>
                </a:lnTo>
                <a:lnTo>
                  <a:pt x="195802" y="1228953"/>
                </a:lnTo>
                <a:lnTo>
                  <a:pt x="196792" y="1213396"/>
                </a:lnTo>
                <a:lnTo>
                  <a:pt x="197863" y="1197840"/>
                </a:lnTo>
                <a:lnTo>
                  <a:pt x="198934" y="1182284"/>
                </a:lnTo>
                <a:lnTo>
                  <a:pt x="199904" y="1166727"/>
                </a:lnTo>
                <a:lnTo>
                  <a:pt x="200662" y="1151171"/>
                </a:lnTo>
                <a:lnTo>
                  <a:pt x="201095" y="1135615"/>
                </a:lnTo>
                <a:lnTo>
                  <a:pt x="201098" y="1120058"/>
                </a:lnTo>
                <a:lnTo>
                  <a:pt x="200585" y="1104502"/>
                </a:lnTo>
                <a:lnTo>
                  <a:pt x="199502" y="1088945"/>
                </a:lnTo>
                <a:lnTo>
                  <a:pt x="197834" y="1073389"/>
                </a:lnTo>
                <a:lnTo>
                  <a:pt x="195608" y="1057833"/>
                </a:lnTo>
                <a:lnTo>
                  <a:pt x="192902" y="1042276"/>
                </a:lnTo>
                <a:lnTo>
                  <a:pt x="189837" y="1026720"/>
                </a:lnTo>
                <a:lnTo>
                  <a:pt x="186569" y="1011164"/>
                </a:lnTo>
                <a:lnTo>
                  <a:pt x="183281" y="995607"/>
                </a:lnTo>
                <a:lnTo>
                  <a:pt x="180165" y="980051"/>
                </a:lnTo>
                <a:lnTo>
                  <a:pt x="177403" y="964495"/>
                </a:lnTo>
                <a:lnTo>
                  <a:pt x="175152" y="948938"/>
                </a:lnTo>
                <a:lnTo>
                  <a:pt x="173528" y="933382"/>
                </a:lnTo>
                <a:lnTo>
                  <a:pt x="172596" y="917825"/>
                </a:lnTo>
                <a:lnTo>
                  <a:pt x="172362" y="902269"/>
                </a:lnTo>
                <a:lnTo>
                  <a:pt x="172775" y="886713"/>
                </a:lnTo>
                <a:lnTo>
                  <a:pt x="173735" y="871156"/>
                </a:lnTo>
                <a:lnTo>
                  <a:pt x="175100" y="855600"/>
                </a:lnTo>
                <a:lnTo>
                  <a:pt x="176708" y="840044"/>
                </a:lnTo>
                <a:lnTo>
                  <a:pt x="178387" y="824487"/>
                </a:lnTo>
                <a:lnTo>
                  <a:pt x="179975" y="808931"/>
                </a:lnTo>
                <a:lnTo>
                  <a:pt x="181335" y="793375"/>
                </a:lnTo>
                <a:lnTo>
                  <a:pt x="182368" y="777818"/>
                </a:lnTo>
                <a:lnTo>
                  <a:pt x="183017" y="762262"/>
                </a:lnTo>
                <a:lnTo>
                  <a:pt x="183277" y="746705"/>
                </a:lnTo>
                <a:lnTo>
                  <a:pt x="183194" y="731149"/>
                </a:lnTo>
                <a:lnTo>
                  <a:pt x="182854" y="715593"/>
                </a:lnTo>
                <a:lnTo>
                  <a:pt x="182379" y="700036"/>
                </a:lnTo>
                <a:lnTo>
                  <a:pt x="181915" y="684480"/>
                </a:lnTo>
                <a:lnTo>
                  <a:pt x="181611" y="668924"/>
                </a:lnTo>
                <a:lnTo>
                  <a:pt x="181608" y="653367"/>
                </a:lnTo>
                <a:lnTo>
                  <a:pt x="182021" y="637811"/>
                </a:lnTo>
                <a:lnTo>
                  <a:pt x="182929" y="622255"/>
                </a:lnTo>
                <a:lnTo>
                  <a:pt x="184364" y="606698"/>
                </a:lnTo>
                <a:lnTo>
                  <a:pt x="186312" y="591142"/>
                </a:lnTo>
                <a:lnTo>
                  <a:pt x="188715" y="575585"/>
                </a:lnTo>
                <a:lnTo>
                  <a:pt x="191480" y="560029"/>
                </a:lnTo>
                <a:lnTo>
                  <a:pt x="194489" y="544473"/>
                </a:lnTo>
                <a:lnTo>
                  <a:pt x="197614" y="528916"/>
                </a:lnTo>
                <a:lnTo>
                  <a:pt x="200730" y="513360"/>
                </a:lnTo>
                <a:lnTo>
                  <a:pt x="203727" y="497804"/>
                </a:lnTo>
                <a:lnTo>
                  <a:pt x="206515" y="482247"/>
                </a:lnTo>
                <a:lnTo>
                  <a:pt x="209029" y="466691"/>
                </a:lnTo>
                <a:lnTo>
                  <a:pt x="211229" y="451135"/>
                </a:lnTo>
                <a:lnTo>
                  <a:pt x="213099" y="435578"/>
                </a:lnTo>
                <a:lnTo>
                  <a:pt x="214639" y="420022"/>
                </a:lnTo>
                <a:lnTo>
                  <a:pt x="215857" y="404465"/>
                </a:lnTo>
                <a:lnTo>
                  <a:pt x="216770" y="388909"/>
                </a:lnTo>
                <a:lnTo>
                  <a:pt x="217387" y="373353"/>
                </a:lnTo>
                <a:lnTo>
                  <a:pt x="217711" y="357796"/>
                </a:lnTo>
                <a:lnTo>
                  <a:pt x="217728" y="342240"/>
                </a:lnTo>
                <a:lnTo>
                  <a:pt x="217400" y="326684"/>
                </a:lnTo>
                <a:lnTo>
                  <a:pt x="216664" y="311127"/>
                </a:lnTo>
                <a:lnTo>
                  <a:pt x="215419" y="295571"/>
                </a:lnTo>
                <a:lnTo>
                  <a:pt x="213524" y="280015"/>
                </a:lnTo>
                <a:lnTo>
                  <a:pt x="210799" y="264458"/>
                </a:lnTo>
                <a:lnTo>
                  <a:pt x="207022" y="248902"/>
                </a:lnTo>
                <a:lnTo>
                  <a:pt x="201941" y="233345"/>
                </a:lnTo>
                <a:lnTo>
                  <a:pt x="195286" y="217789"/>
                </a:lnTo>
                <a:lnTo>
                  <a:pt x="186801" y="202233"/>
                </a:lnTo>
                <a:lnTo>
                  <a:pt x="176271" y="186676"/>
                </a:lnTo>
                <a:lnTo>
                  <a:pt x="163567" y="171120"/>
                </a:lnTo>
                <a:lnTo>
                  <a:pt x="148684" y="155564"/>
                </a:lnTo>
                <a:lnTo>
                  <a:pt x="131787" y="140007"/>
                </a:lnTo>
                <a:lnTo>
                  <a:pt x="113235" y="124451"/>
                </a:lnTo>
                <a:lnTo>
                  <a:pt x="93593" y="108895"/>
                </a:lnTo>
                <a:lnTo>
                  <a:pt x="73626" y="93338"/>
                </a:lnTo>
                <a:lnTo>
                  <a:pt x="54251" y="77782"/>
                </a:lnTo>
                <a:lnTo>
                  <a:pt x="36482" y="62225"/>
                </a:lnTo>
                <a:lnTo>
                  <a:pt x="21340" y="46669"/>
                </a:lnTo>
                <a:lnTo>
                  <a:pt x="9756" y="31113"/>
                </a:lnTo>
                <a:lnTo>
                  <a:pt x="2481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519" y="15556"/>
                </a:lnTo>
                <a:lnTo>
                  <a:pt x="445244" y="31113"/>
                </a:lnTo>
                <a:lnTo>
                  <a:pt x="433660" y="46669"/>
                </a:lnTo>
                <a:lnTo>
                  <a:pt x="418518" y="62225"/>
                </a:lnTo>
                <a:lnTo>
                  <a:pt x="400749" y="77782"/>
                </a:lnTo>
                <a:lnTo>
                  <a:pt x="381374" y="93338"/>
                </a:lnTo>
                <a:lnTo>
                  <a:pt x="361407" y="108895"/>
                </a:lnTo>
                <a:lnTo>
                  <a:pt x="341765" y="124451"/>
                </a:lnTo>
                <a:lnTo>
                  <a:pt x="323213" y="140007"/>
                </a:lnTo>
                <a:lnTo>
                  <a:pt x="306316" y="155564"/>
                </a:lnTo>
                <a:lnTo>
                  <a:pt x="291433" y="171120"/>
                </a:lnTo>
                <a:lnTo>
                  <a:pt x="278729" y="186676"/>
                </a:lnTo>
                <a:lnTo>
                  <a:pt x="268199" y="202233"/>
                </a:lnTo>
                <a:lnTo>
                  <a:pt x="259714" y="217789"/>
                </a:lnTo>
                <a:lnTo>
                  <a:pt x="253059" y="233345"/>
                </a:lnTo>
                <a:lnTo>
                  <a:pt x="247978" y="248902"/>
                </a:lnTo>
                <a:lnTo>
                  <a:pt x="244201" y="264458"/>
                </a:lnTo>
                <a:lnTo>
                  <a:pt x="241476" y="280015"/>
                </a:lnTo>
                <a:lnTo>
                  <a:pt x="239581" y="295571"/>
                </a:lnTo>
                <a:lnTo>
                  <a:pt x="238336" y="311127"/>
                </a:lnTo>
                <a:lnTo>
                  <a:pt x="237600" y="326684"/>
                </a:lnTo>
                <a:lnTo>
                  <a:pt x="237272" y="342240"/>
                </a:lnTo>
                <a:lnTo>
                  <a:pt x="237289" y="357796"/>
                </a:lnTo>
                <a:lnTo>
                  <a:pt x="237613" y="373353"/>
                </a:lnTo>
                <a:lnTo>
                  <a:pt x="238230" y="388909"/>
                </a:lnTo>
                <a:lnTo>
                  <a:pt x="239143" y="404465"/>
                </a:lnTo>
                <a:lnTo>
                  <a:pt x="240361" y="420022"/>
                </a:lnTo>
                <a:lnTo>
                  <a:pt x="241901" y="435578"/>
                </a:lnTo>
                <a:lnTo>
                  <a:pt x="243771" y="451135"/>
                </a:lnTo>
                <a:lnTo>
                  <a:pt x="245971" y="466691"/>
                </a:lnTo>
                <a:lnTo>
                  <a:pt x="248485" y="482247"/>
                </a:lnTo>
                <a:lnTo>
                  <a:pt x="251273" y="497804"/>
                </a:lnTo>
                <a:lnTo>
                  <a:pt x="254270" y="513360"/>
                </a:lnTo>
                <a:lnTo>
                  <a:pt x="257386" y="528916"/>
                </a:lnTo>
                <a:lnTo>
                  <a:pt x="260511" y="544473"/>
                </a:lnTo>
                <a:lnTo>
                  <a:pt x="263520" y="560029"/>
                </a:lnTo>
                <a:lnTo>
                  <a:pt x="266285" y="575585"/>
                </a:lnTo>
                <a:lnTo>
                  <a:pt x="268688" y="591142"/>
                </a:lnTo>
                <a:lnTo>
                  <a:pt x="270636" y="606698"/>
                </a:lnTo>
                <a:lnTo>
                  <a:pt x="272071" y="622255"/>
                </a:lnTo>
                <a:lnTo>
                  <a:pt x="272979" y="637811"/>
                </a:lnTo>
                <a:lnTo>
                  <a:pt x="273392" y="653367"/>
                </a:lnTo>
                <a:lnTo>
                  <a:pt x="273389" y="668924"/>
                </a:lnTo>
                <a:lnTo>
                  <a:pt x="273085" y="684480"/>
                </a:lnTo>
                <a:lnTo>
                  <a:pt x="272621" y="700036"/>
                </a:lnTo>
                <a:lnTo>
                  <a:pt x="272146" y="715593"/>
                </a:lnTo>
                <a:lnTo>
                  <a:pt x="271806" y="731149"/>
                </a:lnTo>
                <a:lnTo>
                  <a:pt x="271723" y="746705"/>
                </a:lnTo>
                <a:lnTo>
                  <a:pt x="271983" y="762262"/>
                </a:lnTo>
                <a:lnTo>
                  <a:pt x="272632" y="777818"/>
                </a:lnTo>
                <a:lnTo>
                  <a:pt x="273665" y="793375"/>
                </a:lnTo>
                <a:lnTo>
                  <a:pt x="275025" y="808931"/>
                </a:lnTo>
                <a:lnTo>
                  <a:pt x="276613" y="824487"/>
                </a:lnTo>
                <a:lnTo>
                  <a:pt x="278292" y="840044"/>
                </a:lnTo>
                <a:lnTo>
                  <a:pt x="279900" y="855600"/>
                </a:lnTo>
                <a:lnTo>
                  <a:pt x="281265" y="871156"/>
                </a:lnTo>
                <a:lnTo>
                  <a:pt x="282225" y="886713"/>
                </a:lnTo>
                <a:lnTo>
                  <a:pt x="282638" y="902269"/>
                </a:lnTo>
                <a:lnTo>
                  <a:pt x="282404" y="917825"/>
                </a:lnTo>
                <a:lnTo>
                  <a:pt x="281472" y="933382"/>
                </a:lnTo>
                <a:lnTo>
                  <a:pt x="279848" y="948938"/>
                </a:lnTo>
                <a:lnTo>
                  <a:pt x="277597" y="964495"/>
                </a:lnTo>
                <a:lnTo>
                  <a:pt x="274835" y="980051"/>
                </a:lnTo>
                <a:lnTo>
                  <a:pt x="271719" y="995607"/>
                </a:lnTo>
                <a:lnTo>
                  <a:pt x="268431" y="1011164"/>
                </a:lnTo>
                <a:lnTo>
                  <a:pt x="265163" y="1026720"/>
                </a:lnTo>
                <a:lnTo>
                  <a:pt x="262098" y="1042276"/>
                </a:lnTo>
                <a:lnTo>
                  <a:pt x="259392" y="1057833"/>
                </a:lnTo>
                <a:lnTo>
                  <a:pt x="257166" y="1073389"/>
                </a:lnTo>
                <a:lnTo>
                  <a:pt x="255498" y="1088945"/>
                </a:lnTo>
                <a:lnTo>
                  <a:pt x="254415" y="1104502"/>
                </a:lnTo>
                <a:lnTo>
                  <a:pt x="253902" y="1120058"/>
                </a:lnTo>
                <a:lnTo>
                  <a:pt x="253905" y="1135615"/>
                </a:lnTo>
                <a:lnTo>
                  <a:pt x="254338" y="1151171"/>
                </a:lnTo>
                <a:lnTo>
                  <a:pt x="255096" y="1166727"/>
                </a:lnTo>
                <a:lnTo>
                  <a:pt x="256066" y="1182284"/>
                </a:lnTo>
                <a:lnTo>
                  <a:pt x="257137" y="1197840"/>
                </a:lnTo>
                <a:lnTo>
                  <a:pt x="258208" y="1213396"/>
                </a:lnTo>
                <a:lnTo>
                  <a:pt x="259198" y="1228953"/>
                </a:lnTo>
                <a:lnTo>
                  <a:pt x="260048" y="1244509"/>
                </a:lnTo>
                <a:lnTo>
                  <a:pt x="260723" y="1260065"/>
                </a:lnTo>
                <a:lnTo>
                  <a:pt x="261210" y="1275622"/>
                </a:lnTo>
                <a:lnTo>
                  <a:pt x="261517" y="1291178"/>
                </a:lnTo>
                <a:lnTo>
                  <a:pt x="261663" y="1306735"/>
                </a:lnTo>
                <a:lnTo>
                  <a:pt x="261676" y="1322291"/>
                </a:lnTo>
                <a:lnTo>
                  <a:pt x="261586" y="1337847"/>
                </a:lnTo>
                <a:lnTo>
                  <a:pt x="261418" y="1353404"/>
                </a:lnTo>
                <a:lnTo>
                  <a:pt x="261195" y="1368960"/>
                </a:lnTo>
                <a:lnTo>
                  <a:pt x="260927" y="1384516"/>
                </a:lnTo>
                <a:lnTo>
                  <a:pt x="260619" y="1400073"/>
                </a:lnTo>
                <a:lnTo>
                  <a:pt x="260269" y="1415629"/>
                </a:lnTo>
                <a:lnTo>
                  <a:pt x="259867" y="1431185"/>
                </a:lnTo>
                <a:lnTo>
                  <a:pt x="259406" y="1446742"/>
                </a:lnTo>
                <a:lnTo>
                  <a:pt x="258875" y="1462298"/>
                </a:lnTo>
                <a:lnTo>
                  <a:pt x="258272" y="1477855"/>
                </a:lnTo>
                <a:lnTo>
                  <a:pt x="257598" y="1493411"/>
                </a:lnTo>
                <a:lnTo>
                  <a:pt x="256865" y="1508967"/>
                </a:lnTo>
                <a:lnTo>
                  <a:pt x="256098" y="1524524"/>
                </a:lnTo>
                <a:lnTo>
                  <a:pt x="255333" y="1540080"/>
                </a:lnTo>
                <a:lnTo>
                  <a:pt x="254626" y="1555636"/>
                </a:lnTo>
                <a:lnTo>
                  <a:pt x="254046" y="1571193"/>
                </a:lnTo>
                <a:lnTo>
                  <a:pt x="253680" y="1586749"/>
                </a:lnTo>
                <a:lnTo>
                  <a:pt x="253634" y="1602305"/>
                </a:lnTo>
                <a:lnTo>
                  <a:pt x="254028" y="1617862"/>
                </a:lnTo>
                <a:lnTo>
                  <a:pt x="254989" y="1633418"/>
                </a:lnTo>
                <a:lnTo>
                  <a:pt x="256649" y="1648975"/>
                </a:lnTo>
                <a:lnTo>
                  <a:pt x="259131" y="1664531"/>
                </a:lnTo>
                <a:lnTo>
                  <a:pt x="262532" y="1680087"/>
                </a:lnTo>
                <a:lnTo>
                  <a:pt x="266915" y="1695644"/>
                </a:lnTo>
                <a:lnTo>
                  <a:pt x="272282" y="1711200"/>
                </a:lnTo>
                <a:lnTo>
                  <a:pt x="278566" y="1726756"/>
                </a:lnTo>
                <a:lnTo>
                  <a:pt x="285617" y="1742313"/>
                </a:lnTo>
                <a:lnTo>
                  <a:pt x="293198" y="1757869"/>
                </a:lnTo>
                <a:lnTo>
                  <a:pt x="300990" y="1773425"/>
                </a:lnTo>
                <a:lnTo>
                  <a:pt x="308612" y="1788982"/>
                </a:lnTo>
                <a:lnTo>
                  <a:pt x="315642" y="1804538"/>
                </a:lnTo>
                <a:lnTo>
                  <a:pt x="321657" y="1820095"/>
                </a:lnTo>
                <a:lnTo>
                  <a:pt x="326271" y="1835651"/>
                </a:lnTo>
                <a:lnTo>
                  <a:pt x="329174" y="1851207"/>
                </a:lnTo>
                <a:lnTo>
                  <a:pt x="330165" y="1866764"/>
                </a:lnTo>
                <a:lnTo>
                  <a:pt x="330165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6" name="02_full_CA2_776">
            <a:extLst>
              <a:ext uri="{FF2B5EF4-FFF2-40B4-BE49-F238E27FC236}">
                <a16:creationId xmlns:a16="http://schemas.microsoft.com/office/drawing/2014/main" id="{9968AD99-3662-4452-9290-686BBCF8AF6C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20367" y="1866764"/>
                </a:moveTo>
                <a:lnTo>
                  <a:pt x="134633" y="1866764"/>
                </a:lnTo>
                <a:lnTo>
                  <a:pt x="135523" y="1851207"/>
                </a:lnTo>
                <a:lnTo>
                  <a:pt x="138129" y="1835651"/>
                </a:lnTo>
                <a:lnTo>
                  <a:pt x="142272" y="1820095"/>
                </a:lnTo>
                <a:lnTo>
                  <a:pt x="147673" y="1804538"/>
                </a:lnTo>
                <a:lnTo>
                  <a:pt x="153983" y="1788982"/>
                </a:lnTo>
                <a:lnTo>
                  <a:pt x="160822" y="1773425"/>
                </a:lnTo>
                <a:lnTo>
                  <a:pt x="167813" y="1757869"/>
                </a:lnTo>
                <a:lnTo>
                  <a:pt x="174610" y="1742313"/>
                </a:lnTo>
                <a:lnTo>
                  <a:pt x="180928" y="1726756"/>
                </a:lnTo>
                <a:lnTo>
                  <a:pt x="186552" y="1711200"/>
                </a:lnTo>
                <a:lnTo>
                  <a:pt x="191349" y="1695644"/>
                </a:lnTo>
                <a:lnTo>
                  <a:pt x="195257" y="1680087"/>
                </a:lnTo>
                <a:lnTo>
                  <a:pt x="198280" y="1664531"/>
                </a:lnTo>
                <a:lnTo>
                  <a:pt x="200472" y="1648975"/>
                </a:lnTo>
                <a:lnTo>
                  <a:pt x="201924" y="1633418"/>
                </a:lnTo>
                <a:lnTo>
                  <a:pt x="202744" y="1617862"/>
                </a:lnTo>
                <a:lnTo>
                  <a:pt x="203052" y="1602305"/>
                </a:lnTo>
                <a:lnTo>
                  <a:pt x="202965" y="1586749"/>
                </a:lnTo>
                <a:lnTo>
                  <a:pt x="202590" y="1571193"/>
                </a:lnTo>
                <a:lnTo>
                  <a:pt x="202023" y="1555636"/>
                </a:lnTo>
                <a:lnTo>
                  <a:pt x="201343" y="1540080"/>
                </a:lnTo>
                <a:lnTo>
                  <a:pt x="200616" y="1524524"/>
                </a:lnTo>
                <a:lnTo>
                  <a:pt x="199888" y="1508967"/>
                </a:lnTo>
                <a:lnTo>
                  <a:pt x="199195" y="1493411"/>
                </a:lnTo>
                <a:lnTo>
                  <a:pt x="198559" y="1477855"/>
                </a:lnTo>
                <a:lnTo>
                  <a:pt x="197990" y="1462298"/>
                </a:lnTo>
                <a:lnTo>
                  <a:pt x="197491" y="1446742"/>
                </a:lnTo>
                <a:lnTo>
                  <a:pt x="197056" y="1431185"/>
                </a:lnTo>
                <a:lnTo>
                  <a:pt x="196678" y="1415629"/>
                </a:lnTo>
                <a:lnTo>
                  <a:pt x="196348" y="1400073"/>
                </a:lnTo>
                <a:lnTo>
                  <a:pt x="196059" y="1384516"/>
                </a:lnTo>
                <a:lnTo>
                  <a:pt x="195807" y="1368960"/>
                </a:lnTo>
                <a:lnTo>
                  <a:pt x="195597" y="1353404"/>
                </a:lnTo>
                <a:lnTo>
                  <a:pt x="195441" y="1337847"/>
                </a:lnTo>
                <a:lnTo>
                  <a:pt x="195357" y="1322291"/>
                </a:lnTo>
                <a:lnTo>
                  <a:pt x="195371" y="1306735"/>
                </a:lnTo>
                <a:lnTo>
                  <a:pt x="195512" y="1291178"/>
                </a:lnTo>
                <a:lnTo>
                  <a:pt x="195807" y="1275622"/>
                </a:lnTo>
                <a:lnTo>
                  <a:pt x="196274" y="1260065"/>
                </a:lnTo>
                <a:lnTo>
                  <a:pt x="196923" y="1244509"/>
                </a:lnTo>
                <a:lnTo>
                  <a:pt x="197744" y="1228953"/>
                </a:lnTo>
                <a:lnTo>
                  <a:pt x="198707" y="1213396"/>
                </a:lnTo>
                <a:lnTo>
                  <a:pt x="199759" y="1197840"/>
                </a:lnTo>
                <a:lnTo>
                  <a:pt x="200829" y="1182284"/>
                </a:lnTo>
                <a:lnTo>
                  <a:pt x="201826" y="1166727"/>
                </a:lnTo>
                <a:lnTo>
                  <a:pt x="202652" y="1151171"/>
                </a:lnTo>
                <a:lnTo>
                  <a:pt x="203204" y="1135615"/>
                </a:lnTo>
                <a:lnTo>
                  <a:pt x="203389" y="1120058"/>
                </a:lnTo>
                <a:lnTo>
                  <a:pt x="203130" y="1104502"/>
                </a:lnTo>
                <a:lnTo>
                  <a:pt x="202375" y="1088945"/>
                </a:lnTo>
                <a:lnTo>
                  <a:pt x="201109" y="1073389"/>
                </a:lnTo>
                <a:lnTo>
                  <a:pt x="199356" y="1057833"/>
                </a:lnTo>
                <a:lnTo>
                  <a:pt x="197180" y="1042276"/>
                </a:lnTo>
                <a:lnTo>
                  <a:pt x="194684" y="1026720"/>
                </a:lnTo>
                <a:lnTo>
                  <a:pt x="192002" y="1011164"/>
                </a:lnTo>
                <a:lnTo>
                  <a:pt x="189291" y="995607"/>
                </a:lnTo>
                <a:lnTo>
                  <a:pt x="186715" y="980051"/>
                </a:lnTo>
                <a:lnTo>
                  <a:pt x="184432" y="964495"/>
                </a:lnTo>
                <a:lnTo>
                  <a:pt x="182576" y="948938"/>
                </a:lnTo>
                <a:lnTo>
                  <a:pt x="181247" y="933382"/>
                </a:lnTo>
                <a:lnTo>
                  <a:pt x="180500" y="917825"/>
                </a:lnTo>
                <a:lnTo>
                  <a:pt x="180339" y="902269"/>
                </a:lnTo>
                <a:lnTo>
                  <a:pt x="180719" y="886713"/>
                </a:lnTo>
                <a:lnTo>
                  <a:pt x="181552" y="871156"/>
                </a:lnTo>
                <a:lnTo>
                  <a:pt x="182714" y="855600"/>
                </a:lnTo>
                <a:lnTo>
                  <a:pt x="184061" y="840044"/>
                </a:lnTo>
                <a:lnTo>
                  <a:pt x="185443" y="824487"/>
                </a:lnTo>
                <a:lnTo>
                  <a:pt x="186719" y="808931"/>
                </a:lnTo>
                <a:lnTo>
                  <a:pt x="187770" y="793375"/>
                </a:lnTo>
                <a:lnTo>
                  <a:pt x="188507" y="777818"/>
                </a:lnTo>
                <a:lnTo>
                  <a:pt x="188886" y="762262"/>
                </a:lnTo>
                <a:lnTo>
                  <a:pt x="188902" y="746705"/>
                </a:lnTo>
                <a:lnTo>
                  <a:pt x="188598" y="731149"/>
                </a:lnTo>
                <a:lnTo>
                  <a:pt x="188054" y="715593"/>
                </a:lnTo>
                <a:lnTo>
                  <a:pt x="187382" y="700036"/>
                </a:lnTo>
                <a:lnTo>
                  <a:pt x="186711" y="684480"/>
                </a:lnTo>
                <a:lnTo>
                  <a:pt x="186180" y="668924"/>
                </a:lnTo>
                <a:lnTo>
                  <a:pt x="185916" y="653367"/>
                </a:lnTo>
                <a:lnTo>
                  <a:pt x="186027" y="637811"/>
                </a:lnTo>
                <a:lnTo>
                  <a:pt x="186587" y="622255"/>
                </a:lnTo>
                <a:lnTo>
                  <a:pt x="187630" y="606698"/>
                </a:lnTo>
                <a:lnTo>
                  <a:pt x="189150" y="591142"/>
                </a:lnTo>
                <a:lnTo>
                  <a:pt x="191099" y="575585"/>
                </a:lnTo>
                <a:lnTo>
                  <a:pt x="193399" y="560029"/>
                </a:lnTo>
                <a:lnTo>
                  <a:pt x="195946" y="544473"/>
                </a:lnTo>
                <a:lnTo>
                  <a:pt x="198629" y="528916"/>
                </a:lnTo>
                <a:lnTo>
                  <a:pt x="201333" y="513360"/>
                </a:lnTo>
                <a:lnTo>
                  <a:pt x="203957" y="497804"/>
                </a:lnTo>
                <a:lnTo>
                  <a:pt x="206415" y="482247"/>
                </a:lnTo>
                <a:lnTo>
                  <a:pt x="208643" y="466691"/>
                </a:lnTo>
                <a:lnTo>
                  <a:pt x="210600" y="451135"/>
                </a:lnTo>
                <a:lnTo>
                  <a:pt x="212265" y="435578"/>
                </a:lnTo>
                <a:lnTo>
                  <a:pt x="213634" y="420022"/>
                </a:lnTo>
                <a:lnTo>
                  <a:pt x="214716" y="404465"/>
                </a:lnTo>
                <a:lnTo>
                  <a:pt x="215525" y="388909"/>
                </a:lnTo>
                <a:lnTo>
                  <a:pt x="216073" y="373353"/>
                </a:lnTo>
                <a:lnTo>
                  <a:pt x="216368" y="357796"/>
                </a:lnTo>
                <a:lnTo>
                  <a:pt x="216399" y="342240"/>
                </a:lnTo>
                <a:lnTo>
                  <a:pt x="216137" y="326684"/>
                </a:lnTo>
                <a:lnTo>
                  <a:pt x="215520" y="311127"/>
                </a:lnTo>
                <a:lnTo>
                  <a:pt x="214450" y="295571"/>
                </a:lnTo>
                <a:lnTo>
                  <a:pt x="212783" y="280015"/>
                </a:lnTo>
                <a:lnTo>
                  <a:pt x="210333" y="264458"/>
                </a:lnTo>
                <a:lnTo>
                  <a:pt x="206866" y="248902"/>
                </a:lnTo>
                <a:lnTo>
                  <a:pt x="202114" y="233345"/>
                </a:lnTo>
                <a:lnTo>
                  <a:pt x="195791" y="217789"/>
                </a:lnTo>
                <a:lnTo>
                  <a:pt x="187616" y="202233"/>
                </a:lnTo>
                <a:lnTo>
                  <a:pt x="177354" y="186676"/>
                </a:lnTo>
                <a:lnTo>
                  <a:pt x="164856" y="171120"/>
                </a:lnTo>
                <a:lnTo>
                  <a:pt x="150103" y="155564"/>
                </a:lnTo>
                <a:lnTo>
                  <a:pt x="133249" y="140007"/>
                </a:lnTo>
                <a:lnTo>
                  <a:pt x="114651" y="124451"/>
                </a:lnTo>
                <a:lnTo>
                  <a:pt x="94882" y="108895"/>
                </a:lnTo>
                <a:lnTo>
                  <a:pt x="74720" y="93338"/>
                </a:lnTo>
                <a:lnTo>
                  <a:pt x="55108" y="77782"/>
                </a:lnTo>
                <a:lnTo>
                  <a:pt x="37086" y="62225"/>
                </a:lnTo>
                <a:lnTo>
                  <a:pt x="21705" y="46669"/>
                </a:lnTo>
                <a:lnTo>
                  <a:pt x="9928" y="31113"/>
                </a:lnTo>
                <a:lnTo>
                  <a:pt x="2525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75" y="15556"/>
                </a:lnTo>
                <a:lnTo>
                  <a:pt x="445072" y="31113"/>
                </a:lnTo>
                <a:lnTo>
                  <a:pt x="433295" y="46669"/>
                </a:lnTo>
                <a:lnTo>
                  <a:pt x="417914" y="62225"/>
                </a:lnTo>
                <a:lnTo>
                  <a:pt x="399892" y="77782"/>
                </a:lnTo>
                <a:lnTo>
                  <a:pt x="380280" y="93338"/>
                </a:lnTo>
                <a:lnTo>
                  <a:pt x="360118" y="108895"/>
                </a:lnTo>
                <a:lnTo>
                  <a:pt x="340349" y="124451"/>
                </a:lnTo>
                <a:lnTo>
                  <a:pt x="321751" y="140007"/>
                </a:lnTo>
                <a:lnTo>
                  <a:pt x="304897" y="155564"/>
                </a:lnTo>
                <a:lnTo>
                  <a:pt x="290144" y="171120"/>
                </a:lnTo>
                <a:lnTo>
                  <a:pt x="277646" y="186676"/>
                </a:lnTo>
                <a:lnTo>
                  <a:pt x="267384" y="202233"/>
                </a:lnTo>
                <a:lnTo>
                  <a:pt x="259209" y="217789"/>
                </a:lnTo>
                <a:lnTo>
                  <a:pt x="252886" y="233345"/>
                </a:lnTo>
                <a:lnTo>
                  <a:pt x="248134" y="248902"/>
                </a:lnTo>
                <a:lnTo>
                  <a:pt x="244667" y="264458"/>
                </a:lnTo>
                <a:lnTo>
                  <a:pt x="242217" y="280015"/>
                </a:lnTo>
                <a:lnTo>
                  <a:pt x="240550" y="295571"/>
                </a:lnTo>
                <a:lnTo>
                  <a:pt x="239480" y="311127"/>
                </a:lnTo>
                <a:lnTo>
                  <a:pt x="238863" y="326684"/>
                </a:lnTo>
                <a:lnTo>
                  <a:pt x="238601" y="342240"/>
                </a:lnTo>
                <a:lnTo>
                  <a:pt x="238632" y="357796"/>
                </a:lnTo>
                <a:lnTo>
                  <a:pt x="238927" y="373353"/>
                </a:lnTo>
                <a:lnTo>
                  <a:pt x="239475" y="388909"/>
                </a:lnTo>
                <a:lnTo>
                  <a:pt x="240284" y="404465"/>
                </a:lnTo>
                <a:lnTo>
                  <a:pt x="241366" y="420022"/>
                </a:lnTo>
                <a:lnTo>
                  <a:pt x="242735" y="435578"/>
                </a:lnTo>
                <a:lnTo>
                  <a:pt x="244400" y="451135"/>
                </a:lnTo>
                <a:lnTo>
                  <a:pt x="246357" y="466691"/>
                </a:lnTo>
                <a:lnTo>
                  <a:pt x="248585" y="482247"/>
                </a:lnTo>
                <a:lnTo>
                  <a:pt x="251043" y="497804"/>
                </a:lnTo>
                <a:lnTo>
                  <a:pt x="253667" y="513360"/>
                </a:lnTo>
                <a:lnTo>
                  <a:pt x="256371" y="528916"/>
                </a:lnTo>
                <a:lnTo>
                  <a:pt x="259054" y="544473"/>
                </a:lnTo>
                <a:lnTo>
                  <a:pt x="261601" y="560029"/>
                </a:lnTo>
                <a:lnTo>
                  <a:pt x="263901" y="575585"/>
                </a:lnTo>
                <a:lnTo>
                  <a:pt x="265850" y="591142"/>
                </a:lnTo>
                <a:lnTo>
                  <a:pt x="267370" y="606698"/>
                </a:lnTo>
                <a:lnTo>
                  <a:pt x="268413" y="622255"/>
                </a:lnTo>
                <a:lnTo>
                  <a:pt x="268973" y="637811"/>
                </a:lnTo>
                <a:lnTo>
                  <a:pt x="269084" y="653367"/>
                </a:lnTo>
                <a:lnTo>
                  <a:pt x="268820" y="668924"/>
                </a:lnTo>
                <a:lnTo>
                  <a:pt x="268289" y="684480"/>
                </a:lnTo>
                <a:lnTo>
                  <a:pt x="267618" y="700036"/>
                </a:lnTo>
                <a:lnTo>
                  <a:pt x="266946" y="715593"/>
                </a:lnTo>
                <a:lnTo>
                  <a:pt x="266402" y="731149"/>
                </a:lnTo>
                <a:lnTo>
                  <a:pt x="266098" y="746705"/>
                </a:lnTo>
                <a:lnTo>
                  <a:pt x="266114" y="762262"/>
                </a:lnTo>
                <a:lnTo>
                  <a:pt x="266493" y="777818"/>
                </a:lnTo>
                <a:lnTo>
                  <a:pt x="267230" y="793375"/>
                </a:lnTo>
                <a:lnTo>
                  <a:pt x="268281" y="808931"/>
                </a:lnTo>
                <a:lnTo>
                  <a:pt x="269557" y="824487"/>
                </a:lnTo>
                <a:lnTo>
                  <a:pt x="270939" y="840044"/>
                </a:lnTo>
                <a:lnTo>
                  <a:pt x="272286" y="855600"/>
                </a:lnTo>
                <a:lnTo>
                  <a:pt x="273448" y="871156"/>
                </a:lnTo>
                <a:lnTo>
                  <a:pt x="274281" y="886713"/>
                </a:lnTo>
                <a:lnTo>
                  <a:pt x="274661" y="902269"/>
                </a:lnTo>
                <a:lnTo>
                  <a:pt x="274500" y="917825"/>
                </a:lnTo>
                <a:lnTo>
                  <a:pt x="273753" y="933382"/>
                </a:lnTo>
                <a:lnTo>
                  <a:pt x="272424" y="948938"/>
                </a:lnTo>
                <a:lnTo>
                  <a:pt x="270568" y="964495"/>
                </a:lnTo>
                <a:lnTo>
                  <a:pt x="268285" y="980051"/>
                </a:lnTo>
                <a:lnTo>
                  <a:pt x="265709" y="995607"/>
                </a:lnTo>
                <a:lnTo>
                  <a:pt x="262998" y="1011164"/>
                </a:lnTo>
                <a:lnTo>
                  <a:pt x="260316" y="1026720"/>
                </a:lnTo>
                <a:lnTo>
                  <a:pt x="257820" y="1042276"/>
                </a:lnTo>
                <a:lnTo>
                  <a:pt x="255644" y="1057833"/>
                </a:lnTo>
                <a:lnTo>
                  <a:pt x="253891" y="1073389"/>
                </a:lnTo>
                <a:lnTo>
                  <a:pt x="252625" y="1088945"/>
                </a:lnTo>
                <a:lnTo>
                  <a:pt x="251870" y="1104502"/>
                </a:lnTo>
                <a:lnTo>
                  <a:pt x="251611" y="1120058"/>
                </a:lnTo>
                <a:lnTo>
                  <a:pt x="251796" y="1135615"/>
                </a:lnTo>
                <a:lnTo>
                  <a:pt x="252348" y="1151171"/>
                </a:lnTo>
                <a:lnTo>
                  <a:pt x="253174" y="1166727"/>
                </a:lnTo>
                <a:lnTo>
                  <a:pt x="254172" y="1182284"/>
                </a:lnTo>
                <a:lnTo>
                  <a:pt x="255241" y="1197840"/>
                </a:lnTo>
                <a:lnTo>
                  <a:pt x="256293" y="1213396"/>
                </a:lnTo>
                <a:lnTo>
                  <a:pt x="257256" y="1228953"/>
                </a:lnTo>
                <a:lnTo>
                  <a:pt x="258077" y="1244509"/>
                </a:lnTo>
                <a:lnTo>
                  <a:pt x="258726" y="1260065"/>
                </a:lnTo>
                <a:lnTo>
                  <a:pt x="259193" y="1275622"/>
                </a:lnTo>
                <a:lnTo>
                  <a:pt x="259488" y="1291178"/>
                </a:lnTo>
                <a:lnTo>
                  <a:pt x="259629" y="1306735"/>
                </a:lnTo>
                <a:lnTo>
                  <a:pt x="259643" y="1322291"/>
                </a:lnTo>
                <a:lnTo>
                  <a:pt x="259559" y="1337847"/>
                </a:lnTo>
                <a:lnTo>
                  <a:pt x="259403" y="1353404"/>
                </a:lnTo>
                <a:lnTo>
                  <a:pt x="259193" y="1368960"/>
                </a:lnTo>
                <a:lnTo>
                  <a:pt x="258941" y="1384516"/>
                </a:lnTo>
                <a:lnTo>
                  <a:pt x="258652" y="1400073"/>
                </a:lnTo>
                <a:lnTo>
                  <a:pt x="258322" y="1415629"/>
                </a:lnTo>
                <a:lnTo>
                  <a:pt x="257944" y="1431185"/>
                </a:lnTo>
                <a:lnTo>
                  <a:pt x="257509" y="1446742"/>
                </a:lnTo>
                <a:lnTo>
                  <a:pt x="257010" y="1462298"/>
                </a:lnTo>
                <a:lnTo>
                  <a:pt x="256441" y="1477855"/>
                </a:lnTo>
                <a:lnTo>
                  <a:pt x="255805" y="1493411"/>
                </a:lnTo>
                <a:lnTo>
                  <a:pt x="255112" y="1508967"/>
                </a:lnTo>
                <a:lnTo>
                  <a:pt x="254384" y="1524524"/>
                </a:lnTo>
                <a:lnTo>
                  <a:pt x="253657" y="1540080"/>
                </a:lnTo>
                <a:lnTo>
                  <a:pt x="252977" y="1555636"/>
                </a:lnTo>
                <a:lnTo>
                  <a:pt x="252410" y="1571193"/>
                </a:lnTo>
                <a:lnTo>
                  <a:pt x="252035" y="1586749"/>
                </a:lnTo>
                <a:lnTo>
                  <a:pt x="251948" y="1602305"/>
                </a:lnTo>
                <a:lnTo>
                  <a:pt x="252256" y="1617862"/>
                </a:lnTo>
                <a:lnTo>
                  <a:pt x="253076" y="1633418"/>
                </a:lnTo>
                <a:lnTo>
                  <a:pt x="254528" y="1648975"/>
                </a:lnTo>
                <a:lnTo>
                  <a:pt x="256720" y="1664531"/>
                </a:lnTo>
                <a:lnTo>
                  <a:pt x="259743" y="1680087"/>
                </a:lnTo>
                <a:lnTo>
                  <a:pt x="263651" y="1695644"/>
                </a:lnTo>
                <a:lnTo>
                  <a:pt x="268448" y="1711200"/>
                </a:lnTo>
                <a:lnTo>
                  <a:pt x="274072" y="1726756"/>
                </a:lnTo>
                <a:lnTo>
                  <a:pt x="280390" y="1742313"/>
                </a:lnTo>
                <a:lnTo>
                  <a:pt x="287187" y="1757869"/>
                </a:lnTo>
                <a:lnTo>
                  <a:pt x="294178" y="1773425"/>
                </a:lnTo>
                <a:lnTo>
                  <a:pt x="301017" y="1788982"/>
                </a:lnTo>
                <a:lnTo>
                  <a:pt x="307327" y="1804538"/>
                </a:lnTo>
                <a:lnTo>
                  <a:pt x="312728" y="1820095"/>
                </a:lnTo>
                <a:lnTo>
                  <a:pt x="316871" y="1835651"/>
                </a:lnTo>
                <a:lnTo>
                  <a:pt x="319477" y="1851207"/>
                </a:lnTo>
                <a:lnTo>
                  <a:pt x="320367" y="1866764"/>
                </a:lnTo>
                <a:lnTo>
                  <a:pt x="320367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" name="02_full_CA2_777">
            <a:extLst>
              <a:ext uri="{FF2B5EF4-FFF2-40B4-BE49-F238E27FC236}">
                <a16:creationId xmlns:a16="http://schemas.microsoft.com/office/drawing/2014/main" id="{00CB19E2-5AEF-4C11-8A1D-B4ABDDBD99F2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778">
            <a:extLst>
              <a:ext uri="{FF2B5EF4-FFF2-40B4-BE49-F238E27FC236}">
                <a16:creationId xmlns:a16="http://schemas.microsoft.com/office/drawing/2014/main" id="{26F145D9-91D8-4055-B4F2-AC2B8A5C15B5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2_full_CA2_779">
            <a:extLst>
              <a:ext uri="{FF2B5EF4-FFF2-40B4-BE49-F238E27FC236}">
                <a16:creationId xmlns:a16="http://schemas.microsoft.com/office/drawing/2014/main" id="{88804F40-5CB0-4ECF-88F6-995529089BAB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780">
            <a:extLst>
              <a:ext uri="{FF2B5EF4-FFF2-40B4-BE49-F238E27FC236}">
                <a16:creationId xmlns:a16="http://schemas.microsoft.com/office/drawing/2014/main" id="{673D346E-EFA5-4BF5-B9DD-63A88D8A229D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2_full_CA2_781">
            <a:extLst>
              <a:ext uri="{FF2B5EF4-FFF2-40B4-BE49-F238E27FC236}">
                <a16:creationId xmlns:a16="http://schemas.microsoft.com/office/drawing/2014/main" id="{92A4EA48-45CF-4961-9A81-E0128D651C3C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782">
            <a:extLst>
              <a:ext uri="{FF2B5EF4-FFF2-40B4-BE49-F238E27FC236}">
                <a16:creationId xmlns:a16="http://schemas.microsoft.com/office/drawing/2014/main" id="{18392AB7-E8C7-47C4-AA5E-6E9D7F234347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2_full_CA2_783">
            <a:extLst>
              <a:ext uri="{FF2B5EF4-FFF2-40B4-BE49-F238E27FC236}">
                <a16:creationId xmlns:a16="http://schemas.microsoft.com/office/drawing/2014/main" id="{DA30F288-5DCB-4D0E-A777-A8EC4539130C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784">
            <a:extLst>
              <a:ext uri="{FF2B5EF4-FFF2-40B4-BE49-F238E27FC236}">
                <a16:creationId xmlns:a16="http://schemas.microsoft.com/office/drawing/2014/main" id="{E2406999-5326-4361-A4FD-9BF4CC61CDF7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2_full_CA2_785">
            <a:extLst>
              <a:ext uri="{FF2B5EF4-FFF2-40B4-BE49-F238E27FC236}">
                <a16:creationId xmlns:a16="http://schemas.microsoft.com/office/drawing/2014/main" id="{A4AAC4E8-6D6D-4C1D-8634-DE027C5B6A5D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786">
            <a:extLst>
              <a:ext uri="{FF2B5EF4-FFF2-40B4-BE49-F238E27FC236}">
                <a16:creationId xmlns:a16="http://schemas.microsoft.com/office/drawing/2014/main" id="{A63A5142-4FC2-4A0D-AD12-6E7CD0F059B3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787">
            <a:extLst>
              <a:ext uri="{FF2B5EF4-FFF2-40B4-BE49-F238E27FC236}">
                <a16:creationId xmlns:a16="http://schemas.microsoft.com/office/drawing/2014/main" id="{ABE504E2-ADD6-42BF-9E98-91F4F2C7A61F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2_full_CA2_788">
            <a:extLst>
              <a:ext uri="{FF2B5EF4-FFF2-40B4-BE49-F238E27FC236}">
                <a16:creationId xmlns:a16="http://schemas.microsoft.com/office/drawing/2014/main" id="{584139C3-7476-44F7-B8F3-0598C974FD5B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2_full_CA2_789">
            <a:extLst>
              <a:ext uri="{FF2B5EF4-FFF2-40B4-BE49-F238E27FC236}">
                <a16:creationId xmlns:a16="http://schemas.microsoft.com/office/drawing/2014/main" id="{8805BE0E-849F-40CF-8DEC-2D430DCE66F6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790">
            <a:extLst>
              <a:ext uri="{FF2B5EF4-FFF2-40B4-BE49-F238E27FC236}">
                <a16:creationId xmlns:a16="http://schemas.microsoft.com/office/drawing/2014/main" id="{0EB39033-5F56-4B1D-884B-662BD9B7873F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2_full_CA2_791">
            <a:extLst>
              <a:ext uri="{FF2B5EF4-FFF2-40B4-BE49-F238E27FC236}">
                <a16:creationId xmlns:a16="http://schemas.microsoft.com/office/drawing/2014/main" id="{AAB6B94B-A12E-487E-BA1A-9936A7AB3ADD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2_full_CA2_792">
            <a:extLst>
              <a:ext uri="{FF2B5EF4-FFF2-40B4-BE49-F238E27FC236}">
                <a16:creationId xmlns:a16="http://schemas.microsoft.com/office/drawing/2014/main" id="{51EA39AE-682C-46B6-A546-1FFADCFA385E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793">
            <a:extLst>
              <a:ext uri="{FF2B5EF4-FFF2-40B4-BE49-F238E27FC236}">
                <a16:creationId xmlns:a16="http://schemas.microsoft.com/office/drawing/2014/main" id="{BB54556D-3174-4DA1-B715-E5404444010F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2_full_CA2_794">
            <a:extLst>
              <a:ext uri="{FF2B5EF4-FFF2-40B4-BE49-F238E27FC236}">
                <a16:creationId xmlns:a16="http://schemas.microsoft.com/office/drawing/2014/main" id="{645AE834-2476-4349-A852-0471FBACB1BB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2_full_CA2_795">
            <a:extLst>
              <a:ext uri="{FF2B5EF4-FFF2-40B4-BE49-F238E27FC236}">
                <a16:creationId xmlns:a16="http://schemas.microsoft.com/office/drawing/2014/main" id="{D2CB29DE-40E4-463B-AD70-E3CBABE17C65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796">
            <a:extLst>
              <a:ext uri="{FF2B5EF4-FFF2-40B4-BE49-F238E27FC236}">
                <a16:creationId xmlns:a16="http://schemas.microsoft.com/office/drawing/2014/main" id="{419915F8-44D6-4D4C-A903-7C84F4396E6E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2_full_CA2_797">
            <a:extLst>
              <a:ext uri="{FF2B5EF4-FFF2-40B4-BE49-F238E27FC236}">
                <a16:creationId xmlns:a16="http://schemas.microsoft.com/office/drawing/2014/main" id="{B8DAF7DE-F939-4A96-B37F-7623B1211A1A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2_full_CA2_798">
            <a:extLst>
              <a:ext uri="{FF2B5EF4-FFF2-40B4-BE49-F238E27FC236}">
                <a16:creationId xmlns:a16="http://schemas.microsoft.com/office/drawing/2014/main" id="{56416CD8-0219-4E82-A7D4-09553973F47E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799">
            <a:extLst>
              <a:ext uri="{FF2B5EF4-FFF2-40B4-BE49-F238E27FC236}">
                <a16:creationId xmlns:a16="http://schemas.microsoft.com/office/drawing/2014/main" id="{4A68F368-622C-43C9-A5E1-672676CB770E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2_full_CA2_800">
            <a:extLst>
              <a:ext uri="{FF2B5EF4-FFF2-40B4-BE49-F238E27FC236}">
                <a16:creationId xmlns:a16="http://schemas.microsoft.com/office/drawing/2014/main" id="{0D706EFF-C8BA-490F-95AF-066780F3EA63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2_full_CA2_801">
            <a:extLst>
              <a:ext uri="{FF2B5EF4-FFF2-40B4-BE49-F238E27FC236}">
                <a16:creationId xmlns:a16="http://schemas.microsoft.com/office/drawing/2014/main" id="{4B4F79E3-058C-42FC-9D0A-9CE0B63516A4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802">
            <a:extLst>
              <a:ext uri="{FF2B5EF4-FFF2-40B4-BE49-F238E27FC236}">
                <a16:creationId xmlns:a16="http://schemas.microsoft.com/office/drawing/2014/main" id="{CD6B9983-B986-4FED-B2AE-B75D7396C1A7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803">
            <a:extLst>
              <a:ext uri="{FF2B5EF4-FFF2-40B4-BE49-F238E27FC236}">
                <a16:creationId xmlns:a16="http://schemas.microsoft.com/office/drawing/2014/main" id="{A9E38F36-BE97-4BF0-9D45-68786F8E9DE4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2_full_CA2_804">
            <a:extLst>
              <a:ext uri="{FF2B5EF4-FFF2-40B4-BE49-F238E27FC236}">
                <a16:creationId xmlns:a16="http://schemas.microsoft.com/office/drawing/2014/main" id="{BE1B5566-FB63-420E-A48C-96666B048100}"/>
              </a:ext>
            </a:extLst>
          </p:cNvPr>
          <p:cNvSpPr>
            <a:spLocks noGrp="1"/>
          </p:cNvSpPr>
          <p:nvPr/>
        </p:nvSpPr>
        <p:spPr>
          <a:xfrm>
            <a:off x="150295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2_full_CA2_805">
            <a:extLst>
              <a:ext uri="{FF2B5EF4-FFF2-40B4-BE49-F238E27FC236}">
                <a16:creationId xmlns:a16="http://schemas.microsoft.com/office/drawing/2014/main" id="{94F72FA0-A8F8-4F92-B316-876B5C83BE69}"/>
              </a:ext>
            </a:extLst>
          </p:cNvPr>
          <p:cNvSpPr>
            <a:spLocks noGrp="1"/>
          </p:cNvSpPr>
          <p:nvPr/>
        </p:nvSpPr>
        <p:spPr>
          <a:xfrm>
            <a:off x="1669084" y="40169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2_full_CA2_806">
            <a:extLst>
              <a:ext uri="{FF2B5EF4-FFF2-40B4-BE49-F238E27FC236}">
                <a16:creationId xmlns:a16="http://schemas.microsoft.com/office/drawing/2014/main" id="{08F678AD-BCF6-4DF8-BC61-9E106AD232F0}"/>
              </a:ext>
            </a:extLst>
          </p:cNvPr>
          <p:cNvSpPr>
            <a:spLocks noGrp="1"/>
          </p:cNvSpPr>
          <p:nvPr/>
        </p:nvSpPr>
        <p:spPr>
          <a:xfrm>
            <a:off x="163971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2_full_CA2_807">
            <a:extLst>
              <a:ext uri="{FF2B5EF4-FFF2-40B4-BE49-F238E27FC236}">
                <a16:creationId xmlns:a16="http://schemas.microsoft.com/office/drawing/2014/main" id="{5F284622-A20A-429C-906A-7F12C03CC77C}"/>
              </a:ext>
            </a:extLst>
          </p:cNvPr>
          <p:cNvSpPr>
            <a:spLocks noGrp="1"/>
          </p:cNvSpPr>
          <p:nvPr/>
        </p:nvSpPr>
        <p:spPr>
          <a:xfrm>
            <a:off x="167577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2_full_CA2_808">
            <a:extLst>
              <a:ext uri="{FF2B5EF4-FFF2-40B4-BE49-F238E27FC236}">
                <a16:creationId xmlns:a16="http://schemas.microsoft.com/office/drawing/2014/main" id="{3D943981-D68B-49E6-89B1-766B69EAB5A5}"/>
              </a:ext>
            </a:extLst>
          </p:cNvPr>
          <p:cNvSpPr>
            <a:spLocks noGrp="1"/>
          </p:cNvSpPr>
          <p:nvPr/>
        </p:nvSpPr>
        <p:spPr>
          <a:xfrm>
            <a:off x="152271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2_full_CA2_809">
            <a:extLst>
              <a:ext uri="{FF2B5EF4-FFF2-40B4-BE49-F238E27FC236}">
                <a16:creationId xmlns:a16="http://schemas.microsoft.com/office/drawing/2014/main" id="{3354E184-DBEF-406A-BC33-983E3A5F5E29}"/>
              </a:ext>
            </a:extLst>
          </p:cNvPr>
          <p:cNvSpPr>
            <a:spLocks noGrp="1"/>
          </p:cNvSpPr>
          <p:nvPr/>
        </p:nvSpPr>
        <p:spPr>
          <a:xfrm>
            <a:off x="155080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2_full_CA2_810">
            <a:extLst>
              <a:ext uri="{FF2B5EF4-FFF2-40B4-BE49-F238E27FC236}">
                <a16:creationId xmlns:a16="http://schemas.microsoft.com/office/drawing/2014/main" id="{D608F79A-0817-48F5-BF6C-E8A36DEA23D3}"/>
              </a:ext>
            </a:extLst>
          </p:cNvPr>
          <p:cNvSpPr>
            <a:spLocks noGrp="1"/>
          </p:cNvSpPr>
          <p:nvPr/>
        </p:nvSpPr>
        <p:spPr>
          <a:xfrm>
            <a:off x="14848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2_full_CA2_811">
            <a:extLst>
              <a:ext uri="{FF2B5EF4-FFF2-40B4-BE49-F238E27FC236}">
                <a16:creationId xmlns:a16="http://schemas.microsoft.com/office/drawing/2014/main" id="{26A1848A-EF6F-4DEC-97C2-EBCA63258C2C}"/>
              </a:ext>
            </a:extLst>
          </p:cNvPr>
          <p:cNvSpPr>
            <a:spLocks noGrp="1"/>
          </p:cNvSpPr>
          <p:nvPr/>
        </p:nvSpPr>
        <p:spPr>
          <a:xfrm>
            <a:off x="1549155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2_full_CA2_812">
            <a:extLst>
              <a:ext uri="{FF2B5EF4-FFF2-40B4-BE49-F238E27FC236}">
                <a16:creationId xmlns:a16="http://schemas.microsoft.com/office/drawing/2014/main" id="{2D6D5294-147E-4D76-A066-DB206327668C}"/>
              </a:ext>
            </a:extLst>
          </p:cNvPr>
          <p:cNvSpPr>
            <a:spLocks noGrp="1"/>
          </p:cNvSpPr>
          <p:nvPr/>
        </p:nvSpPr>
        <p:spPr>
          <a:xfrm>
            <a:off x="144639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2_full_CA2_813">
            <a:extLst>
              <a:ext uri="{FF2B5EF4-FFF2-40B4-BE49-F238E27FC236}">
                <a16:creationId xmlns:a16="http://schemas.microsoft.com/office/drawing/2014/main" id="{EA1ADE8F-53BE-424A-A850-12EB190667F6}"/>
              </a:ext>
            </a:extLst>
          </p:cNvPr>
          <p:cNvSpPr>
            <a:spLocks noGrp="1"/>
          </p:cNvSpPr>
          <p:nvPr/>
        </p:nvSpPr>
        <p:spPr>
          <a:xfrm>
            <a:off x="156868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2_full_CA2_814">
            <a:extLst>
              <a:ext uri="{FF2B5EF4-FFF2-40B4-BE49-F238E27FC236}">
                <a16:creationId xmlns:a16="http://schemas.microsoft.com/office/drawing/2014/main" id="{F238B9AE-3158-4CED-A05E-3125994467CF}"/>
              </a:ext>
            </a:extLst>
          </p:cNvPr>
          <p:cNvSpPr>
            <a:spLocks noGrp="1"/>
          </p:cNvSpPr>
          <p:nvPr/>
        </p:nvSpPr>
        <p:spPr>
          <a:xfrm>
            <a:off x="15839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2_full_CA2_815">
            <a:extLst>
              <a:ext uri="{FF2B5EF4-FFF2-40B4-BE49-F238E27FC236}">
                <a16:creationId xmlns:a16="http://schemas.microsoft.com/office/drawing/2014/main" id="{F43AB857-0001-4330-8735-64B2957F4AFC}"/>
              </a:ext>
            </a:extLst>
          </p:cNvPr>
          <p:cNvSpPr>
            <a:spLocks noGrp="1"/>
          </p:cNvSpPr>
          <p:nvPr/>
        </p:nvSpPr>
        <p:spPr>
          <a:xfrm>
            <a:off x="1718469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2_full_CA2_816">
            <a:extLst>
              <a:ext uri="{FF2B5EF4-FFF2-40B4-BE49-F238E27FC236}">
                <a16:creationId xmlns:a16="http://schemas.microsoft.com/office/drawing/2014/main" id="{430C3D44-EBD0-41EE-B201-D4ABE72F4DAD}"/>
              </a:ext>
            </a:extLst>
          </p:cNvPr>
          <p:cNvSpPr>
            <a:spLocks noGrp="1"/>
          </p:cNvSpPr>
          <p:nvPr/>
        </p:nvSpPr>
        <p:spPr>
          <a:xfrm>
            <a:off x="168458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2_full_CA2_817">
            <a:extLst>
              <a:ext uri="{FF2B5EF4-FFF2-40B4-BE49-F238E27FC236}">
                <a16:creationId xmlns:a16="http://schemas.microsoft.com/office/drawing/2014/main" id="{9B4D5669-DEE1-460A-A83F-96E8D352F9B0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2_full_CA2_818">
            <a:extLst>
              <a:ext uri="{FF2B5EF4-FFF2-40B4-BE49-F238E27FC236}">
                <a16:creationId xmlns:a16="http://schemas.microsoft.com/office/drawing/2014/main" id="{4DF12758-EB81-45B0-83AF-91A8CA3B0A96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2_full_CA2_819">
            <a:extLst>
              <a:ext uri="{FF2B5EF4-FFF2-40B4-BE49-F238E27FC236}">
                <a16:creationId xmlns:a16="http://schemas.microsoft.com/office/drawing/2014/main" id="{875E4F96-12D8-45EF-A454-9D3739D5F870}"/>
              </a:ext>
            </a:extLst>
          </p:cNvPr>
          <p:cNvSpPr>
            <a:spLocks noGrp="1"/>
          </p:cNvSpPr>
          <p:nvPr/>
        </p:nvSpPr>
        <p:spPr>
          <a:xfrm>
            <a:off x="1518383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2_full_CA2_820">
            <a:extLst>
              <a:ext uri="{FF2B5EF4-FFF2-40B4-BE49-F238E27FC236}">
                <a16:creationId xmlns:a16="http://schemas.microsoft.com/office/drawing/2014/main" id="{E71D9647-59A5-4680-B5DF-6FAC895415A8}"/>
              </a:ext>
            </a:extLst>
          </p:cNvPr>
          <p:cNvSpPr>
            <a:spLocks noGrp="1"/>
          </p:cNvSpPr>
          <p:nvPr/>
        </p:nvSpPr>
        <p:spPr>
          <a:xfrm>
            <a:off x="1429309" y="40805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2_full_CA2_821">
            <a:extLst>
              <a:ext uri="{FF2B5EF4-FFF2-40B4-BE49-F238E27FC236}">
                <a16:creationId xmlns:a16="http://schemas.microsoft.com/office/drawing/2014/main" id="{0BE2EE25-FD7D-4F91-B676-2ACC00B7F5DF}"/>
              </a:ext>
            </a:extLst>
          </p:cNvPr>
          <p:cNvSpPr>
            <a:spLocks noGrp="1"/>
          </p:cNvSpPr>
          <p:nvPr/>
        </p:nvSpPr>
        <p:spPr>
          <a:xfrm>
            <a:off x="1721426" y="414141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2_full_CA2_822">
            <a:extLst>
              <a:ext uri="{FF2B5EF4-FFF2-40B4-BE49-F238E27FC236}">
                <a16:creationId xmlns:a16="http://schemas.microsoft.com/office/drawing/2014/main" id="{89D821E0-8FA5-4BF1-BEF3-93DC96B15476}"/>
              </a:ext>
            </a:extLst>
          </p:cNvPr>
          <p:cNvSpPr>
            <a:spLocks noGrp="1"/>
          </p:cNvSpPr>
          <p:nvPr/>
        </p:nvSpPr>
        <p:spPr>
          <a:xfrm>
            <a:off x="148281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2_full_CA2_823">
            <a:extLst>
              <a:ext uri="{FF2B5EF4-FFF2-40B4-BE49-F238E27FC236}">
                <a16:creationId xmlns:a16="http://schemas.microsoft.com/office/drawing/2014/main" id="{00C2A498-08C1-44E2-931A-81687D3E61C1}"/>
              </a:ext>
            </a:extLst>
          </p:cNvPr>
          <p:cNvSpPr>
            <a:spLocks noGrp="1"/>
          </p:cNvSpPr>
          <p:nvPr/>
        </p:nvSpPr>
        <p:spPr>
          <a:xfrm>
            <a:off x="159408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2_full_CA2_824">
            <a:extLst>
              <a:ext uri="{FF2B5EF4-FFF2-40B4-BE49-F238E27FC236}">
                <a16:creationId xmlns:a16="http://schemas.microsoft.com/office/drawing/2014/main" id="{4F2D7AD1-75D9-485D-8969-C66E973D8674}"/>
              </a:ext>
            </a:extLst>
          </p:cNvPr>
          <p:cNvSpPr>
            <a:spLocks noGrp="1"/>
          </p:cNvSpPr>
          <p:nvPr/>
        </p:nvSpPr>
        <p:spPr>
          <a:xfrm>
            <a:off x="1638569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2_full_CA2_825">
            <a:extLst>
              <a:ext uri="{FF2B5EF4-FFF2-40B4-BE49-F238E27FC236}">
                <a16:creationId xmlns:a16="http://schemas.microsoft.com/office/drawing/2014/main" id="{3215D14F-48B5-4046-99F4-EF9D30E525FA}"/>
              </a:ext>
            </a:extLst>
          </p:cNvPr>
          <p:cNvSpPr>
            <a:spLocks noGrp="1"/>
          </p:cNvSpPr>
          <p:nvPr/>
        </p:nvSpPr>
        <p:spPr>
          <a:xfrm>
            <a:off x="1653376" y="391052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2_full_CA2_826">
            <a:extLst>
              <a:ext uri="{FF2B5EF4-FFF2-40B4-BE49-F238E27FC236}">
                <a16:creationId xmlns:a16="http://schemas.microsoft.com/office/drawing/2014/main" id="{2BF002F6-BE77-4C9C-9CCD-4F83E0538A0C}"/>
              </a:ext>
            </a:extLst>
          </p:cNvPr>
          <p:cNvSpPr>
            <a:spLocks noGrp="1"/>
          </p:cNvSpPr>
          <p:nvPr/>
        </p:nvSpPr>
        <p:spPr>
          <a:xfrm>
            <a:off x="141155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2_full_CA2_827">
            <a:extLst>
              <a:ext uri="{FF2B5EF4-FFF2-40B4-BE49-F238E27FC236}">
                <a16:creationId xmlns:a16="http://schemas.microsoft.com/office/drawing/2014/main" id="{ECF793E1-C746-4260-B7E5-4AB37FCECCDD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2_full_CA2_828">
            <a:extLst>
              <a:ext uri="{FF2B5EF4-FFF2-40B4-BE49-F238E27FC236}">
                <a16:creationId xmlns:a16="http://schemas.microsoft.com/office/drawing/2014/main" id="{6A311EA5-1B3C-4B8B-A9A4-BCD90EA86255}"/>
              </a:ext>
            </a:extLst>
          </p:cNvPr>
          <p:cNvSpPr>
            <a:spLocks noGrp="1"/>
          </p:cNvSpPr>
          <p:nvPr/>
        </p:nvSpPr>
        <p:spPr>
          <a:xfrm>
            <a:off x="1518332" y="44317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2_full_CA2_829">
            <a:extLst>
              <a:ext uri="{FF2B5EF4-FFF2-40B4-BE49-F238E27FC236}">
                <a16:creationId xmlns:a16="http://schemas.microsoft.com/office/drawing/2014/main" id="{74177021-BDE3-4264-B5B5-D9D0400D3D5A}"/>
              </a:ext>
            </a:extLst>
          </p:cNvPr>
          <p:cNvSpPr>
            <a:spLocks noGrp="1"/>
          </p:cNvSpPr>
          <p:nvPr/>
        </p:nvSpPr>
        <p:spPr>
          <a:xfrm>
            <a:off x="1535913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2_full_CA2_830">
            <a:extLst>
              <a:ext uri="{FF2B5EF4-FFF2-40B4-BE49-F238E27FC236}">
                <a16:creationId xmlns:a16="http://schemas.microsoft.com/office/drawing/2014/main" id="{385E56B5-59BF-4216-BC56-4BA02C359519}"/>
              </a:ext>
            </a:extLst>
          </p:cNvPr>
          <p:cNvSpPr>
            <a:spLocks noGrp="1"/>
          </p:cNvSpPr>
          <p:nvPr/>
        </p:nvSpPr>
        <p:spPr>
          <a:xfrm>
            <a:off x="149220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2_full_CA2_831">
            <a:extLst>
              <a:ext uri="{FF2B5EF4-FFF2-40B4-BE49-F238E27FC236}">
                <a16:creationId xmlns:a16="http://schemas.microsoft.com/office/drawing/2014/main" id="{C1B2A2E2-10BF-4267-8728-806453401192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2_full_CA2_832">
            <a:extLst>
              <a:ext uri="{FF2B5EF4-FFF2-40B4-BE49-F238E27FC236}">
                <a16:creationId xmlns:a16="http://schemas.microsoft.com/office/drawing/2014/main" id="{57AA7018-F070-406A-AEBD-B10C2B3DA330}"/>
              </a:ext>
            </a:extLst>
          </p:cNvPr>
          <p:cNvSpPr>
            <a:spLocks noGrp="1"/>
          </p:cNvSpPr>
          <p:nvPr/>
        </p:nvSpPr>
        <p:spPr>
          <a:xfrm>
            <a:off x="1421265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2_full_CA2_833">
            <a:extLst>
              <a:ext uri="{FF2B5EF4-FFF2-40B4-BE49-F238E27FC236}">
                <a16:creationId xmlns:a16="http://schemas.microsoft.com/office/drawing/2014/main" id="{0253E051-794A-4DC7-B905-D69B21FE05CD}"/>
              </a:ext>
            </a:extLst>
          </p:cNvPr>
          <p:cNvSpPr>
            <a:spLocks noGrp="1"/>
          </p:cNvSpPr>
          <p:nvPr/>
        </p:nvSpPr>
        <p:spPr>
          <a:xfrm>
            <a:off x="1522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2_full_CA2_834">
            <a:extLst>
              <a:ext uri="{FF2B5EF4-FFF2-40B4-BE49-F238E27FC236}">
                <a16:creationId xmlns:a16="http://schemas.microsoft.com/office/drawing/2014/main" id="{4C19603B-168D-4669-9F49-7F332DC99C99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2_full_CA2_835">
            <a:extLst>
              <a:ext uri="{FF2B5EF4-FFF2-40B4-BE49-F238E27FC236}">
                <a16:creationId xmlns:a16="http://schemas.microsoft.com/office/drawing/2014/main" id="{54D7C50C-E342-4A8B-8698-AE1321CCC43D}"/>
              </a:ext>
            </a:extLst>
          </p:cNvPr>
          <p:cNvSpPr>
            <a:spLocks noGrp="1"/>
          </p:cNvSpPr>
          <p:nvPr/>
        </p:nvSpPr>
        <p:spPr>
          <a:xfrm>
            <a:off x="14369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2_full_CA2_836">
            <a:extLst>
              <a:ext uri="{FF2B5EF4-FFF2-40B4-BE49-F238E27FC236}">
                <a16:creationId xmlns:a16="http://schemas.microsoft.com/office/drawing/2014/main" id="{9B58CAC4-C6BF-40F3-857F-F590F40247C6}"/>
              </a:ext>
            </a:extLst>
          </p:cNvPr>
          <p:cNvSpPr>
            <a:spLocks noGrp="1"/>
          </p:cNvSpPr>
          <p:nvPr/>
        </p:nvSpPr>
        <p:spPr>
          <a:xfrm>
            <a:off x="1429835" y="4757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2_full_CA2_837">
            <a:extLst>
              <a:ext uri="{FF2B5EF4-FFF2-40B4-BE49-F238E27FC236}">
                <a16:creationId xmlns:a16="http://schemas.microsoft.com/office/drawing/2014/main" id="{E0960701-0BFE-45C2-A57C-7170837782F4}"/>
              </a:ext>
            </a:extLst>
          </p:cNvPr>
          <p:cNvSpPr>
            <a:spLocks noGrp="1"/>
          </p:cNvSpPr>
          <p:nvPr/>
        </p:nvSpPr>
        <p:spPr>
          <a:xfrm>
            <a:off x="1590148" y="390584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2_full_CA2_838">
            <a:extLst>
              <a:ext uri="{FF2B5EF4-FFF2-40B4-BE49-F238E27FC236}">
                <a16:creationId xmlns:a16="http://schemas.microsoft.com/office/drawing/2014/main" id="{A659F30F-E0F6-47CD-8DF9-943231A2689B}"/>
              </a:ext>
            </a:extLst>
          </p:cNvPr>
          <p:cNvSpPr>
            <a:spLocks noGrp="1"/>
          </p:cNvSpPr>
          <p:nvPr/>
        </p:nvSpPr>
        <p:spPr>
          <a:xfrm>
            <a:off x="1574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2_full_CA2_839">
            <a:extLst>
              <a:ext uri="{FF2B5EF4-FFF2-40B4-BE49-F238E27FC236}">
                <a16:creationId xmlns:a16="http://schemas.microsoft.com/office/drawing/2014/main" id="{9CC805A1-FE62-44E1-AE1A-A034045E0B2A}"/>
              </a:ext>
            </a:extLst>
          </p:cNvPr>
          <p:cNvSpPr>
            <a:spLocks noGrp="1"/>
          </p:cNvSpPr>
          <p:nvPr/>
        </p:nvSpPr>
        <p:spPr>
          <a:xfrm>
            <a:off x="14635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2_full_CA2_840">
            <a:extLst>
              <a:ext uri="{FF2B5EF4-FFF2-40B4-BE49-F238E27FC236}">
                <a16:creationId xmlns:a16="http://schemas.microsoft.com/office/drawing/2014/main" id="{198F1134-8131-415A-B6D4-D0B5543F14C3}"/>
              </a:ext>
            </a:extLst>
          </p:cNvPr>
          <p:cNvSpPr>
            <a:spLocks noGrp="1"/>
          </p:cNvSpPr>
          <p:nvPr/>
        </p:nvSpPr>
        <p:spPr>
          <a:xfrm>
            <a:off x="15219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2_full_CA2_841">
            <a:extLst>
              <a:ext uri="{FF2B5EF4-FFF2-40B4-BE49-F238E27FC236}">
                <a16:creationId xmlns:a16="http://schemas.microsoft.com/office/drawing/2014/main" id="{B6297194-18C3-46BD-9408-9D188D7197E0}"/>
              </a:ext>
            </a:extLst>
          </p:cNvPr>
          <p:cNvSpPr>
            <a:spLocks noGrp="1"/>
          </p:cNvSpPr>
          <p:nvPr/>
        </p:nvSpPr>
        <p:spPr>
          <a:xfrm>
            <a:off x="145516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2_full_CA2_842">
            <a:extLst>
              <a:ext uri="{FF2B5EF4-FFF2-40B4-BE49-F238E27FC236}">
                <a16:creationId xmlns:a16="http://schemas.microsoft.com/office/drawing/2014/main" id="{A08BD958-CE23-4BC6-958E-983E5EBEF416}"/>
              </a:ext>
            </a:extLst>
          </p:cNvPr>
          <p:cNvSpPr>
            <a:spLocks noGrp="1"/>
          </p:cNvSpPr>
          <p:nvPr/>
        </p:nvSpPr>
        <p:spPr>
          <a:xfrm>
            <a:off x="165615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2_full_CA2_843">
            <a:extLst>
              <a:ext uri="{FF2B5EF4-FFF2-40B4-BE49-F238E27FC236}">
                <a16:creationId xmlns:a16="http://schemas.microsoft.com/office/drawing/2014/main" id="{C32B9D59-5F50-4339-A309-A1FBB0A3F38E}"/>
              </a:ext>
            </a:extLst>
          </p:cNvPr>
          <p:cNvSpPr>
            <a:spLocks noGrp="1"/>
          </p:cNvSpPr>
          <p:nvPr/>
        </p:nvSpPr>
        <p:spPr>
          <a:xfrm>
            <a:off x="151656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2_full_CA2_844">
            <a:extLst>
              <a:ext uri="{FF2B5EF4-FFF2-40B4-BE49-F238E27FC236}">
                <a16:creationId xmlns:a16="http://schemas.microsoft.com/office/drawing/2014/main" id="{07DBC9C9-679A-4D93-8749-95118D6AD7A8}"/>
              </a:ext>
            </a:extLst>
          </p:cNvPr>
          <p:cNvSpPr>
            <a:spLocks noGrp="1"/>
          </p:cNvSpPr>
          <p:nvPr/>
        </p:nvSpPr>
        <p:spPr>
          <a:xfrm>
            <a:off x="17040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2_full_CA2_845">
            <a:extLst>
              <a:ext uri="{FF2B5EF4-FFF2-40B4-BE49-F238E27FC236}">
                <a16:creationId xmlns:a16="http://schemas.microsoft.com/office/drawing/2014/main" id="{D6DF5B51-03A9-4E5F-BBA0-0181C3A1D3B7}"/>
              </a:ext>
            </a:extLst>
          </p:cNvPr>
          <p:cNvSpPr>
            <a:spLocks noGrp="1"/>
          </p:cNvSpPr>
          <p:nvPr/>
        </p:nvSpPr>
        <p:spPr>
          <a:xfrm>
            <a:off x="1495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2_full_CA2_846">
            <a:extLst>
              <a:ext uri="{FF2B5EF4-FFF2-40B4-BE49-F238E27FC236}">
                <a16:creationId xmlns:a16="http://schemas.microsoft.com/office/drawing/2014/main" id="{6E7E5015-BAF3-4B41-9D8D-2690975ACF8C}"/>
              </a:ext>
            </a:extLst>
          </p:cNvPr>
          <p:cNvSpPr>
            <a:spLocks noGrp="1"/>
          </p:cNvSpPr>
          <p:nvPr/>
        </p:nvSpPr>
        <p:spPr>
          <a:xfrm>
            <a:off x="17104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2_full_CA2_847">
            <a:extLst>
              <a:ext uri="{FF2B5EF4-FFF2-40B4-BE49-F238E27FC236}">
                <a16:creationId xmlns:a16="http://schemas.microsoft.com/office/drawing/2014/main" id="{B2DF5B41-B367-49B8-83A6-0C1CF98C0313}"/>
              </a:ext>
            </a:extLst>
          </p:cNvPr>
          <p:cNvSpPr>
            <a:spLocks noGrp="1"/>
          </p:cNvSpPr>
          <p:nvPr/>
        </p:nvSpPr>
        <p:spPr>
          <a:xfrm>
            <a:off x="1505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2_full_CA2_848">
            <a:extLst>
              <a:ext uri="{FF2B5EF4-FFF2-40B4-BE49-F238E27FC236}">
                <a16:creationId xmlns:a16="http://schemas.microsoft.com/office/drawing/2014/main" id="{E675399D-C058-4644-9438-90B199C7C530}"/>
              </a:ext>
            </a:extLst>
          </p:cNvPr>
          <p:cNvSpPr>
            <a:spLocks noGrp="1"/>
          </p:cNvSpPr>
          <p:nvPr/>
        </p:nvSpPr>
        <p:spPr>
          <a:xfrm>
            <a:off x="143452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2_full_CA2_849">
            <a:extLst>
              <a:ext uri="{FF2B5EF4-FFF2-40B4-BE49-F238E27FC236}">
                <a16:creationId xmlns:a16="http://schemas.microsoft.com/office/drawing/2014/main" id="{2255BCF2-5776-4582-A0C4-EA1235B68634}"/>
              </a:ext>
            </a:extLst>
          </p:cNvPr>
          <p:cNvSpPr>
            <a:spLocks noGrp="1"/>
          </p:cNvSpPr>
          <p:nvPr/>
        </p:nvSpPr>
        <p:spPr>
          <a:xfrm>
            <a:off x="153760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2_full_CA2_850">
            <a:extLst>
              <a:ext uri="{FF2B5EF4-FFF2-40B4-BE49-F238E27FC236}">
                <a16:creationId xmlns:a16="http://schemas.microsoft.com/office/drawing/2014/main" id="{D6CD0CE1-7B3C-4891-A5F5-A9CC22485B85}"/>
              </a:ext>
            </a:extLst>
          </p:cNvPr>
          <p:cNvSpPr>
            <a:spLocks noGrp="1"/>
          </p:cNvSpPr>
          <p:nvPr/>
        </p:nvSpPr>
        <p:spPr>
          <a:xfrm>
            <a:off x="1532764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2_full_CA2_851">
            <a:extLst>
              <a:ext uri="{FF2B5EF4-FFF2-40B4-BE49-F238E27FC236}">
                <a16:creationId xmlns:a16="http://schemas.microsoft.com/office/drawing/2014/main" id="{3C71803C-7E99-4CEF-9605-56DD7B75AF55}"/>
              </a:ext>
            </a:extLst>
          </p:cNvPr>
          <p:cNvSpPr>
            <a:spLocks noGrp="1"/>
          </p:cNvSpPr>
          <p:nvPr/>
        </p:nvSpPr>
        <p:spPr>
          <a:xfrm>
            <a:off x="154726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2_full_CA2_852">
            <a:extLst>
              <a:ext uri="{FF2B5EF4-FFF2-40B4-BE49-F238E27FC236}">
                <a16:creationId xmlns:a16="http://schemas.microsoft.com/office/drawing/2014/main" id="{D9BA6A5F-0B89-4B3E-A783-AAFEBD8C537A}"/>
              </a:ext>
            </a:extLst>
          </p:cNvPr>
          <p:cNvSpPr>
            <a:spLocks noGrp="1"/>
          </p:cNvSpPr>
          <p:nvPr/>
        </p:nvSpPr>
        <p:spPr>
          <a:xfrm>
            <a:off x="161009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2_full_CA2_853">
            <a:extLst>
              <a:ext uri="{FF2B5EF4-FFF2-40B4-BE49-F238E27FC236}">
                <a16:creationId xmlns:a16="http://schemas.microsoft.com/office/drawing/2014/main" id="{CC20151D-47F5-4C97-8431-7007561CF29E}"/>
              </a:ext>
            </a:extLst>
          </p:cNvPr>
          <p:cNvSpPr>
            <a:spLocks noGrp="1"/>
          </p:cNvSpPr>
          <p:nvPr/>
        </p:nvSpPr>
        <p:spPr>
          <a:xfrm>
            <a:off x="165976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2_full_CA2_854">
            <a:extLst>
              <a:ext uri="{FF2B5EF4-FFF2-40B4-BE49-F238E27FC236}">
                <a16:creationId xmlns:a16="http://schemas.microsoft.com/office/drawing/2014/main" id="{D0448E5B-4C9E-4350-8A10-938DE25F2113}"/>
              </a:ext>
            </a:extLst>
          </p:cNvPr>
          <p:cNvSpPr>
            <a:spLocks noGrp="1"/>
          </p:cNvSpPr>
          <p:nvPr/>
        </p:nvSpPr>
        <p:spPr>
          <a:xfrm>
            <a:off x="160431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2_full_CA2_855">
            <a:extLst>
              <a:ext uri="{FF2B5EF4-FFF2-40B4-BE49-F238E27FC236}">
                <a16:creationId xmlns:a16="http://schemas.microsoft.com/office/drawing/2014/main" id="{09B903F7-F4BD-462F-8C2E-706682FE4FF3}"/>
              </a:ext>
            </a:extLst>
          </p:cNvPr>
          <p:cNvSpPr>
            <a:spLocks noGrp="1"/>
          </p:cNvSpPr>
          <p:nvPr/>
        </p:nvSpPr>
        <p:spPr>
          <a:xfrm>
            <a:off x="154633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2_full_CA2_856">
            <a:extLst>
              <a:ext uri="{FF2B5EF4-FFF2-40B4-BE49-F238E27FC236}">
                <a16:creationId xmlns:a16="http://schemas.microsoft.com/office/drawing/2014/main" id="{9B09D8B2-FBB9-49B8-8064-F43F60F95C4C}"/>
              </a:ext>
            </a:extLst>
          </p:cNvPr>
          <p:cNvSpPr>
            <a:spLocks noGrp="1"/>
          </p:cNvSpPr>
          <p:nvPr/>
        </p:nvSpPr>
        <p:spPr>
          <a:xfrm>
            <a:off x="1710983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2_full_CA2_857">
            <a:extLst>
              <a:ext uri="{FF2B5EF4-FFF2-40B4-BE49-F238E27FC236}">
                <a16:creationId xmlns:a16="http://schemas.microsoft.com/office/drawing/2014/main" id="{E125C20C-3D01-45EE-8989-14CB4E5B0E56}"/>
              </a:ext>
            </a:extLst>
          </p:cNvPr>
          <p:cNvSpPr>
            <a:spLocks noGrp="1"/>
          </p:cNvSpPr>
          <p:nvPr/>
        </p:nvSpPr>
        <p:spPr>
          <a:xfrm>
            <a:off x="144022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2_full_CA2_858">
            <a:extLst>
              <a:ext uri="{FF2B5EF4-FFF2-40B4-BE49-F238E27FC236}">
                <a16:creationId xmlns:a16="http://schemas.microsoft.com/office/drawing/2014/main" id="{B426C916-6898-41F2-BE08-8D80A64DD682}"/>
              </a:ext>
            </a:extLst>
          </p:cNvPr>
          <p:cNvSpPr>
            <a:spLocks noGrp="1"/>
          </p:cNvSpPr>
          <p:nvPr/>
        </p:nvSpPr>
        <p:spPr>
          <a:xfrm>
            <a:off x="148126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2_full_CA2_859">
            <a:extLst>
              <a:ext uri="{FF2B5EF4-FFF2-40B4-BE49-F238E27FC236}">
                <a16:creationId xmlns:a16="http://schemas.microsoft.com/office/drawing/2014/main" id="{5C7336F0-A793-4801-92E8-28B415A9610B}"/>
              </a:ext>
            </a:extLst>
          </p:cNvPr>
          <p:cNvSpPr>
            <a:spLocks noGrp="1"/>
          </p:cNvSpPr>
          <p:nvPr/>
        </p:nvSpPr>
        <p:spPr>
          <a:xfrm>
            <a:off x="142367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2_full_CA2_860">
            <a:extLst>
              <a:ext uri="{FF2B5EF4-FFF2-40B4-BE49-F238E27FC236}">
                <a16:creationId xmlns:a16="http://schemas.microsoft.com/office/drawing/2014/main" id="{1493DA88-5EBF-4B6B-B9A5-1F57ACF33B03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2_full_CA2_861">
            <a:extLst>
              <a:ext uri="{FF2B5EF4-FFF2-40B4-BE49-F238E27FC236}">
                <a16:creationId xmlns:a16="http://schemas.microsoft.com/office/drawing/2014/main" id="{6BB9C7B3-45BF-49EE-BC04-007FCE1DF466}"/>
              </a:ext>
            </a:extLst>
          </p:cNvPr>
          <p:cNvSpPr>
            <a:spLocks noGrp="1"/>
          </p:cNvSpPr>
          <p:nvPr/>
        </p:nvSpPr>
        <p:spPr>
          <a:xfrm>
            <a:off x="157726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2_full_CA2_862">
            <a:extLst>
              <a:ext uri="{FF2B5EF4-FFF2-40B4-BE49-F238E27FC236}">
                <a16:creationId xmlns:a16="http://schemas.microsoft.com/office/drawing/2014/main" id="{F9BEC5F6-2A21-4E9F-9217-CB918DC6A109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2_full_CA2_863">
            <a:extLst>
              <a:ext uri="{FF2B5EF4-FFF2-40B4-BE49-F238E27FC236}">
                <a16:creationId xmlns:a16="http://schemas.microsoft.com/office/drawing/2014/main" id="{EFEE626E-DF8D-487E-90A4-91D5315344FB}"/>
              </a:ext>
            </a:extLst>
          </p:cNvPr>
          <p:cNvSpPr>
            <a:spLocks noGrp="1"/>
          </p:cNvSpPr>
          <p:nvPr/>
        </p:nvSpPr>
        <p:spPr>
          <a:xfrm>
            <a:off x="1708356" y="39651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2_full_CA2_864">
            <a:extLst>
              <a:ext uri="{FF2B5EF4-FFF2-40B4-BE49-F238E27FC236}">
                <a16:creationId xmlns:a16="http://schemas.microsoft.com/office/drawing/2014/main" id="{B4FC05B3-B946-40B5-AE90-42A3E630D6F0}"/>
              </a:ext>
            </a:extLst>
          </p:cNvPr>
          <p:cNvSpPr>
            <a:spLocks noGrp="1"/>
          </p:cNvSpPr>
          <p:nvPr/>
        </p:nvSpPr>
        <p:spPr>
          <a:xfrm>
            <a:off x="1712321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2_full_CA2_865">
            <a:extLst>
              <a:ext uri="{FF2B5EF4-FFF2-40B4-BE49-F238E27FC236}">
                <a16:creationId xmlns:a16="http://schemas.microsoft.com/office/drawing/2014/main" id="{5E4451B8-2867-4495-80B5-BE43931A8DB7}"/>
              </a:ext>
            </a:extLst>
          </p:cNvPr>
          <p:cNvSpPr>
            <a:spLocks noGrp="1"/>
          </p:cNvSpPr>
          <p:nvPr/>
        </p:nvSpPr>
        <p:spPr>
          <a:xfrm>
            <a:off x="1468350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2_full_CA2_866">
            <a:extLst>
              <a:ext uri="{FF2B5EF4-FFF2-40B4-BE49-F238E27FC236}">
                <a16:creationId xmlns:a16="http://schemas.microsoft.com/office/drawing/2014/main" id="{351FDFA2-B4DF-4324-98FE-AA52A3B9299C}"/>
              </a:ext>
            </a:extLst>
          </p:cNvPr>
          <p:cNvSpPr>
            <a:spLocks noGrp="1"/>
          </p:cNvSpPr>
          <p:nvPr/>
        </p:nvSpPr>
        <p:spPr>
          <a:xfrm>
            <a:off x="15014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2_full_CA2_867">
            <a:extLst>
              <a:ext uri="{FF2B5EF4-FFF2-40B4-BE49-F238E27FC236}">
                <a16:creationId xmlns:a16="http://schemas.microsoft.com/office/drawing/2014/main" id="{9CF73DC7-B078-4A2E-9F86-44935B6F74B3}"/>
              </a:ext>
            </a:extLst>
          </p:cNvPr>
          <p:cNvSpPr>
            <a:spLocks noGrp="1"/>
          </p:cNvSpPr>
          <p:nvPr/>
        </p:nvSpPr>
        <p:spPr>
          <a:xfrm>
            <a:off x="1456403" y="42347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2_full_CA2_868">
            <a:extLst>
              <a:ext uri="{FF2B5EF4-FFF2-40B4-BE49-F238E27FC236}">
                <a16:creationId xmlns:a16="http://schemas.microsoft.com/office/drawing/2014/main" id="{C36C58EC-ADE0-46FC-8812-4DB62FA36A85}"/>
              </a:ext>
            </a:extLst>
          </p:cNvPr>
          <p:cNvSpPr>
            <a:spLocks noGrp="1"/>
          </p:cNvSpPr>
          <p:nvPr/>
        </p:nvSpPr>
        <p:spPr>
          <a:xfrm>
            <a:off x="15017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2_full_CA2_869">
            <a:extLst>
              <a:ext uri="{FF2B5EF4-FFF2-40B4-BE49-F238E27FC236}">
                <a16:creationId xmlns:a16="http://schemas.microsoft.com/office/drawing/2014/main" id="{FF733EEB-A89C-42EE-9E26-4D868C1D23E4}"/>
              </a:ext>
            </a:extLst>
          </p:cNvPr>
          <p:cNvSpPr>
            <a:spLocks noGrp="1"/>
          </p:cNvSpPr>
          <p:nvPr/>
        </p:nvSpPr>
        <p:spPr>
          <a:xfrm>
            <a:off x="145808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2_full_CA2_870">
            <a:extLst>
              <a:ext uri="{FF2B5EF4-FFF2-40B4-BE49-F238E27FC236}">
                <a16:creationId xmlns:a16="http://schemas.microsoft.com/office/drawing/2014/main" id="{C5CBD5F6-4D89-4EBB-84CF-A2FB73C66A73}"/>
              </a:ext>
            </a:extLst>
          </p:cNvPr>
          <p:cNvSpPr>
            <a:spLocks noGrp="1"/>
          </p:cNvSpPr>
          <p:nvPr/>
        </p:nvSpPr>
        <p:spPr>
          <a:xfrm>
            <a:off x="15499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2_full_CA2_871">
            <a:extLst>
              <a:ext uri="{FF2B5EF4-FFF2-40B4-BE49-F238E27FC236}">
                <a16:creationId xmlns:a16="http://schemas.microsoft.com/office/drawing/2014/main" id="{E254022E-3554-4278-A53E-1F597C1B2C88}"/>
              </a:ext>
            </a:extLst>
          </p:cNvPr>
          <p:cNvSpPr>
            <a:spLocks noGrp="1"/>
          </p:cNvSpPr>
          <p:nvPr/>
        </p:nvSpPr>
        <p:spPr>
          <a:xfrm>
            <a:off x="158674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2_full_CA2_872">
            <a:extLst>
              <a:ext uri="{FF2B5EF4-FFF2-40B4-BE49-F238E27FC236}">
                <a16:creationId xmlns:a16="http://schemas.microsoft.com/office/drawing/2014/main" id="{B9537FD8-1AB0-4386-A365-7B0E847DEE1E}"/>
              </a:ext>
            </a:extLst>
          </p:cNvPr>
          <p:cNvSpPr>
            <a:spLocks noGrp="1"/>
          </p:cNvSpPr>
          <p:nvPr/>
        </p:nvSpPr>
        <p:spPr>
          <a:xfrm>
            <a:off x="156563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2_full_CA2_873">
            <a:extLst>
              <a:ext uri="{FF2B5EF4-FFF2-40B4-BE49-F238E27FC236}">
                <a16:creationId xmlns:a16="http://schemas.microsoft.com/office/drawing/2014/main" id="{EB0271EC-4A89-4956-9861-5776378926FA}"/>
              </a:ext>
            </a:extLst>
          </p:cNvPr>
          <p:cNvSpPr>
            <a:spLocks noGrp="1"/>
          </p:cNvSpPr>
          <p:nvPr/>
        </p:nvSpPr>
        <p:spPr>
          <a:xfrm>
            <a:off x="1563248" y="422039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2_full_CA2_874">
            <a:extLst>
              <a:ext uri="{FF2B5EF4-FFF2-40B4-BE49-F238E27FC236}">
                <a16:creationId xmlns:a16="http://schemas.microsoft.com/office/drawing/2014/main" id="{C45C02DC-5BD7-40E7-8E58-19B41861E53E}"/>
              </a:ext>
            </a:extLst>
          </p:cNvPr>
          <p:cNvSpPr>
            <a:spLocks noGrp="1"/>
          </p:cNvSpPr>
          <p:nvPr/>
        </p:nvSpPr>
        <p:spPr>
          <a:xfrm>
            <a:off x="153873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2_full_CA2_875">
            <a:extLst>
              <a:ext uri="{FF2B5EF4-FFF2-40B4-BE49-F238E27FC236}">
                <a16:creationId xmlns:a16="http://schemas.microsoft.com/office/drawing/2014/main" id="{2C37259F-886D-441F-8130-C5AA46B10B09}"/>
              </a:ext>
            </a:extLst>
          </p:cNvPr>
          <p:cNvSpPr>
            <a:spLocks noGrp="1"/>
          </p:cNvSpPr>
          <p:nvPr/>
        </p:nvSpPr>
        <p:spPr>
          <a:xfrm>
            <a:off x="1469478" y="411595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2_full_CA2_876">
            <a:extLst>
              <a:ext uri="{FF2B5EF4-FFF2-40B4-BE49-F238E27FC236}">
                <a16:creationId xmlns:a16="http://schemas.microsoft.com/office/drawing/2014/main" id="{942F5036-BF3E-42FE-8854-5663210CF1E4}"/>
              </a:ext>
            </a:extLst>
          </p:cNvPr>
          <p:cNvSpPr>
            <a:spLocks noGrp="1"/>
          </p:cNvSpPr>
          <p:nvPr/>
        </p:nvSpPr>
        <p:spPr>
          <a:xfrm>
            <a:off x="14367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2_full_CA2_877">
            <a:extLst>
              <a:ext uri="{FF2B5EF4-FFF2-40B4-BE49-F238E27FC236}">
                <a16:creationId xmlns:a16="http://schemas.microsoft.com/office/drawing/2014/main" id="{8B811BC8-E6DF-438A-B9DA-DD3287734EA6}"/>
              </a:ext>
            </a:extLst>
          </p:cNvPr>
          <p:cNvSpPr>
            <a:spLocks noGrp="1"/>
          </p:cNvSpPr>
          <p:nvPr/>
        </p:nvSpPr>
        <p:spPr>
          <a:xfrm>
            <a:off x="15345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2_full_CA2_878">
            <a:extLst>
              <a:ext uri="{FF2B5EF4-FFF2-40B4-BE49-F238E27FC236}">
                <a16:creationId xmlns:a16="http://schemas.microsoft.com/office/drawing/2014/main" id="{2FC9D94A-C31F-41BA-832B-AE1D2286DE3D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2_full_CA2_879">
            <a:extLst>
              <a:ext uri="{FF2B5EF4-FFF2-40B4-BE49-F238E27FC236}">
                <a16:creationId xmlns:a16="http://schemas.microsoft.com/office/drawing/2014/main" id="{2628B44F-004A-43FA-8774-AA1D16E6624A}"/>
              </a:ext>
            </a:extLst>
          </p:cNvPr>
          <p:cNvSpPr>
            <a:spLocks noGrp="1"/>
          </p:cNvSpPr>
          <p:nvPr/>
        </p:nvSpPr>
        <p:spPr>
          <a:xfrm>
            <a:off x="16576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2_full_CA2_880">
            <a:extLst>
              <a:ext uri="{FF2B5EF4-FFF2-40B4-BE49-F238E27FC236}">
                <a16:creationId xmlns:a16="http://schemas.microsoft.com/office/drawing/2014/main" id="{9545B766-D755-48A9-95CA-DE7EE458C220}"/>
              </a:ext>
            </a:extLst>
          </p:cNvPr>
          <p:cNvSpPr>
            <a:spLocks noGrp="1"/>
          </p:cNvSpPr>
          <p:nvPr/>
        </p:nvSpPr>
        <p:spPr>
          <a:xfrm>
            <a:off x="1433594" y="43639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2_full_CA2_881">
            <a:extLst>
              <a:ext uri="{FF2B5EF4-FFF2-40B4-BE49-F238E27FC236}">
                <a16:creationId xmlns:a16="http://schemas.microsoft.com/office/drawing/2014/main" id="{D7F72AFA-EFF1-4094-A341-CD6B42D34771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2_full_CA2_882">
            <a:extLst>
              <a:ext uri="{FF2B5EF4-FFF2-40B4-BE49-F238E27FC236}">
                <a16:creationId xmlns:a16="http://schemas.microsoft.com/office/drawing/2014/main" id="{C14E9541-8A47-437A-BEC7-117BABC816DC}"/>
              </a:ext>
            </a:extLst>
          </p:cNvPr>
          <p:cNvSpPr>
            <a:spLocks noGrp="1"/>
          </p:cNvSpPr>
          <p:nvPr/>
        </p:nvSpPr>
        <p:spPr>
          <a:xfrm>
            <a:off x="1437981" y="43077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2_full_CA2_883">
            <a:extLst>
              <a:ext uri="{FF2B5EF4-FFF2-40B4-BE49-F238E27FC236}">
                <a16:creationId xmlns:a16="http://schemas.microsoft.com/office/drawing/2014/main" id="{161481D6-243A-452B-98C1-CEFBCEAC1C2A}"/>
              </a:ext>
            </a:extLst>
          </p:cNvPr>
          <p:cNvSpPr>
            <a:spLocks noGrp="1"/>
          </p:cNvSpPr>
          <p:nvPr/>
        </p:nvSpPr>
        <p:spPr>
          <a:xfrm>
            <a:off x="16171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2_full_CA2_884">
            <a:extLst>
              <a:ext uri="{FF2B5EF4-FFF2-40B4-BE49-F238E27FC236}">
                <a16:creationId xmlns:a16="http://schemas.microsoft.com/office/drawing/2014/main" id="{D62498DF-018B-4B6C-87A3-A3B0D56A811F}"/>
              </a:ext>
            </a:extLst>
          </p:cNvPr>
          <p:cNvSpPr>
            <a:spLocks noGrp="1"/>
          </p:cNvSpPr>
          <p:nvPr/>
        </p:nvSpPr>
        <p:spPr>
          <a:xfrm>
            <a:off x="1452258" y="42114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2_full_CA2_885">
            <a:extLst>
              <a:ext uri="{FF2B5EF4-FFF2-40B4-BE49-F238E27FC236}">
                <a16:creationId xmlns:a16="http://schemas.microsoft.com/office/drawing/2014/main" id="{EF9FBAB3-43F3-4A06-8A3B-25FD2BD47389}"/>
              </a:ext>
            </a:extLst>
          </p:cNvPr>
          <p:cNvSpPr>
            <a:spLocks noGrp="1"/>
          </p:cNvSpPr>
          <p:nvPr/>
        </p:nvSpPr>
        <p:spPr>
          <a:xfrm>
            <a:off x="15286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2_full_CA2_886">
            <a:extLst>
              <a:ext uri="{FF2B5EF4-FFF2-40B4-BE49-F238E27FC236}">
                <a16:creationId xmlns:a16="http://schemas.microsoft.com/office/drawing/2014/main" id="{0D8A5AAB-3859-462B-BD3D-7C0A747063BB}"/>
              </a:ext>
            </a:extLst>
          </p:cNvPr>
          <p:cNvSpPr>
            <a:spLocks noGrp="1"/>
          </p:cNvSpPr>
          <p:nvPr/>
        </p:nvSpPr>
        <p:spPr>
          <a:xfrm>
            <a:off x="1399692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2_full_CA2_887">
            <a:extLst>
              <a:ext uri="{FF2B5EF4-FFF2-40B4-BE49-F238E27FC236}">
                <a16:creationId xmlns:a16="http://schemas.microsoft.com/office/drawing/2014/main" id="{BA21F66A-06F7-4B11-A5CD-A7CCC80E8954}"/>
              </a:ext>
            </a:extLst>
          </p:cNvPr>
          <p:cNvSpPr>
            <a:spLocks noGrp="1"/>
          </p:cNvSpPr>
          <p:nvPr/>
        </p:nvSpPr>
        <p:spPr>
          <a:xfrm>
            <a:off x="149696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2_full_CA2_888">
            <a:extLst>
              <a:ext uri="{FF2B5EF4-FFF2-40B4-BE49-F238E27FC236}">
                <a16:creationId xmlns:a16="http://schemas.microsoft.com/office/drawing/2014/main" id="{A765FFD2-F6C0-4495-808E-BC13B82499EC}"/>
              </a:ext>
            </a:extLst>
          </p:cNvPr>
          <p:cNvSpPr>
            <a:spLocks noGrp="1"/>
          </p:cNvSpPr>
          <p:nvPr/>
        </p:nvSpPr>
        <p:spPr>
          <a:xfrm>
            <a:off x="1432301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2_full_CA2_889">
            <a:extLst>
              <a:ext uri="{FF2B5EF4-FFF2-40B4-BE49-F238E27FC236}">
                <a16:creationId xmlns:a16="http://schemas.microsoft.com/office/drawing/2014/main" id="{2F602499-7237-4141-B60F-ABC1076B73CE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2_full_CA2_890">
            <a:extLst>
              <a:ext uri="{FF2B5EF4-FFF2-40B4-BE49-F238E27FC236}">
                <a16:creationId xmlns:a16="http://schemas.microsoft.com/office/drawing/2014/main" id="{48F1D8B1-424C-4406-92EC-08A1B494621F}"/>
              </a:ext>
            </a:extLst>
          </p:cNvPr>
          <p:cNvSpPr>
            <a:spLocks noGrp="1"/>
          </p:cNvSpPr>
          <p:nvPr/>
        </p:nvSpPr>
        <p:spPr>
          <a:xfrm>
            <a:off x="1520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2_full_CA2_891">
            <a:extLst>
              <a:ext uri="{FF2B5EF4-FFF2-40B4-BE49-F238E27FC236}">
                <a16:creationId xmlns:a16="http://schemas.microsoft.com/office/drawing/2014/main" id="{80F440B2-0289-4987-8767-AFD327FF2238}"/>
              </a:ext>
            </a:extLst>
          </p:cNvPr>
          <p:cNvSpPr>
            <a:spLocks noGrp="1"/>
          </p:cNvSpPr>
          <p:nvPr/>
        </p:nvSpPr>
        <p:spPr>
          <a:xfrm>
            <a:off x="145910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2_full_CA2_892">
            <a:extLst>
              <a:ext uri="{FF2B5EF4-FFF2-40B4-BE49-F238E27FC236}">
                <a16:creationId xmlns:a16="http://schemas.microsoft.com/office/drawing/2014/main" id="{0AD26534-41BC-4ABE-AEB6-13CA7B5FA94A}"/>
              </a:ext>
            </a:extLst>
          </p:cNvPr>
          <p:cNvSpPr>
            <a:spLocks noGrp="1"/>
          </p:cNvSpPr>
          <p:nvPr/>
        </p:nvSpPr>
        <p:spPr>
          <a:xfrm>
            <a:off x="1513676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2_full_CA2_893">
            <a:extLst>
              <a:ext uri="{FF2B5EF4-FFF2-40B4-BE49-F238E27FC236}">
                <a16:creationId xmlns:a16="http://schemas.microsoft.com/office/drawing/2014/main" id="{1C11E3CF-D9B8-4F3E-9926-76A267A6ADCA}"/>
              </a:ext>
            </a:extLst>
          </p:cNvPr>
          <p:cNvSpPr>
            <a:spLocks noGrp="1"/>
          </p:cNvSpPr>
          <p:nvPr/>
        </p:nvSpPr>
        <p:spPr>
          <a:xfrm>
            <a:off x="157192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2_full_CA2_894">
            <a:extLst>
              <a:ext uri="{FF2B5EF4-FFF2-40B4-BE49-F238E27FC236}">
                <a16:creationId xmlns:a16="http://schemas.microsoft.com/office/drawing/2014/main" id="{6457B693-35C8-4DDB-8F1A-FC83BF74E6DC}"/>
              </a:ext>
            </a:extLst>
          </p:cNvPr>
          <p:cNvSpPr>
            <a:spLocks noGrp="1"/>
          </p:cNvSpPr>
          <p:nvPr/>
        </p:nvSpPr>
        <p:spPr>
          <a:xfrm>
            <a:off x="1540233" y="40223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2_full_CA2_895">
            <a:extLst>
              <a:ext uri="{FF2B5EF4-FFF2-40B4-BE49-F238E27FC236}">
                <a16:creationId xmlns:a16="http://schemas.microsoft.com/office/drawing/2014/main" id="{BF5E6B34-7E58-44EF-84B9-272ADD2EC5BC}"/>
              </a:ext>
            </a:extLst>
          </p:cNvPr>
          <p:cNvSpPr>
            <a:spLocks noGrp="1"/>
          </p:cNvSpPr>
          <p:nvPr/>
        </p:nvSpPr>
        <p:spPr>
          <a:xfrm>
            <a:off x="1591080" y="442754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2_full_CA2_896">
            <a:extLst>
              <a:ext uri="{FF2B5EF4-FFF2-40B4-BE49-F238E27FC236}">
                <a16:creationId xmlns:a16="http://schemas.microsoft.com/office/drawing/2014/main" id="{F548D0C7-57B4-4D92-BC87-1306E4839081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2_full_CA2_897">
            <a:extLst>
              <a:ext uri="{FF2B5EF4-FFF2-40B4-BE49-F238E27FC236}">
                <a16:creationId xmlns:a16="http://schemas.microsoft.com/office/drawing/2014/main" id="{AC1D47D4-A53C-4533-9D71-F16C94D5ACAF}"/>
              </a:ext>
            </a:extLst>
          </p:cNvPr>
          <p:cNvSpPr>
            <a:spLocks noGrp="1"/>
          </p:cNvSpPr>
          <p:nvPr/>
        </p:nvSpPr>
        <p:spPr>
          <a:xfrm>
            <a:off x="166641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2_full_CA2_898">
            <a:extLst>
              <a:ext uri="{FF2B5EF4-FFF2-40B4-BE49-F238E27FC236}">
                <a16:creationId xmlns:a16="http://schemas.microsoft.com/office/drawing/2014/main" id="{A77784E8-0C31-431D-8E04-7A3CA8A60D58}"/>
              </a:ext>
            </a:extLst>
          </p:cNvPr>
          <p:cNvSpPr>
            <a:spLocks noGrp="1"/>
          </p:cNvSpPr>
          <p:nvPr/>
        </p:nvSpPr>
        <p:spPr>
          <a:xfrm>
            <a:off x="150035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2_full_CA2_899">
            <a:extLst>
              <a:ext uri="{FF2B5EF4-FFF2-40B4-BE49-F238E27FC236}">
                <a16:creationId xmlns:a16="http://schemas.microsoft.com/office/drawing/2014/main" id="{CF937635-F62E-406F-B0B6-4148FAA86EC8}"/>
              </a:ext>
            </a:extLst>
          </p:cNvPr>
          <p:cNvSpPr>
            <a:spLocks noGrp="1"/>
          </p:cNvSpPr>
          <p:nvPr/>
        </p:nvSpPr>
        <p:spPr>
          <a:xfrm>
            <a:off x="1628997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2_full_CA2_900">
            <a:extLst>
              <a:ext uri="{FF2B5EF4-FFF2-40B4-BE49-F238E27FC236}">
                <a16:creationId xmlns:a16="http://schemas.microsoft.com/office/drawing/2014/main" id="{A24060F3-369F-425D-964C-A07EE3948F28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2_full_CA2_901">
            <a:extLst>
              <a:ext uri="{FF2B5EF4-FFF2-40B4-BE49-F238E27FC236}">
                <a16:creationId xmlns:a16="http://schemas.microsoft.com/office/drawing/2014/main" id="{E593DA46-86A8-4580-ADCC-6A4649FE9FC1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2_full_CA2_902">
            <a:extLst>
              <a:ext uri="{FF2B5EF4-FFF2-40B4-BE49-F238E27FC236}">
                <a16:creationId xmlns:a16="http://schemas.microsoft.com/office/drawing/2014/main" id="{35FACFE9-16A9-4662-B5CC-CD4F80EE96E5}"/>
              </a:ext>
            </a:extLst>
          </p:cNvPr>
          <p:cNvSpPr>
            <a:spLocks noGrp="1"/>
          </p:cNvSpPr>
          <p:nvPr/>
        </p:nvSpPr>
        <p:spPr>
          <a:xfrm>
            <a:off x="163924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2_full_CA2_903">
            <a:extLst>
              <a:ext uri="{FF2B5EF4-FFF2-40B4-BE49-F238E27FC236}">
                <a16:creationId xmlns:a16="http://schemas.microsoft.com/office/drawing/2014/main" id="{C8319C97-C2FC-4C3A-9D47-416F5120AE3C}"/>
              </a:ext>
            </a:extLst>
          </p:cNvPr>
          <p:cNvSpPr>
            <a:spLocks noGrp="1"/>
          </p:cNvSpPr>
          <p:nvPr/>
        </p:nvSpPr>
        <p:spPr>
          <a:xfrm>
            <a:off x="171116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2_full_CA2_904">
            <a:extLst>
              <a:ext uri="{FF2B5EF4-FFF2-40B4-BE49-F238E27FC236}">
                <a16:creationId xmlns:a16="http://schemas.microsoft.com/office/drawing/2014/main" id="{0E5CDE75-8F39-4E55-85A4-080B1EE48E1F}"/>
              </a:ext>
            </a:extLst>
          </p:cNvPr>
          <p:cNvSpPr>
            <a:spLocks noGrp="1"/>
          </p:cNvSpPr>
          <p:nvPr/>
        </p:nvSpPr>
        <p:spPr>
          <a:xfrm>
            <a:off x="141596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2_full_CA2_905">
            <a:extLst>
              <a:ext uri="{FF2B5EF4-FFF2-40B4-BE49-F238E27FC236}">
                <a16:creationId xmlns:a16="http://schemas.microsoft.com/office/drawing/2014/main" id="{D9983A48-B9DA-45DB-A946-567EFBA87097}"/>
              </a:ext>
            </a:extLst>
          </p:cNvPr>
          <p:cNvSpPr>
            <a:spLocks noGrp="1"/>
          </p:cNvSpPr>
          <p:nvPr/>
        </p:nvSpPr>
        <p:spPr>
          <a:xfrm>
            <a:off x="140820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2_full_CA2_906">
            <a:extLst>
              <a:ext uri="{FF2B5EF4-FFF2-40B4-BE49-F238E27FC236}">
                <a16:creationId xmlns:a16="http://schemas.microsoft.com/office/drawing/2014/main" id="{3E3FB880-8684-40C4-B747-EC2B374DB7E7}"/>
              </a:ext>
            </a:extLst>
          </p:cNvPr>
          <p:cNvSpPr>
            <a:spLocks noGrp="1"/>
          </p:cNvSpPr>
          <p:nvPr/>
        </p:nvSpPr>
        <p:spPr>
          <a:xfrm>
            <a:off x="16870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2_full_CA2_907">
            <a:extLst>
              <a:ext uri="{FF2B5EF4-FFF2-40B4-BE49-F238E27FC236}">
                <a16:creationId xmlns:a16="http://schemas.microsoft.com/office/drawing/2014/main" id="{617729B1-BE58-4FCA-93EB-66A8DD6C024F}"/>
              </a:ext>
            </a:extLst>
          </p:cNvPr>
          <p:cNvSpPr>
            <a:spLocks noGrp="1"/>
          </p:cNvSpPr>
          <p:nvPr/>
        </p:nvSpPr>
        <p:spPr>
          <a:xfrm>
            <a:off x="14067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2_full_CA2_908">
            <a:extLst>
              <a:ext uri="{FF2B5EF4-FFF2-40B4-BE49-F238E27FC236}">
                <a16:creationId xmlns:a16="http://schemas.microsoft.com/office/drawing/2014/main" id="{656E7283-0CC0-42C2-A6D0-E5F6A485143E}"/>
              </a:ext>
            </a:extLst>
          </p:cNvPr>
          <p:cNvSpPr>
            <a:spLocks noGrp="1"/>
          </p:cNvSpPr>
          <p:nvPr/>
        </p:nvSpPr>
        <p:spPr>
          <a:xfrm>
            <a:off x="151173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2_full_CA2_909">
            <a:extLst>
              <a:ext uri="{FF2B5EF4-FFF2-40B4-BE49-F238E27FC236}">
                <a16:creationId xmlns:a16="http://schemas.microsoft.com/office/drawing/2014/main" id="{68D52EFD-A9D3-4F17-8392-8234C005E15F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2_full_CA2_910">
            <a:extLst>
              <a:ext uri="{FF2B5EF4-FFF2-40B4-BE49-F238E27FC236}">
                <a16:creationId xmlns:a16="http://schemas.microsoft.com/office/drawing/2014/main" id="{F6E807BF-0ACB-4AD4-9213-7865A2AFEF46}"/>
              </a:ext>
            </a:extLst>
          </p:cNvPr>
          <p:cNvSpPr>
            <a:spLocks noGrp="1"/>
          </p:cNvSpPr>
          <p:nvPr/>
        </p:nvSpPr>
        <p:spPr>
          <a:xfrm>
            <a:off x="1397513" y="45338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2_full_CA2_911">
            <a:extLst>
              <a:ext uri="{FF2B5EF4-FFF2-40B4-BE49-F238E27FC236}">
                <a16:creationId xmlns:a16="http://schemas.microsoft.com/office/drawing/2014/main" id="{F72B88E4-745C-44B0-97A9-EA9B724DA849}"/>
              </a:ext>
            </a:extLst>
          </p:cNvPr>
          <p:cNvSpPr>
            <a:spLocks noGrp="1"/>
          </p:cNvSpPr>
          <p:nvPr/>
        </p:nvSpPr>
        <p:spPr>
          <a:xfrm>
            <a:off x="1440575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2_full_CA2_912">
            <a:extLst>
              <a:ext uri="{FF2B5EF4-FFF2-40B4-BE49-F238E27FC236}">
                <a16:creationId xmlns:a16="http://schemas.microsoft.com/office/drawing/2014/main" id="{240100C9-749C-40A9-8E0A-C8EF5EFDF4BD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2_full_CA2_913">
            <a:extLst>
              <a:ext uri="{FF2B5EF4-FFF2-40B4-BE49-F238E27FC236}">
                <a16:creationId xmlns:a16="http://schemas.microsoft.com/office/drawing/2014/main" id="{7DD9CF18-B7B8-4138-9FDC-5125CFBCC1DF}"/>
              </a:ext>
            </a:extLst>
          </p:cNvPr>
          <p:cNvSpPr>
            <a:spLocks noGrp="1"/>
          </p:cNvSpPr>
          <p:nvPr/>
        </p:nvSpPr>
        <p:spPr>
          <a:xfrm>
            <a:off x="14942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2_full_CA2_914">
            <a:extLst>
              <a:ext uri="{FF2B5EF4-FFF2-40B4-BE49-F238E27FC236}">
                <a16:creationId xmlns:a16="http://schemas.microsoft.com/office/drawing/2014/main" id="{4BB32156-9FA4-49C8-8BF2-8B257D843F18}"/>
              </a:ext>
            </a:extLst>
          </p:cNvPr>
          <p:cNvSpPr>
            <a:spLocks noGrp="1"/>
          </p:cNvSpPr>
          <p:nvPr/>
        </p:nvSpPr>
        <p:spPr>
          <a:xfrm>
            <a:off x="1697025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2_full_CA2_915">
            <a:extLst>
              <a:ext uri="{FF2B5EF4-FFF2-40B4-BE49-F238E27FC236}">
                <a16:creationId xmlns:a16="http://schemas.microsoft.com/office/drawing/2014/main" id="{24EB1D3A-3AFC-4765-85D7-7B88890FC7BD}"/>
              </a:ext>
            </a:extLst>
          </p:cNvPr>
          <p:cNvSpPr>
            <a:spLocks noGrp="1"/>
          </p:cNvSpPr>
          <p:nvPr/>
        </p:nvSpPr>
        <p:spPr>
          <a:xfrm>
            <a:off x="151828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2_full_CA2_916">
            <a:extLst>
              <a:ext uri="{FF2B5EF4-FFF2-40B4-BE49-F238E27FC236}">
                <a16:creationId xmlns:a16="http://schemas.microsoft.com/office/drawing/2014/main" id="{72A449EB-D0E0-47CE-B8DB-FAEAB988CDA9}"/>
              </a:ext>
            </a:extLst>
          </p:cNvPr>
          <p:cNvSpPr>
            <a:spLocks noGrp="1"/>
          </p:cNvSpPr>
          <p:nvPr/>
        </p:nvSpPr>
        <p:spPr>
          <a:xfrm>
            <a:off x="1586603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2_full_CA2_917">
            <a:extLst>
              <a:ext uri="{FF2B5EF4-FFF2-40B4-BE49-F238E27FC236}">
                <a16:creationId xmlns:a16="http://schemas.microsoft.com/office/drawing/2014/main" id="{5941FCEE-96C0-4736-AFF6-1748565A22B9}"/>
              </a:ext>
            </a:extLst>
          </p:cNvPr>
          <p:cNvSpPr>
            <a:spLocks noGrp="1"/>
          </p:cNvSpPr>
          <p:nvPr/>
        </p:nvSpPr>
        <p:spPr>
          <a:xfrm>
            <a:off x="14005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2_full_CA2_918">
            <a:extLst>
              <a:ext uri="{FF2B5EF4-FFF2-40B4-BE49-F238E27FC236}">
                <a16:creationId xmlns:a16="http://schemas.microsoft.com/office/drawing/2014/main" id="{4A6661BD-BC25-49F7-8BED-A60F8068D11A}"/>
              </a:ext>
            </a:extLst>
          </p:cNvPr>
          <p:cNvSpPr>
            <a:spLocks noGrp="1"/>
          </p:cNvSpPr>
          <p:nvPr/>
        </p:nvSpPr>
        <p:spPr>
          <a:xfrm>
            <a:off x="140263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2_full_CA2_919">
            <a:extLst>
              <a:ext uri="{FF2B5EF4-FFF2-40B4-BE49-F238E27FC236}">
                <a16:creationId xmlns:a16="http://schemas.microsoft.com/office/drawing/2014/main" id="{6FE42914-E425-4933-B054-925BFD56B2E1}"/>
              </a:ext>
            </a:extLst>
          </p:cNvPr>
          <p:cNvSpPr>
            <a:spLocks noGrp="1"/>
          </p:cNvSpPr>
          <p:nvPr/>
        </p:nvSpPr>
        <p:spPr>
          <a:xfrm>
            <a:off x="1579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2_full_CA2_920">
            <a:extLst>
              <a:ext uri="{FF2B5EF4-FFF2-40B4-BE49-F238E27FC236}">
                <a16:creationId xmlns:a16="http://schemas.microsoft.com/office/drawing/2014/main" id="{2347D4D6-24BA-40D0-90B6-E3E4DB2EF711}"/>
              </a:ext>
            </a:extLst>
          </p:cNvPr>
          <p:cNvSpPr>
            <a:spLocks noGrp="1"/>
          </p:cNvSpPr>
          <p:nvPr/>
        </p:nvSpPr>
        <p:spPr>
          <a:xfrm>
            <a:off x="1539506" y="407918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2_full_CA2_921">
            <a:extLst>
              <a:ext uri="{FF2B5EF4-FFF2-40B4-BE49-F238E27FC236}">
                <a16:creationId xmlns:a16="http://schemas.microsoft.com/office/drawing/2014/main" id="{6E9346A3-DD61-4C36-849A-CF29D9541A9C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2_full_CA2_922">
            <a:extLst>
              <a:ext uri="{FF2B5EF4-FFF2-40B4-BE49-F238E27FC236}">
                <a16:creationId xmlns:a16="http://schemas.microsoft.com/office/drawing/2014/main" id="{EB315A8B-6F47-47A3-A30E-71642D04605D}"/>
              </a:ext>
            </a:extLst>
          </p:cNvPr>
          <p:cNvSpPr>
            <a:spLocks noGrp="1"/>
          </p:cNvSpPr>
          <p:nvPr/>
        </p:nvSpPr>
        <p:spPr>
          <a:xfrm>
            <a:off x="167366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2_full_CA2_923">
            <a:extLst>
              <a:ext uri="{FF2B5EF4-FFF2-40B4-BE49-F238E27FC236}">
                <a16:creationId xmlns:a16="http://schemas.microsoft.com/office/drawing/2014/main" id="{029D4689-1961-41E3-A977-83CD4FCC2D14}"/>
              </a:ext>
            </a:extLst>
          </p:cNvPr>
          <p:cNvSpPr>
            <a:spLocks noGrp="1"/>
          </p:cNvSpPr>
          <p:nvPr/>
        </p:nvSpPr>
        <p:spPr>
          <a:xfrm>
            <a:off x="171806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2_full_CA2_924">
            <a:extLst>
              <a:ext uri="{FF2B5EF4-FFF2-40B4-BE49-F238E27FC236}">
                <a16:creationId xmlns:a16="http://schemas.microsoft.com/office/drawing/2014/main" id="{0CA751AB-434F-4DAF-A60B-BC000DA357E7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2_full_CA2_925">
            <a:extLst>
              <a:ext uri="{FF2B5EF4-FFF2-40B4-BE49-F238E27FC236}">
                <a16:creationId xmlns:a16="http://schemas.microsoft.com/office/drawing/2014/main" id="{C2F3D712-4296-42D2-AE47-C1F227DBFCC6}"/>
              </a:ext>
            </a:extLst>
          </p:cNvPr>
          <p:cNvSpPr>
            <a:spLocks noGrp="1"/>
          </p:cNvSpPr>
          <p:nvPr/>
        </p:nvSpPr>
        <p:spPr>
          <a:xfrm>
            <a:off x="1400726" y="429697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2_full_CA2_926">
            <a:extLst>
              <a:ext uri="{FF2B5EF4-FFF2-40B4-BE49-F238E27FC236}">
                <a16:creationId xmlns:a16="http://schemas.microsoft.com/office/drawing/2014/main" id="{86404698-86B3-4CCF-9DED-2D3FAE3B6C0C}"/>
              </a:ext>
            </a:extLst>
          </p:cNvPr>
          <p:cNvSpPr>
            <a:spLocks noGrp="1"/>
          </p:cNvSpPr>
          <p:nvPr/>
        </p:nvSpPr>
        <p:spPr>
          <a:xfrm>
            <a:off x="1442777" y="46392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2_full_CA2_927">
            <a:extLst>
              <a:ext uri="{FF2B5EF4-FFF2-40B4-BE49-F238E27FC236}">
                <a16:creationId xmlns:a16="http://schemas.microsoft.com/office/drawing/2014/main" id="{5E794496-F9B4-40DC-A061-97F02C8745C3}"/>
              </a:ext>
            </a:extLst>
          </p:cNvPr>
          <p:cNvSpPr>
            <a:spLocks noGrp="1"/>
          </p:cNvSpPr>
          <p:nvPr/>
        </p:nvSpPr>
        <p:spPr>
          <a:xfrm>
            <a:off x="155854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2_full_CA2_928">
            <a:extLst>
              <a:ext uri="{FF2B5EF4-FFF2-40B4-BE49-F238E27FC236}">
                <a16:creationId xmlns:a16="http://schemas.microsoft.com/office/drawing/2014/main" id="{0C5C0E1C-C283-44DE-A6C0-E9C7CCE4666E}"/>
              </a:ext>
            </a:extLst>
          </p:cNvPr>
          <p:cNvSpPr>
            <a:spLocks noGrp="1"/>
          </p:cNvSpPr>
          <p:nvPr/>
        </p:nvSpPr>
        <p:spPr>
          <a:xfrm>
            <a:off x="16273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2_full_CA2_929">
            <a:extLst>
              <a:ext uri="{FF2B5EF4-FFF2-40B4-BE49-F238E27FC236}">
                <a16:creationId xmlns:a16="http://schemas.microsoft.com/office/drawing/2014/main" id="{2074F7EB-C967-4EE7-92A7-E4362A81A798}"/>
              </a:ext>
            </a:extLst>
          </p:cNvPr>
          <p:cNvSpPr>
            <a:spLocks noGrp="1"/>
          </p:cNvSpPr>
          <p:nvPr/>
        </p:nvSpPr>
        <p:spPr>
          <a:xfrm>
            <a:off x="144142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2_full_CA2_930">
            <a:extLst>
              <a:ext uri="{FF2B5EF4-FFF2-40B4-BE49-F238E27FC236}">
                <a16:creationId xmlns:a16="http://schemas.microsoft.com/office/drawing/2014/main" id="{19BD2E6B-CE97-4C96-A358-98A9FCECB7A1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2_full_CA2_931">
            <a:extLst>
              <a:ext uri="{FF2B5EF4-FFF2-40B4-BE49-F238E27FC236}">
                <a16:creationId xmlns:a16="http://schemas.microsoft.com/office/drawing/2014/main" id="{CD105B3D-8643-48C0-B75B-357E414417BC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2_full_CA2_932">
            <a:extLst>
              <a:ext uri="{FF2B5EF4-FFF2-40B4-BE49-F238E27FC236}">
                <a16:creationId xmlns:a16="http://schemas.microsoft.com/office/drawing/2014/main" id="{D31D28B9-25CA-41BD-8787-909B05E0AB5E}"/>
              </a:ext>
            </a:extLst>
          </p:cNvPr>
          <p:cNvSpPr>
            <a:spLocks noGrp="1"/>
          </p:cNvSpPr>
          <p:nvPr/>
        </p:nvSpPr>
        <p:spPr>
          <a:xfrm>
            <a:off x="150139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2_full_CA2_933">
            <a:extLst>
              <a:ext uri="{FF2B5EF4-FFF2-40B4-BE49-F238E27FC236}">
                <a16:creationId xmlns:a16="http://schemas.microsoft.com/office/drawing/2014/main" id="{B78A6079-7E21-4405-A50D-C35BA7104E30}"/>
              </a:ext>
            </a:extLst>
          </p:cNvPr>
          <p:cNvSpPr>
            <a:spLocks noGrp="1"/>
          </p:cNvSpPr>
          <p:nvPr/>
        </p:nvSpPr>
        <p:spPr>
          <a:xfrm>
            <a:off x="1478473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2_full_CA2_934">
            <a:extLst>
              <a:ext uri="{FF2B5EF4-FFF2-40B4-BE49-F238E27FC236}">
                <a16:creationId xmlns:a16="http://schemas.microsoft.com/office/drawing/2014/main" id="{8027A4EC-C31E-470E-BCB9-998396776B53}"/>
              </a:ext>
            </a:extLst>
          </p:cNvPr>
          <p:cNvSpPr>
            <a:spLocks noGrp="1"/>
          </p:cNvSpPr>
          <p:nvPr/>
        </p:nvSpPr>
        <p:spPr>
          <a:xfrm>
            <a:off x="1394837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2_full_CA2_935">
            <a:extLst>
              <a:ext uri="{FF2B5EF4-FFF2-40B4-BE49-F238E27FC236}">
                <a16:creationId xmlns:a16="http://schemas.microsoft.com/office/drawing/2014/main" id="{2BFFE1FA-87B6-48F1-BB02-F5F4BCC5DD5D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2_full_CA2_936">
            <a:extLst>
              <a:ext uri="{FF2B5EF4-FFF2-40B4-BE49-F238E27FC236}">
                <a16:creationId xmlns:a16="http://schemas.microsoft.com/office/drawing/2014/main" id="{F53A56C1-892C-4DF1-9E1C-E97912F895AF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2_full_CA2_937">
            <a:extLst>
              <a:ext uri="{FF2B5EF4-FFF2-40B4-BE49-F238E27FC236}">
                <a16:creationId xmlns:a16="http://schemas.microsoft.com/office/drawing/2014/main" id="{EFE8ADB1-449F-45B5-B049-F88567EDF36A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2_full_CA2_938">
            <a:extLst>
              <a:ext uri="{FF2B5EF4-FFF2-40B4-BE49-F238E27FC236}">
                <a16:creationId xmlns:a16="http://schemas.microsoft.com/office/drawing/2014/main" id="{C5BA5C26-F193-4AB2-919B-C54CE11CD723}"/>
              </a:ext>
            </a:extLst>
          </p:cNvPr>
          <p:cNvSpPr>
            <a:spLocks noGrp="1"/>
          </p:cNvSpPr>
          <p:nvPr/>
        </p:nvSpPr>
        <p:spPr>
          <a:xfrm>
            <a:off x="166519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2_full_CA2_939">
            <a:extLst>
              <a:ext uri="{FF2B5EF4-FFF2-40B4-BE49-F238E27FC236}">
                <a16:creationId xmlns:a16="http://schemas.microsoft.com/office/drawing/2014/main" id="{26311463-6E81-4581-85C7-2586EE1167FC}"/>
              </a:ext>
            </a:extLst>
          </p:cNvPr>
          <p:cNvSpPr>
            <a:spLocks noGrp="1"/>
          </p:cNvSpPr>
          <p:nvPr/>
        </p:nvSpPr>
        <p:spPr>
          <a:xfrm>
            <a:off x="16532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2_full_CA2_940">
            <a:extLst>
              <a:ext uri="{FF2B5EF4-FFF2-40B4-BE49-F238E27FC236}">
                <a16:creationId xmlns:a16="http://schemas.microsoft.com/office/drawing/2014/main" id="{798F1FA1-DF88-4EC3-AFEB-B65E243E95F5}"/>
              </a:ext>
            </a:extLst>
          </p:cNvPr>
          <p:cNvSpPr>
            <a:spLocks noGrp="1"/>
          </p:cNvSpPr>
          <p:nvPr/>
        </p:nvSpPr>
        <p:spPr>
          <a:xfrm>
            <a:off x="1446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2_full_CA2_941">
            <a:extLst>
              <a:ext uri="{FF2B5EF4-FFF2-40B4-BE49-F238E27FC236}">
                <a16:creationId xmlns:a16="http://schemas.microsoft.com/office/drawing/2014/main" id="{793DA749-578F-4371-8F3D-DA75FCF2FEAD}"/>
              </a:ext>
            </a:extLst>
          </p:cNvPr>
          <p:cNvSpPr>
            <a:spLocks noGrp="1"/>
          </p:cNvSpPr>
          <p:nvPr/>
        </p:nvSpPr>
        <p:spPr>
          <a:xfrm>
            <a:off x="162996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2_full_CA2_942">
            <a:extLst>
              <a:ext uri="{FF2B5EF4-FFF2-40B4-BE49-F238E27FC236}">
                <a16:creationId xmlns:a16="http://schemas.microsoft.com/office/drawing/2014/main" id="{38BEAB5C-5FC1-4957-96F6-1EFED5C45663}"/>
              </a:ext>
            </a:extLst>
          </p:cNvPr>
          <p:cNvSpPr>
            <a:spLocks noGrp="1"/>
          </p:cNvSpPr>
          <p:nvPr/>
        </p:nvSpPr>
        <p:spPr>
          <a:xfrm>
            <a:off x="1582732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2_full_CA2_943">
            <a:extLst>
              <a:ext uri="{FF2B5EF4-FFF2-40B4-BE49-F238E27FC236}">
                <a16:creationId xmlns:a16="http://schemas.microsoft.com/office/drawing/2014/main" id="{BF1EE311-4D73-4499-AC09-29FD80F609ED}"/>
              </a:ext>
            </a:extLst>
          </p:cNvPr>
          <p:cNvSpPr>
            <a:spLocks noGrp="1"/>
          </p:cNvSpPr>
          <p:nvPr/>
        </p:nvSpPr>
        <p:spPr>
          <a:xfrm>
            <a:off x="162068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2_full_CA2_944">
            <a:extLst>
              <a:ext uri="{FF2B5EF4-FFF2-40B4-BE49-F238E27FC236}">
                <a16:creationId xmlns:a16="http://schemas.microsoft.com/office/drawing/2014/main" id="{6DE372D9-EC13-4824-8A67-78A0FF56DCD6}"/>
              </a:ext>
            </a:extLst>
          </p:cNvPr>
          <p:cNvSpPr>
            <a:spLocks noGrp="1"/>
          </p:cNvSpPr>
          <p:nvPr/>
        </p:nvSpPr>
        <p:spPr>
          <a:xfrm>
            <a:off x="161977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2_full_CA2_945">
            <a:extLst>
              <a:ext uri="{FF2B5EF4-FFF2-40B4-BE49-F238E27FC236}">
                <a16:creationId xmlns:a16="http://schemas.microsoft.com/office/drawing/2014/main" id="{B16D750D-560B-458B-83DC-F4FB052946AF}"/>
              </a:ext>
            </a:extLst>
          </p:cNvPr>
          <p:cNvSpPr>
            <a:spLocks noGrp="1"/>
          </p:cNvSpPr>
          <p:nvPr/>
        </p:nvSpPr>
        <p:spPr>
          <a:xfrm>
            <a:off x="1592317" y="39651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2_full_CA2_946">
            <a:extLst>
              <a:ext uri="{FF2B5EF4-FFF2-40B4-BE49-F238E27FC236}">
                <a16:creationId xmlns:a16="http://schemas.microsoft.com/office/drawing/2014/main" id="{94D738BB-6B13-4985-B578-F693D8AD65F7}"/>
              </a:ext>
            </a:extLst>
          </p:cNvPr>
          <p:cNvSpPr>
            <a:spLocks noGrp="1"/>
          </p:cNvSpPr>
          <p:nvPr/>
        </p:nvSpPr>
        <p:spPr>
          <a:xfrm>
            <a:off x="144826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2_full_CA2_947">
            <a:extLst>
              <a:ext uri="{FF2B5EF4-FFF2-40B4-BE49-F238E27FC236}">
                <a16:creationId xmlns:a16="http://schemas.microsoft.com/office/drawing/2014/main" id="{239CD9CC-8220-4E7D-AE92-0C5AC5094732}"/>
              </a:ext>
            </a:extLst>
          </p:cNvPr>
          <p:cNvSpPr>
            <a:spLocks noGrp="1"/>
          </p:cNvSpPr>
          <p:nvPr/>
        </p:nvSpPr>
        <p:spPr>
          <a:xfrm>
            <a:off x="159256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2_full_CA2_948">
            <a:extLst>
              <a:ext uri="{FF2B5EF4-FFF2-40B4-BE49-F238E27FC236}">
                <a16:creationId xmlns:a16="http://schemas.microsoft.com/office/drawing/2014/main" id="{E1B47DF4-D89C-43D9-8964-358ADAE8E849}"/>
              </a:ext>
            </a:extLst>
          </p:cNvPr>
          <p:cNvSpPr>
            <a:spLocks noGrp="1"/>
          </p:cNvSpPr>
          <p:nvPr/>
        </p:nvSpPr>
        <p:spPr>
          <a:xfrm>
            <a:off x="167401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2_full_CA2_949">
            <a:extLst>
              <a:ext uri="{FF2B5EF4-FFF2-40B4-BE49-F238E27FC236}">
                <a16:creationId xmlns:a16="http://schemas.microsoft.com/office/drawing/2014/main" id="{37C6EA89-C416-4C16-9ECC-53C8B03FA1F2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2_full_CA2_950">
            <a:extLst>
              <a:ext uri="{FF2B5EF4-FFF2-40B4-BE49-F238E27FC236}">
                <a16:creationId xmlns:a16="http://schemas.microsoft.com/office/drawing/2014/main" id="{40A21B09-C8F5-451F-B230-F0B127C808B9}"/>
              </a:ext>
            </a:extLst>
          </p:cNvPr>
          <p:cNvSpPr>
            <a:spLocks noGrp="1"/>
          </p:cNvSpPr>
          <p:nvPr/>
        </p:nvSpPr>
        <p:spPr>
          <a:xfrm>
            <a:off x="1708281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2_full_CA2_951">
            <a:extLst>
              <a:ext uri="{FF2B5EF4-FFF2-40B4-BE49-F238E27FC236}">
                <a16:creationId xmlns:a16="http://schemas.microsoft.com/office/drawing/2014/main" id="{57465795-24A7-4E89-AF6D-41E43B0F775F}"/>
              </a:ext>
            </a:extLst>
          </p:cNvPr>
          <p:cNvSpPr>
            <a:spLocks noGrp="1"/>
          </p:cNvSpPr>
          <p:nvPr/>
        </p:nvSpPr>
        <p:spPr>
          <a:xfrm>
            <a:off x="17200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2_full_CA2_952">
            <a:extLst>
              <a:ext uri="{FF2B5EF4-FFF2-40B4-BE49-F238E27FC236}">
                <a16:creationId xmlns:a16="http://schemas.microsoft.com/office/drawing/2014/main" id="{84AD95DF-FE10-453C-BB70-BA78DB06DB2D}"/>
              </a:ext>
            </a:extLst>
          </p:cNvPr>
          <p:cNvSpPr>
            <a:spLocks noGrp="1"/>
          </p:cNvSpPr>
          <p:nvPr/>
        </p:nvSpPr>
        <p:spPr>
          <a:xfrm>
            <a:off x="169711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2_full_CA2_953">
            <a:extLst>
              <a:ext uri="{FF2B5EF4-FFF2-40B4-BE49-F238E27FC236}">
                <a16:creationId xmlns:a16="http://schemas.microsoft.com/office/drawing/2014/main" id="{30837121-E9AA-4760-A3BD-6187AFC4871C}"/>
              </a:ext>
            </a:extLst>
          </p:cNvPr>
          <p:cNvSpPr>
            <a:spLocks noGrp="1"/>
          </p:cNvSpPr>
          <p:nvPr/>
        </p:nvSpPr>
        <p:spPr>
          <a:xfrm>
            <a:off x="159304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2_full_CA2_954">
            <a:extLst>
              <a:ext uri="{FF2B5EF4-FFF2-40B4-BE49-F238E27FC236}">
                <a16:creationId xmlns:a16="http://schemas.microsoft.com/office/drawing/2014/main" id="{E0B1E708-208F-42AB-8F19-50F09E8DB1D7}"/>
              </a:ext>
            </a:extLst>
          </p:cNvPr>
          <p:cNvSpPr>
            <a:spLocks noGrp="1"/>
          </p:cNvSpPr>
          <p:nvPr/>
        </p:nvSpPr>
        <p:spPr>
          <a:xfrm>
            <a:off x="1683983" y="465118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2_full_CA2_955">
            <a:extLst>
              <a:ext uri="{FF2B5EF4-FFF2-40B4-BE49-F238E27FC236}">
                <a16:creationId xmlns:a16="http://schemas.microsoft.com/office/drawing/2014/main" id="{2108A14B-7917-40DF-A2EE-ACCD1AD45736}"/>
              </a:ext>
            </a:extLst>
          </p:cNvPr>
          <p:cNvSpPr>
            <a:spLocks noGrp="1"/>
          </p:cNvSpPr>
          <p:nvPr/>
        </p:nvSpPr>
        <p:spPr>
          <a:xfrm>
            <a:off x="1685077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2_full_CA2_956">
            <a:extLst>
              <a:ext uri="{FF2B5EF4-FFF2-40B4-BE49-F238E27FC236}">
                <a16:creationId xmlns:a16="http://schemas.microsoft.com/office/drawing/2014/main" id="{2F617F0C-EA89-475D-8D9B-BF334C896B14}"/>
              </a:ext>
            </a:extLst>
          </p:cNvPr>
          <p:cNvSpPr>
            <a:spLocks noGrp="1"/>
          </p:cNvSpPr>
          <p:nvPr/>
        </p:nvSpPr>
        <p:spPr>
          <a:xfrm>
            <a:off x="1435459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2_full_CA2_957">
            <a:extLst>
              <a:ext uri="{FF2B5EF4-FFF2-40B4-BE49-F238E27FC236}">
                <a16:creationId xmlns:a16="http://schemas.microsoft.com/office/drawing/2014/main" id="{7544B09E-C446-4FDB-9762-372253E32E3A}"/>
              </a:ext>
            </a:extLst>
          </p:cNvPr>
          <p:cNvSpPr>
            <a:spLocks noGrp="1"/>
          </p:cNvSpPr>
          <p:nvPr/>
        </p:nvSpPr>
        <p:spPr>
          <a:xfrm>
            <a:off x="1617828" y="393319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2_full_CA2_958">
            <a:extLst>
              <a:ext uri="{FF2B5EF4-FFF2-40B4-BE49-F238E27FC236}">
                <a16:creationId xmlns:a16="http://schemas.microsoft.com/office/drawing/2014/main" id="{70C11798-6439-43F5-A4EC-6A23A9D1FFDC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2_full_CA2_959">
            <a:extLst>
              <a:ext uri="{FF2B5EF4-FFF2-40B4-BE49-F238E27FC236}">
                <a16:creationId xmlns:a16="http://schemas.microsoft.com/office/drawing/2014/main" id="{DF797210-1FA7-423D-A09B-E91690E16C24}"/>
              </a:ext>
            </a:extLst>
          </p:cNvPr>
          <p:cNvSpPr>
            <a:spLocks noGrp="1"/>
          </p:cNvSpPr>
          <p:nvPr/>
        </p:nvSpPr>
        <p:spPr>
          <a:xfrm>
            <a:off x="145886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2_full_CA2_960">
            <a:extLst>
              <a:ext uri="{FF2B5EF4-FFF2-40B4-BE49-F238E27FC236}">
                <a16:creationId xmlns:a16="http://schemas.microsoft.com/office/drawing/2014/main" id="{325470EE-5E1F-4452-AF88-5488613BCCB5}"/>
              </a:ext>
            </a:extLst>
          </p:cNvPr>
          <p:cNvSpPr>
            <a:spLocks noGrp="1"/>
          </p:cNvSpPr>
          <p:nvPr/>
        </p:nvSpPr>
        <p:spPr>
          <a:xfrm>
            <a:off x="165367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2_full_CA2_961">
            <a:extLst>
              <a:ext uri="{FF2B5EF4-FFF2-40B4-BE49-F238E27FC236}">
                <a16:creationId xmlns:a16="http://schemas.microsoft.com/office/drawing/2014/main" id="{CE19F735-7B5C-4F3B-A39E-C4049FA60427}"/>
              </a:ext>
            </a:extLst>
          </p:cNvPr>
          <p:cNvSpPr>
            <a:spLocks noGrp="1"/>
          </p:cNvSpPr>
          <p:nvPr/>
        </p:nvSpPr>
        <p:spPr>
          <a:xfrm>
            <a:off x="161022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2_full_CA2_962">
            <a:extLst>
              <a:ext uri="{FF2B5EF4-FFF2-40B4-BE49-F238E27FC236}">
                <a16:creationId xmlns:a16="http://schemas.microsoft.com/office/drawing/2014/main" id="{899B54B2-2348-476E-8366-E53AC7270D9E}"/>
              </a:ext>
            </a:extLst>
          </p:cNvPr>
          <p:cNvSpPr>
            <a:spLocks noGrp="1"/>
          </p:cNvSpPr>
          <p:nvPr/>
        </p:nvSpPr>
        <p:spPr>
          <a:xfrm>
            <a:off x="147548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2_full_CA2_963">
            <a:extLst>
              <a:ext uri="{FF2B5EF4-FFF2-40B4-BE49-F238E27FC236}">
                <a16:creationId xmlns:a16="http://schemas.microsoft.com/office/drawing/2014/main" id="{0373D7F1-0817-446E-BFC4-265D9D93B1D6}"/>
              </a:ext>
            </a:extLst>
          </p:cNvPr>
          <p:cNvSpPr>
            <a:spLocks noGrp="1"/>
          </p:cNvSpPr>
          <p:nvPr/>
        </p:nvSpPr>
        <p:spPr>
          <a:xfrm>
            <a:off x="1436841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2_full_CA2_964">
            <a:extLst>
              <a:ext uri="{FF2B5EF4-FFF2-40B4-BE49-F238E27FC236}">
                <a16:creationId xmlns:a16="http://schemas.microsoft.com/office/drawing/2014/main" id="{82910BA6-F52C-481E-8C30-AEEA025F9B03}"/>
              </a:ext>
            </a:extLst>
          </p:cNvPr>
          <p:cNvSpPr>
            <a:spLocks noGrp="1"/>
          </p:cNvSpPr>
          <p:nvPr/>
        </p:nvSpPr>
        <p:spPr>
          <a:xfrm>
            <a:off x="1574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2_full_CA2_965">
            <a:extLst>
              <a:ext uri="{FF2B5EF4-FFF2-40B4-BE49-F238E27FC236}">
                <a16:creationId xmlns:a16="http://schemas.microsoft.com/office/drawing/2014/main" id="{1E3B3898-A158-4CEA-A0B3-8C3B4A853278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2_full_CA2_966">
            <a:extLst>
              <a:ext uri="{FF2B5EF4-FFF2-40B4-BE49-F238E27FC236}">
                <a16:creationId xmlns:a16="http://schemas.microsoft.com/office/drawing/2014/main" id="{673A2BEE-0916-4134-8312-1D787B23DD8B}"/>
              </a:ext>
            </a:extLst>
          </p:cNvPr>
          <p:cNvSpPr>
            <a:spLocks noGrp="1"/>
          </p:cNvSpPr>
          <p:nvPr/>
        </p:nvSpPr>
        <p:spPr>
          <a:xfrm>
            <a:off x="14827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2_full_CA2_967">
            <a:extLst>
              <a:ext uri="{FF2B5EF4-FFF2-40B4-BE49-F238E27FC236}">
                <a16:creationId xmlns:a16="http://schemas.microsoft.com/office/drawing/2014/main" id="{F640D590-601B-4F3F-B604-86904A9E2A1D}"/>
              </a:ext>
            </a:extLst>
          </p:cNvPr>
          <p:cNvSpPr>
            <a:spLocks noGrp="1"/>
          </p:cNvSpPr>
          <p:nvPr/>
        </p:nvSpPr>
        <p:spPr>
          <a:xfrm>
            <a:off x="164967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2_full_CA2_968">
            <a:extLst>
              <a:ext uri="{FF2B5EF4-FFF2-40B4-BE49-F238E27FC236}">
                <a16:creationId xmlns:a16="http://schemas.microsoft.com/office/drawing/2014/main" id="{AFAB4B30-793D-48A9-9187-2ABDC239D4E7}"/>
              </a:ext>
            </a:extLst>
          </p:cNvPr>
          <p:cNvSpPr>
            <a:spLocks noGrp="1"/>
          </p:cNvSpPr>
          <p:nvPr/>
        </p:nvSpPr>
        <p:spPr>
          <a:xfrm>
            <a:off x="16387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2_full_CA2_969">
            <a:extLst>
              <a:ext uri="{FF2B5EF4-FFF2-40B4-BE49-F238E27FC236}">
                <a16:creationId xmlns:a16="http://schemas.microsoft.com/office/drawing/2014/main" id="{D8C33521-BF42-43EF-AFCF-6EB4E1E21D95}"/>
              </a:ext>
            </a:extLst>
          </p:cNvPr>
          <p:cNvSpPr>
            <a:spLocks noGrp="1"/>
          </p:cNvSpPr>
          <p:nvPr/>
        </p:nvSpPr>
        <p:spPr>
          <a:xfrm>
            <a:off x="154628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2_full_CA2_970">
            <a:extLst>
              <a:ext uri="{FF2B5EF4-FFF2-40B4-BE49-F238E27FC236}">
                <a16:creationId xmlns:a16="http://schemas.microsoft.com/office/drawing/2014/main" id="{456E6B1E-02C4-4F70-B1A6-D9463893ED20}"/>
              </a:ext>
            </a:extLst>
          </p:cNvPr>
          <p:cNvSpPr>
            <a:spLocks noGrp="1"/>
          </p:cNvSpPr>
          <p:nvPr/>
        </p:nvSpPr>
        <p:spPr>
          <a:xfrm>
            <a:off x="1555308" y="42048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2_full_CA2_971">
            <a:extLst>
              <a:ext uri="{FF2B5EF4-FFF2-40B4-BE49-F238E27FC236}">
                <a16:creationId xmlns:a16="http://schemas.microsoft.com/office/drawing/2014/main" id="{3D3DA78B-BFD4-4C3B-8FCC-59DC2F642874}"/>
              </a:ext>
            </a:extLst>
          </p:cNvPr>
          <p:cNvSpPr>
            <a:spLocks noGrp="1"/>
          </p:cNvSpPr>
          <p:nvPr/>
        </p:nvSpPr>
        <p:spPr>
          <a:xfrm>
            <a:off x="16848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2_full_CA2_972">
            <a:extLst>
              <a:ext uri="{FF2B5EF4-FFF2-40B4-BE49-F238E27FC236}">
                <a16:creationId xmlns:a16="http://schemas.microsoft.com/office/drawing/2014/main" id="{CA7CB9C1-5F7F-4311-88D2-4D0F64ABDA21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2_full_CA2_973">
            <a:extLst>
              <a:ext uri="{FF2B5EF4-FFF2-40B4-BE49-F238E27FC236}">
                <a16:creationId xmlns:a16="http://schemas.microsoft.com/office/drawing/2014/main" id="{D5AFF97A-A32D-4D18-965B-8B03AF24E11E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2_full_CA2_974">
            <a:extLst>
              <a:ext uri="{FF2B5EF4-FFF2-40B4-BE49-F238E27FC236}">
                <a16:creationId xmlns:a16="http://schemas.microsoft.com/office/drawing/2014/main" id="{AA45B2B3-B708-4766-AE92-C0A22CCEE12D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2_full_CA2_975">
            <a:extLst>
              <a:ext uri="{FF2B5EF4-FFF2-40B4-BE49-F238E27FC236}">
                <a16:creationId xmlns:a16="http://schemas.microsoft.com/office/drawing/2014/main" id="{76342785-A6D9-4F60-9525-8BA1CC85061F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2_full_CA2_976">
            <a:extLst>
              <a:ext uri="{FF2B5EF4-FFF2-40B4-BE49-F238E27FC236}">
                <a16:creationId xmlns:a16="http://schemas.microsoft.com/office/drawing/2014/main" id="{E8AFC3C1-6AF8-4879-906F-DFAD1589463B}"/>
              </a:ext>
            </a:extLst>
          </p:cNvPr>
          <p:cNvSpPr>
            <a:spLocks noGrp="1"/>
          </p:cNvSpPr>
          <p:nvPr/>
        </p:nvSpPr>
        <p:spPr>
          <a:xfrm>
            <a:off x="1719637" y="467033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2_full_CA2_977">
            <a:extLst>
              <a:ext uri="{FF2B5EF4-FFF2-40B4-BE49-F238E27FC236}">
                <a16:creationId xmlns:a16="http://schemas.microsoft.com/office/drawing/2014/main" id="{495E82F4-D2AB-45DE-99CB-92BEBDB86D54}"/>
              </a:ext>
            </a:extLst>
          </p:cNvPr>
          <p:cNvSpPr>
            <a:spLocks noGrp="1"/>
          </p:cNvSpPr>
          <p:nvPr/>
        </p:nvSpPr>
        <p:spPr>
          <a:xfrm>
            <a:off x="148703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2_full_CA2_978">
            <a:extLst>
              <a:ext uri="{FF2B5EF4-FFF2-40B4-BE49-F238E27FC236}">
                <a16:creationId xmlns:a16="http://schemas.microsoft.com/office/drawing/2014/main" id="{FDA8D31A-7A63-44F7-8C49-E6F2326249E4}"/>
              </a:ext>
            </a:extLst>
          </p:cNvPr>
          <p:cNvSpPr>
            <a:spLocks noGrp="1"/>
          </p:cNvSpPr>
          <p:nvPr/>
        </p:nvSpPr>
        <p:spPr>
          <a:xfrm>
            <a:off x="156560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2_full_CA2_979">
            <a:extLst>
              <a:ext uri="{FF2B5EF4-FFF2-40B4-BE49-F238E27FC236}">
                <a16:creationId xmlns:a16="http://schemas.microsoft.com/office/drawing/2014/main" id="{03B23312-5D2A-41EE-B8E6-1D471971FF8F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2_full_CA2_980">
            <a:extLst>
              <a:ext uri="{FF2B5EF4-FFF2-40B4-BE49-F238E27FC236}">
                <a16:creationId xmlns:a16="http://schemas.microsoft.com/office/drawing/2014/main" id="{67B7243D-E116-4AEC-8B7F-ED5DBB21C4DB}"/>
              </a:ext>
            </a:extLst>
          </p:cNvPr>
          <p:cNvSpPr>
            <a:spLocks noGrp="1"/>
          </p:cNvSpPr>
          <p:nvPr/>
        </p:nvSpPr>
        <p:spPr>
          <a:xfrm>
            <a:off x="153964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2_full_CA2_981">
            <a:extLst>
              <a:ext uri="{FF2B5EF4-FFF2-40B4-BE49-F238E27FC236}">
                <a16:creationId xmlns:a16="http://schemas.microsoft.com/office/drawing/2014/main" id="{37EF34E6-D6EF-405A-86C2-4A354732A1E0}"/>
              </a:ext>
            </a:extLst>
          </p:cNvPr>
          <p:cNvSpPr>
            <a:spLocks noGrp="1"/>
          </p:cNvSpPr>
          <p:nvPr/>
        </p:nvSpPr>
        <p:spPr>
          <a:xfrm>
            <a:off x="156992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2_full_CA2_982">
            <a:extLst>
              <a:ext uri="{FF2B5EF4-FFF2-40B4-BE49-F238E27FC236}">
                <a16:creationId xmlns:a16="http://schemas.microsoft.com/office/drawing/2014/main" id="{D7FF281B-1DAA-469C-ACF4-587159585E3D}"/>
              </a:ext>
            </a:extLst>
          </p:cNvPr>
          <p:cNvSpPr>
            <a:spLocks noGrp="1"/>
          </p:cNvSpPr>
          <p:nvPr/>
        </p:nvSpPr>
        <p:spPr>
          <a:xfrm>
            <a:off x="1475185" y="472811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2_full_CA2_983">
            <a:extLst>
              <a:ext uri="{FF2B5EF4-FFF2-40B4-BE49-F238E27FC236}">
                <a16:creationId xmlns:a16="http://schemas.microsoft.com/office/drawing/2014/main" id="{184C102B-B0C8-4B54-8B5F-7387BD8F6640}"/>
              </a:ext>
            </a:extLst>
          </p:cNvPr>
          <p:cNvSpPr>
            <a:spLocks noGrp="1"/>
          </p:cNvSpPr>
          <p:nvPr/>
        </p:nvSpPr>
        <p:spPr>
          <a:xfrm>
            <a:off x="2377952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2_full_CA2_984">
            <a:extLst>
              <a:ext uri="{FF2B5EF4-FFF2-40B4-BE49-F238E27FC236}">
                <a16:creationId xmlns:a16="http://schemas.microsoft.com/office/drawing/2014/main" id="{D33954F5-6ED9-4D39-AB75-05AF4F8799AA}"/>
              </a:ext>
            </a:extLst>
          </p:cNvPr>
          <p:cNvSpPr>
            <a:spLocks noGrp="1"/>
          </p:cNvSpPr>
          <p:nvPr/>
        </p:nvSpPr>
        <p:spPr>
          <a:xfrm>
            <a:off x="254408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2_full_CA2_985">
            <a:extLst>
              <a:ext uri="{FF2B5EF4-FFF2-40B4-BE49-F238E27FC236}">
                <a16:creationId xmlns:a16="http://schemas.microsoft.com/office/drawing/2014/main" id="{29A2FCFF-59F7-4ABC-BAD6-3227D1E85039}"/>
              </a:ext>
            </a:extLst>
          </p:cNvPr>
          <p:cNvSpPr>
            <a:spLocks noGrp="1"/>
          </p:cNvSpPr>
          <p:nvPr/>
        </p:nvSpPr>
        <p:spPr>
          <a:xfrm>
            <a:off x="2514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2_full_CA2_986">
            <a:extLst>
              <a:ext uri="{FF2B5EF4-FFF2-40B4-BE49-F238E27FC236}">
                <a16:creationId xmlns:a16="http://schemas.microsoft.com/office/drawing/2014/main" id="{BC718087-1E7C-4699-8D25-06D7C6FE6480}"/>
              </a:ext>
            </a:extLst>
          </p:cNvPr>
          <p:cNvSpPr>
            <a:spLocks noGrp="1"/>
          </p:cNvSpPr>
          <p:nvPr/>
        </p:nvSpPr>
        <p:spPr>
          <a:xfrm>
            <a:off x="2550777" y="30835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2_full_CA2_987">
            <a:extLst>
              <a:ext uri="{FF2B5EF4-FFF2-40B4-BE49-F238E27FC236}">
                <a16:creationId xmlns:a16="http://schemas.microsoft.com/office/drawing/2014/main" id="{B95A6374-541B-4616-A859-2F6C7480D7F9}"/>
              </a:ext>
            </a:extLst>
          </p:cNvPr>
          <p:cNvSpPr>
            <a:spLocks noGrp="1"/>
          </p:cNvSpPr>
          <p:nvPr/>
        </p:nvSpPr>
        <p:spPr>
          <a:xfrm>
            <a:off x="2397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2_full_CA2_988">
            <a:extLst>
              <a:ext uri="{FF2B5EF4-FFF2-40B4-BE49-F238E27FC236}">
                <a16:creationId xmlns:a16="http://schemas.microsoft.com/office/drawing/2014/main" id="{D9D218AF-4E35-44B4-B91D-DA2E4DACE332}"/>
              </a:ext>
            </a:extLst>
          </p:cNvPr>
          <p:cNvSpPr>
            <a:spLocks noGrp="1"/>
          </p:cNvSpPr>
          <p:nvPr/>
        </p:nvSpPr>
        <p:spPr>
          <a:xfrm>
            <a:off x="242580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2_full_CA2_989">
            <a:extLst>
              <a:ext uri="{FF2B5EF4-FFF2-40B4-BE49-F238E27FC236}">
                <a16:creationId xmlns:a16="http://schemas.microsoft.com/office/drawing/2014/main" id="{EAEF44F6-F146-4A04-9707-3F5DD15A662B}"/>
              </a:ext>
            </a:extLst>
          </p:cNvPr>
          <p:cNvSpPr>
            <a:spLocks noGrp="1"/>
          </p:cNvSpPr>
          <p:nvPr/>
        </p:nvSpPr>
        <p:spPr>
          <a:xfrm>
            <a:off x="23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2_full_CA2_990">
            <a:extLst>
              <a:ext uri="{FF2B5EF4-FFF2-40B4-BE49-F238E27FC236}">
                <a16:creationId xmlns:a16="http://schemas.microsoft.com/office/drawing/2014/main" id="{694C4612-502E-4CEC-8A94-5481861C8C89}"/>
              </a:ext>
            </a:extLst>
          </p:cNvPr>
          <p:cNvSpPr>
            <a:spLocks noGrp="1"/>
          </p:cNvSpPr>
          <p:nvPr/>
        </p:nvSpPr>
        <p:spPr>
          <a:xfrm>
            <a:off x="242415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2_full_CA2_991">
            <a:extLst>
              <a:ext uri="{FF2B5EF4-FFF2-40B4-BE49-F238E27FC236}">
                <a16:creationId xmlns:a16="http://schemas.microsoft.com/office/drawing/2014/main" id="{8FF3E9A2-879B-4698-A96A-E7FDFC62222F}"/>
              </a:ext>
            </a:extLst>
          </p:cNvPr>
          <p:cNvSpPr>
            <a:spLocks noGrp="1"/>
          </p:cNvSpPr>
          <p:nvPr/>
        </p:nvSpPr>
        <p:spPr>
          <a:xfrm>
            <a:off x="232139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2_full_CA2_992">
            <a:extLst>
              <a:ext uri="{FF2B5EF4-FFF2-40B4-BE49-F238E27FC236}">
                <a16:creationId xmlns:a16="http://schemas.microsoft.com/office/drawing/2014/main" id="{203E888E-5452-4679-BBB7-2B22D745AF3F}"/>
              </a:ext>
            </a:extLst>
          </p:cNvPr>
          <p:cNvSpPr>
            <a:spLocks noGrp="1"/>
          </p:cNvSpPr>
          <p:nvPr/>
        </p:nvSpPr>
        <p:spPr>
          <a:xfrm>
            <a:off x="244368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2_full_CA2_993">
            <a:extLst>
              <a:ext uri="{FF2B5EF4-FFF2-40B4-BE49-F238E27FC236}">
                <a16:creationId xmlns:a16="http://schemas.microsoft.com/office/drawing/2014/main" id="{2B363885-766B-480C-83ED-0E2AF8A9F28A}"/>
              </a:ext>
            </a:extLst>
          </p:cNvPr>
          <p:cNvSpPr>
            <a:spLocks noGrp="1"/>
          </p:cNvSpPr>
          <p:nvPr/>
        </p:nvSpPr>
        <p:spPr>
          <a:xfrm>
            <a:off x="24589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2_full_CA2_994">
            <a:extLst>
              <a:ext uri="{FF2B5EF4-FFF2-40B4-BE49-F238E27FC236}">
                <a16:creationId xmlns:a16="http://schemas.microsoft.com/office/drawing/2014/main" id="{4D1C09E4-7F4C-4B72-996C-3BD33D8CDC2E}"/>
              </a:ext>
            </a:extLst>
          </p:cNvPr>
          <p:cNvSpPr>
            <a:spLocks noGrp="1"/>
          </p:cNvSpPr>
          <p:nvPr/>
        </p:nvSpPr>
        <p:spPr>
          <a:xfrm>
            <a:off x="259346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2_full_CA2_995">
            <a:extLst>
              <a:ext uri="{FF2B5EF4-FFF2-40B4-BE49-F238E27FC236}">
                <a16:creationId xmlns:a16="http://schemas.microsoft.com/office/drawing/2014/main" id="{36176EBA-4DDE-4421-B0CD-3821105B5759}"/>
              </a:ext>
            </a:extLst>
          </p:cNvPr>
          <p:cNvSpPr>
            <a:spLocks noGrp="1"/>
          </p:cNvSpPr>
          <p:nvPr/>
        </p:nvSpPr>
        <p:spPr>
          <a:xfrm>
            <a:off x="2559589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2_full_CA2_996">
            <a:extLst>
              <a:ext uri="{FF2B5EF4-FFF2-40B4-BE49-F238E27FC236}">
                <a16:creationId xmlns:a16="http://schemas.microsoft.com/office/drawing/2014/main" id="{A934D85F-5B25-42C5-A25D-C52032610644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2_full_CA2_997">
            <a:extLst>
              <a:ext uri="{FF2B5EF4-FFF2-40B4-BE49-F238E27FC236}">
                <a16:creationId xmlns:a16="http://schemas.microsoft.com/office/drawing/2014/main" id="{B4D82175-CB26-450D-8D2E-E8CEB4EE3EAB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2_full_CA2_998">
            <a:extLst>
              <a:ext uri="{FF2B5EF4-FFF2-40B4-BE49-F238E27FC236}">
                <a16:creationId xmlns:a16="http://schemas.microsoft.com/office/drawing/2014/main" id="{930330C1-D7CB-4764-A3E7-3E96F7D24129}"/>
              </a:ext>
            </a:extLst>
          </p:cNvPr>
          <p:cNvSpPr>
            <a:spLocks noGrp="1"/>
          </p:cNvSpPr>
          <p:nvPr/>
        </p:nvSpPr>
        <p:spPr>
          <a:xfrm>
            <a:off x="2393383" y="37576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2_full_CA2_999">
            <a:extLst>
              <a:ext uri="{FF2B5EF4-FFF2-40B4-BE49-F238E27FC236}">
                <a16:creationId xmlns:a16="http://schemas.microsoft.com/office/drawing/2014/main" id="{E61657AF-A5A0-459D-8DF0-0270BC95E65E}"/>
              </a:ext>
            </a:extLst>
          </p:cNvPr>
          <p:cNvSpPr>
            <a:spLocks noGrp="1"/>
          </p:cNvSpPr>
          <p:nvPr/>
        </p:nvSpPr>
        <p:spPr>
          <a:xfrm>
            <a:off x="2304309" y="3719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2_full_CA2_1000">
            <a:extLst>
              <a:ext uri="{FF2B5EF4-FFF2-40B4-BE49-F238E27FC236}">
                <a16:creationId xmlns:a16="http://schemas.microsoft.com/office/drawing/2014/main" id="{961076AB-9244-4BA5-AF4B-0391271137F4}"/>
              </a:ext>
            </a:extLst>
          </p:cNvPr>
          <p:cNvSpPr>
            <a:spLocks noGrp="1"/>
          </p:cNvSpPr>
          <p:nvPr/>
        </p:nvSpPr>
        <p:spPr>
          <a:xfrm>
            <a:off x="2596426" y="376806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2_full_CA2_1001">
            <a:extLst>
              <a:ext uri="{FF2B5EF4-FFF2-40B4-BE49-F238E27FC236}">
                <a16:creationId xmlns:a16="http://schemas.microsoft.com/office/drawing/2014/main" id="{E1AA9CBA-DA16-43E2-91BA-27039C5E89D2}"/>
              </a:ext>
            </a:extLst>
          </p:cNvPr>
          <p:cNvSpPr>
            <a:spLocks noGrp="1"/>
          </p:cNvSpPr>
          <p:nvPr/>
        </p:nvSpPr>
        <p:spPr>
          <a:xfrm>
            <a:off x="235781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2_full_CA2_1002">
            <a:extLst>
              <a:ext uri="{FF2B5EF4-FFF2-40B4-BE49-F238E27FC236}">
                <a16:creationId xmlns:a16="http://schemas.microsoft.com/office/drawing/2014/main" id="{E7DC7ABA-2886-40E7-8883-8FDE2B0AF996}"/>
              </a:ext>
            </a:extLst>
          </p:cNvPr>
          <p:cNvSpPr>
            <a:spLocks noGrp="1"/>
          </p:cNvSpPr>
          <p:nvPr/>
        </p:nvSpPr>
        <p:spPr>
          <a:xfrm>
            <a:off x="246908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2_full_CA2_1003">
            <a:extLst>
              <a:ext uri="{FF2B5EF4-FFF2-40B4-BE49-F238E27FC236}">
                <a16:creationId xmlns:a16="http://schemas.microsoft.com/office/drawing/2014/main" id="{52F6F491-2510-48FB-9D41-A53B283E377F}"/>
              </a:ext>
            </a:extLst>
          </p:cNvPr>
          <p:cNvSpPr>
            <a:spLocks noGrp="1"/>
          </p:cNvSpPr>
          <p:nvPr/>
        </p:nvSpPr>
        <p:spPr>
          <a:xfrm>
            <a:off x="2513569" y="37058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2_full_CA2_1004">
            <a:extLst>
              <a:ext uri="{FF2B5EF4-FFF2-40B4-BE49-F238E27FC236}">
                <a16:creationId xmlns:a16="http://schemas.microsoft.com/office/drawing/2014/main" id="{882A6718-F0C9-4A4B-90A4-0263BE26E108}"/>
              </a:ext>
            </a:extLst>
          </p:cNvPr>
          <p:cNvSpPr>
            <a:spLocks noGrp="1"/>
          </p:cNvSpPr>
          <p:nvPr/>
        </p:nvSpPr>
        <p:spPr>
          <a:xfrm>
            <a:off x="2528376" y="381227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2_full_CA2_1005">
            <a:extLst>
              <a:ext uri="{FF2B5EF4-FFF2-40B4-BE49-F238E27FC236}">
                <a16:creationId xmlns:a16="http://schemas.microsoft.com/office/drawing/2014/main" id="{462E44D9-748D-4EBF-B22C-445662350479}"/>
              </a:ext>
            </a:extLst>
          </p:cNvPr>
          <p:cNvSpPr>
            <a:spLocks noGrp="1"/>
          </p:cNvSpPr>
          <p:nvPr/>
        </p:nvSpPr>
        <p:spPr>
          <a:xfrm>
            <a:off x="2286557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2_full_CA2_1006">
            <a:extLst>
              <a:ext uri="{FF2B5EF4-FFF2-40B4-BE49-F238E27FC236}">
                <a16:creationId xmlns:a16="http://schemas.microsoft.com/office/drawing/2014/main" id="{C87E6CDE-A8E4-4632-8C06-2D28DEB8C2E5}"/>
              </a:ext>
            </a:extLst>
          </p:cNvPr>
          <p:cNvSpPr>
            <a:spLocks noGrp="1"/>
          </p:cNvSpPr>
          <p:nvPr/>
        </p:nvSpPr>
        <p:spPr>
          <a:xfrm>
            <a:off x="232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2_full_CA2_1007">
            <a:extLst>
              <a:ext uri="{FF2B5EF4-FFF2-40B4-BE49-F238E27FC236}">
                <a16:creationId xmlns:a16="http://schemas.microsoft.com/office/drawing/2014/main" id="{68B35F2E-5F82-4E9E-864A-52F858D42F48}"/>
              </a:ext>
            </a:extLst>
          </p:cNvPr>
          <p:cNvSpPr>
            <a:spLocks noGrp="1"/>
          </p:cNvSpPr>
          <p:nvPr/>
        </p:nvSpPr>
        <p:spPr>
          <a:xfrm>
            <a:off x="2393332" y="44317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2_full_CA2_1008">
            <a:extLst>
              <a:ext uri="{FF2B5EF4-FFF2-40B4-BE49-F238E27FC236}">
                <a16:creationId xmlns:a16="http://schemas.microsoft.com/office/drawing/2014/main" id="{435B1FE0-D063-4478-A5E6-1C8BC5090364}"/>
              </a:ext>
            </a:extLst>
          </p:cNvPr>
          <p:cNvSpPr>
            <a:spLocks noGrp="1"/>
          </p:cNvSpPr>
          <p:nvPr/>
        </p:nvSpPr>
        <p:spPr>
          <a:xfrm>
            <a:off x="2410913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2_full_CA2_1009">
            <a:extLst>
              <a:ext uri="{FF2B5EF4-FFF2-40B4-BE49-F238E27FC236}">
                <a16:creationId xmlns:a16="http://schemas.microsoft.com/office/drawing/2014/main" id="{3B6A7958-65A7-436A-BE5D-6D9F23F336F7}"/>
              </a:ext>
            </a:extLst>
          </p:cNvPr>
          <p:cNvSpPr>
            <a:spLocks noGrp="1"/>
          </p:cNvSpPr>
          <p:nvPr/>
        </p:nvSpPr>
        <p:spPr>
          <a:xfrm>
            <a:off x="236720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2_full_CA2_1010">
            <a:extLst>
              <a:ext uri="{FF2B5EF4-FFF2-40B4-BE49-F238E27FC236}">
                <a16:creationId xmlns:a16="http://schemas.microsoft.com/office/drawing/2014/main" id="{85805654-FC98-49E1-A888-C2D9ED645A1E}"/>
              </a:ext>
            </a:extLst>
          </p:cNvPr>
          <p:cNvSpPr>
            <a:spLocks noGrp="1"/>
          </p:cNvSpPr>
          <p:nvPr/>
        </p:nvSpPr>
        <p:spPr>
          <a:xfrm>
            <a:off x="24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2_full_CA2_1011">
            <a:extLst>
              <a:ext uri="{FF2B5EF4-FFF2-40B4-BE49-F238E27FC236}">
                <a16:creationId xmlns:a16="http://schemas.microsoft.com/office/drawing/2014/main" id="{DE5CB119-B72F-4516-8CA5-6F86CA4B03F9}"/>
              </a:ext>
            </a:extLst>
          </p:cNvPr>
          <p:cNvSpPr>
            <a:spLocks noGrp="1"/>
          </p:cNvSpPr>
          <p:nvPr/>
        </p:nvSpPr>
        <p:spPr>
          <a:xfrm>
            <a:off x="229626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2_full_CA2_1012">
            <a:extLst>
              <a:ext uri="{FF2B5EF4-FFF2-40B4-BE49-F238E27FC236}">
                <a16:creationId xmlns:a16="http://schemas.microsoft.com/office/drawing/2014/main" id="{2CDF4D44-49A1-47D9-A141-EBB90F410650}"/>
              </a:ext>
            </a:extLst>
          </p:cNvPr>
          <p:cNvSpPr>
            <a:spLocks noGrp="1"/>
          </p:cNvSpPr>
          <p:nvPr/>
        </p:nvSpPr>
        <p:spPr>
          <a:xfrm>
            <a:off x="2397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2_full_CA2_1013">
            <a:extLst>
              <a:ext uri="{FF2B5EF4-FFF2-40B4-BE49-F238E27FC236}">
                <a16:creationId xmlns:a16="http://schemas.microsoft.com/office/drawing/2014/main" id="{058F141A-D123-442D-9570-0C07ED3E3980}"/>
              </a:ext>
            </a:extLst>
          </p:cNvPr>
          <p:cNvSpPr>
            <a:spLocks noGrp="1"/>
          </p:cNvSpPr>
          <p:nvPr/>
        </p:nvSpPr>
        <p:spPr>
          <a:xfrm>
            <a:off x="25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2_full_CA2_1014">
            <a:extLst>
              <a:ext uri="{FF2B5EF4-FFF2-40B4-BE49-F238E27FC236}">
                <a16:creationId xmlns:a16="http://schemas.microsoft.com/office/drawing/2014/main" id="{8D4A9784-312A-4991-B7E5-4A201457AC0C}"/>
              </a:ext>
            </a:extLst>
          </p:cNvPr>
          <p:cNvSpPr>
            <a:spLocks noGrp="1"/>
          </p:cNvSpPr>
          <p:nvPr/>
        </p:nvSpPr>
        <p:spPr>
          <a:xfrm>
            <a:off x="23119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2_full_CA2_1015">
            <a:extLst>
              <a:ext uri="{FF2B5EF4-FFF2-40B4-BE49-F238E27FC236}">
                <a16:creationId xmlns:a16="http://schemas.microsoft.com/office/drawing/2014/main" id="{0B48F7CC-B5B3-4D53-9030-5B2FDD117828}"/>
              </a:ext>
            </a:extLst>
          </p:cNvPr>
          <p:cNvSpPr>
            <a:spLocks noGrp="1"/>
          </p:cNvSpPr>
          <p:nvPr/>
        </p:nvSpPr>
        <p:spPr>
          <a:xfrm>
            <a:off x="2304835" y="4757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2_full_CA2_1016">
            <a:extLst>
              <a:ext uri="{FF2B5EF4-FFF2-40B4-BE49-F238E27FC236}">
                <a16:creationId xmlns:a16="http://schemas.microsoft.com/office/drawing/2014/main" id="{8E0C2070-A2F3-427E-A595-A717765912DD}"/>
              </a:ext>
            </a:extLst>
          </p:cNvPr>
          <p:cNvSpPr>
            <a:spLocks noGrp="1"/>
          </p:cNvSpPr>
          <p:nvPr/>
        </p:nvSpPr>
        <p:spPr>
          <a:xfrm>
            <a:off x="24651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2_full_CA2_1017">
            <a:extLst>
              <a:ext uri="{FF2B5EF4-FFF2-40B4-BE49-F238E27FC236}">
                <a16:creationId xmlns:a16="http://schemas.microsoft.com/office/drawing/2014/main" id="{A1DD6C48-E425-4003-B20D-99F58E2D48AB}"/>
              </a:ext>
            </a:extLst>
          </p:cNvPr>
          <p:cNvSpPr>
            <a:spLocks noGrp="1"/>
          </p:cNvSpPr>
          <p:nvPr/>
        </p:nvSpPr>
        <p:spPr>
          <a:xfrm>
            <a:off x="244918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2_full_CA2_1018">
            <a:extLst>
              <a:ext uri="{FF2B5EF4-FFF2-40B4-BE49-F238E27FC236}">
                <a16:creationId xmlns:a16="http://schemas.microsoft.com/office/drawing/2014/main" id="{D0616D5F-76F3-4846-92EB-6038D9CD6569}"/>
              </a:ext>
            </a:extLst>
          </p:cNvPr>
          <p:cNvSpPr>
            <a:spLocks noGrp="1"/>
          </p:cNvSpPr>
          <p:nvPr/>
        </p:nvSpPr>
        <p:spPr>
          <a:xfrm>
            <a:off x="23385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2_full_CA2_1019">
            <a:extLst>
              <a:ext uri="{FF2B5EF4-FFF2-40B4-BE49-F238E27FC236}">
                <a16:creationId xmlns:a16="http://schemas.microsoft.com/office/drawing/2014/main" id="{22B5CDB6-9FB9-4713-93DA-F02134219942}"/>
              </a:ext>
            </a:extLst>
          </p:cNvPr>
          <p:cNvSpPr>
            <a:spLocks noGrp="1"/>
          </p:cNvSpPr>
          <p:nvPr/>
        </p:nvSpPr>
        <p:spPr>
          <a:xfrm>
            <a:off x="23969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2_full_CA2_1020">
            <a:extLst>
              <a:ext uri="{FF2B5EF4-FFF2-40B4-BE49-F238E27FC236}">
                <a16:creationId xmlns:a16="http://schemas.microsoft.com/office/drawing/2014/main" id="{90D7C040-EA66-49D5-A469-8AD0A4F9AF4E}"/>
              </a:ext>
            </a:extLst>
          </p:cNvPr>
          <p:cNvSpPr>
            <a:spLocks noGrp="1"/>
          </p:cNvSpPr>
          <p:nvPr/>
        </p:nvSpPr>
        <p:spPr>
          <a:xfrm>
            <a:off x="233016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2_full_CA2_1021">
            <a:extLst>
              <a:ext uri="{FF2B5EF4-FFF2-40B4-BE49-F238E27FC236}">
                <a16:creationId xmlns:a16="http://schemas.microsoft.com/office/drawing/2014/main" id="{2D5B7C1D-51C1-4299-95BD-076F7B070841}"/>
              </a:ext>
            </a:extLst>
          </p:cNvPr>
          <p:cNvSpPr>
            <a:spLocks noGrp="1"/>
          </p:cNvSpPr>
          <p:nvPr/>
        </p:nvSpPr>
        <p:spPr>
          <a:xfrm>
            <a:off x="253115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2_full_CA2_1022">
            <a:extLst>
              <a:ext uri="{FF2B5EF4-FFF2-40B4-BE49-F238E27FC236}">
                <a16:creationId xmlns:a16="http://schemas.microsoft.com/office/drawing/2014/main" id="{8112B461-5B28-4B00-B33A-31C6C9A7999A}"/>
              </a:ext>
            </a:extLst>
          </p:cNvPr>
          <p:cNvSpPr>
            <a:spLocks noGrp="1"/>
          </p:cNvSpPr>
          <p:nvPr/>
        </p:nvSpPr>
        <p:spPr>
          <a:xfrm>
            <a:off x="23915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2_full_CA2_1023">
            <a:extLst>
              <a:ext uri="{FF2B5EF4-FFF2-40B4-BE49-F238E27FC236}">
                <a16:creationId xmlns:a16="http://schemas.microsoft.com/office/drawing/2014/main" id="{74994BC3-392B-402C-9302-0EC607EFFA24}"/>
              </a:ext>
            </a:extLst>
          </p:cNvPr>
          <p:cNvSpPr>
            <a:spLocks noGrp="1"/>
          </p:cNvSpPr>
          <p:nvPr/>
        </p:nvSpPr>
        <p:spPr>
          <a:xfrm>
            <a:off x="2579003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2_full_CA2_1024">
            <a:extLst>
              <a:ext uri="{FF2B5EF4-FFF2-40B4-BE49-F238E27FC236}">
                <a16:creationId xmlns:a16="http://schemas.microsoft.com/office/drawing/2014/main" id="{28A1D934-1F46-4358-9CFB-7DE4AB9245DB}"/>
              </a:ext>
            </a:extLst>
          </p:cNvPr>
          <p:cNvSpPr>
            <a:spLocks noGrp="1"/>
          </p:cNvSpPr>
          <p:nvPr/>
        </p:nvSpPr>
        <p:spPr>
          <a:xfrm>
            <a:off x="2370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2_full_CA2_1025">
            <a:extLst>
              <a:ext uri="{FF2B5EF4-FFF2-40B4-BE49-F238E27FC236}">
                <a16:creationId xmlns:a16="http://schemas.microsoft.com/office/drawing/2014/main" id="{6BB45F80-FD14-41AF-BD0D-273B5509AB62}"/>
              </a:ext>
            </a:extLst>
          </p:cNvPr>
          <p:cNvSpPr>
            <a:spLocks noGrp="1"/>
          </p:cNvSpPr>
          <p:nvPr/>
        </p:nvSpPr>
        <p:spPr>
          <a:xfrm>
            <a:off x="25854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2_full_CA2_1026">
            <a:extLst>
              <a:ext uri="{FF2B5EF4-FFF2-40B4-BE49-F238E27FC236}">
                <a16:creationId xmlns:a16="http://schemas.microsoft.com/office/drawing/2014/main" id="{3EE614AF-7270-452C-AE00-FB7A146DAB53}"/>
              </a:ext>
            </a:extLst>
          </p:cNvPr>
          <p:cNvSpPr>
            <a:spLocks noGrp="1"/>
          </p:cNvSpPr>
          <p:nvPr/>
        </p:nvSpPr>
        <p:spPr>
          <a:xfrm>
            <a:off x="2380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2_full_CA2_1027">
            <a:extLst>
              <a:ext uri="{FF2B5EF4-FFF2-40B4-BE49-F238E27FC236}">
                <a16:creationId xmlns:a16="http://schemas.microsoft.com/office/drawing/2014/main" id="{4EE00AE5-F5BE-49E5-A087-3F1126933856}"/>
              </a:ext>
            </a:extLst>
          </p:cNvPr>
          <p:cNvSpPr>
            <a:spLocks noGrp="1"/>
          </p:cNvSpPr>
          <p:nvPr/>
        </p:nvSpPr>
        <p:spPr>
          <a:xfrm>
            <a:off x="230952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2_full_CA2_1028">
            <a:extLst>
              <a:ext uri="{FF2B5EF4-FFF2-40B4-BE49-F238E27FC236}">
                <a16:creationId xmlns:a16="http://schemas.microsoft.com/office/drawing/2014/main" id="{1BA75ADA-4670-4ECB-AEED-D024AF333C37}"/>
              </a:ext>
            </a:extLst>
          </p:cNvPr>
          <p:cNvSpPr>
            <a:spLocks noGrp="1"/>
          </p:cNvSpPr>
          <p:nvPr/>
        </p:nvSpPr>
        <p:spPr>
          <a:xfrm>
            <a:off x="241260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2_full_CA2_1029">
            <a:extLst>
              <a:ext uri="{FF2B5EF4-FFF2-40B4-BE49-F238E27FC236}">
                <a16:creationId xmlns:a16="http://schemas.microsoft.com/office/drawing/2014/main" id="{9FED1323-E3A6-4990-929E-D9D1A8ED8AC0}"/>
              </a:ext>
            </a:extLst>
          </p:cNvPr>
          <p:cNvSpPr>
            <a:spLocks noGrp="1"/>
          </p:cNvSpPr>
          <p:nvPr/>
        </p:nvSpPr>
        <p:spPr>
          <a:xfrm>
            <a:off x="2407764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2_full_CA2_1030">
            <a:extLst>
              <a:ext uri="{FF2B5EF4-FFF2-40B4-BE49-F238E27FC236}">
                <a16:creationId xmlns:a16="http://schemas.microsoft.com/office/drawing/2014/main" id="{9A8B882A-0ADD-4A9D-9B91-6F8DED65E55C}"/>
              </a:ext>
            </a:extLst>
          </p:cNvPr>
          <p:cNvSpPr>
            <a:spLocks noGrp="1"/>
          </p:cNvSpPr>
          <p:nvPr/>
        </p:nvSpPr>
        <p:spPr>
          <a:xfrm>
            <a:off x="2422269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2_full_CA2_1031">
            <a:extLst>
              <a:ext uri="{FF2B5EF4-FFF2-40B4-BE49-F238E27FC236}">
                <a16:creationId xmlns:a16="http://schemas.microsoft.com/office/drawing/2014/main" id="{FAD9F0DA-B033-4FF7-A092-737A66AAE9E8}"/>
              </a:ext>
            </a:extLst>
          </p:cNvPr>
          <p:cNvSpPr>
            <a:spLocks noGrp="1"/>
          </p:cNvSpPr>
          <p:nvPr/>
        </p:nvSpPr>
        <p:spPr>
          <a:xfrm>
            <a:off x="248509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2_full_CA2_1032">
            <a:extLst>
              <a:ext uri="{FF2B5EF4-FFF2-40B4-BE49-F238E27FC236}">
                <a16:creationId xmlns:a16="http://schemas.microsoft.com/office/drawing/2014/main" id="{567EA493-CAE0-45D8-9F87-669D2C5BBE92}"/>
              </a:ext>
            </a:extLst>
          </p:cNvPr>
          <p:cNvSpPr>
            <a:spLocks noGrp="1"/>
          </p:cNvSpPr>
          <p:nvPr/>
        </p:nvSpPr>
        <p:spPr>
          <a:xfrm>
            <a:off x="253476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2_full_CA2_1033">
            <a:extLst>
              <a:ext uri="{FF2B5EF4-FFF2-40B4-BE49-F238E27FC236}">
                <a16:creationId xmlns:a16="http://schemas.microsoft.com/office/drawing/2014/main" id="{DE9C87B8-502A-47BA-9A89-D6F9A2DE6DCB}"/>
              </a:ext>
            </a:extLst>
          </p:cNvPr>
          <p:cNvSpPr>
            <a:spLocks noGrp="1"/>
          </p:cNvSpPr>
          <p:nvPr/>
        </p:nvSpPr>
        <p:spPr>
          <a:xfrm>
            <a:off x="247931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2_full_CA2_1034">
            <a:extLst>
              <a:ext uri="{FF2B5EF4-FFF2-40B4-BE49-F238E27FC236}">
                <a16:creationId xmlns:a16="http://schemas.microsoft.com/office/drawing/2014/main" id="{741EDBAB-E2AF-4632-B67E-DFF2C5A58B1D}"/>
              </a:ext>
            </a:extLst>
          </p:cNvPr>
          <p:cNvSpPr>
            <a:spLocks noGrp="1"/>
          </p:cNvSpPr>
          <p:nvPr/>
        </p:nvSpPr>
        <p:spPr>
          <a:xfrm>
            <a:off x="242133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2_full_CA2_1035">
            <a:extLst>
              <a:ext uri="{FF2B5EF4-FFF2-40B4-BE49-F238E27FC236}">
                <a16:creationId xmlns:a16="http://schemas.microsoft.com/office/drawing/2014/main" id="{9C415AF8-7E5A-4451-8855-0CC2D7477691}"/>
              </a:ext>
            </a:extLst>
          </p:cNvPr>
          <p:cNvSpPr>
            <a:spLocks noGrp="1"/>
          </p:cNvSpPr>
          <p:nvPr/>
        </p:nvSpPr>
        <p:spPr>
          <a:xfrm>
            <a:off x="2585983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2_full_CA2_1036">
            <a:extLst>
              <a:ext uri="{FF2B5EF4-FFF2-40B4-BE49-F238E27FC236}">
                <a16:creationId xmlns:a16="http://schemas.microsoft.com/office/drawing/2014/main" id="{68CEAF10-0F89-41A6-837E-B88BC50B1F5E}"/>
              </a:ext>
            </a:extLst>
          </p:cNvPr>
          <p:cNvSpPr>
            <a:spLocks noGrp="1"/>
          </p:cNvSpPr>
          <p:nvPr/>
        </p:nvSpPr>
        <p:spPr>
          <a:xfrm>
            <a:off x="231522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2_full_CA2_1037">
            <a:extLst>
              <a:ext uri="{FF2B5EF4-FFF2-40B4-BE49-F238E27FC236}">
                <a16:creationId xmlns:a16="http://schemas.microsoft.com/office/drawing/2014/main" id="{D133B14F-2BD3-48F1-96ED-F57D87B61EEA}"/>
              </a:ext>
            </a:extLst>
          </p:cNvPr>
          <p:cNvSpPr>
            <a:spLocks noGrp="1"/>
          </p:cNvSpPr>
          <p:nvPr/>
        </p:nvSpPr>
        <p:spPr>
          <a:xfrm>
            <a:off x="235626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2_full_CA2_1038">
            <a:extLst>
              <a:ext uri="{FF2B5EF4-FFF2-40B4-BE49-F238E27FC236}">
                <a16:creationId xmlns:a16="http://schemas.microsoft.com/office/drawing/2014/main" id="{6B84B9A7-D4F8-4B8B-840B-64B2D71E970D}"/>
              </a:ext>
            </a:extLst>
          </p:cNvPr>
          <p:cNvSpPr>
            <a:spLocks noGrp="1"/>
          </p:cNvSpPr>
          <p:nvPr/>
        </p:nvSpPr>
        <p:spPr>
          <a:xfrm>
            <a:off x="22986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2_full_CA2_1039">
            <a:extLst>
              <a:ext uri="{FF2B5EF4-FFF2-40B4-BE49-F238E27FC236}">
                <a16:creationId xmlns:a16="http://schemas.microsoft.com/office/drawing/2014/main" id="{6A2BAD6B-283E-413F-BCD8-A3275A3480D4}"/>
              </a:ext>
            </a:extLst>
          </p:cNvPr>
          <p:cNvSpPr>
            <a:spLocks noGrp="1"/>
          </p:cNvSpPr>
          <p:nvPr/>
        </p:nvSpPr>
        <p:spPr>
          <a:xfrm>
            <a:off x="23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2_full_CA2_1040">
            <a:extLst>
              <a:ext uri="{FF2B5EF4-FFF2-40B4-BE49-F238E27FC236}">
                <a16:creationId xmlns:a16="http://schemas.microsoft.com/office/drawing/2014/main" id="{4E9CF179-CF7F-4E2E-99BF-8410373B6940}"/>
              </a:ext>
            </a:extLst>
          </p:cNvPr>
          <p:cNvSpPr>
            <a:spLocks noGrp="1"/>
          </p:cNvSpPr>
          <p:nvPr/>
        </p:nvSpPr>
        <p:spPr>
          <a:xfrm>
            <a:off x="245226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2_full_CA2_1041">
            <a:extLst>
              <a:ext uri="{FF2B5EF4-FFF2-40B4-BE49-F238E27FC236}">
                <a16:creationId xmlns:a16="http://schemas.microsoft.com/office/drawing/2014/main" id="{4EBEC8EB-D04B-4EA3-8D2D-4EC8178D095D}"/>
              </a:ext>
            </a:extLst>
          </p:cNvPr>
          <p:cNvSpPr>
            <a:spLocks noGrp="1"/>
          </p:cNvSpPr>
          <p:nvPr/>
        </p:nvSpPr>
        <p:spPr>
          <a:xfrm>
            <a:off x="22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2_full_CA2_1042">
            <a:extLst>
              <a:ext uri="{FF2B5EF4-FFF2-40B4-BE49-F238E27FC236}">
                <a16:creationId xmlns:a16="http://schemas.microsoft.com/office/drawing/2014/main" id="{6DFE1511-041E-4D49-8F0A-DA6D43AED941}"/>
              </a:ext>
            </a:extLst>
          </p:cNvPr>
          <p:cNvSpPr>
            <a:spLocks noGrp="1"/>
          </p:cNvSpPr>
          <p:nvPr/>
        </p:nvSpPr>
        <p:spPr>
          <a:xfrm>
            <a:off x="258335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2_full_CA2_1043">
            <a:extLst>
              <a:ext uri="{FF2B5EF4-FFF2-40B4-BE49-F238E27FC236}">
                <a16:creationId xmlns:a16="http://schemas.microsoft.com/office/drawing/2014/main" id="{4DFF2DEA-59F2-4AA4-82DD-66136DB2EFEF}"/>
              </a:ext>
            </a:extLst>
          </p:cNvPr>
          <p:cNvSpPr>
            <a:spLocks noGrp="1"/>
          </p:cNvSpPr>
          <p:nvPr/>
        </p:nvSpPr>
        <p:spPr>
          <a:xfrm>
            <a:off x="258732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2_full_CA2_1044">
            <a:extLst>
              <a:ext uri="{FF2B5EF4-FFF2-40B4-BE49-F238E27FC236}">
                <a16:creationId xmlns:a16="http://schemas.microsoft.com/office/drawing/2014/main" id="{99546574-D6A6-4A50-8B3D-AB38A99C0D2D}"/>
              </a:ext>
            </a:extLst>
          </p:cNvPr>
          <p:cNvSpPr>
            <a:spLocks noGrp="1"/>
          </p:cNvSpPr>
          <p:nvPr/>
        </p:nvSpPr>
        <p:spPr>
          <a:xfrm>
            <a:off x="2343350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2_full_CA2_1045">
            <a:extLst>
              <a:ext uri="{FF2B5EF4-FFF2-40B4-BE49-F238E27FC236}">
                <a16:creationId xmlns:a16="http://schemas.microsoft.com/office/drawing/2014/main" id="{5C13BAA1-1949-497F-9270-3F5C10F4A4AC}"/>
              </a:ext>
            </a:extLst>
          </p:cNvPr>
          <p:cNvSpPr>
            <a:spLocks noGrp="1"/>
          </p:cNvSpPr>
          <p:nvPr/>
        </p:nvSpPr>
        <p:spPr>
          <a:xfrm>
            <a:off x="237645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2_full_CA2_1046">
            <a:extLst>
              <a:ext uri="{FF2B5EF4-FFF2-40B4-BE49-F238E27FC236}">
                <a16:creationId xmlns:a16="http://schemas.microsoft.com/office/drawing/2014/main" id="{4CB66968-689F-47DB-8DB1-52B6ECA4EDB0}"/>
              </a:ext>
            </a:extLst>
          </p:cNvPr>
          <p:cNvSpPr>
            <a:spLocks noGrp="1"/>
          </p:cNvSpPr>
          <p:nvPr/>
        </p:nvSpPr>
        <p:spPr>
          <a:xfrm>
            <a:off x="2331403" y="414141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2_full_CA2_1047">
            <a:extLst>
              <a:ext uri="{FF2B5EF4-FFF2-40B4-BE49-F238E27FC236}">
                <a16:creationId xmlns:a16="http://schemas.microsoft.com/office/drawing/2014/main" id="{ECAE0E88-D2AF-40C9-9AF1-0F9FD5CB4B6F}"/>
              </a:ext>
            </a:extLst>
          </p:cNvPr>
          <p:cNvSpPr>
            <a:spLocks noGrp="1"/>
          </p:cNvSpPr>
          <p:nvPr/>
        </p:nvSpPr>
        <p:spPr>
          <a:xfrm>
            <a:off x="237677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2_full_CA2_1048">
            <a:extLst>
              <a:ext uri="{FF2B5EF4-FFF2-40B4-BE49-F238E27FC236}">
                <a16:creationId xmlns:a16="http://schemas.microsoft.com/office/drawing/2014/main" id="{FAB0F778-112D-4E9A-9344-A8C6166FDDFD}"/>
              </a:ext>
            </a:extLst>
          </p:cNvPr>
          <p:cNvSpPr>
            <a:spLocks noGrp="1"/>
          </p:cNvSpPr>
          <p:nvPr/>
        </p:nvSpPr>
        <p:spPr>
          <a:xfrm>
            <a:off x="233308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2_full_CA2_1049">
            <a:extLst>
              <a:ext uri="{FF2B5EF4-FFF2-40B4-BE49-F238E27FC236}">
                <a16:creationId xmlns:a16="http://schemas.microsoft.com/office/drawing/2014/main" id="{4143F4E4-D089-43E9-826C-573783E3848C}"/>
              </a:ext>
            </a:extLst>
          </p:cNvPr>
          <p:cNvSpPr>
            <a:spLocks noGrp="1"/>
          </p:cNvSpPr>
          <p:nvPr/>
        </p:nvSpPr>
        <p:spPr>
          <a:xfrm>
            <a:off x="24249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2_full_CA2_1050">
            <a:extLst>
              <a:ext uri="{FF2B5EF4-FFF2-40B4-BE49-F238E27FC236}">
                <a16:creationId xmlns:a16="http://schemas.microsoft.com/office/drawing/2014/main" id="{319F173B-1E2D-47BA-93A5-6B150B5ADAC2}"/>
              </a:ext>
            </a:extLst>
          </p:cNvPr>
          <p:cNvSpPr>
            <a:spLocks noGrp="1"/>
          </p:cNvSpPr>
          <p:nvPr/>
        </p:nvSpPr>
        <p:spPr>
          <a:xfrm>
            <a:off x="246174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2_full_CA2_1051">
            <a:extLst>
              <a:ext uri="{FF2B5EF4-FFF2-40B4-BE49-F238E27FC236}">
                <a16:creationId xmlns:a16="http://schemas.microsoft.com/office/drawing/2014/main" id="{3C1C9F87-67C9-4AE9-B3BB-DC18264147B3}"/>
              </a:ext>
            </a:extLst>
          </p:cNvPr>
          <p:cNvSpPr>
            <a:spLocks noGrp="1"/>
          </p:cNvSpPr>
          <p:nvPr/>
        </p:nvSpPr>
        <p:spPr>
          <a:xfrm>
            <a:off x="244063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2_full_CA2_1052">
            <a:extLst>
              <a:ext uri="{FF2B5EF4-FFF2-40B4-BE49-F238E27FC236}">
                <a16:creationId xmlns:a16="http://schemas.microsoft.com/office/drawing/2014/main" id="{4FF94604-D2D8-4EC7-84E9-F399BE176F9F}"/>
              </a:ext>
            </a:extLst>
          </p:cNvPr>
          <p:cNvSpPr>
            <a:spLocks noGrp="1"/>
          </p:cNvSpPr>
          <p:nvPr/>
        </p:nvSpPr>
        <p:spPr>
          <a:xfrm>
            <a:off x="2438248" y="414859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2_full_CA2_1053">
            <a:extLst>
              <a:ext uri="{FF2B5EF4-FFF2-40B4-BE49-F238E27FC236}">
                <a16:creationId xmlns:a16="http://schemas.microsoft.com/office/drawing/2014/main" id="{4ECBAB00-097B-4D8C-8DB0-96D8CCEC684D}"/>
              </a:ext>
            </a:extLst>
          </p:cNvPr>
          <p:cNvSpPr>
            <a:spLocks noGrp="1"/>
          </p:cNvSpPr>
          <p:nvPr/>
        </p:nvSpPr>
        <p:spPr>
          <a:xfrm>
            <a:off x="2413730" y="3135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2_full_CA2_1054">
            <a:extLst>
              <a:ext uri="{FF2B5EF4-FFF2-40B4-BE49-F238E27FC236}">
                <a16:creationId xmlns:a16="http://schemas.microsoft.com/office/drawing/2014/main" id="{C84952B8-1A29-4AC3-AC38-3972A0043F51}"/>
              </a:ext>
            </a:extLst>
          </p:cNvPr>
          <p:cNvSpPr>
            <a:spLocks noGrp="1"/>
          </p:cNvSpPr>
          <p:nvPr/>
        </p:nvSpPr>
        <p:spPr>
          <a:xfrm>
            <a:off x="2344478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2_full_CA2_1055">
            <a:extLst>
              <a:ext uri="{FF2B5EF4-FFF2-40B4-BE49-F238E27FC236}">
                <a16:creationId xmlns:a16="http://schemas.microsoft.com/office/drawing/2014/main" id="{6E49E51A-CE70-484E-A7EC-C0048F7A3610}"/>
              </a:ext>
            </a:extLst>
          </p:cNvPr>
          <p:cNvSpPr>
            <a:spLocks noGrp="1"/>
          </p:cNvSpPr>
          <p:nvPr/>
        </p:nvSpPr>
        <p:spPr>
          <a:xfrm>
            <a:off x="23117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2_full_CA2_1056">
            <a:extLst>
              <a:ext uri="{FF2B5EF4-FFF2-40B4-BE49-F238E27FC236}">
                <a16:creationId xmlns:a16="http://schemas.microsoft.com/office/drawing/2014/main" id="{D14060CC-5084-47C4-8EB2-9E88D9968C93}"/>
              </a:ext>
            </a:extLst>
          </p:cNvPr>
          <p:cNvSpPr>
            <a:spLocks noGrp="1"/>
          </p:cNvSpPr>
          <p:nvPr/>
        </p:nvSpPr>
        <p:spPr>
          <a:xfrm>
            <a:off x="24095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2_full_CA2_1057">
            <a:extLst>
              <a:ext uri="{FF2B5EF4-FFF2-40B4-BE49-F238E27FC236}">
                <a16:creationId xmlns:a16="http://schemas.microsoft.com/office/drawing/2014/main" id="{AAB7FC81-C2A6-4671-9001-65804A011767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2_full_CA2_1058">
            <a:extLst>
              <a:ext uri="{FF2B5EF4-FFF2-40B4-BE49-F238E27FC236}">
                <a16:creationId xmlns:a16="http://schemas.microsoft.com/office/drawing/2014/main" id="{8367AD6E-619B-455F-9881-F5C397C54B76}"/>
              </a:ext>
            </a:extLst>
          </p:cNvPr>
          <p:cNvSpPr>
            <a:spLocks noGrp="1"/>
          </p:cNvSpPr>
          <p:nvPr/>
        </p:nvSpPr>
        <p:spPr>
          <a:xfrm>
            <a:off x="25326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2_full_CA2_1059">
            <a:extLst>
              <a:ext uri="{FF2B5EF4-FFF2-40B4-BE49-F238E27FC236}">
                <a16:creationId xmlns:a16="http://schemas.microsoft.com/office/drawing/2014/main" id="{B22D10B0-2DBD-438A-A432-80F061967476}"/>
              </a:ext>
            </a:extLst>
          </p:cNvPr>
          <p:cNvSpPr>
            <a:spLocks noGrp="1"/>
          </p:cNvSpPr>
          <p:nvPr/>
        </p:nvSpPr>
        <p:spPr>
          <a:xfrm>
            <a:off x="2308594" y="422039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2_full_CA2_1060">
            <a:extLst>
              <a:ext uri="{FF2B5EF4-FFF2-40B4-BE49-F238E27FC236}">
                <a16:creationId xmlns:a16="http://schemas.microsoft.com/office/drawing/2014/main" id="{47965BF3-E6FB-4BB1-ABB9-F963E1867988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2_full_CA2_1061">
            <a:extLst>
              <a:ext uri="{FF2B5EF4-FFF2-40B4-BE49-F238E27FC236}">
                <a16:creationId xmlns:a16="http://schemas.microsoft.com/office/drawing/2014/main" id="{EFF24811-E933-489C-889B-A19B9CFDAF1F}"/>
              </a:ext>
            </a:extLst>
          </p:cNvPr>
          <p:cNvSpPr>
            <a:spLocks noGrp="1"/>
          </p:cNvSpPr>
          <p:nvPr/>
        </p:nvSpPr>
        <p:spPr>
          <a:xfrm>
            <a:off x="2312981" y="41454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2_full_CA2_1062">
            <a:extLst>
              <a:ext uri="{FF2B5EF4-FFF2-40B4-BE49-F238E27FC236}">
                <a16:creationId xmlns:a16="http://schemas.microsoft.com/office/drawing/2014/main" id="{431C8072-DFA8-474A-A0B4-8047D537E1E7}"/>
              </a:ext>
            </a:extLst>
          </p:cNvPr>
          <p:cNvSpPr>
            <a:spLocks noGrp="1"/>
          </p:cNvSpPr>
          <p:nvPr/>
        </p:nvSpPr>
        <p:spPr>
          <a:xfrm>
            <a:off x="24921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2_full_CA2_1063">
            <a:extLst>
              <a:ext uri="{FF2B5EF4-FFF2-40B4-BE49-F238E27FC236}">
                <a16:creationId xmlns:a16="http://schemas.microsoft.com/office/drawing/2014/main" id="{29F0CC05-41C4-4ACB-93B4-0B3DA37B0075}"/>
              </a:ext>
            </a:extLst>
          </p:cNvPr>
          <p:cNvSpPr>
            <a:spLocks noGrp="1"/>
          </p:cNvSpPr>
          <p:nvPr/>
        </p:nvSpPr>
        <p:spPr>
          <a:xfrm>
            <a:off x="2327258" y="42114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2_full_CA2_1064">
            <a:extLst>
              <a:ext uri="{FF2B5EF4-FFF2-40B4-BE49-F238E27FC236}">
                <a16:creationId xmlns:a16="http://schemas.microsoft.com/office/drawing/2014/main" id="{087EA2F4-7458-4BFB-A9AA-88BE491B853F}"/>
              </a:ext>
            </a:extLst>
          </p:cNvPr>
          <p:cNvSpPr>
            <a:spLocks noGrp="1"/>
          </p:cNvSpPr>
          <p:nvPr/>
        </p:nvSpPr>
        <p:spPr>
          <a:xfrm>
            <a:off x="24036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2_full_CA2_1065">
            <a:extLst>
              <a:ext uri="{FF2B5EF4-FFF2-40B4-BE49-F238E27FC236}">
                <a16:creationId xmlns:a16="http://schemas.microsoft.com/office/drawing/2014/main" id="{BED60DB0-26FB-4769-8609-C55261C55FE5}"/>
              </a:ext>
            </a:extLst>
          </p:cNvPr>
          <p:cNvSpPr>
            <a:spLocks noGrp="1"/>
          </p:cNvSpPr>
          <p:nvPr/>
        </p:nvSpPr>
        <p:spPr>
          <a:xfrm>
            <a:off x="2274692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2_full_CA2_1066">
            <a:extLst>
              <a:ext uri="{FF2B5EF4-FFF2-40B4-BE49-F238E27FC236}">
                <a16:creationId xmlns:a16="http://schemas.microsoft.com/office/drawing/2014/main" id="{BF22E5F8-CC3E-4E20-BDE9-73AE0B91A15B}"/>
              </a:ext>
            </a:extLst>
          </p:cNvPr>
          <p:cNvSpPr>
            <a:spLocks noGrp="1"/>
          </p:cNvSpPr>
          <p:nvPr/>
        </p:nvSpPr>
        <p:spPr>
          <a:xfrm>
            <a:off x="2371966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2_full_CA2_1067">
            <a:extLst>
              <a:ext uri="{FF2B5EF4-FFF2-40B4-BE49-F238E27FC236}">
                <a16:creationId xmlns:a16="http://schemas.microsoft.com/office/drawing/2014/main" id="{88F435D6-6FCC-4D0E-80E3-08C96356C5E1}"/>
              </a:ext>
            </a:extLst>
          </p:cNvPr>
          <p:cNvSpPr>
            <a:spLocks noGrp="1"/>
          </p:cNvSpPr>
          <p:nvPr/>
        </p:nvSpPr>
        <p:spPr>
          <a:xfrm>
            <a:off x="2307301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2_full_CA2_1068">
            <a:extLst>
              <a:ext uri="{FF2B5EF4-FFF2-40B4-BE49-F238E27FC236}">
                <a16:creationId xmlns:a16="http://schemas.microsoft.com/office/drawing/2014/main" id="{9CEA55EB-05C5-4760-B24B-639C7EB22B6B}"/>
              </a:ext>
            </a:extLst>
          </p:cNvPr>
          <p:cNvSpPr>
            <a:spLocks noGrp="1"/>
          </p:cNvSpPr>
          <p:nvPr/>
        </p:nvSpPr>
        <p:spPr>
          <a:xfrm>
            <a:off x="25137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2_full_CA2_1069">
            <a:extLst>
              <a:ext uri="{FF2B5EF4-FFF2-40B4-BE49-F238E27FC236}">
                <a16:creationId xmlns:a16="http://schemas.microsoft.com/office/drawing/2014/main" id="{E9961A5C-F5C7-43D6-8F6C-397D7E1D1FE6}"/>
              </a:ext>
            </a:extLst>
          </p:cNvPr>
          <p:cNvSpPr>
            <a:spLocks noGrp="1"/>
          </p:cNvSpPr>
          <p:nvPr/>
        </p:nvSpPr>
        <p:spPr>
          <a:xfrm>
            <a:off x="2395970" y="460810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2_full_CA2_1070">
            <a:extLst>
              <a:ext uri="{FF2B5EF4-FFF2-40B4-BE49-F238E27FC236}">
                <a16:creationId xmlns:a16="http://schemas.microsoft.com/office/drawing/2014/main" id="{3DB72F57-0B61-4557-8AC5-ADD187B550EA}"/>
              </a:ext>
            </a:extLst>
          </p:cNvPr>
          <p:cNvSpPr>
            <a:spLocks noGrp="1"/>
          </p:cNvSpPr>
          <p:nvPr/>
        </p:nvSpPr>
        <p:spPr>
          <a:xfrm>
            <a:off x="233410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2_full_CA2_1071">
            <a:extLst>
              <a:ext uri="{FF2B5EF4-FFF2-40B4-BE49-F238E27FC236}">
                <a16:creationId xmlns:a16="http://schemas.microsoft.com/office/drawing/2014/main" id="{9F6B54D8-A203-4CFC-83C3-3624C27D4EB3}"/>
              </a:ext>
            </a:extLst>
          </p:cNvPr>
          <p:cNvSpPr>
            <a:spLocks noGrp="1"/>
          </p:cNvSpPr>
          <p:nvPr/>
        </p:nvSpPr>
        <p:spPr>
          <a:xfrm>
            <a:off x="2388676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2_full_CA2_1072">
            <a:extLst>
              <a:ext uri="{FF2B5EF4-FFF2-40B4-BE49-F238E27FC236}">
                <a16:creationId xmlns:a16="http://schemas.microsoft.com/office/drawing/2014/main" id="{9453F02D-5795-483F-8B18-78ED0461E271}"/>
              </a:ext>
            </a:extLst>
          </p:cNvPr>
          <p:cNvSpPr>
            <a:spLocks noGrp="1"/>
          </p:cNvSpPr>
          <p:nvPr/>
        </p:nvSpPr>
        <p:spPr>
          <a:xfrm>
            <a:off x="2446926" y="33588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2_full_CA2_1073">
            <a:extLst>
              <a:ext uri="{FF2B5EF4-FFF2-40B4-BE49-F238E27FC236}">
                <a16:creationId xmlns:a16="http://schemas.microsoft.com/office/drawing/2014/main" id="{63577ED8-04B7-4065-8F6C-9E8D12853628}"/>
              </a:ext>
            </a:extLst>
          </p:cNvPr>
          <p:cNvSpPr>
            <a:spLocks noGrp="1"/>
          </p:cNvSpPr>
          <p:nvPr/>
        </p:nvSpPr>
        <p:spPr>
          <a:xfrm>
            <a:off x="2415233" y="376484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2_full_CA2_1074">
            <a:extLst>
              <a:ext uri="{FF2B5EF4-FFF2-40B4-BE49-F238E27FC236}">
                <a16:creationId xmlns:a16="http://schemas.microsoft.com/office/drawing/2014/main" id="{60143D74-B69C-426D-ABD3-0B00BD628ABB}"/>
              </a:ext>
            </a:extLst>
          </p:cNvPr>
          <p:cNvSpPr>
            <a:spLocks noGrp="1"/>
          </p:cNvSpPr>
          <p:nvPr/>
        </p:nvSpPr>
        <p:spPr>
          <a:xfrm>
            <a:off x="2466080" y="442754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2_full_CA2_1075">
            <a:extLst>
              <a:ext uri="{FF2B5EF4-FFF2-40B4-BE49-F238E27FC236}">
                <a16:creationId xmlns:a16="http://schemas.microsoft.com/office/drawing/2014/main" id="{EC0F7003-6BD4-4BA4-A65C-A7F1F4F61860}"/>
              </a:ext>
            </a:extLst>
          </p:cNvPr>
          <p:cNvSpPr>
            <a:spLocks noGrp="1"/>
          </p:cNvSpPr>
          <p:nvPr/>
        </p:nvSpPr>
        <p:spPr>
          <a:xfrm>
            <a:off x="2571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2_full_CA2_1076">
            <a:extLst>
              <a:ext uri="{FF2B5EF4-FFF2-40B4-BE49-F238E27FC236}">
                <a16:creationId xmlns:a16="http://schemas.microsoft.com/office/drawing/2014/main" id="{09C52D1D-6C2B-4AC8-9434-D23D554D4094}"/>
              </a:ext>
            </a:extLst>
          </p:cNvPr>
          <p:cNvSpPr>
            <a:spLocks noGrp="1"/>
          </p:cNvSpPr>
          <p:nvPr/>
        </p:nvSpPr>
        <p:spPr>
          <a:xfrm>
            <a:off x="25414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2_full_CA2_1077">
            <a:extLst>
              <a:ext uri="{FF2B5EF4-FFF2-40B4-BE49-F238E27FC236}">
                <a16:creationId xmlns:a16="http://schemas.microsoft.com/office/drawing/2014/main" id="{1EA867A9-C343-4662-895F-238417673109}"/>
              </a:ext>
            </a:extLst>
          </p:cNvPr>
          <p:cNvSpPr>
            <a:spLocks noGrp="1"/>
          </p:cNvSpPr>
          <p:nvPr/>
        </p:nvSpPr>
        <p:spPr>
          <a:xfrm>
            <a:off x="237535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2_full_CA2_1078">
            <a:extLst>
              <a:ext uri="{FF2B5EF4-FFF2-40B4-BE49-F238E27FC236}">
                <a16:creationId xmlns:a16="http://schemas.microsoft.com/office/drawing/2014/main" id="{5BF87CBF-5D93-40F9-B98C-68DEAC9A7645}"/>
              </a:ext>
            </a:extLst>
          </p:cNvPr>
          <p:cNvSpPr>
            <a:spLocks noGrp="1"/>
          </p:cNvSpPr>
          <p:nvPr/>
        </p:nvSpPr>
        <p:spPr>
          <a:xfrm>
            <a:off x="2503997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2_full_CA2_1079">
            <a:extLst>
              <a:ext uri="{FF2B5EF4-FFF2-40B4-BE49-F238E27FC236}">
                <a16:creationId xmlns:a16="http://schemas.microsoft.com/office/drawing/2014/main" id="{48B8EAC6-9EC4-49A1-BA3E-344624E03995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2_full_CA2_1080">
            <a:extLst>
              <a:ext uri="{FF2B5EF4-FFF2-40B4-BE49-F238E27FC236}">
                <a16:creationId xmlns:a16="http://schemas.microsoft.com/office/drawing/2014/main" id="{AC8E2DCC-D601-4AA3-9E12-2AC05A5F0CA0}"/>
              </a:ext>
            </a:extLst>
          </p:cNvPr>
          <p:cNvSpPr>
            <a:spLocks noGrp="1"/>
          </p:cNvSpPr>
          <p:nvPr/>
        </p:nvSpPr>
        <p:spPr>
          <a:xfrm>
            <a:off x="23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2_full_CA2_1081">
            <a:extLst>
              <a:ext uri="{FF2B5EF4-FFF2-40B4-BE49-F238E27FC236}">
                <a16:creationId xmlns:a16="http://schemas.microsoft.com/office/drawing/2014/main" id="{9775F88F-92DD-4088-8A29-4D754F7A55F8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2_full_CA2_1082">
            <a:extLst>
              <a:ext uri="{FF2B5EF4-FFF2-40B4-BE49-F238E27FC236}">
                <a16:creationId xmlns:a16="http://schemas.microsoft.com/office/drawing/2014/main" id="{24C6E81B-9459-47D2-8555-BDB686CED203}"/>
              </a:ext>
            </a:extLst>
          </p:cNvPr>
          <p:cNvSpPr>
            <a:spLocks noGrp="1"/>
          </p:cNvSpPr>
          <p:nvPr/>
        </p:nvSpPr>
        <p:spPr>
          <a:xfrm>
            <a:off x="258616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2_full_CA2_1083">
            <a:extLst>
              <a:ext uri="{FF2B5EF4-FFF2-40B4-BE49-F238E27FC236}">
                <a16:creationId xmlns:a16="http://schemas.microsoft.com/office/drawing/2014/main" id="{BE9A50E1-0E0A-4167-A8BB-926903509896}"/>
              </a:ext>
            </a:extLst>
          </p:cNvPr>
          <p:cNvSpPr>
            <a:spLocks noGrp="1"/>
          </p:cNvSpPr>
          <p:nvPr/>
        </p:nvSpPr>
        <p:spPr>
          <a:xfrm>
            <a:off x="2290967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2_full_CA2_1084">
            <a:extLst>
              <a:ext uri="{FF2B5EF4-FFF2-40B4-BE49-F238E27FC236}">
                <a16:creationId xmlns:a16="http://schemas.microsoft.com/office/drawing/2014/main" id="{01A0CD34-DAA2-42DE-85EA-E67F1F315479}"/>
              </a:ext>
            </a:extLst>
          </p:cNvPr>
          <p:cNvSpPr>
            <a:spLocks noGrp="1"/>
          </p:cNvSpPr>
          <p:nvPr/>
        </p:nvSpPr>
        <p:spPr>
          <a:xfrm>
            <a:off x="22832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2_full_CA2_1085">
            <a:extLst>
              <a:ext uri="{FF2B5EF4-FFF2-40B4-BE49-F238E27FC236}">
                <a16:creationId xmlns:a16="http://schemas.microsoft.com/office/drawing/2014/main" id="{8D9CEEA7-B09B-4DA1-969B-DA785A5A7FFD}"/>
              </a:ext>
            </a:extLst>
          </p:cNvPr>
          <p:cNvSpPr>
            <a:spLocks noGrp="1"/>
          </p:cNvSpPr>
          <p:nvPr/>
        </p:nvSpPr>
        <p:spPr>
          <a:xfrm>
            <a:off x="25620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2_full_CA2_1086">
            <a:extLst>
              <a:ext uri="{FF2B5EF4-FFF2-40B4-BE49-F238E27FC236}">
                <a16:creationId xmlns:a16="http://schemas.microsoft.com/office/drawing/2014/main" id="{93EB6670-FCA6-4886-AE89-62704ACB7DDB}"/>
              </a:ext>
            </a:extLst>
          </p:cNvPr>
          <p:cNvSpPr>
            <a:spLocks noGrp="1"/>
          </p:cNvSpPr>
          <p:nvPr/>
        </p:nvSpPr>
        <p:spPr>
          <a:xfrm>
            <a:off x="22817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2_full_CA2_1087">
            <a:extLst>
              <a:ext uri="{FF2B5EF4-FFF2-40B4-BE49-F238E27FC236}">
                <a16:creationId xmlns:a16="http://schemas.microsoft.com/office/drawing/2014/main" id="{DD9768E7-0AC0-4937-8C5B-179168C759AB}"/>
              </a:ext>
            </a:extLst>
          </p:cNvPr>
          <p:cNvSpPr>
            <a:spLocks noGrp="1"/>
          </p:cNvSpPr>
          <p:nvPr/>
        </p:nvSpPr>
        <p:spPr>
          <a:xfrm>
            <a:off x="238673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2_full_CA2_1088">
            <a:extLst>
              <a:ext uri="{FF2B5EF4-FFF2-40B4-BE49-F238E27FC236}">
                <a16:creationId xmlns:a16="http://schemas.microsoft.com/office/drawing/2014/main" id="{82DFCAF3-0D2B-4CB1-82D3-7EC5D83CF2FF}"/>
              </a:ext>
            </a:extLst>
          </p:cNvPr>
          <p:cNvSpPr>
            <a:spLocks noGrp="1"/>
          </p:cNvSpPr>
          <p:nvPr/>
        </p:nvSpPr>
        <p:spPr>
          <a:xfrm>
            <a:off x="24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2_full_CA2_1089">
            <a:extLst>
              <a:ext uri="{FF2B5EF4-FFF2-40B4-BE49-F238E27FC236}">
                <a16:creationId xmlns:a16="http://schemas.microsoft.com/office/drawing/2014/main" id="{A4113F55-5CB7-4C76-8118-2D62DE32913A}"/>
              </a:ext>
            </a:extLst>
          </p:cNvPr>
          <p:cNvSpPr>
            <a:spLocks noGrp="1"/>
          </p:cNvSpPr>
          <p:nvPr/>
        </p:nvSpPr>
        <p:spPr>
          <a:xfrm>
            <a:off x="2272513" y="42929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2_full_CA2_1090">
            <a:extLst>
              <a:ext uri="{FF2B5EF4-FFF2-40B4-BE49-F238E27FC236}">
                <a16:creationId xmlns:a16="http://schemas.microsoft.com/office/drawing/2014/main" id="{E9B8E84C-C084-4553-B497-2686BD930484}"/>
              </a:ext>
            </a:extLst>
          </p:cNvPr>
          <p:cNvSpPr>
            <a:spLocks noGrp="1"/>
          </p:cNvSpPr>
          <p:nvPr/>
        </p:nvSpPr>
        <p:spPr>
          <a:xfrm>
            <a:off x="2315575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2_full_CA2_1091">
            <a:extLst>
              <a:ext uri="{FF2B5EF4-FFF2-40B4-BE49-F238E27FC236}">
                <a16:creationId xmlns:a16="http://schemas.microsoft.com/office/drawing/2014/main" id="{7272D783-97BF-446A-B262-7D04BECF90CD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2_full_CA2_1092">
            <a:extLst>
              <a:ext uri="{FF2B5EF4-FFF2-40B4-BE49-F238E27FC236}">
                <a16:creationId xmlns:a16="http://schemas.microsoft.com/office/drawing/2014/main" id="{B2ECEE0B-500F-49CE-ADB3-9CA7340F008B}"/>
              </a:ext>
            </a:extLst>
          </p:cNvPr>
          <p:cNvSpPr>
            <a:spLocks noGrp="1"/>
          </p:cNvSpPr>
          <p:nvPr/>
        </p:nvSpPr>
        <p:spPr>
          <a:xfrm>
            <a:off x="23692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2_full_CA2_1093">
            <a:extLst>
              <a:ext uri="{FF2B5EF4-FFF2-40B4-BE49-F238E27FC236}">
                <a16:creationId xmlns:a16="http://schemas.microsoft.com/office/drawing/2014/main" id="{80196A99-1354-4C01-ACA0-30B3B4041097}"/>
              </a:ext>
            </a:extLst>
          </p:cNvPr>
          <p:cNvSpPr>
            <a:spLocks noGrp="1"/>
          </p:cNvSpPr>
          <p:nvPr/>
        </p:nvSpPr>
        <p:spPr>
          <a:xfrm>
            <a:off x="2572025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2_full_CA2_1094">
            <a:extLst>
              <a:ext uri="{FF2B5EF4-FFF2-40B4-BE49-F238E27FC236}">
                <a16:creationId xmlns:a16="http://schemas.microsoft.com/office/drawing/2014/main" id="{93BB90F0-6497-45C5-8802-29233D1377FA}"/>
              </a:ext>
            </a:extLst>
          </p:cNvPr>
          <p:cNvSpPr>
            <a:spLocks noGrp="1"/>
          </p:cNvSpPr>
          <p:nvPr/>
        </p:nvSpPr>
        <p:spPr>
          <a:xfrm>
            <a:off x="239328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2_full_CA2_1095">
            <a:extLst>
              <a:ext uri="{FF2B5EF4-FFF2-40B4-BE49-F238E27FC236}">
                <a16:creationId xmlns:a16="http://schemas.microsoft.com/office/drawing/2014/main" id="{B25AF9AD-FC63-4C37-95DD-0BC3864A4096}"/>
              </a:ext>
            </a:extLst>
          </p:cNvPr>
          <p:cNvSpPr>
            <a:spLocks noGrp="1"/>
          </p:cNvSpPr>
          <p:nvPr/>
        </p:nvSpPr>
        <p:spPr>
          <a:xfrm>
            <a:off x="2461603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2_full_CA2_1096">
            <a:extLst>
              <a:ext uri="{FF2B5EF4-FFF2-40B4-BE49-F238E27FC236}">
                <a16:creationId xmlns:a16="http://schemas.microsoft.com/office/drawing/2014/main" id="{95A73C32-92F4-4F05-912C-9C06ACE5DA92}"/>
              </a:ext>
            </a:extLst>
          </p:cNvPr>
          <p:cNvSpPr>
            <a:spLocks noGrp="1"/>
          </p:cNvSpPr>
          <p:nvPr/>
        </p:nvSpPr>
        <p:spPr>
          <a:xfrm>
            <a:off x="2275508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2_full_CA2_1097">
            <a:extLst>
              <a:ext uri="{FF2B5EF4-FFF2-40B4-BE49-F238E27FC236}">
                <a16:creationId xmlns:a16="http://schemas.microsoft.com/office/drawing/2014/main" id="{10A88E4E-7AC8-418E-9951-9A13609E9B00}"/>
              </a:ext>
            </a:extLst>
          </p:cNvPr>
          <p:cNvSpPr>
            <a:spLocks noGrp="1"/>
          </p:cNvSpPr>
          <p:nvPr/>
        </p:nvSpPr>
        <p:spPr>
          <a:xfrm>
            <a:off x="227763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2_full_CA2_1098">
            <a:extLst>
              <a:ext uri="{FF2B5EF4-FFF2-40B4-BE49-F238E27FC236}">
                <a16:creationId xmlns:a16="http://schemas.microsoft.com/office/drawing/2014/main" id="{8932EE0B-1FA6-481B-8756-AF7D0C289BB8}"/>
              </a:ext>
            </a:extLst>
          </p:cNvPr>
          <p:cNvSpPr>
            <a:spLocks noGrp="1"/>
          </p:cNvSpPr>
          <p:nvPr/>
        </p:nvSpPr>
        <p:spPr>
          <a:xfrm>
            <a:off x="245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2_full_CA2_1099">
            <a:extLst>
              <a:ext uri="{FF2B5EF4-FFF2-40B4-BE49-F238E27FC236}">
                <a16:creationId xmlns:a16="http://schemas.microsoft.com/office/drawing/2014/main" id="{CC7E27A9-9031-4E10-9476-80164827FECD}"/>
              </a:ext>
            </a:extLst>
          </p:cNvPr>
          <p:cNvSpPr>
            <a:spLocks noGrp="1"/>
          </p:cNvSpPr>
          <p:nvPr/>
        </p:nvSpPr>
        <p:spPr>
          <a:xfrm>
            <a:off x="241450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2_full_CA2_1100">
            <a:extLst>
              <a:ext uri="{FF2B5EF4-FFF2-40B4-BE49-F238E27FC236}">
                <a16:creationId xmlns:a16="http://schemas.microsoft.com/office/drawing/2014/main" id="{822E0B1E-8656-4A23-A858-26A3A23130F7}"/>
              </a:ext>
            </a:extLst>
          </p:cNvPr>
          <p:cNvSpPr>
            <a:spLocks noGrp="1"/>
          </p:cNvSpPr>
          <p:nvPr/>
        </p:nvSpPr>
        <p:spPr>
          <a:xfrm>
            <a:off x="2545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2_full_CA2_1101">
            <a:extLst>
              <a:ext uri="{FF2B5EF4-FFF2-40B4-BE49-F238E27FC236}">
                <a16:creationId xmlns:a16="http://schemas.microsoft.com/office/drawing/2014/main" id="{DCDD6E0D-BC3E-42FB-813E-AC8527E303F3}"/>
              </a:ext>
            </a:extLst>
          </p:cNvPr>
          <p:cNvSpPr>
            <a:spLocks noGrp="1"/>
          </p:cNvSpPr>
          <p:nvPr/>
        </p:nvSpPr>
        <p:spPr>
          <a:xfrm>
            <a:off x="254866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2_full_CA2_1102">
            <a:extLst>
              <a:ext uri="{FF2B5EF4-FFF2-40B4-BE49-F238E27FC236}">
                <a16:creationId xmlns:a16="http://schemas.microsoft.com/office/drawing/2014/main" id="{810215DC-8C5E-4612-81E1-E6BD512B6146}"/>
              </a:ext>
            </a:extLst>
          </p:cNvPr>
          <p:cNvSpPr>
            <a:spLocks noGrp="1"/>
          </p:cNvSpPr>
          <p:nvPr/>
        </p:nvSpPr>
        <p:spPr>
          <a:xfrm>
            <a:off x="259306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2_full_CA2_1103">
            <a:extLst>
              <a:ext uri="{FF2B5EF4-FFF2-40B4-BE49-F238E27FC236}">
                <a16:creationId xmlns:a16="http://schemas.microsoft.com/office/drawing/2014/main" id="{D0BCB363-FE28-40D7-8113-7E6F644F2EAD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2_full_CA2_1104">
            <a:extLst>
              <a:ext uri="{FF2B5EF4-FFF2-40B4-BE49-F238E27FC236}">
                <a16:creationId xmlns:a16="http://schemas.microsoft.com/office/drawing/2014/main" id="{9782360F-82D7-42AE-9D66-30295FA5372A}"/>
              </a:ext>
            </a:extLst>
          </p:cNvPr>
          <p:cNvSpPr>
            <a:spLocks noGrp="1"/>
          </p:cNvSpPr>
          <p:nvPr/>
        </p:nvSpPr>
        <p:spPr>
          <a:xfrm>
            <a:off x="2275726" y="429697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2_full_CA2_1105">
            <a:extLst>
              <a:ext uri="{FF2B5EF4-FFF2-40B4-BE49-F238E27FC236}">
                <a16:creationId xmlns:a16="http://schemas.microsoft.com/office/drawing/2014/main" id="{6BDDEFC7-2B7E-4B3E-A43E-D318415A6289}"/>
              </a:ext>
            </a:extLst>
          </p:cNvPr>
          <p:cNvSpPr>
            <a:spLocks noGrp="1"/>
          </p:cNvSpPr>
          <p:nvPr/>
        </p:nvSpPr>
        <p:spPr>
          <a:xfrm>
            <a:off x="23177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2_full_CA2_1106">
            <a:extLst>
              <a:ext uri="{FF2B5EF4-FFF2-40B4-BE49-F238E27FC236}">
                <a16:creationId xmlns:a16="http://schemas.microsoft.com/office/drawing/2014/main" id="{A1BABE18-8953-42CE-A4FE-27D6537F6AB0}"/>
              </a:ext>
            </a:extLst>
          </p:cNvPr>
          <p:cNvSpPr>
            <a:spLocks noGrp="1"/>
          </p:cNvSpPr>
          <p:nvPr/>
        </p:nvSpPr>
        <p:spPr>
          <a:xfrm>
            <a:off x="243354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2_full_CA2_1107">
            <a:extLst>
              <a:ext uri="{FF2B5EF4-FFF2-40B4-BE49-F238E27FC236}">
                <a16:creationId xmlns:a16="http://schemas.microsoft.com/office/drawing/2014/main" id="{BF16FDB7-EE36-4F59-AC5C-BBBB21453EC1}"/>
              </a:ext>
            </a:extLst>
          </p:cNvPr>
          <p:cNvSpPr>
            <a:spLocks noGrp="1"/>
          </p:cNvSpPr>
          <p:nvPr/>
        </p:nvSpPr>
        <p:spPr>
          <a:xfrm>
            <a:off x="25023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2_full_CA2_1108">
            <a:extLst>
              <a:ext uri="{FF2B5EF4-FFF2-40B4-BE49-F238E27FC236}">
                <a16:creationId xmlns:a16="http://schemas.microsoft.com/office/drawing/2014/main" id="{AEAB6413-87C2-4247-ACEB-F046298853F7}"/>
              </a:ext>
            </a:extLst>
          </p:cNvPr>
          <p:cNvSpPr>
            <a:spLocks noGrp="1"/>
          </p:cNvSpPr>
          <p:nvPr/>
        </p:nvSpPr>
        <p:spPr>
          <a:xfrm>
            <a:off x="231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2_full_CA2_1109">
            <a:extLst>
              <a:ext uri="{FF2B5EF4-FFF2-40B4-BE49-F238E27FC236}">
                <a16:creationId xmlns:a16="http://schemas.microsoft.com/office/drawing/2014/main" id="{61C4C55C-F308-4D92-AC3F-F8F5404C5B5B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2_full_CA2_1110">
            <a:extLst>
              <a:ext uri="{FF2B5EF4-FFF2-40B4-BE49-F238E27FC236}">
                <a16:creationId xmlns:a16="http://schemas.microsoft.com/office/drawing/2014/main" id="{A4611430-493B-41AD-ADA7-2753F16332DC}"/>
              </a:ext>
            </a:extLst>
          </p:cNvPr>
          <p:cNvSpPr>
            <a:spLocks noGrp="1"/>
          </p:cNvSpPr>
          <p:nvPr/>
        </p:nvSpPr>
        <p:spPr>
          <a:xfrm>
            <a:off x="2506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2_full_CA2_1111">
            <a:extLst>
              <a:ext uri="{FF2B5EF4-FFF2-40B4-BE49-F238E27FC236}">
                <a16:creationId xmlns:a16="http://schemas.microsoft.com/office/drawing/2014/main" id="{1CF5D1CE-B69A-44E2-ACBC-869290EB545A}"/>
              </a:ext>
            </a:extLst>
          </p:cNvPr>
          <p:cNvSpPr>
            <a:spLocks noGrp="1"/>
          </p:cNvSpPr>
          <p:nvPr/>
        </p:nvSpPr>
        <p:spPr>
          <a:xfrm>
            <a:off x="2376398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2_full_CA2_1112">
            <a:extLst>
              <a:ext uri="{FF2B5EF4-FFF2-40B4-BE49-F238E27FC236}">
                <a16:creationId xmlns:a16="http://schemas.microsoft.com/office/drawing/2014/main" id="{98201C7A-1481-448E-B9BE-74C8C53BA058}"/>
              </a:ext>
            </a:extLst>
          </p:cNvPr>
          <p:cNvSpPr>
            <a:spLocks noGrp="1"/>
          </p:cNvSpPr>
          <p:nvPr/>
        </p:nvSpPr>
        <p:spPr>
          <a:xfrm>
            <a:off x="2353473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3" name="02_full_CA2_1113">
            <a:extLst>
              <a:ext uri="{FF2B5EF4-FFF2-40B4-BE49-F238E27FC236}">
                <a16:creationId xmlns:a16="http://schemas.microsoft.com/office/drawing/2014/main" id="{DD49D592-BB4B-4C14-8870-00ACFB7B1420}"/>
              </a:ext>
            </a:extLst>
          </p:cNvPr>
          <p:cNvSpPr>
            <a:spLocks noGrp="1"/>
          </p:cNvSpPr>
          <p:nvPr/>
        </p:nvSpPr>
        <p:spPr>
          <a:xfrm>
            <a:off x="2269837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4" name="02_full_CA2_1114">
            <a:extLst>
              <a:ext uri="{FF2B5EF4-FFF2-40B4-BE49-F238E27FC236}">
                <a16:creationId xmlns:a16="http://schemas.microsoft.com/office/drawing/2014/main" id="{FDCCCC1C-7BE2-4DE7-84A9-41D2C10F72A9}"/>
              </a:ext>
            </a:extLst>
          </p:cNvPr>
          <p:cNvSpPr>
            <a:spLocks noGrp="1"/>
          </p:cNvSpPr>
          <p:nvPr/>
        </p:nvSpPr>
        <p:spPr>
          <a:xfrm>
            <a:off x="2550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5" name="02_full_CA2_1115">
            <a:extLst>
              <a:ext uri="{FF2B5EF4-FFF2-40B4-BE49-F238E27FC236}">
                <a16:creationId xmlns:a16="http://schemas.microsoft.com/office/drawing/2014/main" id="{3E57A9E6-BE6D-412E-9548-62631982FCEA}"/>
              </a:ext>
            </a:extLst>
          </p:cNvPr>
          <p:cNvSpPr>
            <a:spLocks noGrp="1"/>
          </p:cNvSpPr>
          <p:nvPr/>
        </p:nvSpPr>
        <p:spPr>
          <a:xfrm>
            <a:off x="258635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6" name="02_full_CA2_1116">
            <a:extLst>
              <a:ext uri="{FF2B5EF4-FFF2-40B4-BE49-F238E27FC236}">
                <a16:creationId xmlns:a16="http://schemas.microsoft.com/office/drawing/2014/main" id="{BE97CB81-4469-4354-9B0E-D35F2CDB535A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7" name="02_full_CA2_1117">
            <a:extLst>
              <a:ext uri="{FF2B5EF4-FFF2-40B4-BE49-F238E27FC236}">
                <a16:creationId xmlns:a16="http://schemas.microsoft.com/office/drawing/2014/main" id="{7F43A322-73D5-4038-961F-55E7EB4BEC0E}"/>
              </a:ext>
            </a:extLst>
          </p:cNvPr>
          <p:cNvSpPr>
            <a:spLocks noGrp="1"/>
          </p:cNvSpPr>
          <p:nvPr/>
        </p:nvSpPr>
        <p:spPr>
          <a:xfrm>
            <a:off x="254019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8" name="02_full_CA2_1118">
            <a:extLst>
              <a:ext uri="{FF2B5EF4-FFF2-40B4-BE49-F238E27FC236}">
                <a16:creationId xmlns:a16="http://schemas.microsoft.com/office/drawing/2014/main" id="{1B3B4411-4CAE-40D1-9784-F84EC8921686}"/>
              </a:ext>
            </a:extLst>
          </p:cNvPr>
          <p:cNvSpPr>
            <a:spLocks noGrp="1"/>
          </p:cNvSpPr>
          <p:nvPr/>
        </p:nvSpPr>
        <p:spPr>
          <a:xfrm>
            <a:off x="25282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9" name="02_full_CA2_1119">
            <a:extLst>
              <a:ext uri="{FF2B5EF4-FFF2-40B4-BE49-F238E27FC236}">
                <a16:creationId xmlns:a16="http://schemas.microsoft.com/office/drawing/2014/main" id="{D644FE73-5629-4B17-8B22-0CF163332D1B}"/>
              </a:ext>
            </a:extLst>
          </p:cNvPr>
          <p:cNvSpPr>
            <a:spLocks noGrp="1"/>
          </p:cNvSpPr>
          <p:nvPr/>
        </p:nvSpPr>
        <p:spPr>
          <a:xfrm>
            <a:off x="232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0" name="02_full_CA2_1120">
            <a:extLst>
              <a:ext uri="{FF2B5EF4-FFF2-40B4-BE49-F238E27FC236}">
                <a16:creationId xmlns:a16="http://schemas.microsoft.com/office/drawing/2014/main" id="{2A31EC0D-7927-48D4-B143-470FC0844736}"/>
              </a:ext>
            </a:extLst>
          </p:cNvPr>
          <p:cNvSpPr>
            <a:spLocks noGrp="1"/>
          </p:cNvSpPr>
          <p:nvPr/>
        </p:nvSpPr>
        <p:spPr>
          <a:xfrm>
            <a:off x="250496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1" name="02_full_CA2_1121">
            <a:extLst>
              <a:ext uri="{FF2B5EF4-FFF2-40B4-BE49-F238E27FC236}">
                <a16:creationId xmlns:a16="http://schemas.microsoft.com/office/drawing/2014/main" id="{6C48807E-B646-4E27-A315-500C3F135B9B}"/>
              </a:ext>
            </a:extLst>
          </p:cNvPr>
          <p:cNvSpPr>
            <a:spLocks noGrp="1"/>
          </p:cNvSpPr>
          <p:nvPr/>
        </p:nvSpPr>
        <p:spPr>
          <a:xfrm>
            <a:off x="2457732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2" name="02_full_CA2_1122">
            <a:extLst>
              <a:ext uri="{FF2B5EF4-FFF2-40B4-BE49-F238E27FC236}">
                <a16:creationId xmlns:a16="http://schemas.microsoft.com/office/drawing/2014/main" id="{DD4A8718-C5AF-4691-8D0A-D39CFC1C1C8F}"/>
              </a:ext>
            </a:extLst>
          </p:cNvPr>
          <p:cNvSpPr>
            <a:spLocks noGrp="1"/>
          </p:cNvSpPr>
          <p:nvPr/>
        </p:nvSpPr>
        <p:spPr>
          <a:xfrm>
            <a:off x="249568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3" name="02_full_CA2_1123">
            <a:extLst>
              <a:ext uri="{FF2B5EF4-FFF2-40B4-BE49-F238E27FC236}">
                <a16:creationId xmlns:a16="http://schemas.microsoft.com/office/drawing/2014/main" id="{CB0AF344-FA48-4C41-9DB0-EAF6809A9900}"/>
              </a:ext>
            </a:extLst>
          </p:cNvPr>
          <p:cNvSpPr>
            <a:spLocks noGrp="1"/>
          </p:cNvSpPr>
          <p:nvPr/>
        </p:nvSpPr>
        <p:spPr>
          <a:xfrm>
            <a:off x="24947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4" name="02_full_CA2_1124">
            <a:extLst>
              <a:ext uri="{FF2B5EF4-FFF2-40B4-BE49-F238E27FC236}">
                <a16:creationId xmlns:a16="http://schemas.microsoft.com/office/drawing/2014/main" id="{2503BBC2-464A-4DDD-B9CD-D016785C96F7}"/>
              </a:ext>
            </a:extLst>
          </p:cNvPr>
          <p:cNvSpPr>
            <a:spLocks noGrp="1"/>
          </p:cNvSpPr>
          <p:nvPr/>
        </p:nvSpPr>
        <p:spPr>
          <a:xfrm>
            <a:off x="246731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5" name="02_full_CA2_1125">
            <a:extLst>
              <a:ext uri="{FF2B5EF4-FFF2-40B4-BE49-F238E27FC236}">
                <a16:creationId xmlns:a16="http://schemas.microsoft.com/office/drawing/2014/main" id="{9E669BA7-6D70-4A54-B4F1-25F5FB0612B5}"/>
              </a:ext>
            </a:extLst>
          </p:cNvPr>
          <p:cNvSpPr>
            <a:spLocks noGrp="1"/>
          </p:cNvSpPr>
          <p:nvPr/>
        </p:nvSpPr>
        <p:spPr>
          <a:xfrm>
            <a:off x="232326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6" name="02_full_CA2_1126">
            <a:extLst>
              <a:ext uri="{FF2B5EF4-FFF2-40B4-BE49-F238E27FC236}">
                <a16:creationId xmlns:a16="http://schemas.microsoft.com/office/drawing/2014/main" id="{2CCF6D9C-FE3E-4FE2-93FF-F22EBB9D7B97}"/>
              </a:ext>
            </a:extLst>
          </p:cNvPr>
          <p:cNvSpPr>
            <a:spLocks noGrp="1"/>
          </p:cNvSpPr>
          <p:nvPr/>
        </p:nvSpPr>
        <p:spPr>
          <a:xfrm>
            <a:off x="246756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7" name="02_full_CA2_1127">
            <a:extLst>
              <a:ext uri="{FF2B5EF4-FFF2-40B4-BE49-F238E27FC236}">
                <a16:creationId xmlns:a16="http://schemas.microsoft.com/office/drawing/2014/main" id="{EF2F372F-9048-457D-B38E-4828E8CE0639}"/>
              </a:ext>
            </a:extLst>
          </p:cNvPr>
          <p:cNvSpPr>
            <a:spLocks noGrp="1"/>
          </p:cNvSpPr>
          <p:nvPr/>
        </p:nvSpPr>
        <p:spPr>
          <a:xfrm>
            <a:off x="2549014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8" name="02_full_CA2_1128">
            <a:extLst>
              <a:ext uri="{FF2B5EF4-FFF2-40B4-BE49-F238E27FC236}">
                <a16:creationId xmlns:a16="http://schemas.microsoft.com/office/drawing/2014/main" id="{718D7514-F97E-4836-BE24-7333D1FAC200}"/>
              </a:ext>
            </a:extLst>
          </p:cNvPr>
          <p:cNvSpPr>
            <a:spLocks noGrp="1"/>
          </p:cNvSpPr>
          <p:nvPr/>
        </p:nvSpPr>
        <p:spPr>
          <a:xfrm>
            <a:off x="25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9" name="02_full_CA2_1129">
            <a:extLst>
              <a:ext uri="{FF2B5EF4-FFF2-40B4-BE49-F238E27FC236}">
                <a16:creationId xmlns:a16="http://schemas.microsoft.com/office/drawing/2014/main" id="{7CB4F7C4-6941-446D-98F5-21FC1D61908E}"/>
              </a:ext>
            </a:extLst>
          </p:cNvPr>
          <p:cNvSpPr>
            <a:spLocks noGrp="1"/>
          </p:cNvSpPr>
          <p:nvPr/>
        </p:nvSpPr>
        <p:spPr>
          <a:xfrm>
            <a:off x="25832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0" name="02_full_CA2_1130">
            <a:extLst>
              <a:ext uri="{FF2B5EF4-FFF2-40B4-BE49-F238E27FC236}">
                <a16:creationId xmlns:a16="http://schemas.microsoft.com/office/drawing/2014/main" id="{12EE53F4-B671-432A-8642-27281078FFE4}"/>
              </a:ext>
            </a:extLst>
          </p:cNvPr>
          <p:cNvSpPr>
            <a:spLocks noGrp="1"/>
          </p:cNvSpPr>
          <p:nvPr/>
        </p:nvSpPr>
        <p:spPr>
          <a:xfrm>
            <a:off x="25950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1" name="02_full_CA2_1131">
            <a:extLst>
              <a:ext uri="{FF2B5EF4-FFF2-40B4-BE49-F238E27FC236}">
                <a16:creationId xmlns:a16="http://schemas.microsoft.com/office/drawing/2014/main" id="{9E53D0C6-AADD-44EA-A493-891E10252EEB}"/>
              </a:ext>
            </a:extLst>
          </p:cNvPr>
          <p:cNvSpPr>
            <a:spLocks noGrp="1"/>
          </p:cNvSpPr>
          <p:nvPr/>
        </p:nvSpPr>
        <p:spPr>
          <a:xfrm>
            <a:off x="257211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2" name="02_full_CA2_1132">
            <a:extLst>
              <a:ext uri="{FF2B5EF4-FFF2-40B4-BE49-F238E27FC236}">
                <a16:creationId xmlns:a16="http://schemas.microsoft.com/office/drawing/2014/main" id="{4FBDEE43-7999-465C-A16F-73501B0E3E12}"/>
              </a:ext>
            </a:extLst>
          </p:cNvPr>
          <p:cNvSpPr>
            <a:spLocks noGrp="1"/>
          </p:cNvSpPr>
          <p:nvPr/>
        </p:nvSpPr>
        <p:spPr>
          <a:xfrm>
            <a:off x="246804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3" name="02_full_CA2_1133">
            <a:extLst>
              <a:ext uri="{FF2B5EF4-FFF2-40B4-BE49-F238E27FC236}">
                <a16:creationId xmlns:a16="http://schemas.microsoft.com/office/drawing/2014/main" id="{E477F773-C893-4140-B1EA-FF5E10B191CD}"/>
              </a:ext>
            </a:extLst>
          </p:cNvPr>
          <p:cNvSpPr>
            <a:spLocks noGrp="1"/>
          </p:cNvSpPr>
          <p:nvPr/>
        </p:nvSpPr>
        <p:spPr>
          <a:xfrm>
            <a:off x="2558983" y="457938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4" name="02_full_CA2_1134">
            <a:extLst>
              <a:ext uri="{FF2B5EF4-FFF2-40B4-BE49-F238E27FC236}">
                <a16:creationId xmlns:a16="http://schemas.microsoft.com/office/drawing/2014/main" id="{E9E2A52C-8C5D-4B5E-BCFC-CC87992140AB}"/>
              </a:ext>
            </a:extLst>
          </p:cNvPr>
          <p:cNvSpPr>
            <a:spLocks noGrp="1"/>
          </p:cNvSpPr>
          <p:nvPr/>
        </p:nvSpPr>
        <p:spPr>
          <a:xfrm>
            <a:off x="25600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5" name="02_full_CA2_1135">
            <a:extLst>
              <a:ext uri="{FF2B5EF4-FFF2-40B4-BE49-F238E27FC236}">
                <a16:creationId xmlns:a16="http://schemas.microsoft.com/office/drawing/2014/main" id="{6CF26FE6-15B1-41B4-A132-1F187606060C}"/>
              </a:ext>
            </a:extLst>
          </p:cNvPr>
          <p:cNvSpPr>
            <a:spLocks noGrp="1"/>
          </p:cNvSpPr>
          <p:nvPr/>
        </p:nvSpPr>
        <p:spPr>
          <a:xfrm>
            <a:off x="231045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6" name="02_full_CA2_1136">
            <a:extLst>
              <a:ext uri="{FF2B5EF4-FFF2-40B4-BE49-F238E27FC236}">
                <a16:creationId xmlns:a16="http://schemas.microsoft.com/office/drawing/2014/main" id="{5DD90CA6-D222-4525-A4DA-78E047F3BC3C}"/>
              </a:ext>
            </a:extLst>
          </p:cNvPr>
          <p:cNvSpPr>
            <a:spLocks noGrp="1"/>
          </p:cNvSpPr>
          <p:nvPr/>
        </p:nvSpPr>
        <p:spPr>
          <a:xfrm>
            <a:off x="2492828" y="299981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7" name="02_full_CA2_1137">
            <a:extLst>
              <a:ext uri="{FF2B5EF4-FFF2-40B4-BE49-F238E27FC236}">
                <a16:creationId xmlns:a16="http://schemas.microsoft.com/office/drawing/2014/main" id="{766FB8F1-B226-4F5B-83E1-DA1E70D49BF6}"/>
              </a:ext>
            </a:extLst>
          </p:cNvPr>
          <p:cNvSpPr>
            <a:spLocks noGrp="1"/>
          </p:cNvSpPr>
          <p:nvPr/>
        </p:nvSpPr>
        <p:spPr>
          <a:xfrm>
            <a:off x="2429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8" name="02_full_CA2_1138">
            <a:extLst>
              <a:ext uri="{FF2B5EF4-FFF2-40B4-BE49-F238E27FC236}">
                <a16:creationId xmlns:a16="http://schemas.microsoft.com/office/drawing/2014/main" id="{F5327908-2511-4DE6-AA3A-1945141AA3E5}"/>
              </a:ext>
            </a:extLst>
          </p:cNvPr>
          <p:cNvSpPr>
            <a:spLocks noGrp="1"/>
          </p:cNvSpPr>
          <p:nvPr/>
        </p:nvSpPr>
        <p:spPr>
          <a:xfrm>
            <a:off x="233386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9" name="02_full_CA2_1139">
            <a:extLst>
              <a:ext uri="{FF2B5EF4-FFF2-40B4-BE49-F238E27FC236}">
                <a16:creationId xmlns:a16="http://schemas.microsoft.com/office/drawing/2014/main" id="{BB2B09DC-2FB9-430E-BDD9-AC9EF5CDFC23}"/>
              </a:ext>
            </a:extLst>
          </p:cNvPr>
          <p:cNvSpPr>
            <a:spLocks noGrp="1"/>
          </p:cNvSpPr>
          <p:nvPr/>
        </p:nvSpPr>
        <p:spPr>
          <a:xfrm>
            <a:off x="252867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0" name="02_full_CA2_1140">
            <a:extLst>
              <a:ext uri="{FF2B5EF4-FFF2-40B4-BE49-F238E27FC236}">
                <a16:creationId xmlns:a16="http://schemas.microsoft.com/office/drawing/2014/main" id="{B2101838-3E02-4B71-8153-10AE45584E91}"/>
              </a:ext>
            </a:extLst>
          </p:cNvPr>
          <p:cNvSpPr>
            <a:spLocks noGrp="1"/>
          </p:cNvSpPr>
          <p:nvPr/>
        </p:nvSpPr>
        <p:spPr>
          <a:xfrm>
            <a:off x="248522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1" name="02_full_CA2_1141">
            <a:extLst>
              <a:ext uri="{FF2B5EF4-FFF2-40B4-BE49-F238E27FC236}">
                <a16:creationId xmlns:a16="http://schemas.microsoft.com/office/drawing/2014/main" id="{F316CC2B-A5AE-4E34-B4D9-84E5AEA82E3D}"/>
              </a:ext>
            </a:extLst>
          </p:cNvPr>
          <p:cNvSpPr>
            <a:spLocks noGrp="1"/>
          </p:cNvSpPr>
          <p:nvPr/>
        </p:nvSpPr>
        <p:spPr>
          <a:xfrm>
            <a:off x="23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2" name="02_full_CA2_1142">
            <a:extLst>
              <a:ext uri="{FF2B5EF4-FFF2-40B4-BE49-F238E27FC236}">
                <a16:creationId xmlns:a16="http://schemas.microsoft.com/office/drawing/2014/main" id="{2CD2697C-363B-4BDB-9EB7-D6FA6F47422E}"/>
              </a:ext>
            </a:extLst>
          </p:cNvPr>
          <p:cNvSpPr>
            <a:spLocks noGrp="1"/>
          </p:cNvSpPr>
          <p:nvPr/>
        </p:nvSpPr>
        <p:spPr>
          <a:xfrm>
            <a:off x="2311841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3" name="02_full_CA2_1143">
            <a:extLst>
              <a:ext uri="{FF2B5EF4-FFF2-40B4-BE49-F238E27FC236}">
                <a16:creationId xmlns:a16="http://schemas.microsoft.com/office/drawing/2014/main" id="{1C919D38-BCA3-4930-A74E-16A38A36AE0B}"/>
              </a:ext>
            </a:extLst>
          </p:cNvPr>
          <p:cNvSpPr>
            <a:spLocks noGrp="1"/>
          </p:cNvSpPr>
          <p:nvPr/>
        </p:nvSpPr>
        <p:spPr>
          <a:xfrm>
            <a:off x="24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4" name="02_full_CA2_1144">
            <a:extLst>
              <a:ext uri="{FF2B5EF4-FFF2-40B4-BE49-F238E27FC236}">
                <a16:creationId xmlns:a16="http://schemas.microsoft.com/office/drawing/2014/main" id="{C03C9387-7E64-4170-A95A-EC8D414172A2}"/>
              </a:ext>
            </a:extLst>
          </p:cNvPr>
          <p:cNvSpPr>
            <a:spLocks noGrp="1"/>
          </p:cNvSpPr>
          <p:nvPr/>
        </p:nvSpPr>
        <p:spPr>
          <a:xfrm>
            <a:off x="24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5" name="02_full_CA2_1145">
            <a:extLst>
              <a:ext uri="{FF2B5EF4-FFF2-40B4-BE49-F238E27FC236}">
                <a16:creationId xmlns:a16="http://schemas.microsoft.com/office/drawing/2014/main" id="{B9828ED0-E9BA-450E-918A-44AE8AA6E9BB}"/>
              </a:ext>
            </a:extLst>
          </p:cNvPr>
          <p:cNvSpPr>
            <a:spLocks noGrp="1"/>
          </p:cNvSpPr>
          <p:nvPr/>
        </p:nvSpPr>
        <p:spPr>
          <a:xfrm>
            <a:off x="235771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6" name="02_full_CA2_1146">
            <a:extLst>
              <a:ext uri="{FF2B5EF4-FFF2-40B4-BE49-F238E27FC236}">
                <a16:creationId xmlns:a16="http://schemas.microsoft.com/office/drawing/2014/main" id="{0F60EB22-BA4C-4835-AEA3-68F06B8C281D}"/>
              </a:ext>
            </a:extLst>
          </p:cNvPr>
          <p:cNvSpPr>
            <a:spLocks noGrp="1"/>
          </p:cNvSpPr>
          <p:nvPr/>
        </p:nvSpPr>
        <p:spPr>
          <a:xfrm>
            <a:off x="2524672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7" name="02_full_CA2_1147">
            <a:extLst>
              <a:ext uri="{FF2B5EF4-FFF2-40B4-BE49-F238E27FC236}">
                <a16:creationId xmlns:a16="http://schemas.microsoft.com/office/drawing/2014/main" id="{A0CF81FB-373D-4E49-BC65-0A4F694D3475}"/>
              </a:ext>
            </a:extLst>
          </p:cNvPr>
          <p:cNvSpPr>
            <a:spLocks noGrp="1"/>
          </p:cNvSpPr>
          <p:nvPr/>
        </p:nvSpPr>
        <p:spPr>
          <a:xfrm>
            <a:off x="25137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8" name="02_full_CA2_1148">
            <a:extLst>
              <a:ext uri="{FF2B5EF4-FFF2-40B4-BE49-F238E27FC236}">
                <a16:creationId xmlns:a16="http://schemas.microsoft.com/office/drawing/2014/main" id="{BC2F329B-1FF4-4259-944E-BFE21CAA46C2}"/>
              </a:ext>
            </a:extLst>
          </p:cNvPr>
          <p:cNvSpPr>
            <a:spLocks noGrp="1"/>
          </p:cNvSpPr>
          <p:nvPr/>
        </p:nvSpPr>
        <p:spPr>
          <a:xfrm>
            <a:off x="24212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9" name="02_full_CA2_1149">
            <a:extLst>
              <a:ext uri="{FF2B5EF4-FFF2-40B4-BE49-F238E27FC236}">
                <a16:creationId xmlns:a16="http://schemas.microsoft.com/office/drawing/2014/main" id="{57837C2A-1135-4712-AE67-B91A86ECA482}"/>
              </a:ext>
            </a:extLst>
          </p:cNvPr>
          <p:cNvSpPr>
            <a:spLocks noGrp="1"/>
          </p:cNvSpPr>
          <p:nvPr/>
        </p:nvSpPr>
        <p:spPr>
          <a:xfrm>
            <a:off x="2430308" y="374422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0" name="02_full_CA2_1150">
            <a:extLst>
              <a:ext uri="{FF2B5EF4-FFF2-40B4-BE49-F238E27FC236}">
                <a16:creationId xmlns:a16="http://schemas.microsoft.com/office/drawing/2014/main" id="{035E3092-C376-4402-9B4B-BC32098438B2}"/>
              </a:ext>
            </a:extLst>
          </p:cNvPr>
          <p:cNvSpPr>
            <a:spLocks noGrp="1"/>
          </p:cNvSpPr>
          <p:nvPr/>
        </p:nvSpPr>
        <p:spPr>
          <a:xfrm>
            <a:off x="25598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1" name="02_full_CA2_1151">
            <a:extLst>
              <a:ext uri="{FF2B5EF4-FFF2-40B4-BE49-F238E27FC236}">
                <a16:creationId xmlns:a16="http://schemas.microsoft.com/office/drawing/2014/main" id="{91828133-656A-4EAE-A9EF-70D439D9D928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2" name="02_full_CA2_1152">
            <a:extLst>
              <a:ext uri="{FF2B5EF4-FFF2-40B4-BE49-F238E27FC236}">
                <a16:creationId xmlns:a16="http://schemas.microsoft.com/office/drawing/2014/main" id="{D8D7CDF0-7A3F-4082-8B80-C7567E04D80E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3" name="02_full_CA2_1153">
            <a:extLst>
              <a:ext uri="{FF2B5EF4-FFF2-40B4-BE49-F238E27FC236}">
                <a16:creationId xmlns:a16="http://schemas.microsoft.com/office/drawing/2014/main" id="{FFC53765-B7AC-4B45-A3DE-B516E02D30DD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4" name="02_full_CA2_1154">
            <a:extLst>
              <a:ext uri="{FF2B5EF4-FFF2-40B4-BE49-F238E27FC236}">
                <a16:creationId xmlns:a16="http://schemas.microsoft.com/office/drawing/2014/main" id="{CF2A1DB5-B715-4F7B-B184-66D7BF4A004F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5" name="02_full_CA2_1155">
            <a:extLst>
              <a:ext uri="{FF2B5EF4-FFF2-40B4-BE49-F238E27FC236}">
                <a16:creationId xmlns:a16="http://schemas.microsoft.com/office/drawing/2014/main" id="{81DA62C7-DE68-46FB-9994-9D0B193E4C1B}"/>
              </a:ext>
            </a:extLst>
          </p:cNvPr>
          <p:cNvSpPr>
            <a:spLocks noGrp="1"/>
          </p:cNvSpPr>
          <p:nvPr/>
        </p:nvSpPr>
        <p:spPr>
          <a:xfrm>
            <a:off x="2594637" y="467033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6" name="02_full_CA2_1156">
            <a:extLst>
              <a:ext uri="{FF2B5EF4-FFF2-40B4-BE49-F238E27FC236}">
                <a16:creationId xmlns:a16="http://schemas.microsoft.com/office/drawing/2014/main" id="{AD25949E-01E8-437B-8A6A-096B4468257A}"/>
              </a:ext>
            </a:extLst>
          </p:cNvPr>
          <p:cNvSpPr>
            <a:spLocks noGrp="1"/>
          </p:cNvSpPr>
          <p:nvPr/>
        </p:nvSpPr>
        <p:spPr>
          <a:xfrm>
            <a:off x="2362038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7" name="02_full_CA2_1157">
            <a:extLst>
              <a:ext uri="{FF2B5EF4-FFF2-40B4-BE49-F238E27FC236}">
                <a16:creationId xmlns:a16="http://schemas.microsoft.com/office/drawing/2014/main" id="{1CBAA515-B770-46CF-BBFD-D6AFE6F32A3B}"/>
              </a:ext>
            </a:extLst>
          </p:cNvPr>
          <p:cNvSpPr>
            <a:spLocks noGrp="1"/>
          </p:cNvSpPr>
          <p:nvPr/>
        </p:nvSpPr>
        <p:spPr>
          <a:xfrm>
            <a:off x="244060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8" name="02_full_CA2_1158">
            <a:extLst>
              <a:ext uri="{FF2B5EF4-FFF2-40B4-BE49-F238E27FC236}">
                <a16:creationId xmlns:a16="http://schemas.microsoft.com/office/drawing/2014/main" id="{518A7EDB-E6DC-403D-A56F-8EA00AAC2E7F}"/>
              </a:ext>
            </a:extLst>
          </p:cNvPr>
          <p:cNvSpPr>
            <a:spLocks noGrp="1"/>
          </p:cNvSpPr>
          <p:nvPr/>
        </p:nvSpPr>
        <p:spPr>
          <a:xfrm>
            <a:off x="2594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9" name="02_full_CA2_1159">
            <a:extLst>
              <a:ext uri="{FF2B5EF4-FFF2-40B4-BE49-F238E27FC236}">
                <a16:creationId xmlns:a16="http://schemas.microsoft.com/office/drawing/2014/main" id="{52D6B55B-1AB9-4246-9CA0-6003891279E2}"/>
              </a:ext>
            </a:extLst>
          </p:cNvPr>
          <p:cNvSpPr>
            <a:spLocks noGrp="1"/>
          </p:cNvSpPr>
          <p:nvPr/>
        </p:nvSpPr>
        <p:spPr>
          <a:xfrm>
            <a:off x="241464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0" name="02_full_CA2_1160">
            <a:extLst>
              <a:ext uri="{FF2B5EF4-FFF2-40B4-BE49-F238E27FC236}">
                <a16:creationId xmlns:a16="http://schemas.microsoft.com/office/drawing/2014/main" id="{B94C3CB6-2B29-4DFE-BB15-69D5E47EA950}"/>
              </a:ext>
            </a:extLst>
          </p:cNvPr>
          <p:cNvSpPr>
            <a:spLocks noGrp="1"/>
          </p:cNvSpPr>
          <p:nvPr/>
        </p:nvSpPr>
        <p:spPr>
          <a:xfrm>
            <a:off x="244492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1" name="02_full_CA2_1161">
            <a:extLst>
              <a:ext uri="{FF2B5EF4-FFF2-40B4-BE49-F238E27FC236}">
                <a16:creationId xmlns:a16="http://schemas.microsoft.com/office/drawing/2014/main" id="{A41531DE-D3B5-464A-B486-DEE1E1A9B6CA}"/>
              </a:ext>
            </a:extLst>
          </p:cNvPr>
          <p:cNvSpPr>
            <a:spLocks noGrp="1"/>
          </p:cNvSpPr>
          <p:nvPr/>
        </p:nvSpPr>
        <p:spPr>
          <a:xfrm>
            <a:off x="2350185" y="472811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2" name="02_full_CA2_1162">
            <a:extLst>
              <a:ext uri="{FF2B5EF4-FFF2-40B4-BE49-F238E27FC236}">
                <a16:creationId xmlns:a16="http://schemas.microsoft.com/office/drawing/2014/main" id="{B1176793-1C49-44C8-B393-AB7E5799ACA7}"/>
              </a:ext>
            </a:extLst>
          </p:cNvPr>
          <p:cNvSpPr>
            <a:spLocks noGrp="1"/>
          </p:cNvSpPr>
          <p:nvPr/>
        </p:nvSpPr>
        <p:spPr>
          <a:xfrm>
            <a:off x="412795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3" name="02_full_CA2_1163">
            <a:extLst>
              <a:ext uri="{FF2B5EF4-FFF2-40B4-BE49-F238E27FC236}">
                <a16:creationId xmlns:a16="http://schemas.microsoft.com/office/drawing/2014/main" id="{4A780BBF-0091-4581-8404-D5DF266B1C1C}"/>
              </a:ext>
            </a:extLst>
          </p:cNvPr>
          <p:cNvSpPr>
            <a:spLocks noGrp="1"/>
          </p:cNvSpPr>
          <p:nvPr/>
        </p:nvSpPr>
        <p:spPr>
          <a:xfrm>
            <a:off x="429408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4" name="02_full_CA2_1164">
            <a:extLst>
              <a:ext uri="{FF2B5EF4-FFF2-40B4-BE49-F238E27FC236}">
                <a16:creationId xmlns:a16="http://schemas.microsoft.com/office/drawing/2014/main" id="{8A43DBBE-A338-41CB-88F8-36D64E3D6322}"/>
              </a:ext>
            </a:extLst>
          </p:cNvPr>
          <p:cNvSpPr>
            <a:spLocks noGrp="1"/>
          </p:cNvSpPr>
          <p:nvPr/>
        </p:nvSpPr>
        <p:spPr>
          <a:xfrm>
            <a:off x="4264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5" name="02_full_CA2_1165">
            <a:extLst>
              <a:ext uri="{FF2B5EF4-FFF2-40B4-BE49-F238E27FC236}">
                <a16:creationId xmlns:a16="http://schemas.microsoft.com/office/drawing/2014/main" id="{E8CEC44C-3496-418F-B833-190D91524A29}"/>
              </a:ext>
            </a:extLst>
          </p:cNvPr>
          <p:cNvSpPr>
            <a:spLocks noGrp="1"/>
          </p:cNvSpPr>
          <p:nvPr/>
        </p:nvSpPr>
        <p:spPr>
          <a:xfrm>
            <a:off x="4300777" y="30835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6" name="02_full_CA2_1166">
            <a:extLst>
              <a:ext uri="{FF2B5EF4-FFF2-40B4-BE49-F238E27FC236}">
                <a16:creationId xmlns:a16="http://schemas.microsoft.com/office/drawing/2014/main" id="{D2460FF8-2FC2-4E74-B123-A0E7F1443408}"/>
              </a:ext>
            </a:extLst>
          </p:cNvPr>
          <p:cNvSpPr>
            <a:spLocks noGrp="1"/>
          </p:cNvSpPr>
          <p:nvPr/>
        </p:nvSpPr>
        <p:spPr>
          <a:xfrm>
            <a:off x="4147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7" name="02_full_CA2_1167">
            <a:extLst>
              <a:ext uri="{FF2B5EF4-FFF2-40B4-BE49-F238E27FC236}">
                <a16:creationId xmlns:a16="http://schemas.microsoft.com/office/drawing/2014/main" id="{3DAC36FA-FEBB-4D4B-A3DE-BD8765D1FF9F}"/>
              </a:ext>
            </a:extLst>
          </p:cNvPr>
          <p:cNvSpPr>
            <a:spLocks noGrp="1"/>
          </p:cNvSpPr>
          <p:nvPr/>
        </p:nvSpPr>
        <p:spPr>
          <a:xfrm>
            <a:off x="417580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8" name="02_full_CA2_1168">
            <a:extLst>
              <a:ext uri="{FF2B5EF4-FFF2-40B4-BE49-F238E27FC236}">
                <a16:creationId xmlns:a16="http://schemas.microsoft.com/office/drawing/2014/main" id="{63C9C8E2-40E8-4BA7-9253-BCB541C8F7C8}"/>
              </a:ext>
            </a:extLst>
          </p:cNvPr>
          <p:cNvSpPr>
            <a:spLocks noGrp="1"/>
          </p:cNvSpPr>
          <p:nvPr/>
        </p:nvSpPr>
        <p:spPr>
          <a:xfrm>
            <a:off x="410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9" name="02_full_CA2_1169">
            <a:extLst>
              <a:ext uri="{FF2B5EF4-FFF2-40B4-BE49-F238E27FC236}">
                <a16:creationId xmlns:a16="http://schemas.microsoft.com/office/drawing/2014/main" id="{F0C89B15-EAAC-43BD-8943-1E7F86E9515E}"/>
              </a:ext>
            </a:extLst>
          </p:cNvPr>
          <p:cNvSpPr>
            <a:spLocks noGrp="1"/>
          </p:cNvSpPr>
          <p:nvPr/>
        </p:nvSpPr>
        <p:spPr>
          <a:xfrm>
            <a:off x="41741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0" name="02_full_CA2_1170">
            <a:extLst>
              <a:ext uri="{FF2B5EF4-FFF2-40B4-BE49-F238E27FC236}">
                <a16:creationId xmlns:a16="http://schemas.microsoft.com/office/drawing/2014/main" id="{2896EF61-45C3-4B04-8920-51D67909EF7B}"/>
              </a:ext>
            </a:extLst>
          </p:cNvPr>
          <p:cNvSpPr>
            <a:spLocks noGrp="1"/>
          </p:cNvSpPr>
          <p:nvPr/>
        </p:nvSpPr>
        <p:spPr>
          <a:xfrm>
            <a:off x="407139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1" name="02_full_CA2_1171">
            <a:extLst>
              <a:ext uri="{FF2B5EF4-FFF2-40B4-BE49-F238E27FC236}">
                <a16:creationId xmlns:a16="http://schemas.microsoft.com/office/drawing/2014/main" id="{60735F00-A382-4C85-9F99-24BFE6F6654E}"/>
              </a:ext>
            </a:extLst>
          </p:cNvPr>
          <p:cNvSpPr>
            <a:spLocks noGrp="1"/>
          </p:cNvSpPr>
          <p:nvPr/>
        </p:nvSpPr>
        <p:spPr>
          <a:xfrm>
            <a:off x="419368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2" name="02_full_CA2_1172">
            <a:extLst>
              <a:ext uri="{FF2B5EF4-FFF2-40B4-BE49-F238E27FC236}">
                <a16:creationId xmlns:a16="http://schemas.microsoft.com/office/drawing/2014/main" id="{7D04E307-B32E-4179-8A08-653B5F95C372}"/>
              </a:ext>
            </a:extLst>
          </p:cNvPr>
          <p:cNvSpPr>
            <a:spLocks noGrp="1"/>
          </p:cNvSpPr>
          <p:nvPr/>
        </p:nvSpPr>
        <p:spPr>
          <a:xfrm>
            <a:off x="420893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3" name="02_full_CA2_1173">
            <a:extLst>
              <a:ext uri="{FF2B5EF4-FFF2-40B4-BE49-F238E27FC236}">
                <a16:creationId xmlns:a16="http://schemas.microsoft.com/office/drawing/2014/main" id="{21D2739D-A95F-4132-ADA2-26BF9D831FC3}"/>
              </a:ext>
            </a:extLst>
          </p:cNvPr>
          <p:cNvSpPr>
            <a:spLocks noGrp="1"/>
          </p:cNvSpPr>
          <p:nvPr/>
        </p:nvSpPr>
        <p:spPr>
          <a:xfrm>
            <a:off x="4343469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4" name="02_full_CA2_1174">
            <a:extLst>
              <a:ext uri="{FF2B5EF4-FFF2-40B4-BE49-F238E27FC236}">
                <a16:creationId xmlns:a16="http://schemas.microsoft.com/office/drawing/2014/main" id="{E88DBE08-CB35-4151-B695-28E89411B4EC}"/>
              </a:ext>
            </a:extLst>
          </p:cNvPr>
          <p:cNvSpPr>
            <a:spLocks noGrp="1"/>
          </p:cNvSpPr>
          <p:nvPr/>
        </p:nvSpPr>
        <p:spPr>
          <a:xfrm>
            <a:off x="4309589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5" name="02_full_CA2_1175">
            <a:extLst>
              <a:ext uri="{FF2B5EF4-FFF2-40B4-BE49-F238E27FC236}">
                <a16:creationId xmlns:a16="http://schemas.microsoft.com/office/drawing/2014/main" id="{70519AB1-F372-4C47-9EF4-29CDBD599E0E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6" name="02_full_CA2_1176">
            <a:extLst>
              <a:ext uri="{FF2B5EF4-FFF2-40B4-BE49-F238E27FC236}">
                <a16:creationId xmlns:a16="http://schemas.microsoft.com/office/drawing/2014/main" id="{CAAFD7E5-93E9-40D6-80D9-E1D7623997FD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7" name="02_full_CA2_1177">
            <a:extLst>
              <a:ext uri="{FF2B5EF4-FFF2-40B4-BE49-F238E27FC236}">
                <a16:creationId xmlns:a16="http://schemas.microsoft.com/office/drawing/2014/main" id="{BE035B63-5A78-4F2F-8375-E8E0B20C20C9}"/>
              </a:ext>
            </a:extLst>
          </p:cNvPr>
          <p:cNvSpPr>
            <a:spLocks noGrp="1"/>
          </p:cNvSpPr>
          <p:nvPr/>
        </p:nvSpPr>
        <p:spPr>
          <a:xfrm>
            <a:off x="4143383" y="37576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8" name="02_full_CA2_1178">
            <a:extLst>
              <a:ext uri="{FF2B5EF4-FFF2-40B4-BE49-F238E27FC236}">
                <a16:creationId xmlns:a16="http://schemas.microsoft.com/office/drawing/2014/main" id="{DD39079F-D02A-47EC-966D-3F395FD38E68}"/>
              </a:ext>
            </a:extLst>
          </p:cNvPr>
          <p:cNvSpPr>
            <a:spLocks noGrp="1"/>
          </p:cNvSpPr>
          <p:nvPr/>
        </p:nvSpPr>
        <p:spPr>
          <a:xfrm>
            <a:off x="4054309" y="3719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9" name="02_full_CA2_1179">
            <a:extLst>
              <a:ext uri="{FF2B5EF4-FFF2-40B4-BE49-F238E27FC236}">
                <a16:creationId xmlns:a16="http://schemas.microsoft.com/office/drawing/2014/main" id="{FF2D94D6-3BE1-42FA-81B9-638C96E2532E}"/>
              </a:ext>
            </a:extLst>
          </p:cNvPr>
          <p:cNvSpPr>
            <a:spLocks noGrp="1"/>
          </p:cNvSpPr>
          <p:nvPr/>
        </p:nvSpPr>
        <p:spPr>
          <a:xfrm>
            <a:off x="4346426" y="376806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0" name="02_full_CA2_1180">
            <a:extLst>
              <a:ext uri="{FF2B5EF4-FFF2-40B4-BE49-F238E27FC236}">
                <a16:creationId xmlns:a16="http://schemas.microsoft.com/office/drawing/2014/main" id="{F7A22D7A-B342-47BF-B5A9-7156EEFF9F8C}"/>
              </a:ext>
            </a:extLst>
          </p:cNvPr>
          <p:cNvSpPr>
            <a:spLocks noGrp="1"/>
          </p:cNvSpPr>
          <p:nvPr/>
        </p:nvSpPr>
        <p:spPr>
          <a:xfrm>
            <a:off x="410781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1" name="02_full_CA2_1181">
            <a:extLst>
              <a:ext uri="{FF2B5EF4-FFF2-40B4-BE49-F238E27FC236}">
                <a16:creationId xmlns:a16="http://schemas.microsoft.com/office/drawing/2014/main" id="{94396859-2160-4190-9DC8-D0D1AF40B53C}"/>
              </a:ext>
            </a:extLst>
          </p:cNvPr>
          <p:cNvSpPr>
            <a:spLocks noGrp="1"/>
          </p:cNvSpPr>
          <p:nvPr/>
        </p:nvSpPr>
        <p:spPr>
          <a:xfrm>
            <a:off x="4219081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2" name="02_full_CA2_1182">
            <a:extLst>
              <a:ext uri="{FF2B5EF4-FFF2-40B4-BE49-F238E27FC236}">
                <a16:creationId xmlns:a16="http://schemas.microsoft.com/office/drawing/2014/main" id="{37671EB1-B3BF-4E1E-AB48-80ECE03B0A6C}"/>
              </a:ext>
            </a:extLst>
          </p:cNvPr>
          <p:cNvSpPr>
            <a:spLocks noGrp="1"/>
          </p:cNvSpPr>
          <p:nvPr/>
        </p:nvSpPr>
        <p:spPr>
          <a:xfrm>
            <a:off x="42635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3" name="02_full_CA2_1183">
            <a:extLst>
              <a:ext uri="{FF2B5EF4-FFF2-40B4-BE49-F238E27FC236}">
                <a16:creationId xmlns:a16="http://schemas.microsoft.com/office/drawing/2014/main" id="{8A4B6171-0CC1-4AAA-86BA-2413C5DA0FA9}"/>
              </a:ext>
            </a:extLst>
          </p:cNvPr>
          <p:cNvSpPr>
            <a:spLocks noGrp="1"/>
          </p:cNvSpPr>
          <p:nvPr/>
        </p:nvSpPr>
        <p:spPr>
          <a:xfrm>
            <a:off x="4278376" y="381227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4" name="02_full_CA2_1184">
            <a:extLst>
              <a:ext uri="{FF2B5EF4-FFF2-40B4-BE49-F238E27FC236}">
                <a16:creationId xmlns:a16="http://schemas.microsoft.com/office/drawing/2014/main" id="{46B88E14-F81F-460C-B15F-06B52A5CF3B7}"/>
              </a:ext>
            </a:extLst>
          </p:cNvPr>
          <p:cNvSpPr>
            <a:spLocks noGrp="1"/>
          </p:cNvSpPr>
          <p:nvPr/>
        </p:nvSpPr>
        <p:spPr>
          <a:xfrm>
            <a:off x="4036557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5" name="02_full_CA2_1185">
            <a:extLst>
              <a:ext uri="{FF2B5EF4-FFF2-40B4-BE49-F238E27FC236}">
                <a16:creationId xmlns:a16="http://schemas.microsoft.com/office/drawing/2014/main" id="{D0DF1DDB-FF8E-4B89-BA11-C49B5634DEB9}"/>
              </a:ext>
            </a:extLst>
          </p:cNvPr>
          <p:cNvSpPr>
            <a:spLocks noGrp="1"/>
          </p:cNvSpPr>
          <p:nvPr/>
        </p:nvSpPr>
        <p:spPr>
          <a:xfrm>
            <a:off x="407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6" name="02_full_CA2_1186">
            <a:extLst>
              <a:ext uri="{FF2B5EF4-FFF2-40B4-BE49-F238E27FC236}">
                <a16:creationId xmlns:a16="http://schemas.microsoft.com/office/drawing/2014/main" id="{8349DF36-015C-43A2-AAE1-51BB6E4D4703}"/>
              </a:ext>
            </a:extLst>
          </p:cNvPr>
          <p:cNvSpPr>
            <a:spLocks noGrp="1"/>
          </p:cNvSpPr>
          <p:nvPr/>
        </p:nvSpPr>
        <p:spPr>
          <a:xfrm>
            <a:off x="4143332" y="44317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7" name="02_full_CA2_1187">
            <a:extLst>
              <a:ext uri="{FF2B5EF4-FFF2-40B4-BE49-F238E27FC236}">
                <a16:creationId xmlns:a16="http://schemas.microsoft.com/office/drawing/2014/main" id="{66CC0D6F-EF6A-478F-AFED-36ACD3AD6C2F}"/>
              </a:ext>
            </a:extLst>
          </p:cNvPr>
          <p:cNvSpPr>
            <a:spLocks noGrp="1"/>
          </p:cNvSpPr>
          <p:nvPr/>
        </p:nvSpPr>
        <p:spPr>
          <a:xfrm>
            <a:off x="4160913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8" name="02_full_CA2_1188">
            <a:extLst>
              <a:ext uri="{FF2B5EF4-FFF2-40B4-BE49-F238E27FC236}">
                <a16:creationId xmlns:a16="http://schemas.microsoft.com/office/drawing/2014/main" id="{0D6E1485-FECF-4F46-9E73-9E4C79F4A41C}"/>
              </a:ext>
            </a:extLst>
          </p:cNvPr>
          <p:cNvSpPr>
            <a:spLocks noGrp="1"/>
          </p:cNvSpPr>
          <p:nvPr/>
        </p:nvSpPr>
        <p:spPr>
          <a:xfrm>
            <a:off x="411720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9" name="02_full_CA2_1189">
            <a:extLst>
              <a:ext uri="{FF2B5EF4-FFF2-40B4-BE49-F238E27FC236}">
                <a16:creationId xmlns:a16="http://schemas.microsoft.com/office/drawing/2014/main" id="{8E0493E8-1160-4C1D-B2AD-146B64EE1E6A}"/>
              </a:ext>
            </a:extLst>
          </p:cNvPr>
          <p:cNvSpPr>
            <a:spLocks noGrp="1"/>
          </p:cNvSpPr>
          <p:nvPr/>
        </p:nvSpPr>
        <p:spPr>
          <a:xfrm>
            <a:off x="418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0" name="02_full_CA2_1190">
            <a:extLst>
              <a:ext uri="{FF2B5EF4-FFF2-40B4-BE49-F238E27FC236}">
                <a16:creationId xmlns:a16="http://schemas.microsoft.com/office/drawing/2014/main" id="{1D95B176-C84E-4D07-AF63-B363EAA1D190}"/>
              </a:ext>
            </a:extLst>
          </p:cNvPr>
          <p:cNvSpPr>
            <a:spLocks noGrp="1"/>
          </p:cNvSpPr>
          <p:nvPr/>
        </p:nvSpPr>
        <p:spPr>
          <a:xfrm>
            <a:off x="404626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1" name="02_full_CA2_1191">
            <a:extLst>
              <a:ext uri="{FF2B5EF4-FFF2-40B4-BE49-F238E27FC236}">
                <a16:creationId xmlns:a16="http://schemas.microsoft.com/office/drawing/2014/main" id="{A405629E-395C-4BCA-A307-5244C8BBF448}"/>
              </a:ext>
            </a:extLst>
          </p:cNvPr>
          <p:cNvSpPr>
            <a:spLocks noGrp="1"/>
          </p:cNvSpPr>
          <p:nvPr/>
        </p:nvSpPr>
        <p:spPr>
          <a:xfrm>
            <a:off x="4147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2" name="02_full_CA2_1192">
            <a:extLst>
              <a:ext uri="{FF2B5EF4-FFF2-40B4-BE49-F238E27FC236}">
                <a16:creationId xmlns:a16="http://schemas.microsoft.com/office/drawing/2014/main" id="{509A098B-25AC-43C5-8518-6CF54CFFF42A}"/>
              </a:ext>
            </a:extLst>
          </p:cNvPr>
          <p:cNvSpPr>
            <a:spLocks noGrp="1"/>
          </p:cNvSpPr>
          <p:nvPr/>
        </p:nvSpPr>
        <p:spPr>
          <a:xfrm>
            <a:off x="426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3" name="02_full_CA2_1193">
            <a:extLst>
              <a:ext uri="{FF2B5EF4-FFF2-40B4-BE49-F238E27FC236}">
                <a16:creationId xmlns:a16="http://schemas.microsoft.com/office/drawing/2014/main" id="{7207C76C-03B5-4BA3-BA6E-178466C59EA9}"/>
              </a:ext>
            </a:extLst>
          </p:cNvPr>
          <p:cNvSpPr>
            <a:spLocks noGrp="1"/>
          </p:cNvSpPr>
          <p:nvPr/>
        </p:nvSpPr>
        <p:spPr>
          <a:xfrm>
            <a:off x="40619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4" name="02_full_CA2_1194">
            <a:extLst>
              <a:ext uri="{FF2B5EF4-FFF2-40B4-BE49-F238E27FC236}">
                <a16:creationId xmlns:a16="http://schemas.microsoft.com/office/drawing/2014/main" id="{E8ED83AB-3189-4409-A46D-56E1F1A499D3}"/>
              </a:ext>
            </a:extLst>
          </p:cNvPr>
          <p:cNvSpPr>
            <a:spLocks noGrp="1"/>
          </p:cNvSpPr>
          <p:nvPr/>
        </p:nvSpPr>
        <p:spPr>
          <a:xfrm>
            <a:off x="4054835" y="4757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5" name="02_full_CA2_1195">
            <a:extLst>
              <a:ext uri="{FF2B5EF4-FFF2-40B4-BE49-F238E27FC236}">
                <a16:creationId xmlns:a16="http://schemas.microsoft.com/office/drawing/2014/main" id="{D29BE703-17F0-4B78-8EDD-B4AC4F403455}"/>
              </a:ext>
            </a:extLst>
          </p:cNvPr>
          <p:cNvSpPr>
            <a:spLocks noGrp="1"/>
          </p:cNvSpPr>
          <p:nvPr/>
        </p:nvSpPr>
        <p:spPr>
          <a:xfrm>
            <a:off x="42151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6" name="02_full_CA2_1196">
            <a:extLst>
              <a:ext uri="{FF2B5EF4-FFF2-40B4-BE49-F238E27FC236}">
                <a16:creationId xmlns:a16="http://schemas.microsoft.com/office/drawing/2014/main" id="{94E9B794-3194-4F24-BE56-1C196753DF46}"/>
              </a:ext>
            </a:extLst>
          </p:cNvPr>
          <p:cNvSpPr>
            <a:spLocks noGrp="1"/>
          </p:cNvSpPr>
          <p:nvPr/>
        </p:nvSpPr>
        <p:spPr>
          <a:xfrm>
            <a:off x="419918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7" name="02_full_CA2_1197">
            <a:extLst>
              <a:ext uri="{FF2B5EF4-FFF2-40B4-BE49-F238E27FC236}">
                <a16:creationId xmlns:a16="http://schemas.microsoft.com/office/drawing/2014/main" id="{A82DDFEC-897F-41C4-92D2-63E3BF3DA2BC}"/>
              </a:ext>
            </a:extLst>
          </p:cNvPr>
          <p:cNvSpPr>
            <a:spLocks noGrp="1"/>
          </p:cNvSpPr>
          <p:nvPr/>
        </p:nvSpPr>
        <p:spPr>
          <a:xfrm>
            <a:off x="40885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8" name="02_full_CA2_1198">
            <a:extLst>
              <a:ext uri="{FF2B5EF4-FFF2-40B4-BE49-F238E27FC236}">
                <a16:creationId xmlns:a16="http://schemas.microsoft.com/office/drawing/2014/main" id="{3CF94EA2-D8CE-42A0-81D3-2AF255AA5083}"/>
              </a:ext>
            </a:extLst>
          </p:cNvPr>
          <p:cNvSpPr>
            <a:spLocks noGrp="1"/>
          </p:cNvSpPr>
          <p:nvPr/>
        </p:nvSpPr>
        <p:spPr>
          <a:xfrm>
            <a:off x="41469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9" name="02_full_CA2_1199">
            <a:extLst>
              <a:ext uri="{FF2B5EF4-FFF2-40B4-BE49-F238E27FC236}">
                <a16:creationId xmlns:a16="http://schemas.microsoft.com/office/drawing/2014/main" id="{06F21AC2-33D6-4885-A62F-14222571C861}"/>
              </a:ext>
            </a:extLst>
          </p:cNvPr>
          <p:cNvSpPr>
            <a:spLocks noGrp="1"/>
          </p:cNvSpPr>
          <p:nvPr/>
        </p:nvSpPr>
        <p:spPr>
          <a:xfrm>
            <a:off x="408016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0" name="02_full_CA2_1200">
            <a:extLst>
              <a:ext uri="{FF2B5EF4-FFF2-40B4-BE49-F238E27FC236}">
                <a16:creationId xmlns:a16="http://schemas.microsoft.com/office/drawing/2014/main" id="{66D17F67-E569-4727-A974-74A0E1FB1BC9}"/>
              </a:ext>
            </a:extLst>
          </p:cNvPr>
          <p:cNvSpPr>
            <a:spLocks noGrp="1"/>
          </p:cNvSpPr>
          <p:nvPr/>
        </p:nvSpPr>
        <p:spPr>
          <a:xfrm>
            <a:off x="428115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1" name="02_full_CA2_1201">
            <a:extLst>
              <a:ext uri="{FF2B5EF4-FFF2-40B4-BE49-F238E27FC236}">
                <a16:creationId xmlns:a16="http://schemas.microsoft.com/office/drawing/2014/main" id="{2C44A5B1-1AB6-4421-A704-DD7564938048}"/>
              </a:ext>
            </a:extLst>
          </p:cNvPr>
          <p:cNvSpPr>
            <a:spLocks noGrp="1"/>
          </p:cNvSpPr>
          <p:nvPr/>
        </p:nvSpPr>
        <p:spPr>
          <a:xfrm>
            <a:off x="41415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2" name="02_full_CA2_1202">
            <a:extLst>
              <a:ext uri="{FF2B5EF4-FFF2-40B4-BE49-F238E27FC236}">
                <a16:creationId xmlns:a16="http://schemas.microsoft.com/office/drawing/2014/main" id="{6B12DBD6-4EEB-4A49-843B-ACE151BC77E1}"/>
              </a:ext>
            </a:extLst>
          </p:cNvPr>
          <p:cNvSpPr>
            <a:spLocks noGrp="1"/>
          </p:cNvSpPr>
          <p:nvPr/>
        </p:nvSpPr>
        <p:spPr>
          <a:xfrm>
            <a:off x="4329003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3" name="02_full_CA2_1203">
            <a:extLst>
              <a:ext uri="{FF2B5EF4-FFF2-40B4-BE49-F238E27FC236}">
                <a16:creationId xmlns:a16="http://schemas.microsoft.com/office/drawing/2014/main" id="{59C89D4C-E689-4695-BD13-A68512EB3D75}"/>
              </a:ext>
            </a:extLst>
          </p:cNvPr>
          <p:cNvSpPr>
            <a:spLocks noGrp="1"/>
          </p:cNvSpPr>
          <p:nvPr/>
        </p:nvSpPr>
        <p:spPr>
          <a:xfrm>
            <a:off x="4120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4" name="02_full_CA2_1204">
            <a:extLst>
              <a:ext uri="{FF2B5EF4-FFF2-40B4-BE49-F238E27FC236}">
                <a16:creationId xmlns:a16="http://schemas.microsoft.com/office/drawing/2014/main" id="{6EB8CF1F-51A9-47D7-BE0D-85E089E0760F}"/>
              </a:ext>
            </a:extLst>
          </p:cNvPr>
          <p:cNvSpPr>
            <a:spLocks noGrp="1"/>
          </p:cNvSpPr>
          <p:nvPr/>
        </p:nvSpPr>
        <p:spPr>
          <a:xfrm>
            <a:off x="43354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5" name="02_full_CA2_1205">
            <a:extLst>
              <a:ext uri="{FF2B5EF4-FFF2-40B4-BE49-F238E27FC236}">
                <a16:creationId xmlns:a16="http://schemas.microsoft.com/office/drawing/2014/main" id="{5A48A0A6-941C-41E1-BB60-5A37444491E4}"/>
              </a:ext>
            </a:extLst>
          </p:cNvPr>
          <p:cNvSpPr>
            <a:spLocks noGrp="1"/>
          </p:cNvSpPr>
          <p:nvPr/>
        </p:nvSpPr>
        <p:spPr>
          <a:xfrm>
            <a:off x="4130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6" name="02_full_CA2_1206">
            <a:extLst>
              <a:ext uri="{FF2B5EF4-FFF2-40B4-BE49-F238E27FC236}">
                <a16:creationId xmlns:a16="http://schemas.microsoft.com/office/drawing/2014/main" id="{ECCE780D-8B2F-4C02-984C-50B93CDB8806}"/>
              </a:ext>
            </a:extLst>
          </p:cNvPr>
          <p:cNvSpPr>
            <a:spLocks noGrp="1"/>
          </p:cNvSpPr>
          <p:nvPr/>
        </p:nvSpPr>
        <p:spPr>
          <a:xfrm>
            <a:off x="405952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7" name="02_full_CA2_1207">
            <a:extLst>
              <a:ext uri="{FF2B5EF4-FFF2-40B4-BE49-F238E27FC236}">
                <a16:creationId xmlns:a16="http://schemas.microsoft.com/office/drawing/2014/main" id="{83974889-8447-4E7F-874B-93F878DF5491}"/>
              </a:ext>
            </a:extLst>
          </p:cNvPr>
          <p:cNvSpPr>
            <a:spLocks noGrp="1"/>
          </p:cNvSpPr>
          <p:nvPr/>
        </p:nvSpPr>
        <p:spPr>
          <a:xfrm>
            <a:off x="416260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8" name="02_full_CA2_1208">
            <a:extLst>
              <a:ext uri="{FF2B5EF4-FFF2-40B4-BE49-F238E27FC236}">
                <a16:creationId xmlns:a16="http://schemas.microsoft.com/office/drawing/2014/main" id="{1750F854-DC76-43A2-8217-D5F45A312369}"/>
              </a:ext>
            </a:extLst>
          </p:cNvPr>
          <p:cNvSpPr>
            <a:spLocks noGrp="1"/>
          </p:cNvSpPr>
          <p:nvPr/>
        </p:nvSpPr>
        <p:spPr>
          <a:xfrm>
            <a:off x="4157764" y="319469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9" name="02_full_CA2_1209">
            <a:extLst>
              <a:ext uri="{FF2B5EF4-FFF2-40B4-BE49-F238E27FC236}">
                <a16:creationId xmlns:a16="http://schemas.microsoft.com/office/drawing/2014/main" id="{2DD53B29-7B1E-4584-B631-838F821B34EE}"/>
              </a:ext>
            </a:extLst>
          </p:cNvPr>
          <p:cNvSpPr>
            <a:spLocks noGrp="1"/>
          </p:cNvSpPr>
          <p:nvPr/>
        </p:nvSpPr>
        <p:spPr>
          <a:xfrm>
            <a:off x="41722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0" name="02_full_CA2_1210">
            <a:extLst>
              <a:ext uri="{FF2B5EF4-FFF2-40B4-BE49-F238E27FC236}">
                <a16:creationId xmlns:a16="http://schemas.microsoft.com/office/drawing/2014/main" id="{F34D6E3D-F3C5-44C6-AB76-5899A3F94E1F}"/>
              </a:ext>
            </a:extLst>
          </p:cNvPr>
          <p:cNvSpPr>
            <a:spLocks noGrp="1"/>
          </p:cNvSpPr>
          <p:nvPr/>
        </p:nvSpPr>
        <p:spPr>
          <a:xfrm>
            <a:off x="423509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1" name="02_full_CA2_1211">
            <a:extLst>
              <a:ext uri="{FF2B5EF4-FFF2-40B4-BE49-F238E27FC236}">
                <a16:creationId xmlns:a16="http://schemas.microsoft.com/office/drawing/2014/main" id="{B1F2E50E-2B4D-43AA-9AD2-16C4102850DA}"/>
              </a:ext>
            </a:extLst>
          </p:cNvPr>
          <p:cNvSpPr>
            <a:spLocks noGrp="1"/>
          </p:cNvSpPr>
          <p:nvPr/>
        </p:nvSpPr>
        <p:spPr>
          <a:xfrm>
            <a:off x="428476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2" name="02_full_CA2_1212">
            <a:extLst>
              <a:ext uri="{FF2B5EF4-FFF2-40B4-BE49-F238E27FC236}">
                <a16:creationId xmlns:a16="http://schemas.microsoft.com/office/drawing/2014/main" id="{2612E9E6-BD07-4DC7-8DBE-CD85615170A5}"/>
              </a:ext>
            </a:extLst>
          </p:cNvPr>
          <p:cNvSpPr>
            <a:spLocks noGrp="1"/>
          </p:cNvSpPr>
          <p:nvPr/>
        </p:nvSpPr>
        <p:spPr>
          <a:xfrm>
            <a:off x="42293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3" name="02_full_CA2_1213">
            <a:extLst>
              <a:ext uri="{FF2B5EF4-FFF2-40B4-BE49-F238E27FC236}">
                <a16:creationId xmlns:a16="http://schemas.microsoft.com/office/drawing/2014/main" id="{AA098B9C-64F8-4FB7-9A02-6F15FC2BD0DC}"/>
              </a:ext>
            </a:extLst>
          </p:cNvPr>
          <p:cNvSpPr>
            <a:spLocks noGrp="1"/>
          </p:cNvSpPr>
          <p:nvPr/>
        </p:nvSpPr>
        <p:spPr>
          <a:xfrm>
            <a:off x="417133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4" name="02_full_CA2_1214">
            <a:extLst>
              <a:ext uri="{FF2B5EF4-FFF2-40B4-BE49-F238E27FC236}">
                <a16:creationId xmlns:a16="http://schemas.microsoft.com/office/drawing/2014/main" id="{0C99F753-CF83-406B-A2AB-195B02DD8C4F}"/>
              </a:ext>
            </a:extLst>
          </p:cNvPr>
          <p:cNvSpPr>
            <a:spLocks noGrp="1"/>
          </p:cNvSpPr>
          <p:nvPr/>
        </p:nvSpPr>
        <p:spPr>
          <a:xfrm>
            <a:off x="4335983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5" name="02_full_CA2_1215">
            <a:extLst>
              <a:ext uri="{FF2B5EF4-FFF2-40B4-BE49-F238E27FC236}">
                <a16:creationId xmlns:a16="http://schemas.microsoft.com/office/drawing/2014/main" id="{E04B5137-5C52-4536-83B1-1B052E026EA8}"/>
              </a:ext>
            </a:extLst>
          </p:cNvPr>
          <p:cNvSpPr>
            <a:spLocks noGrp="1"/>
          </p:cNvSpPr>
          <p:nvPr/>
        </p:nvSpPr>
        <p:spPr>
          <a:xfrm>
            <a:off x="406522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6" name="02_full_CA2_1216">
            <a:extLst>
              <a:ext uri="{FF2B5EF4-FFF2-40B4-BE49-F238E27FC236}">
                <a16:creationId xmlns:a16="http://schemas.microsoft.com/office/drawing/2014/main" id="{ADFF153E-809D-4BB5-9C9B-88CDCDAAF586}"/>
              </a:ext>
            </a:extLst>
          </p:cNvPr>
          <p:cNvSpPr>
            <a:spLocks noGrp="1"/>
          </p:cNvSpPr>
          <p:nvPr/>
        </p:nvSpPr>
        <p:spPr>
          <a:xfrm>
            <a:off x="410626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7" name="02_full_CA2_1217">
            <a:extLst>
              <a:ext uri="{FF2B5EF4-FFF2-40B4-BE49-F238E27FC236}">
                <a16:creationId xmlns:a16="http://schemas.microsoft.com/office/drawing/2014/main" id="{29324573-D314-4C97-9F3B-64A423AD9B51}"/>
              </a:ext>
            </a:extLst>
          </p:cNvPr>
          <p:cNvSpPr>
            <a:spLocks noGrp="1"/>
          </p:cNvSpPr>
          <p:nvPr/>
        </p:nvSpPr>
        <p:spPr>
          <a:xfrm>
            <a:off x="40486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8" name="02_full_CA2_1218">
            <a:extLst>
              <a:ext uri="{FF2B5EF4-FFF2-40B4-BE49-F238E27FC236}">
                <a16:creationId xmlns:a16="http://schemas.microsoft.com/office/drawing/2014/main" id="{E09AEEA3-2148-4A1E-9624-C858A0A7B9F4}"/>
              </a:ext>
            </a:extLst>
          </p:cNvPr>
          <p:cNvSpPr>
            <a:spLocks noGrp="1"/>
          </p:cNvSpPr>
          <p:nvPr/>
        </p:nvSpPr>
        <p:spPr>
          <a:xfrm>
            <a:off x="414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9" name="02_full_CA2_1219">
            <a:extLst>
              <a:ext uri="{FF2B5EF4-FFF2-40B4-BE49-F238E27FC236}">
                <a16:creationId xmlns:a16="http://schemas.microsoft.com/office/drawing/2014/main" id="{FD1D2FD7-2599-4A96-8410-483B1EA671D8}"/>
              </a:ext>
            </a:extLst>
          </p:cNvPr>
          <p:cNvSpPr>
            <a:spLocks noGrp="1"/>
          </p:cNvSpPr>
          <p:nvPr/>
        </p:nvSpPr>
        <p:spPr>
          <a:xfrm>
            <a:off x="420226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0" name="02_full_CA2_1220">
            <a:extLst>
              <a:ext uri="{FF2B5EF4-FFF2-40B4-BE49-F238E27FC236}">
                <a16:creationId xmlns:a16="http://schemas.microsoft.com/office/drawing/2014/main" id="{17E2D59A-629F-42B2-BB33-08C4F2438A2B}"/>
              </a:ext>
            </a:extLst>
          </p:cNvPr>
          <p:cNvSpPr>
            <a:spLocks noGrp="1"/>
          </p:cNvSpPr>
          <p:nvPr/>
        </p:nvSpPr>
        <p:spPr>
          <a:xfrm>
            <a:off x="404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1" name="02_full_CA2_1221">
            <a:extLst>
              <a:ext uri="{FF2B5EF4-FFF2-40B4-BE49-F238E27FC236}">
                <a16:creationId xmlns:a16="http://schemas.microsoft.com/office/drawing/2014/main" id="{5243D07D-93D8-4442-AE5D-6F71D8111A84}"/>
              </a:ext>
            </a:extLst>
          </p:cNvPr>
          <p:cNvSpPr>
            <a:spLocks noGrp="1"/>
          </p:cNvSpPr>
          <p:nvPr/>
        </p:nvSpPr>
        <p:spPr>
          <a:xfrm>
            <a:off x="433335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02_full_CA2_1222">
            <a:extLst>
              <a:ext uri="{FF2B5EF4-FFF2-40B4-BE49-F238E27FC236}">
                <a16:creationId xmlns:a16="http://schemas.microsoft.com/office/drawing/2014/main" id="{1DC60D29-4EAB-41E9-86AB-33926D5A2C46}"/>
              </a:ext>
            </a:extLst>
          </p:cNvPr>
          <p:cNvSpPr>
            <a:spLocks noGrp="1"/>
          </p:cNvSpPr>
          <p:nvPr/>
        </p:nvSpPr>
        <p:spPr>
          <a:xfrm>
            <a:off x="433732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3" name="02_full_CA2_1223">
            <a:extLst>
              <a:ext uri="{FF2B5EF4-FFF2-40B4-BE49-F238E27FC236}">
                <a16:creationId xmlns:a16="http://schemas.microsoft.com/office/drawing/2014/main" id="{8CD47CC7-F57D-4CA1-BF90-8D6CE0AA75F0}"/>
              </a:ext>
            </a:extLst>
          </p:cNvPr>
          <p:cNvSpPr>
            <a:spLocks noGrp="1"/>
          </p:cNvSpPr>
          <p:nvPr/>
        </p:nvSpPr>
        <p:spPr>
          <a:xfrm>
            <a:off x="4093350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4" name="02_full_CA2_1224">
            <a:extLst>
              <a:ext uri="{FF2B5EF4-FFF2-40B4-BE49-F238E27FC236}">
                <a16:creationId xmlns:a16="http://schemas.microsoft.com/office/drawing/2014/main" id="{681E6439-FCDC-41AC-B6F6-EBEE3090EF04}"/>
              </a:ext>
            </a:extLst>
          </p:cNvPr>
          <p:cNvSpPr>
            <a:spLocks noGrp="1"/>
          </p:cNvSpPr>
          <p:nvPr/>
        </p:nvSpPr>
        <p:spPr>
          <a:xfrm>
            <a:off x="412645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02_full_CA2_1225">
            <a:extLst>
              <a:ext uri="{FF2B5EF4-FFF2-40B4-BE49-F238E27FC236}">
                <a16:creationId xmlns:a16="http://schemas.microsoft.com/office/drawing/2014/main" id="{7668191B-9B42-4458-B4DB-588CF2912AF7}"/>
              </a:ext>
            </a:extLst>
          </p:cNvPr>
          <p:cNvSpPr>
            <a:spLocks noGrp="1"/>
          </p:cNvSpPr>
          <p:nvPr/>
        </p:nvSpPr>
        <p:spPr>
          <a:xfrm>
            <a:off x="4081403" y="414141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6" name="02_full_CA2_1226">
            <a:extLst>
              <a:ext uri="{FF2B5EF4-FFF2-40B4-BE49-F238E27FC236}">
                <a16:creationId xmlns:a16="http://schemas.microsoft.com/office/drawing/2014/main" id="{9D7EAC89-F6F7-4833-817F-8304888FCD1D}"/>
              </a:ext>
            </a:extLst>
          </p:cNvPr>
          <p:cNvSpPr>
            <a:spLocks noGrp="1"/>
          </p:cNvSpPr>
          <p:nvPr/>
        </p:nvSpPr>
        <p:spPr>
          <a:xfrm>
            <a:off x="412677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02_full_CA2_1227">
            <a:extLst>
              <a:ext uri="{FF2B5EF4-FFF2-40B4-BE49-F238E27FC236}">
                <a16:creationId xmlns:a16="http://schemas.microsoft.com/office/drawing/2014/main" id="{5AB9D712-AD10-481F-9673-C95787364987}"/>
              </a:ext>
            </a:extLst>
          </p:cNvPr>
          <p:cNvSpPr>
            <a:spLocks noGrp="1"/>
          </p:cNvSpPr>
          <p:nvPr/>
        </p:nvSpPr>
        <p:spPr>
          <a:xfrm>
            <a:off x="408308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8" name="02_full_CA2_1228">
            <a:extLst>
              <a:ext uri="{FF2B5EF4-FFF2-40B4-BE49-F238E27FC236}">
                <a16:creationId xmlns:a16="http://schemas.microsoft.com/office/drawing/2014/main" id="{F5175D88-D321-4972-BC8D-821EB49C35FF}"/>
              </a:ext>
            </a:extLst>
          </p:cNvPr>
          <p:cNvSpPr>
            <a:spLocks noGrp="1"/>
          </p:cNvSpPr>
          <p:nvPr/>
        </p:nvSpPr>
        <p:spPr>
          <a:xfrm>
            <a:off x="41749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02_full_CA2_1229">
            <a:extLst>
              <a:ext uri="{FF2B5EF4-FFF2-40B4-BE49-F238E27FC236}">
                <a16:creationId xmlns:a16="http://schemas.microsoft.com/office/drawing/2014/main" id="{B8501A0E-876C-4A74-91C6-02424C1D906E}"/>
              </a:ext>
            </a:extLst>
          </p:cNvPr>
          <p:cNvSpPr>
            <a:spLocks noGrp="1"/>
          </p:cNvSpPr>
          <p:nvPr/>
        </p:nvSpPr>
        <p:spPr>
          <a:xfrm>
            <a:off x="421174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02_full_CA2_1230">
            <a:extLst>
              <a:ext uri="{FF2B5EF4-FFF2-40B4-BE49-F238E27FC236}">
                <a16:creationId xmlns:a16="http://schemas.microsoft.com/office/drawing/2014/main" id="{E2B8DA2E-5AFB-4A8B-9BFF-72DD88E3DD6B}"/>
              </a:ext>
            </a:extLst>
          </p:cNvPr>
          <p:cNvSpPr>
            <a:spLocks noGrp="1"/>
          </p:cNvSpPr>
          <p:nvPr/>
        </p:nvSpPr>
        <p:spPr>
          <a:xfrm>
            <a:off x="419063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1" name="02_full_CA2_1231">
            <a:extLst>
              <a:ext uri="{FF2B5EF4-FFF2-40B4-BE49-F238E27FC236}">
                <a16:creationId xmlns:a16="http://schemas.microsoft.com/office/drawing/2014/main" id="{5A8F5464-9A92-4A68-BC28-A7E767F9B967}"/>
              </a:ext>
            </a:extLst>
          </p:cNvPr>
          <p:cNvSpPr>
            <a:spLocks noGrp="1"/>
          </p:cNvSpPr>
          <p:nvPr/>
        </p:nvSpPr>
        <p:spPr>
          <a:xfrm>
            <a:off x="4188248" y="414859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2" name="02_full_CA2_1232">
            <a:extLst>
              <a:ext uri="{FF2B5EF4-FFF2-40B4-BE49-F238E27FC236}">
                <a16:creationId xmlns:a16="http://schemas.microsoft.com/office/drawing/2014/main" id="{4F8D07BD-41C5-4444-934D-7694385B3754}"/>
              </a:ext>
            </a:extLst>
          </p:cNvPr>
          <p:cNvSpPr>
            <a:spLocks noGrp="1"/>
          </p:cNvSpPr>
          <p:nvPr/>
        </p:nvSpPr>
        <p:spPr>
          <a:xfrm>
            <a:off x="4163730" y="3135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02_full_CA2_1233">
            <a:extLst>
              <a:ext uri="{FF2B5EF4-FFF2-40B4-BE49-F238E27FC236}">
                <a16:creationId xmlns:a16="http://schemas.microsoft.com/office/drawing/2014/main" id="{7BD45C0B-A947-4CE8-A543-5E849912F5DE}"/>
              </a:ext>
            </a:extLst>
          </p:cNvPr>
          <p:cNvSpPr>
            <a:spLocks noGrp="1"/>
          </p:cNvSpPr>
          <p:nvPr/>
        </p:nvSpPr>
        <p:spPr>
          <a:xfrm>
            <a:off x="409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4" name="02_full_CA2_1234">
            <a:extLst>
              <a:ext uri="{FF2B5EF4-FFF2-40B4-BE49-F238E27FC236}">
                <a16:creationId xmlns:a16="http://schemas.microsoft.com/office/drawing/2014/main" id="{675B1027-897C-44AC-AAF4-8E73227BB8A3}"/>
              </a:ext>
            </a:extLst>
          </p:cNvPr>
          <p:cNvSpPr>
            <a:spLocks noGrp="1"/>
          </p:cNvSpPr>
          <p:nvPr/>
        </p:nvSpPr>
        <p:spPr>
          <a:xfrm>
            <a:off x="406179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02_full_CA2_1235">
            <a:extLst>
              <a:ext uri="{FF2B5EF4-FFF2-40B4-BE49-F238E27FC236}">
                <a16:creationId xmlns:a16="http://schemas.microsoft.com/office/drawing/2014/main" id="{4B1C3907-775F-4147-9B92-0CA930B59523}"/>
              </a:ext>
            </a:extLst>
          </p:cNvPr>
          <p:cNvSpPr>
            <a:spLocks noGrp="1"/>
          </p:cNvSpPr>
          <p:nvPr/>
        </p:nvSpPr>
        <p:spPr>
          <a:xfrm>
            <a:off x="41595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6" name="02_full_CA2_1236">
            <a:extLst>
              <a:ext uri="{FF2B5EF4-FFF2-40B4-BE49-F238E27FC236}">
                <a16:creationId xmlns:a16="http://schemas.microsoft.com/office/drawing/2014/main" id="{ED3F473E-862A-4A1E-877C-82034D430296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7" name="02_full_CA2_1237">
            <a:extLst>
              <a:ext uri="{FF2B5EF4-FFF2-40B4-BE49-F238E27FC236}">
                <a16:creationId xmlns:a16="http://schemas.microsoft.com/office/drawing/2014/main" id="{9AAB9E6F-070B-462A-A71E-5A9C3E03DE49}"/>
              </a:ext>
            </a:extLst>
          </p:cNvPr>
          <p:cNvSpPr>
            <a:spLocks noGrp="1"/>
          </p:cNvSpPr>
          <p:nvPr/>
        </p:nvSpPr>
        <p:spPr>
          <a:xfrm>
            <a:off x="42826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8" name="02_full_CA2_1238">
            <a:extLst>
              <a:ext uri="{FF2B5EF4-FFF2-40B4-BE49-F238E27FC236}">
                <a16:creationId xmlns:a16="http://schemas.microsoft.com/office/drawing/2014/main" id="{73B205BC-76FE-43D1-8713-6292F1CF94E4}"/>
              </a:ext>
            </a:extLst>
          </p:cNvPr>
          <p:cNvSpPr>
            <a:spLocks noGrp="1"/>
          </p:cNvSpPr>
          <p:nvPr/>
        </p:nvSpPr>
        <p:spPr>
          <a:xfrm>
            <a:off x="4058594" y="422039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02_full_CA2_1239">
            <a:extLst>
              <a:ext uri="{FF2B5EF4-FFF2-40B4-BE49-F238E27FC236}">
                <a16:creationId xmlns:a16="http://schemas.microsoft.com/office/drawing/2014/main" id="{3C8D3A21-932A-4B69-9377-2A62484377B9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02_full_CA2_1240">
            <a:extLst>
              <a:ext uri="{FF2B5EF4-FFF2-40B4-BE49-F238E27FC236}">
                <a16:creationId xmlns:a16="http://schemas.microsoft.com/office/drawing/2014/main" id="{E7614DB0-A234-4E11-9148-3B3F5A5148E5}"/>
              </a:ext>
            </a:extLst>
          </p:cNvPr>
          <p:cNvSpPr>
            <a:spLocks noGrp="1"/>
          </p:cNvSpPr>
          <p:nvPr/>
        </p:nvSpPr>
        <p:spPr>
          <a:xfrm>
            <a:off x="4062981" y="41454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1" name="02_full_CA2_1241">
            <a:extLst>
              <a:ext uri="{FF2B5EF4-FFF2-40B4-BE49-F238E27FC236}">
                <a16:creationId xmlns:a16="http://schemas.microsoft.com/office/drawing/2014/main" id="{B2C2CCEA-97A0-4527-ABD3-81129BB971D9}"/>
              </a:ext>
            </a:extLst>
          </p:cNvPr>
          <p:cNvSpPr>
            <a:spLocks noGrp="1"/>
          </p:cNvSpPr>
          <p:nvPr/>
        </p:nvSpPr>
        <p:spPr>
          <a:xfrm>
            <a:off x="42421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2" name="02_full_CA2_1242">
            <a:extLst>
              <a:ext uri="{FF2B5EF4-FFF2-40B4-BE49-F238E27FC236}">
                <a16:creationId xmlns:a16="http://schemas.microsoft.com/office/drawing/2014/main" id="{A36327DE-218B-4E8C-B3BF-F1CC1289A573}"/>
              </a:ext>
            </a:extLst>
          </p:cNvPr>
          <p:cNvSpPr>
            <a:spLocks noGrp="1"/>
          </p:cNvSpPr>
          <p:nvPr/>
        </p:nvSpPr>
        <p:spPr>
          <a:xfrm>
            <a:off x="4077258" y="42114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02_full_CA2_1243">
            <a:extLst>
              <a:ext uri="{FF2B5EF4-FFF2-40B4-BE49-F238E27FC236}">
                <a16:creationId xmlns:a16="http://schemas.microsoft.com/office/drawing/2014/main" id="{70483609-5CE2-488B-BF89-23205AF7A1C4}"/>
              </a:ext>
            </a:extLst>
          </p:cNvPr>
          <p:cNvSpPr>
            <a:spLocks noGrp="1"/>
          </p:cNvSpPr>
          <p:nvPr/>
        </p:nvSpPr>
        <p:spPr>
          <a:xfrm>
            <a:off x="41536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02_full_CA2_1244">
            <a:extLst>
              <a:ext uri="{FF2B5EF4-FFF2-40B4-BE49-F238E27FC236}">
                <a16:creationId xmlns:a16="http://schemas.microsoft.com/office/drawing/2014/main" id="{1B6460ED-4676-4748-BE4D-D7443BABE1C8}"/>
              </a:ext>
            </a:extLst>
          </p:cNvPr>
          <p:cNvSpPr>
            <a:spLocks noGrp="1"/>
          </p:cNvSpPr>
          <p:nvPr/>
        </p:nvSpPr>
        <p:spPr>
          <a:xfrm>
            <a:off x="4024692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02_full_CA2_1245">
            <a:extLst>
              <a:ext uri="{FF2B5EF4-FFF2-40B4-BE49-F238E27FC236}">
                <a16:creationId xmlns:a16="http://schemas.microsoft.com/office/drawing/2014/main" id="{BA33FAB4-1419-4652-9250-E94481310869}"/>
              </a:ext>
            </a:extLst>
          </p:cNvPr>
          <p:cNvSpPr>
            <a:spLocks noGrp="1"/>
          </p:cNvSpPr>
          <p:nvPr/>
        </p:nvSpPr>
        <p:spPr>
          <a:xfrm>
            <a:off x="41219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6" name="02_full_CA2_1246">
            <a:extLst>
              <a:ext uri="{FF2B5EF4-FFF2-40B4-BE49-F238E27FC236}">
                <a16:creationId xmlns:a16="http://schemas.microsoft.com/office/drawing/2014/main" id="{92B8071B-1C98-430B-864E-8440B336ECD8}"/>
              </a:ext>
            </a:extLst>
          </p:cNvPr>
          <p:cNvSpPr>
            <a:spLocks noGrp="1"/>
          </p:cNvSpPr>
          <p:nvPr/>
        </p:nvSpPr>
        <p:spPr>
          <a:xfrm>
            <a:off x="4057301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02_full_CA2_1247">
            <a:extLst>
              <a:ext uri="{FF2B5EF4-FFF2-40B4-BE49-F238E27FC236}">
                <a16:creationId xmlns:a16="http://schemas.microsoft.com/office/drawing/2014/main" id="{733B0F4D-1A5D-4B7B-AF83-077C6B603339}"/>
              </a:ext>
            </a:extLst>
          </p:cNvPr>
          <p:cNvSpPr>
            <a:spLocks noGrp="1"/>
          </p:cNvSpPr>
          <p:nvPr/>
        </p:nvSpPr>
        <p:spPr>
          <a:xfrm>
            <a:off x="42637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8" name="02_full_CA2_1248">
            <a:extLst>
              <a:ext uri="{FF2B5EF4-FFF2-40B4-BE49-F238E27FC236}">
                <a16:creationId xmlns:a16="http://schemas.microsoft.com/office/drawing/2014/main" id="{A96997E6-CE0C-4465-AE35-3568CE0B9072}"/>
              </a:ext>
            </a:extLst>
          </p:cNvPr>
          <p:cNvSpPr>
            <a:spLocks noGrp="1"/>
          </p:cNvSpPr>
          <p:nvPr/>
        </p:nvSpPr>
        <p:spPr>
          <a:xfrm>
            <a:off x="4145970" y="460810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9" name="02_full_CA2_1249">
            <a:extLst>
              <a:ext uri="{FF2B5EF4-FFF2-40B4-BE49-F238E27FC236}">
                <a16:creationId xmlns:a16="http://schemas.microsoft.com/office/drawing/2014/main" id="{B092AD1F-F40B-4FDF-B0B0-4CB90866CEFD}"/>
              </a:ext>
            </a:extLst>
          </p:cNvPr>
          <p:cNvSpPr>
            <a:spLocks noGrp="1"/>
          </p:cNvSpPr>
          <p:nvPr/>
        </p:nvSpPr>
        <p:spPr>
          <a:xfrm>
            <a:off x="408410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02_full_CA2_1250">
            <a:extLst>
              <a:ext uri="{FF2B5EF4-FFF2-40B4-BE49-F238E27FC236}">
                <a16:creationId xmlns:a16="http://schemas.microsoft.com/office/drawing/2014/main" id="{A84398D2-716B-465F-9028-B8A84945B863}"/>
              </a:ext>
            </a:extLst>
          </p:cNvPr>
          <p:cNvSpPr>
            <a:spLocks noGrp="1"/>
          </p:cNvSpPr>
          <p:nvPr/>
        </p:nvSpPr>
        <p:spPr>
          <a:xfrm>
            <a:off x="4138676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02_full_CA2_1251">
            <a:extLst>
              <a:ext uri="{FF2B5EF4-FFF2-40B4-BE49-F238E27FC236}">
                <a16:creationId xmlns:a16="http://schemas.microsoft.com/office/drawing/2014/main" id="{048F24AE-B92C-424B-BA22-C2B3841A43DB}"/>
              </a:ext>
            </a:extLst>
          </p:cNvPr>
          <p:cNvSpPr>
            <a:spLocks noGrp="1"/>
          </p:cNvSpPr>
          <p:nvPr/>
        </p:nvSpPr>
        <p:spPr>
          <a:xfrm>
            <a:off x="4196926" y="33588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02_full_CA2_1252">
            <a:extLst>
              <a:ext uri="{FF2B5EF4-FFF2-40B4-BE49-F238E27FC236}">
                <a16:creationId xmlns:a16="http://schemas.microsoft.com/office/drawing/2014/main" id="{746328CD-6480-4C39-AADE-E4F698220425}"/>
              </a:ext>
            </a:extLst>
          </p:cNvPr>
          <p:cNvSpPr>
            <a:spLocks noGrp="1"/>
          </p:cNvSpPr>
          <p:nvPr/>
        </p:nvSpPr>
        <p:spPr>
          <a:xfrm>
            <a:off x="4165233" y="376484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02_full_CA2_1253">
            <a:extLst>
              <a:ext uri="{FF2B5EF4-FFF2-40B4-BE49-F238E27FC236}">
                <a16:creationId xmlns:a16="http://schemas.microsoft.com/office/drawing/2014/main" id="{CB64757D-025C-4E68-89D8-317A7358D119}"/>
              </a:ext>
            </a:extLst>
          </p:cNvPr>
          <p:cNvSpPr>
            <a:spLocks noGrp="1"/>
          </p:cNvSpPr>
          <p:nvPr/>
        </p:nvSpPr>
        <p:spPr>
          <a:xfrm>
            <a:off x="4216080" y="442754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4" name="02_full_CA2_1254">
            <a:extLst>
              <a:ext uri="{FF2B5EF4-FFF2-40B4-BE49-F238E27FC236}">
                <a16:creationId xmlns:a16="http://schemas.microsoft.com/office/drawing/2014/main" id="{CFB0F71B-333F-4007-A55F-DD9F675EF205}"/>
              </a:ext>
            </a:extLst>
          </p:cNvPr>
          <p:cNvSpPr>
            <a:spLocks noGrp="1"/>
          </p:cNvSpPr>
          <p:nvPr/>
        </p:nvSpPr>
        <p:spPr>
          <a:xfrm>
            <a:off x="4321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02_full_CA2_1255">
            <a:extLst>
              <a:ext uri="{FF2B5EF4-FFF2-40B4-BE49-F238E27FC236}">
                <a16:creationId xmlns:a16="http://schemas.microsoft.com/office/drawing/2014/main" id="{B18DD693-0EFE-4D0B-84D2-871C6AFE1C21}"/>
              </a:ext>
            </a:extLst>
          </p:cNvPr>
          <p:cNvSpPr>
            <a:spLocks noGrp="1"/>
          </p:cNvSpPr>
          <p:nvPr/>
        </p:nvSpPr>
        <p:spPr>
          <a:xfrm>
            <a:off x="42914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02_full_CA2_1256">
            <a:extLst>
              <a:ext uri="{FF2B5EF4-FFF2-40B4-BE49-F238E27FC236}">
                <a16:creationId xmlns:a16="http://schemas.microsoft.com/office/drawing/2014/main" id="{0CE940E2-75D2-4C01-8D39-B638627ED0F4}"/>
              </a:ext>
            </a:extLst>
          </p:cNvPr>
          <p:cNvSpPr>
            <a:spLocks noGrp="1"/>
          </p:cNvSpPr>
          <p:nvPr/>
        </p:nvSpPr>
        <p:spPr>
          <a:xfrm>
            <a:off x="412535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02_full_CA2_1257">
            <a:extLst>
              <a:ext uri="{FF2B5EF4-FFF2-40B4-BE49-F238E27FC236}">
                <a16:creationId xmlns:a16="http://schemas.microsoft.com/office/drawing/2014/main" id="{EC2039FF-9917-4A4F-A3AF-25B03CB80828}"/>
              </a:ext>
            </a:extLst>
          </p:cNvPr>
          <p:cNvSpPr>
            <a:spLocks noGrp="1"/>
          </p:cNvSpPr>
          <p:nvPr/>
        </p:nvSpPr>
        <p:spPr>
          <a:xfrm>
            <a:off x="4253997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02_full_CA2_1258">
            <a:extLst>
              <a:ext uri="{FF2B5EF4-FFF2-40B4-BE49-F238E27FC236}">
                <a16:creationId xmlns:a16="http://schemas.microsoft.com/office/drawing/2014/main" id="{CEF60785-326F-4A63-B52C-C52EE7481764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9" name="02_full_CA2_1259">
            <a:extLst>
              <a:ext uri="{FF2B5EF4-FFF2-40B4-BE49-F238E27FC236}">
                <a16:creationId xmlns:a16="http://schemas.microsoft.com/office/drawing/2014/main" id="{3B798763-BA17-48CF-B339-EC79179C1BA5}"/>
              </a:ext>
            </a:extLst>
          </p:cNvPr>
          <p:cNvSpPr>
            <a:spLocks noGrp="1"/>
          </p:cNvSpPr>
          <p:nvPr/>
        </p:nvSpPr>
        <p:spPr>
          <a:xfrm>
            <a:off x="413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02_full_CA2_1260">
            <a:extLst>
              <a:ext uri="{FF2B5EF4-FFF2-40B4-BE49-F238E27FC236}">
                <a16:creationId xmlns:a16="http://schemas.microsoft.com/office/drawing/2014/main" id="{4EC6684D-3743-4E23-9C87-26F02F682ED0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1" name="02_full_CA2_1261">
            <a:extLst>
              <a:ext uri="{FF2B5EF4-FFF2-40B4-BE49-F238E27FC236}">
                <a16:creationId xmlns:a16="http://schemas.microsoft.com/office/drawing/2014/main" id="{3A8C9E66-6034-4278-8C5D-D8C7780F9CA7}"/>
              </a:ext>
            </a:extLst>
          </p:cNvPr>
          <p:cNvSpPr>
            <a:spLocks noGrp="1"/>
          </p:cNvSpPr>
          <p:nvPr/>
        </p:nvSpPr>
        <p:spPr>
          <a:xfrm>
            <a:off x="433616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02_full_CA2_1262">
            <a:extLst>
              <a:ext uri="{FF2B5EF4-FFF2-40B4-BE49-F238E27FC236}">
                <a16:creationId xmlns:a16="http://schemas.microsoft.com/office/drawing/2014/main" id="{0AF7010B-27A0-41F4-AC44-9E9DC1AA7F00}"/>
              </a:ext>
            </a:extLst>
          </p:cNvPr>
          <p:cNvSpPr>
            <a:spLocks noGrp="1"/>
          </p:cNvSpPr>
          <p:nvPr/>
        </p:nvSpPr>
        <p:spPr>
          <a:xfrm>
            <a:off x="4040967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02_full_CA2_1263">
            <a:extLst>
              <a:ext uri="{FF2B5EF4-FFF2-40B4-BE49-F238E27FC236}">
                <a16:creationId xmlns:a16="http://schemas.microsoft.com/office/drawing/2014/main" id="{0D8650DE-6AC8-4F8D-8CCC-681BBF71B2B8}"/>
              </a:ext>
            </a:extLst>
          </p:cNvPr>
          <p:cNvSpPr>
            <a:spLocks noGrp="1"/>
          </p:cNvSpPr>
          <p:nvPr/>
        </p:nvSpPr>
        <p:spPr>
          <a:xfrm>
            <a:off x="40332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4" name="02_full_CA2_1264">
            <a:extLst>
              <a:ext uri="{FF2B5EF4-FFF2-40B4-BE49-F238E27FC236}">
                <a16:creationId xmlns:a16="http://schemas.microsoft.com/office/drawing/2014/main" id="{CA288E97-367F-4D8D-B90B-761679FA8A5F}"/>
              </a:ext>
            </a:extLst>
          </p:cNvPr>
          <p:cNvSpPr>
            <a:spLocks noGrp="1"/>
          </p:cNvSpPr>
          <p:nvPr/>
        </p:nvSpPr>
        <p:spPr>
          <a:xfrm>
            <a:off x="43120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02_full_CA2_1265">
            <a:extLst>
              <a:ext uri="{FF2B5EF4-FFF2-40B4-BE49-F238E27FC236}">
                <a16:creationId xmlns:a16="http://schemas.microsoft.com/office/drawing/2014/main" id="{B87A1EB2-1F8E-44EF-AB63-DDA792E398E7}"/>
              </a:ext>
            </a:extLst>
          </p:cNvPr>
          <p:cNvSpPr>
            <a:spLocks noGrp="1"/>
          </p:cNvSpPr>
          <p:nvPr/>
        </p:nvSpPr>
        <p:spPr>
          <a:xfrm>
            <a:off x="40317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6" name="02_full_CA2_1266">
            <a:extLst>
              <a:ext uri="{FF2B5EF4-FFF2-40B4-BE49-F238E27FC236}">
                <a16:creationId xmlns:a16="http://schemas.microsoft.com/office/drawing/2014/main" id="{05AF9297-06BC-442B-82D6-51B5759CB6FC}"/>
              </a:ext>
            </a:extLst>
          </p:cNvPr>
          <p:cNvSpPr>
            <a:spLocks noGrp="1"/>
          </p:cNvSpPr>
          <p:nvPr/>
        </p:nvSpPr>
        <p:spPr>
          <a:xfrm>
            <a:off x="413673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02_full_CA2_1267">
            <a:extLst>
              <a:ext uri="{FF2B5EF4-FFF2-40B4-BE49-F238E27FC236}">
                <a16:creationId xmlns:a16="http://schemas.microsoft.com/office/drawing/2014/main" id="{91092C56-6414-44AC-82B1-DCF67ABFD081}"/>
              </a:ext>
            </a:extLst>
          </p:cNvPr>
          <p:cNvSpPr>
            <a:spLocks noGrp="1"/>
          </p:cNvSpPr>
          <p:nvPr/>
        </p:nvSpPr>
        <p:spPr>
          <a:xfrm>
            <a:off x="417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02_full_CA2_1268">
            <a:extLst>
              <a:ext uri="{FF2B5EF4-FFF2-40B4-BE49-F238E27FC236}">
                <a16:creationId xmlns:a16="http://schemas.microsoft.com/office/drawing/2014/main" id="{E2ABAD40-AE7D-47A0-B05F-7ECE674D284F}"/>
              </a:ext>
            </a:extLst>
          </p:cNvPr>
          <p:cNvSpPr>
            <a:spLocks noGrp="1"/>
          </p:cNvSpPr>
          <p:nvPr/>
        </p:nvSpPr>
        <p:spPr>
          <a:xfrm>
            <a:off x="4022513" y="42929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02_full_CA2_1269">
            <a:extLst>
              <a:ext uri="{FF2B5EF4-FFF2-40B4-BE49-F238E27FC236}">
                <a16:creationId xmlns:a16="http://schemas.microsoft.com/office/drawing/2014/main" id="{21F8C79F-566D-4D02-B32C-633901A8093B}"/>
              </a:ext>
            </a:extLst>
          </p:cNvPr>
          <p:cNvSpPr>
            <a:spLocks noGrp="1"/>
          </p:cNvSpPr>
          <p:nvPr/>
        </p:nvSpPr>
        <p:spPr>
          <a:xfrm>
            <a:off x="4065575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0" name="02_full_CA2_1270">
            <a:extLst>
              <a:ext uri="{FF2B5EF4-FFF2-40B4-BE49-F238E27FC236}">
                <a16:creationId xmlns:a16="http://schemas.microsoft.com/office/drawing/2014/main" id="{0EC7882B-488C-42E0-B708-5E1D865A41CA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02_full_CA2_1271">
            <a:extLst>
              <a:ext uri="{FF2B5EF4-FFF2-40B4-BE49-F238E27FC236}">
                <a16:creationId xmlns:a16="http://schemas.microsoft.com/office/drawing/2014/main" id="{D29D6B25-70AC-460A-9E1B-7674EF4B62AD}"/>
              </a:ext>
            </a:extLst>
          </p:cNvPr>
          <p:cNvSpPr>
            <a:spLocks noGrp="1"/>
          </p:cNvSpPr>
          <p:nvPr/>
        </p:nvSpPr>
        <p:spPr>
          <a:xfrm>
            <a:off x="41192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02_full_CA2_1272">
            <a:extLst>
              <a:ext uri="{FF2B5EF4-FFF2-40B4-BE49-F238E27FC236}">
                <a16:creationId xmlns:a16="http://schemas.microsoft.com/office/drawing/2014/main" id="{CDC62D59-33D5-4AF0-98AF-F1C81598ECB1}"/>
              </a:ext>
            </a:extLst>
          </p:cNvPr>
          <p:cNvSpPr>
            <a:spLocks noGrp="1"/>
          </p:cNvSpPr>
          <p:nvPr/>
        </p:nvSpPr>
        <p:spPr>
          <a:xfrm>
            <a:off x="432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02_full_CA2_1273">
            <a:extLst>
              <a:ext uri="{FF2B5EF4-FFF2-40B4-BE49-F238E27FC236}">
                <a16:creationId xmlns:a16="http://schemas.microsoft.com/office/drawing/2014/main" id="{5C0D3C4D-3F4E-4184-8117-E8D7EB59457E}"/>
              </a:ext>
            </a:extLst>
          </p:cNvPr>
          <p:cNvSpPr>
            <a:spLocks noGrp="1"/>
          </p:cNvSpPr>
          <p:nvPr/>
        </p:nvSpPr>
        <p:spPr>
          <a:xfrm>
            <a:off x="414328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02_full_CA2_1274">
            <a:extLst>
              <a:ext uri="{FF2B5EF4-FFF2-40B4-BE49-F238E27FC236}">
                <a16:creationId xmlns:a16="http://schemas.microsoft.com/office/drawing/2014/main" id="{33C460D9-8170-4BA2-8137-8693542E5AF6}"/>
              </a:ext>
            </a:extLst>
          </p:cNvPr>
          <p:cNvSpPr>
            <a:spLocks noGrp="1"/>
          </p:cNvSpPr>
          <p:nvPr/>
        </p:nvSpPr>
        <p:spPr>
          <a:xfrm>
            <a:off x="4211603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5" name="02_full_CA2_1275">
            <a:extLst>
              <a:ext uri="{FF2B5EF4-FFF2-40B4-BE49-F238E27FC236}">
                <a16:creationId xmlns:a16="http://schemas.microsoft.com/office/drawing/2014/main" id="{0A7C076E-5132-415D-A94C-F91FF35A075F}"/>
              </a:ext>
            </a:extLst>
          </p:cNvPr>
          <p:cNvSpPr>
            <a:spLocks noGrp="1"/>
          </p:cNvSpPr>
          <p:nvPr/>
        </p:nvSpPr>
        <p:spPr>
          <a:xfrm>
            <a:off x="4025508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02_full_CA2_1276">
            <a:extLst>
              <a:ext uri="{FF2B5EF4-FFF2-40B4-BE49-F238E27FC236}">
                <a16:creationId xmlns:a16="http://schemas.microsoft.com/office/drawing/2014/main" id="{0938BE7E-F2A3-49CA-9762-E8A3D4C89130}"/>
              </a:ext>
            </a:extLst>
          </p:cNvPr>
          <p:cNvSpPr>
            <a:spLocks noGrp="1"/>
          </p:cNvSpPr>
          <p:nvPr/>
        </p:nvSpPr>
        <p:spPr>
          <a:xfrm>
            <a:off x="40276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7" name="02_full_CA2_1277">
            <a:extLst>
              <a:ext uri="{FF2B5EF4-FFF2-40B4-BE49-F238E27FC236}">
                <a16:creationId xmlns:a16="http://schemas.microsoft.com/office/drawing/2014/main" id="{727EBC05-C024-4B71-8D77-98F9EBA77CCF}"/>
              </a:ext>
            </a:extLst>
          </p:cNvPr>
          <p:cNvSpPr>
            <a:spLocks noGrp="1"/>
          </p:cNvSpPr>
          <p:nvPr/>
        </p:nvSpPr>
        <p:spPr>
          <a:xfrm>
            <a:off x="420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02_full_CA2_1278">
            <a:extLst>
              <a:ext uri="{FF2B5EF4-FFF2-40B4-BE49-F238E27FC236}">
                <a16:creationId xmlns:a16="http://schemas.microsoft.com/office/drawing/2014/main" id="{4FC68D41-3723-425C-8012-B42DD7A35C82}"/>
              </a:ext>
            </a:extLst>
          </p:cNvPr>
          <p:cNvSpPr>
            <a:spLocks noGrp="1"/>
          </p:cNvSpPr>
          <p:nvPr/>
        </p:nvSpPr>
        <p:spPr>
          <a:xfrm>
            <a:off x="4164506" y="299024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9" name="02_full_CA2_1279">
            <a:extLst>
              <a:ext uri="{FF2B5EF4-FFF2-40B4-BE49-F238E27FC236}">
                <a16:creationId xmlns:a16="http://schemas.microsoft.com/office/drawing/2014/main" id="{1AD00C52-0D82-4F36-8EB9-0C3A0A1CFED2}"/>
              </a:ext>
            </a:extLst>
          </p:cNvPr>
          <p:cNvSpPr>
            <a:spLocks noGrp="1"/>
          </p:cNvSpPr>
          <p:nvPr/>
        </p:nvSpPr>
        <p:spPr>
          <a:xfrm>
            <a:off x="4295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0" name="02_full_CA2_1280">
            <a:extLst>
              <a:ext uri="{FF2B5EF4-FFF2-40B4-BE49-F238E27FC236}">
                <a16:creationId xmlns:a16="http://schemas.microsoft.com/office/drawing/2014/main" id="{926A0E15-CE53-4475-83B5-17A95594B7D2}"/>
              </a:ext>
            </a:extLst>
          </p:cNvPr>
          <p:cNvSpPr>
            <a:spLocks noGrp="1"/>
          </p:cNvSpPr>
          <p:nvPr/>
        </p:nvSpPr>
        <p:spPr>
          <a:xfrm>
            <a:off x="429866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02_full_CA2_1281">
            <a:extLst>
              <a:ext uri="{FF2B5EF4-FFF2-40B4-BE49-F238E27FC236}">
                <a16:creationId xmlns:a16="http://schemas.microsoft.com/office/drawing/2014/main" id="{9E7537A3-8F17-40BF-B144-B17643CA8A27}"/>
              </a:ext>
            </a:extLst>
          </p:cNvPr>
          <p:cNvSpPr>
            <a:spLocks noGrp="1"/>
          </p:cNvSpPr>
          <p:nvPr/>
        </p:nvSpPr>
        <p:spPr>
          <a:xfrm>
            <a:off x="434306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02_full_CA2_1282">
            <a:extLst>
              <a:ext uri="{FF2B5EF4-FFF2-40B4-BE49-F238E27FC236}">
                <a16:creationId xmlns:a16="http://schemas.microsoft.com/office/drawing/2014/main" id="{902B0E0C-12C4-451F-9A4F-84E7CB38D0BB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02_full_CA2_1283">
            <a:extLst>
              <a:ext uri="{FF2B5EF4-FFF2-40B4-BE49-F238E27FC236}">
                <a16:creationId xmlns:a16="http://schemas.microsoft.com/office/drawing/2014/main" id="{E6D5EF2B-6479-44A5-B9DC-D3404221D091}"/>
              </a:ext>
            </a:extLst>
          </p:cNvPr>
          <p:cNvSpPr>
            <a:spLocks noGrp="1"/>
          </p:cNvSpPr>
          <p:nvPr/>
        </p:nvSpPr>
        <p:spPr>
          <a:xfrm>
            <a:off x="4025726" y="429697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02_full_CA2_1284">
            <a:extLst>
              <a:ext uri="{FF2B5EF4-FFF2-40B4-BE49-F238E27FC236}">
                <a16:creationId xmlns:a16="http://schemas.microsoft.com/office/drawing/2014/main" id="{550849DF-043C-4152-8178-596D9E286F07}"/>
              </a:ext>
            </a:extLst>
          </p:cNvPr>
          <p:cNvSpPr>
            <a:spLocks noGrp="1"/>
          </p:cNvSpPr>
          <p:nvPr/>
        </p:nvSpPr>
        <p:spPr>
          <a:xfrm>
            <a:off x="4067777" y="37058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5" name="02_full_CA2_1285">
            <a:extLst>
              <a:ext uri="{FF2B5EF4-FFF2-40B4-BE49-F238E27FC236}">
                <a16:creationId xmlns:a16="http://schemas.microsoft.com/office/drawing/2014/main" id="{F2917449-0B88-434B-9318-37D6B9631FA7}"/>
              </a:ext>
            </a:extLst>
          </p:cNvPr>
          <p:cNvSpPr>
            <a:spLocks noGrp="1"/>
          </p:cNvSpPr>
          <p:nvPr/>
        </p:nvSpPr>
        <p:spPr>
          <a:xfrm>
            <a:off x="418354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02_full_CA2_1286">
            <a:extLst>
              <a:ext uri="{FF2B5EF4-FFF2-40B4-BE49-F238E27FC236}">
                <a16:creationId xmlns:a16="http://schemas.microsoft.com/office/drawing/2014/main" id="{13D56617-A505-46A1-BAE3-82AEB4FABBA8}"/>
              </a:ext>
            </a:extLst>
          </p:cNvPr>
          <p:cNvSpPr>
            <a:spLocks noGrp="1"/>
          </p:cNvSpPr>
          <p:nvPr/>
        </p:nvSpPr>
        <p:spPr>
          <a:xfrm>
            <a:off x="42523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02_full_CA2_1287">
            <a:extLst>
              <a:ext uri="{FF2B5EF4-FFF2-40B4-BE49-F238E27FC236}">
                <a16:creationId xmlns:a16="http://schemas.microsoft.com/office/drawing/2014/main" id="{76DBEE3F-CA6F-4E32-BB28-C0AD50F98183}"/>
              </a:ext>
            </a:extLst>
          </p:cNvPr>
          <p:cNvSpPr>
            <a:spLocks noGrp="1"/>
          </p:cNvSpPr>
          <p:nvPr/>
        </p:nvSpPr>
        <p:spPr>
          <a:xfrm>
            <a:off x="406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02_full_CA2_1288">
            <a:extLst>
              <a:ext uri="{FF2B5EF4-FFF2-40B4-BE49-F238E27FC236}">
                <a16:creationId xmlns:a16="http://schemas.microsoft.com/office/drawing/2014/main" id="{BCFEFFD9-7E3C-464E-9752-65689AE7740F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9" name="02_full_CA2_1289">
            <a:extLst>
              <a:ext uri="{FF2B5EF4-FFF2-40B4-BE49-F238E27FC236}">
                <a16:creationId xmlns:a16="http://schemas.microsoft.com/office/drawing/2014/main" id="{4A298EEC-22BE-4339-8844-B20C5C1F5475}"/>
              </a:ext>
            </a:extLst>
          </p:cNvPr>
          <p:cNvSpPr>
            <a:spLocks noGrp="1"/>
          </p:cNvSpPr>
          <p:nvPr/>
        </p:nvSpPr>
        <p:spPr>
          <a:xfrm>
            <a:off x="4256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0" name="02_full_CA2_1290">
            <a:extLst>
              <a:ext uri="{FF2B5EF4-FFF2-40B4-BE49-F238E27FC236}">
                <a16:creationId xmlns:a16="http://schemas.microsoft.com/office/drawing/2014/main" id="{0557BCEF-1AB4-4C5B-9205-D1BB0DA475BB}"/>
              </a:ext>
            </a:extLst>
          </p:cNvPr>
          <p:cNvSpPr>
            <a:spLocks noGrp="1"/>
          </p:cNvSpPr>
          <p:nvPr/>
        </p:nvSpPr>
        <p:spPr>
          <a:xfrm>
            <a:off x="4126398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02_full_CA2_1291">
            <a:extLst>
              <a:ext uri="{FF2B5EF4-FFF2-40B4-BE49-F238E27FC236}">
                <a16:creationId xmlns:a16="http://schemas.microsoft.com/office/drawing/2014/main" id="{66A5AE00-281A-4FA8-BE7C-1D07FF5EBA4A}"/>
              </a:ext>
            </a:extLst>
          </p:cNvPr>
          <p:cNvSpPr>
            <a:spLocks noGrp="1"/>
          </p:cNvSpPr>
          <p:nvPr/>
        </p:nvSpPr>
        <p:spPr>
          <a:xfrm>
            <a:off x="4103473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2" name="02_full_CA2_1292">
            <a:extLst>
              <a:ext uri="{FF2B5EF4-FFF2-40B4-BE49-F238E27FC236}">
                <a16:creationId xmlns:a16="http://schemas.microsoft.com/office/drawing/2014/main" id="{C4C1B6EA-94AE-47AA-BD78-D82853AE1845}"/>
              </a:ext>
            </a:extLst>
          </p:cNvPr>
          <p:cNvSpPr>
            <a:spLocks noGrp="1"/>
          </p:cNvSpPr>
          <p:nvPr/>
        </p:nvSpPr>
        <p:spPr>
          <a:xfrm>
            <a:off x="4019837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02_full_CA2_1293">
            <a:extLst>
              <a:ext uri="{FF2B5EF4-FFF2-40B4-BE49-F238E27FC236}">
                <a16:creationId xmlns:a16="http://schemas.microsoft.com/office/drawing/2014/main" id="{1546C2D3-BA65-47DD-9972-7890CBDB715B}"/>
              </a:ext>
            </a:extLst>
          </p:cNvPr>
          <p:cNvSpPr>
            <a:spLocks noGrp="1"/>
          </p:cNvSpPr>
          <p:nvPr/>
        </p:nvSpPr>
        <p:spPr>
          <a:xfrm>
            <a:off x="4300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4" name="02_full_CA2_1294">
            <a:extLst>
              <a:ext uri="{FF2B5EF4-FFF2-40B4-BE49-F238E27FC236}">
                <a16:creationId xmlns:a16="http://schemas.microsoft.com/office/drawing/2014/main" id="{B76867C5-999C-4BA7-AA99-9E6B74AA3D2F}"/>
              </a:ext>
            </a:extLst>
          </p:cNvPr>
          <p:cNvSpPr>
            <a:spLocks noGrp="1"/>
          </p:cNvSpPr>
          <p:nvPr/>
        </p:nvSpPr>
        <p:spPr>
          <a:xfrm>
            <a:off x="433635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5" name="02_full_CA2_1295">
            <a:extLst>
              <a:ext uri="{FF2B5EF4-FFF2-40B4-BE49-F238E27FC236}">
                <a16:creationId xmlns:a16="http://schemas.microsoft.com/office/drawing/2014/main" id="{1E09FB28-B562-4873-983C-FA5ED7AB3D81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02_full_CA2_1296">
            <a:extLst>
              <a:ext uri="{FF2B5EF4-FFF2-40B4-BE49-F238E27FC236}">
                <a16:creationId xmlns:a16="http://schemas.microsoft.com/office/drawing/2014/main" id="{6ABC07C2-0017-4DC3-9482-2808F844C3A0}"/>
              </a:ext>
            </a:extLst>
          </p:cNvPr>
          <p:cNvSpPr>
            <a:spLocks noGrp="1"/>
          </p:cNvSpPr>
          <p:nvPr/>
        </p:nvSpPr>
        <p:spPr>
          <a:xfrm>
            <a:off x="429019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02_full_CA2_1297">
            <a:extLst>
              <a:ext uri="{FF2B5EF4-FFF2-40B4-BE49-F238E27FC236}">
                <a16:creationId xmlns:a16="http://schemas.microsoft.com/office/drawing/2014/main" id="{E2E023A2-F1B2-4FAF-9FC5-85E1A910BE3F}"/>
              </a:ext>
            </a:extLst>
          </p:cNvPr>
          <p:cNvSpPr>
            <a:spLocks noGrp="1"/>
          </p:cNvSpPr>
          <p:nvPr/>
        </p:nvSpPr>
        <p:spPr>
          <a:xfrm>
            <a:off x="42782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02_full_CA2_1298">
            <a:extLst>
              <a:ext uri="{FF2B5EF4-FFF2-40B4-BE49-F238E27FC236}">
                <a16:creationId xmlns:a16="http://schemas.microsoft.com/office/drawing/2014/main" id="{95190861-9FA2-46C7-B515-63AB972C1410}"/>
              </a:ext>
            </a:extLst>
          </p:cNvPr>
          <p:cNvSpPr>
            <a:spLocks noGrp="1"/>
          </p:cNvSpPr>
          <p:nvPr/>
        </p:nvSpPr>
        <p:spPr>
          <a:xfrm>
            <a:off x="407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02_full_CA2_1299">
            <a:extLst>
              <a:ext uri="{FF2B5EF4-FFF2-40B4-BE49-F238E27FC236}">
                <a16:creationId xmlns:a16="http://schemas.microsoft.com/office/drawing/2014/main" id="{DBD8050C-6EEA-4FF1-8D0A-4683FE4AC5AA}"/>
              </a:ext>
            </a:extLst>
          </p:cNvPr>
          <p:cNvSpPr>
            <a:spLocks noGrp="1"/>
          </p:cNvSpPr>
          <p:nvPr/>
        </p:nvSpPr>
        <p:spPr>
          <a:xfrm>
            <a:off x="425496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0" name="02_full_CA2_1300">
            <a:extLst>
              <a:ext uri="{FF2B5EF4-FFF2-40B4-BE49-F238E27FC236}">
                <a16:creationId xmlns:a16="http://schemas.microsoft.com/office/drawing/2014/main" id="{AFE33084-B0A5-4213-B880-C72720A5AA18}"/>
              </a:ext>
            </a:extLst>
          </p:cNvPr>
          <p:cNvSpPr>
            <a:spLocks noGrp="1"/>
          </p:cNvSpPr>
          <p:nvPr/>
        </p:nvSpPr>
        <p:spPr>
          <a:xfrm>
            <a:off x="4207732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02_full_CA2_1301">
            <a:extLst>
              <a:ext uri="{FF2B5EF4-FFF2-40B4-BE49-F238E27FC236}">
                <a16:creationId xmlns:a16="http://schemas.microsoft.com/office/drawing/2014/main" id="{86B3FAD0-2D3A-4628-8E77-46348113D243}"/>
              </a:ext>
            </a:extLst>
          </p:cNvPr>
          <p:cNvSpPr>
            <a:spLocks noGrp="1"/>
          </p:cNvSpPr>
          <p:nvPr/>
        </p:nvSpPr>
        <p:spPr>
          <a:xfrm>
            <a:off x="424568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2" name="02_full_CA2_1302">
            <a:extLst>
              <a:ext uri="{FF2B5EF4-FFF2-40B4-BE49-F238E27FC236}">
                <a16:creationId xmlns:a16="http://schemas.microsoft.com/office/drawing/2014/main" id="{897E94D6-D4C6-491E-9696-D44E99357E3F}"/>
              </a:ext>
            </a:extLst>
          </p:cNvPr>
          <p:cNvSpPr>
            <a:spLocks noGrp="1"/>
          </p:cNvSpPr>
          <p:nvPr/>
        </p:nvSpPr>
        <p:spPr>
          <a:xfrm>
            <a:off x="42447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02_full_CA2_1303">
            <a:extLst>
              <a:ext uri="{FF2B5EF4-FFF2-40B4-BE49-F238E27FC236}">
                <a16:creationId xmlns:a16="http://schemas.microsoft.com/office/drawing/2014/main" id="{2B600610-1A38-4682-B598-C165A1C328C8}"/>
              </a:ext>
            </a:extLst>
          </p:cNvPr>
          <p:cNvSpPr>
            <a:spLocks noGrp="1"/>
          </p:cNvSpPr>
          <p:nvPr/>
        </p:nvSpPr>
        <p:spPr>
          <a:xfrm>
            <a:off x="421731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4" name="02_full_CA2_1304">
            <a:extLst>
              <a:ext uri="{FF2B5EF4-FFF2-40B4-BE49-F238E27FC236}">
                <a16:creationId xmlns:a16="http://schemas.microsoft.com/office/drawing/2014/main" id="{87552990-D24F-4642-B5A5-FAE3E01FDE98}"/>
              </a:ext>
            </a:extLst>
          </p:cNvPr>
          <p:cNvSpPr>
            <a:spLocks noGrp="1"/>
          </p:cNvSpPr>
          <p:nvPr/>
        </p:nvSpPr>
        <p:spPr>
          <a:xfrm>
            <a:off x="407326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02_full_CA2_1305">
            <a:extLst>
              <a:ext uri="{FF2B5EF4-FFF2-40B4-BE49-F238E27FC236}">
                <a16:creationId xmlns:a16="http://schemas.microsoft.com/office/drawing/2014/main" id="{9D39733C-A5BB-4FAC-A907-1662D4FE552D}"/>
              </a:ext>
            </a:extLst>
          </p:cNvPr>
          <p:cNvSpPr>
            <a:spLocks noGrp="1"/>
          </p:cNvSpPr>
          <p:nvPr/>
        </p:nvSpPr>
        <p:spPr>
          <a:xfrm>
            <a:off x="421756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02_full_CA2_1306">
            <a:extLst>
              <a:ext uri="{FF2B5EF4-FFF2-40B4-BE49-F238E27FC236}">
                <a16:creationId xmlns:a16="http://schemas.microsoft.com/office/drawing/2014/main" id="{EF0C5A5B-B6F0-4024-83D1-083B1FE4EDFD}"/>
              </a:ext>
            </a:extLst>
          </p:cNvPr>
          <p:cNvSpPr>
            <a:spLocks noGrp="1"/>
          </p:cNvSpPr>
          <p:nvPr/>
        </p:nvSpPr>
        <p:spPr>
          <a:xfrm>
            <a:off x="429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02_full_CA2_1307">
            <a:extLst>
              <a:ext uri="{FF2B5EF4-FFF2-40B4-BE49-F238E27FC236}">
                <a16:creationId xmlns:a16="http://schemas.microsoft.com/office/drawing/2014/main" id="{98E3C3EF-73C9-42ED-A7EF-6A2FB7FEE3CB}"/>
              </a:ext>
            </a:extLst>
          </p:cNvPr>
          <p:cNvSpPr>
            <a:spLocks noGrp="1"/>
          </p:cNvSpPr>
          <p:nvPr/>
        </p:nvSpPr>
        <p:spPr>
          <a:xfrm>
            <a:off x="432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02_full_CA2_1308">
            <a:extLst>
              <a:ext uri="{FF2B5EF4-FFF2-40B4-BE49-F238E27FC236}">
                <a16:creationId xmlns:a16="http://schemas.microsoft.com/office/drawing/2014/main" id="{A579BC6E-73A8-47C7-B8A8-7376E742C5FB}"/>
              </a:ext>
            </a:extLst>
          </p:cNvPr>
          <p:cNvSpPr>
            <a:spLocks noGrp="1"/>
          </p:cNvSpPr>
          <p:nvPr/>
        </p:nvSpPr>
        <p:spPr>
          <a:xfrm>
            <a:off x="4333281" y="30446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9" name="02_full_CA2_1309">
            <a:extLst>
              <a:ext uri="{FF2B5EF4-FFF2-40B4-BE49-F238E27FC236}">
                <a16:creationId xmlns:a16="http://schemas.microsoft.com/office/drawing/2014/main" id="{702A5C99-3BEA-4FD1-99F6-471CA6CE5457}"/>
              </a:ext>
            </a:extLst>
          </p:cNvPr>
          <p:cNvSpPr>
            <a:spLocks noGrp="1"/>
          </p:cNvSpPr>
          <p:nvPr/>
        </p:nvSpPr>
        <p:spPr>
          <a:xfrm>
            <a:off x="43450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02_full_CA2_1310">
            <a:extLst>
              <a:ext uri="{FF2B5EF4-FFF2-40B4-BE49-F238E27FC236}">
                <a16:creationId xmlns:a16="http://schemas.microsoft.com/office/drawing/2014/main" id="{713C5973-3B9E-4237-997F-E5E0A4050918}"/>
              </a:ext>
            </a:extLst>
          </p:cNvPr>
          <p:cNvSpPr>
            <a:spLocks noGrp="1"/>
          </p:cNvSpPr>
          <p:nvPr/>
        </p:nvSpPr>
        <p:spPr>
          <a:xfrm>
            <a:off x="432211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1" name="02_full_CA2_1311">
            <a:extLst>
              <a:ext uri="{FF2B5EF4-FFF2-40B4-BE49-F238E27FC236}">
                <a16:creationId xmlns:a16="http://schemas.microsoft.com/office/drawing/2014/main" id="{D7FAAAE1-13AB-4968-A320-68DFC210E7BA}"/>
              </a:ext>
            </a:extLst>
          </p:cNvPr>
          <p:cNvSpPr>
            <a:spLocks noGrp="1"/>
          </p:cNvSpPr>
          <p:nvPr/>
        </p:nvSpPr>
        <p:spPr>
          <a:xfrm>
            <a:off x="42180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02_full_CA2_1312">
            <a:extLst>
              <a:ext uri="{FF2B5EF4-FFF2-40B4-BE49-F238E27FC236}">
                <a16:creationId xmlns:a16="http://schemas.microsoft.com/office/drawing/2014/main" id="{A96C0662-8B8C-4707-9F2B-B52EE4FFEC0A}"/>
              </a:ext>
            </a:extLst>
          </p:cNvPr>
          <p:cNvSpPr>
            <a:spLocks noGrp="1"/>
          </p:cNvSpPr>
          <p:nvPr/>
        </p:nvSpPr>
        <p:spPr>
          <a:xfrm>
            <a:off x="4308983" y="457938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3" name="02_full_CA2_1313">
            <a:extLst>
              <a:ext uri="{FF2B5EF4-FFF2-40B4-BE49-F238E27FC236}">
                <a16:creationId xmlns:a16="http://schemas.microsoft.com/office/drawing/2014/main" id="{670087EC-416C-4194-8501-94B868E6082A}"/>
              </a:ext>
            </a:extLst>
          </p:cNvPr>
          <p:cNvSpPr>
            <a:spLocks noGrp="1"/>
          </p:cNvSpPr>
          <p:nvPr/>
        </p:nvSpPr>
        <p:spPr>
          <a:xfrm>
            <a:off x="43100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02_full_CA2_1314">
            <a:extLst>
              <a:ext uri="{FF2B5EF4-FFF2-40B4-BE49-F238E27FC236}">
                <a16:creationId xmlns:a16="http://schemas.microsoft.com/office/drawing/2014/main" id="{963AA394-524B-4CD2-8198-9B69812F46FD}"/>
              </a:ext>
            </a:extLst>
          </p:cNvPr>
          <p:cNvSpPr>
            <a:spLocks noGrp="1"/>
          </p:cNvSpPr>
          <p:nvPr/>
        </p:nvSpPr>
        <p:spPr>
          <a:xfrm>
            <a:off x="406045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5" name="02_full_CA2_1315">
            <a:extLst>
              <a:ext uri="{FF2B5EF4-FFF2-40B4-BE49-F238E27FC236}">
                <a16:creationId xmlns:a16="http://schemas.microsoft.com/office/drawing/2014/main" id="{B18ACFB6-E2BA-4603-9290-ADC1A55CD26E}"/>
              </a:ext>
            </a:extLst>
          </p:cNvPr>
          <p:cNvSpPr>
            <a:spLocks noGrp="1"/>
          </p:cNvSpPr>
          <p:nvPr/>
        </p:nvSpPr>
        <p:spPr>
          <a:xfrm>
            <a:off x="424282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02_full_CA2_1316">
            <a:extLst>
              <a:ext uri="{FF2B5EF4-FFF2-40B4-BE49-F238E27FC236}">
                <a16:creationId xmlns:a16="http://schemas.microsoft.com/office/drawing/2014/main" id="{F7153E93-03F2-431B-AA68-E09412058702}"/>
              </a:ext>
            </a:extLst>
          </p:cNvPr>
          <p:cNvSpPr>
            <a:spLocks noGrp="1"/>
          </p:cNvSpPr>
          <p:nvPr/>
        </p:nvSpPr>
        <p:spPr>
          <a:xfrm>
            <a:off x="4179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7" name="02_full_CA2_1317">
            <a:extLst>
              <a:ext uri="{FF2B5EF4-FFF2-40B4-BE49-F238E27FC236}">
                <a16:creationId xmlns:a16="http://schemas.microsoft.com/office/drawing/2014/main" id="{8EFAA4A4-466A-47AA-BD5F-5B5D5DBA01D4}"/>
              </a:ext>
            </a:extLst>
          </p:cNvPr>
          <p:cNvSpPr>
            <a:spLocks noGrp="1"/>
          </p:cNvSpPr>
          <p:nvPr/>
        </p:nvSpPr>
        <p:spPr>
          <a:xfrm>
            <a:off x="408386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02_full_CA2_1318">
            <a:extLst>
              <a:ext uri="{FF2B5EF4-FFF2-40B4-BE49-F238E27FC236}">
                <a16:creationId xmlns:a16="http://schemas.microsoft.com/office/drawing/2014/main" id="{EBDE9688-8EBC-4ADD-9045-51DD2309CC16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9" name="02_full_CA2_1319">
            <a:extLst>
              <a:ext uri="{FF2B5EF4-FFF2-40B4-BE49-F238E27FC236}">
                <a16:creationId xmlns:a16="http://schemas.microsoft.com/office/drawing/2014/main" id="{780F8CAE-1F03-4C9C-97BA-598CBA8DDE89}"/>
              </a:ext>
            </a:extLst>
          </p:cNvPr>
          <p:cNvSpPr>
            <a:spLocks noGrp="1"/>
          </p:cNvSpPr>
          <p:nvPr/>
        </p:nvSpPr>
        <p:spPr>
          <a:xfrm>
            <a:off x="423522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02_full_CA2_1320">
            <a:extLst>
              <a:ext uri="{FF2B5EF4-FFF2-40B4-BE49-F238E27FC236}">
                <a16:creationId xmlns:a16="http://schemas.microsoft.com/office/drawing/2014/main" id="{4A9F0333-3FD2-49F9-A0B1-C675B9440307}"/>
              </a:ext>
            </a:extLst>
          </p:cNvPr>
          <p:cNvSpPr>
            <a:spLocks noGrp="1"/>
          </p:cNvSpPr>
          <p:nvPr/>
        </p:nvSpPr>
        <p:spPr>
          <a:xfrm>
            <a:off x="410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02_full_CA2_1321">
            <a:extLst>
              <a:ext uri="{FF2B5EF4-FFF2-40B4-BE49-F238E27FC236}">
                <a16:creationId xmlns:a16="http://schemas.microsoft.com/office/drawing/2014/main" id="{84A6A6D4-E8AD-4F00-A0F8-51F1DED0BC11}"/>
              </a:ext>
            </a:extLst>
          </p:cNvPr>
          <p:cNvSpPr>
            <a:spLocks noGrp="1"/>
          </p:cNvSpPr>
          <p:nvPr/>
        </p:nvSpPr>
        <p:spPr>
          <a:xfrm>
            <a:off x="4061841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02_full_CA2_1322">
            <a:extLst>
              <a:ext uri="{FF2B5EF4-FFF2-40B4-BE49-F238E27FC236}">
                <a16:creationId xmlns:a16="http://schemas.microsoft.com/office/drawing/2014/main" id="{3DF96D35-FA01-40DF-8BC7-455D63A7A0E5}"/>
              </a:ext>
            </a:extLst>
          </p:cNvPr>
          <p:cNvSpPr>
            <a:spLocks noGrp="1"/>
          </p:cNvSpPr>
          <p:nvPr/>
        </p:nvSpPr>
        <p:spPr>
          <a:xfrm>
            <a:off x="419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3" name="02_full_CA2_1323">
            <a:extLst>
              <a:ext uri="{FF2B5EF4-FFF2-40B4-BE49-F238E27FC236}">
                <a16:creationId xmlns:a16="http://schemas.microsoft.com/office/drawing/2014/main" id="{CD16D4E6-0032-420D-AD48-6EBA24B5FA7D}"/>
              </a:ext>
            </a:extLst>
          </p:cNvPr>
          <p:cNvSpPr>
            <a:spLocks noGrp="1"/>
          </p:cNvSpPr>
          <p:nvPr/>
        </p:nvSpPr>
        <p:spPr>
          <a:xfrm>
            <a:off x="42415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4" name="02_full_CA2_1324">
            <a:extLst>
              <a:ext uri="{FF2B5EF4-FFF2-40B4-BE49-F238E27FC236}">
                <a16:creationId xmlns:a16="http://schemas.microsoft.com/office/drawing/2014/main" id="{298DD937-9192-49A4-8B66-065569B92369}"/>
              </a:ext>
            </a:extLst>
          </p:cNvPr>
          <p:cNvSpPr>
            <a:spLocks noGrp="1"/>
          </p:cNvSpPr>
          <p:nvPr/>
        </p:nvSpPr>
        <p:spPr>
          <a:xfrm>
            <a:off x="410771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5" name="02_full_CA2_1325">
            <a:extLst>
              <a:ext uri="{FF2B5EF4-FFF2-40B4-BE49-F238E27FC236}">
                <a16:creationId xmlns:a16="http://schemas.microsoft.com/office/drawing/2014/main" id="{EC42FC90-4C56-4E32-90AC-CCD5B441425F}"/>
              </a:ext>
            </a:extLst>
          </p:cNvPr>
          <p:cNvSpPr>
            <a:spLocks noGrp="1"/>
          </p:cNvSpPr>
          <p:nvPr/>
        </p:nvSpPr>
        <p:spPr>
          <a:xfrm>
            <a:off x="4274672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02_full_CA2_1326">
            <a:extLst>
              <a:ext uri="{FF2B5EF4-FFF2-40B4-BE49-F238E27FC236}">
                <a16:creationId xmlns:a16="http://schemas.microsoft.com/office/drawing/2014/main" id="{46A3915A-412C-4AF0-933A-28DC5896A514}"/>
              </a:ext>
            </a:extLst>
          </p:cNvPr>
          <p:cNvSpPr>
            <a:spLocks noGrp="1"/>
          </p:cNvSpPr>
          <p:nvPr/>
        </p:nvSpPr>
        <p:spPr>
          <a:xfrm>
            <a:off x="42637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02_full_CA2_1327">
            <a:extLst>
              <a:ext uri="{FF2B5EF4-FFF2-40B4-BE49-F238E27FC236}">
                <a16:creationId xmlns:a16="http://schemas.microsoft.com/office/drawing/2014/main" id="{BB2F508F-7831-4B57-B4DF-AC1D95A72BAA}"/>
              </a:ext>
            </a:extLst>
          </p:cNvPr>
          <p:cNvSpPr>
            <a:spLocks noGrp="1"/>
          </p:cNvSpPr>
          <p:nvPr/>
        </p:nvSpPr>
        <p:spPr>
          <a:xfrm>
            <a:off x="41712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02_full_CA2_1328">
            <a:extLst>
              <a:ext uri="{FF2B5EF4-FFF2-40B4-BE49-F238E27FC236}">
                <a16:creationId xmlns:a16="http://schemas.microsoft.com/office/drawing/2014/main" id="{A31AA9A5-F55B-4AB0-B497-7994018BFFB4}"/>
              </a:ext>
            </a:extLst>
          </p:cNvPr>
          <p:cNvSpPr>
            <a:spLocks noGrp="1"/>
          </p:cNvSpPr>
          <p:nvPr/>
        </p:nvSpPr>
        <p:spPr>
          <a:xfrm>
            <a:off x="4180308" y="367149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02_full_CA2_1329">
            <a:extLst>
              <a:ext uri="{FF2B5EF4-FFF2-40B4-BE49-F238E27FC236}">
                <a16:creationId xmlns:a16="http://schemas.microsoft.com/office/drawing/2014/main" id="{A3605D2E-4890-4178-8E90-FD0B8CC5985B}"/>
              </a:ext>
            </a:extLst>
          </p:cNvPr>
          <p:cNvSpPr>
            <a:spLocks noGrp="1"/>
          </p:cNvSpPr>
          <p:nvPr/>
        </p:nvSpPr>
        <p:spPr>
          <a:xfrm>
            <a:off x="43098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0" name="02_full_CA2_1330">
            <a:extLst>
              <a:ext uri="{FF2B5EF4-FFF2-40B4-BE49-F238E27FC236}">
                <a16:creationId xmlns:a16="http://schemas.microsoft.com/office/drawing/2014/main" id="{DFAB31BD-FDF1-4D56-9374-CCF8B52CD0BA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02_full_CA2_1331">
            <a:extLst>
              <a:ext uri="{FF2B5EF4-FFF2-40B4-BE49-F238E27FC236}">
                <a16:creationId xmlns:a16="http://schemas.microsoft.com/office/drawing/2014/main" id="{CA056FFD-6074-4249-91EC-D53C8DA1E392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02_full_CA2_1332">
            <a:extLst>
              <a:ext uri="{FF2B5EF4-FFF2-40B4-BE49-F238E27FC236}">
                <a16:creationId xmlns:a16="http://schemas.microsoft.com/office/drawing/2014/main" id="{68AE2962-FED7-4D2A-B563-F459F5AF5C52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02_full_CA2_1333">
            <a:extLst>
              <a:ext uri="{FF2B5EF4-FFF2-40B4-BE49-F238E27FC236}">
                <a16:creationId xmlns:a16="http://schemas.microsoft.com/office/drawing/2014/main" id="{A3083251-4CF4-4066-8FD5-7B0DDB97CA63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4" name="02_full_CA2_1334">
            <a:extLst>
              <a:ext uri="{FF2B5EF4-FFF2-40B4-BE49-F238E27FC236}">
                <a16:creationId xmlns:a16="http://schemas.microsoft.com/office/drawing/2014/main" id="{138FF169-15E5-4E73-B307-B78C545A6F4C}"/>
              </a:ext>
            </a:extLst>
          </p:cNvPr>
          <p:cNvSpPr>
            <a:spLocks noGrp="1"/>
          </p:cNvSpPr>
          <p:nvPr/>
        </p:nvSpPr>
        <p:spPr>
          <a:xfrm>
            <a:off x="4344637" y="467033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02_full_CA2_1335">
            <a:extLst>
              <a:ext uri="{FF2B5EF4-FFF2-40B4-BE49-F238E27FC236}">
                <a16:creationId xmlns:a16="http://schemas.microsoft.com/office/drawing/2014/main" id="{4D10C187-2FA4-4261-A202-9C7B3481AAC9}"/>
              </a:ext>
            </a:extLst>
          </p:cNvPr>
          <p:cNvSpPr>
            <a:spLocks noGrp="1"/>
          </p:cNvSpPr>
          <p:nvPr/>
        </p:nvSpPr>
        <p:spPr>
          <a:xfrm>
            <a:off x="411203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02_full_CA2_1336">
            <a:extLst>
              <a:ext uri="{FF2B5EF4-FFF2-40B4-BE49-F238E27FC236}">
                <a16:creationId xmlns:a16="http://schemas.microsoft.com/office/drawing/2014/main" id="{C9C510DD-72C7-4F3D-95A2-898DEE7ECCA5}"/>
              </a:ext>
            </a:extLst>
          </p:cNvPr>
          <p:cNvSpPr>
            <a:spLocks noGrp="1"/>
          </p:cNvSpPr>
          <p:nvPr/>
        </p:nvSpPr>
        <p:spPr>
          <a:xfrm>
            <a:off x="419060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02_full_CA2_1337">
            <a:extLst>
              <a:ext uri="{FF2B5EF4-FFF2-40B4-BE49-F238E27FC236}">
                <a16:creationId xmlns:a16="http://schemas.microsoft.com/office/drawing/2014/main" id="{3998AAF7-54BE-43AF-8440-6F9E56C51638}"/>
              </a:ext>
            </a:extLst>
          </p:cNvPr>
          <p:cNvSpPr>
            <a:spLocks noGrp="1"/>
          </p:cNvSpPr>
          <p:nvPr/>
        </p:nvSpPr>
        <p:spPr>
          <a:xfrm>
            <a:off x="4344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8" name="02_full_CA2_1338">
            <a:extLst>
              <a:ext uri="{FF2B5EF4-FFF2-40B4-BE49-F238E27FC236}">
                <a16:creationId xmlns:a16="http://schemas.microsoft.com/office/drawing/2014/main" id="{8D8D05A5-7639-43AE-882D-A13E6D7F4071}"/>
              </a:ext>
            </a:extLst>
          </p:cNvPr>
          <p:cNvSpPr>
            <a:spLocks noGrp="1"/>
          </p:cNvSpPr>
          <p:nvPr/>
        </p:nvSpPr>
        <p:spPr>
          <a:xfrm>
            <a:off x="416464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02_full_CA2_1339">
            <a:extLst>
              <a:ext uri="{FF2B5EF4-FFF2-40B4-BE49-F238E27FC236}">
                <a16:creationId xmlns:a16="http://schemas.microsoft.com/office/drawing/2014/main" id="{654F7D60-FEE4-4900-AB43-2A2E028001C9}"/>
              </a:ext>
            </a:extLst>
          </p:cNvPr>
          <p:cNvSpPr>
            <a:spLocks noGrp="1"/>
          </p:cNvSpPr>
          <p:nvPr/>
        </p:nvSpPr>
        <p:spPr>
          <a:xfrm>
            <a:off x="419492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0" name="02_full_CA2_1340">
            <a:extLst>
              <a:ext uri="{FF2B5EF4-FFF2-40B4-BE49-F238E27FC236}">
                <a16:creationId xmlns:a16="http://schemas.microsoft.com/office/drawing/2014/main" id="{E81CDD37-BB2D-4890-91D5-F1F809EEA57E}"/>
              </a:ext>
            </a:extLst>
          </p:cNvPr>
          <p:cNvSpPr>
            <a:spLocks noGrp="1"/>
          </p:cNvSpPr>
          <p:nvPr/>
        </p:nvSpPr>
        <p:spPr>
          <a:xfrm>
            <a:off x="4100185" y="472811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02_full_CA2_1341">
            <a:extLst>
              <a:ext uri="{FF2B5EF4-FFF2-40B4-BE49-F238E27FC236}">
                <a16:creationId xmlns:a16="http://schemas.microsoft.com/office/drawing/2014/main" id="{7EB822F6-A22B-4B1F-903F-4997D81D3D18}"/>
              </a:ext>
            </a:extLst>
          </p:cNvPr>
          <p:cNvSpPr>
            <a:spLocks noGrp="1"/>
          </p:cNvSpPr>
          <p:nvPr/>
        </p:nvSpPr>
        <p:spPr>
          <a:xfrm>
            <a:off x="587795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2" name="02_full_CA2_1342">
            <a:extLst>
              <a:ext uri="{FF2B5EF4-FFF2-40B4-BE49-F238E27FC236}">
                <a16:creationId xmlns:a16="http://schemas.microsoft.com/office/drawing/2014/main" id="{C2931697-7606-4759-9B6A-50300C983EF7}"/>
              </a:ext>
            </a:extLst>
          </p:cNvPr>
          <p:cNvSpPr>
            <a:spLocks noGrp="1"/>
          </p:cNvSpPr>
          <p:nvPr/>
        </p:nvSpPr>
        <p:spPr>
          <a:xfrm>
            <a:off x="604408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02_full_CA2_1343">
            <a:extLst>
              <a:ext uri="{FF2B5EF4-FFF2-40B4-BE49-F238E27FC236}">
                <a16:creationId xmlns:a16="http://schemas.microsoft.com/office/drawing/2014/main" id="{A53BB630-51EF-4B09-981C-6EA8203EC846}"/>
              </a:ext>
            </a:extLst>
          </p:cNvPr>
          <p:cNvSpPr>
            <a:spLocks noGrp="1"/>
          </p:cNvSpPr>
          <p:nvPr/>
        </p:nvSpPr>
        <p:spPr>
          <a:xfrm>
            <a:off x="6014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02_full_CA2_1344">
            <a:extLst>
              <a:ext uri="{FF2B5EF4-FFF2-40B4-BE49-F238E27FC236}">
                <a16:creationId xmlns:a16="http://schemas.microsoft.com/office/drawing/2014/main" id="{599EC403-DEF3-458D-BBD7-C0590808F8FF}"/>
              </a:ext>
            </a:extLst>
          </p:cNvPr>
          <p:cNvSpPr>
            <a:spLocks noGrp="1"/>
          </p:cNvSpPr>
          <p:nvPr/>
        </p:nvSpPr>
        <p:spPr>
          <a:xfrm>
            <a:off x="6050777" y="30835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5" name="02_full_CA2_1345">
            <a:extLst>
              <a:ext uri="{FF2B5EF4-FFF2-40B4-BE49-F238E27FC236}">
                <a16:creationId xmlns:a16="http://schemas.microsoft.com/office/drawing/2014/main" id="{197EB29C-2DF2-4645-8224-BC1F44124503}"/>
              </a:ext>
            </a:extLst>
          </p:cNvPr>
          <p:cNvSpPr>
            <a:spLocks noGrp="1"/>
          </p:cNvSpPr>
          <p:nvPr/>
        </p:nvSpPr>
        <p:spPr>
          <a:xfrm>
            <a:off x="58977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02_full_CA2_1346">
            <a:extLst>
              <a:ext uri="{FF2B5EF4-FFF2-40B4-BE49-F238E27FC236}">
                <a16:creationId xmlns:a16="http://schemas.microsoft.com/office/drawing/2014/main" id="{0F51FAFA-A4BC-48E1-9708-B3842A9BA418}"/>
              </a:ext>
            </a:extLst>
          </p:cNvPr>
          <p:cNvSpPr>
            <a:spLocks noGrp="1"/>
          </p:cNvSpPr>
          <p:nvPr/>
        </p:nvSpPr>
        <p:spPr>
          <a:xfrm>
            <a:off x="592580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02_full_CA2_1347">
            <a:extLst>
              <a:ext uri="{FF2B5EF4-FFF2-40B4-BE49-F238E27FC236}">
                <a16:creationId xmlns:a16="http://schemas.microsoft.com/office/drawing/2014/main" id="{559FC631-DB6F-4C08-9386-68A959C0A9C3}"/>
              </a:ext>
            </a:extLst>
          </p:cNvPr>
          <p:cNvSpPr>
            <a:spLocks noGrp="1"/>
          </p:cNvSpPr>
          <p:nvPr/>
        </p:nvSpPr>
        <p:spPr>
          <a:xfrm>
            <a:off x="58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02_full_CA2_1348">
            <a:extLst>
              <a:ext uri="{FF2B5EF4-FFF2-40B4-BE49-F238E27FC236}">
                <a16:creationId xmlns:a16="http://schemas.microsoft.com/office/drawing/2014/main" id="{ABC9D694-3A9E-4F4B-AD65-3328046325BD}"/>
              </a:ext>
            </a:extLst>
          </p:cNvPr>
          <p:cNvSpPr>
            <a:spLocks noGrp="1"/>
          </p:cNvSpPr>
          <p:nvPr/>
        </p:nvSpPr>
        <p:spPr>
          <a:xfrm>
            <a:off x="59241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02_full_CA2_1349">
            <a:extLst>
              <a:ext uri="{FF2B5EF4-FFF2-40B4-BE49-F238E27FC236}">
                <a16:creationId xmlns:a16="http://schemas.microsoft.com/office/drawing/2014/main" id="{B228A418-AC53-4069-AECF-B4D332D3BBE8}"/>
              </a:ext>
            </a:extLst>
          </p:cNvPr>
          <p:cNvSpPr>
            <a:spLocks noGrp="1"/>
          </p:cNvSpPr>
          <p:nvPr/>
        </p:nvSpPr>
        <p:spPr>
          <a:xfrm>
            <a:off x="582139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02_full_CA2_1350">
            <a:extLst>
              <a:ext uri="{FF2B5EF4-FFF2-40B4-BE49-F238E27FC236}">
                <a16:creationId xmlns:a16="http://schemas.microsoft.com/office/drawing/2014/main" id="{DE65CF85-5FF3-4396-B772-817FD847BF34}"/>
              </a:ext>
            </a:extLst>
          </p:cNvPr>
          <p:cNvSpPr>
            <a:spLocks noGrp="1"/>
          </p:cNvSpPr>
          <p:nvPr/>
        </p:nvSpPr>
        <p:spPr>
          <a:xfrm>
            <a:off x="594368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1" name="02_full_CA2_1351">
            <a:extLst>
              <a:ext uri="{FF2B5EF4-FFF2-40B4-BE49-F238E27FC236}">
                <a16:creationId xmlns:a16="http://schemas.microsoft.com/office/drawing/2014/main" id="{2C0C2173-6D66-4403-84EA-7D23C7D578B3}"/>
              </a:ext>
            </a:extLst>
          </p:cNvPr>
          <p:cNvSpPr>
            <a:spLocks noGrp="1"/>
          </p:cNvSpPr>
          <p:nvPr/>
        </p:nvSpPr>
        <p:spPr>
          <a:xfrm>
            <a:off x="595893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02_full_CA2_1352">
            <a:extLst>
              <a:ext uri="{FF2B5EF4-FFF2-40B4-BE49-F238E27FC236}">
                <a16:creationId xmlns:a16="http://schemas.microsoft.com/office/drawing/2014/main" id="{FC123104-0D78-4489-AE65-73A1CEA91912}"/>
              </a:ext>
            </a:extLst>
          </p:cNvPr>
          <p:cNvSpPr>
            <a:spLocks noGrp="1"/>
          </p:cNvSpPr>
          <p:nvPr/>
        </p:nvSpPr>
        <p:spPr>
          <a:xfrm>
            <a:off x="6093469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02_full_CA2_1353">
            <a:extLst>
              <a:ext uri="{FF2B5EF4-FFF2-40B4-BE49-F238E27FC236}">
                <a16:creationId xmlns:a16="http://schemas.microsoft.com/office/drawing/2014/main" id="{C16D81E2-89BE-48BF-B29E-7C158CA57649}"/>
              </a:ext>
            </a:extLst>
          </p:cNvPr>
          <p:cNvSpPr>
            <a:spLocks noGrp="1"/>
          </p:cNvSpPr>
          <p:nvPr/>
        </p:nvSpPr>
        <p:spPr>
          <a:xfrm>
            <a:off x="6059589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02_full_CA2_1354">
            <a:extLst>
              <a:ext uri="{FF2B5EF4-FFF2-40B4-BE49-F238E27FC236}">
                <a16:creationId xmlns:a16="http://schemas.microsoft.com/office/drawing/2014/main" id="{618185EF-361E-4AC4-89E9-38DF3E562646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5" name="02_full_CA2_1355">
            <a:extLst>
              <a:ext uri="{FF2B5EF4-FFF2-40B4-BE49-F238E27FC236}">
                <a16:creationId xmlns:a16="http://schemas.microsoft.com/office/drawing/2014/main" id="{431B58C7-A319-4BB4-A34A-6201017E8A73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02_full_CA2_1356">
            <a:extLst>
              <a:ext uri="{FF2B5EF4-FFF2-40B4-BE49-F238E27FC236}">
                <a16:creationId xmlns:a16="http://schemas.microsoft.com/office/drawing/2014/main" id="{2EF6F4C6-3BB4-4B00-88E5-FC18F2680EBF}"/>
              </a:ext>
            </a:extLst>
          </p:cNvPr>
          <p:cNvSpPr>
            <a:spLocks noGrp="1"/>
          </p:cNvSpPr>
          <p:nvPr/>
        </p:nvSpPr>
        <p:spPr>
          <a:xfrm>
            <a:off x="5893383" y="37576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02_full_CA2_1357">
            <a:extLst>
              <a:ext uri="{FF2B5EF4-FFF2-40B4-BE49-F238E27FC236}">
                <a16:creationId xmlns:a16="http://schemas.microsoft.com/office/drawing/2014/main" id="{59D6BB1A-E623-4805-B361-79337B396E8C}"/>
              </a:ext>
            </a:extLst>
          </p:cNvPr>
          <p:cNvSpPr>
            <a:spLocks noGrp="1"/>
          </p:cNvSpPr>
          <p:nvPr/>
        </p:nvSpPr>
        <p:spPr>
          <a:xfrm>
            <a:off x="5804309" y="3719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02_full_CA2_1358">
            <a:extLst>
              <a:ext uri="{FF2B5EF4-FFF2-40B4-BE49-F238E27FC236}">
                <a16:creationId xmlns:a16="http://schemas.microsoft.com/office/drawing/2014/main" id="{391D15ED-7156-466C-8488-0017ED3D5A40}"/>
              </a:ext>
            </a:extLst>
          </p:cNvPr>
          <p:cNvSpPr>
            <a:spLocks noGrp="1"/>
          </p:cNvSpPr>
          <p:nvPr/>
        </p:nvSpPr>
        <p:spPr>
          <a:xfrm>
            <a:off x="6096426" y="376806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02_full_CA2_1359">
            <a:extLst>
              <a:ext uri="{FF2B5EF4-FFF2-40B4-BE49-F238E27FC236}">
                <a16:creationId xmlns:a16="http://schemas.microsoft.com/office/drawing/2014/main" id="{A1291D68-2D64-498B-AC36-E069C4990703}"/>
              </a:ext>
            </a:extLst>
          </p:cNvPr>
          <p:cNvSpPr>
            <a:spLocks noGrp="1"/>
          </p:cNvSpPr>
          <p:nvPr/>
        </p:nvSpPr>
        <p:spPr>
          <a:xfrm>
            <a:off x="585781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02_full_CA2_1360">
            <a:extLst>
              <a:ext uri="{FF2B5EF4-FFF2-40B4-BE49-F238E27FC236}">
                <a16:creationId xmlns:a16="http://schemas.microsoft.com/office/drawing/2014/main" id="{C8D84E5E-3CFD-477C-9B4B-9DB2A6F5B62C}"/>
              </a:ext>
            </a:extLst>
          </p:cNvPr>
          <p:cNvSpPr>
            <a:spLocks noGrp="1"/>
          </p:cNvSpPr>
          <p:nvPr/>
        </p:nvSpPr>
        <p:spPr>
          <a:xfrm>
            <a:off x="5969081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1" name="02_full_CA2_1361">
            <a:extLst>
              <a:ext uri="{FF2B5EF4-FFF2-40B4-BE49-F238E27FC236}">
                <a16:creationId xmlns:a16="http://schemas.microsoft.com/office/drawing/2014/main" id="{4CADD321-6812-46E7-AA7B-B9AEE4F8B27D}"/>
              </a:ext>
            </a:extLst>
          </p:cNvPr>
          <p:cNvSpPr>
            <a:spLocks noGrp="1"/>
          </p:cNvSpPr>
          <p:nvPr/>
        </p:nvSpPr>
        <p:spPr>
          <a:xfrm>
            <a:off x="60135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2" name="02_full_CA2_1362">
            <a:extLst>
              <a:ext uri="{FF2B5EF4-FFF2-40B4-BE49-F238E27FC236}">
                <a16:creationId xmlns:a16="http://schemas.microsoft.com/office/drawing/2014/main" id="{D7D9CE6C-50E0-4727-B8C0-3C71FB18E766}"/>
              </a:ext>
            </a:extLst>
          </p:cNvPr>
          <p:cNvSpPr>
            <a:spLocks noGrp="1"/>
          </p:cNvSpPr>
          <p:nvPr/>
        </p:nvSpPr>
        <p:spPr>
          <a:xfrm>
            <a:off x="6028376" y="381227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02_full_CA2_1363">
            <a:extLst>
              <a:ext uri="{FF2B5EF4-FFF2-40B4-BE49-F238E27FC236}">
                <a16:creationId xmlns:a16="http://schemas.microsoft.com/office/drawing/2014/main" id="{396CB22C-641B-4979-9D83-797B4CEDF233}"/>
              </a:ext>
            </a:extLst>
          </p:cNvPr>
          <p:cNvSpPr>
            <a:spLocks noGrp="1"/>
          </p:cNvSpPr>
          <p:nvPr/>
        </p:nvSpPr>
        <p:spPr>
          <a:xfrm>
            <a:off x="5786557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4" name="02_full_CA2_1364">
            <a:extLst>
              <a:ext uri="{FF2B5EF4-FFF2-40B4-BE49-F238E27FC236}">
                <a16:creationId xmlns:a16="http://schemas.microsoft.com/office/drawing/2014/main" id="{049C75D6-BC02-4A2A-B9A9-EEEB39DA1BEA}"/>
              </a:ext>
            </a:extLst>
          </p:cNvPr>
          <p:cNvSpPr>
            <a:spLocks noGrp="1"/>
          </p:cNvSpPr>
          <p:nvPr/>
        </p:nvSpPr>
        <p:spPr>
          <a:xfrm>
            <a:off x="582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5" name="02_full_CA2_1365">
            <a:extLst>
              <a:ext uri="{FF2B5EF4-FFF2-40B4-BE49-F238E27FC236}">
                <a16:creationId xmlns:a16="http://schemas.microsoft.com/office/drawing/2014/main" id="{3BF43F2B-D710-4169-BB81-67E327E6A4FD}"/>
              </a:ext>
            </a:extLst>
          </p:cNvPr>
          <p:cNvSpPr>
            <a:spLocks noGrp="1"/>
          </p:cNvSpPr>
          <p:nvPr/>
        </p:nvSpPr>
        <p:spPr>
          <a:xfrm>
            <a:off x="5893332" y="44317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6" name="02_full_CA2_1366">
            <a:extLst>
              <a:ext uri="{FF2B5EF4-FFF2-40B4-BE49-F238E27FC236}">
                <a16:creationId xmlns:a16="http://schemas.microsoft.com/office/drawing/2014/main" id="{0DCB918C-4E06-4F4E-9243-21B8383059CF}"/>
              </a:ext>
            </a:extLst>
          </p:cNvPr>
          <p:cNvSpPr>
            <a:spLocks noGrp="1"/>
          </p:cNvSpPr>
          <p:nvPr/>
        </p:nvSpPr>
        <p:spPr>
          <a:xfrm>
            <a:off x="5910913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7" name="02_full_CA2_1367">
            <a:extLst>
              <a:ext uri="{FF2B5EF4-FFF2-40B4-BE49-F238E27FC236}">
                <a16:creationId xmlns:a16="http://schemas.microsoft.com/office/drawing/2014/main" id="{6B887074-638C-4CF1-AA30-62B520877B05}"/>
              </a:ext>
            </a:extLst>
          </p:cNvPr>
          <p:cNvSpPr>
            <a:spLocks noGrp="1"/>
          </p:cNvSpPr>
          <p:nvPr/>
        </p:nvSpPr>
        <p:spPr>
          <a:xfrm>
            <a:off x="586720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8" name="02_full_CA2_1368">
            <a:extLst>
              <a:ext uri="{FF2B5EF4-FFF2-40B4-BE49-F238E27FC236}">
                <a16:creationId xmlns:a16="http://schemas.microsoft.com/office/drawing/2014/main" id="{C197E912-F6FE-4D02-B093-9EBB66C1A0A7}"/>
              </a:ext>
            </a:extLst>
          </p:cNvPr>
          <p:cNvSpPr>
            <a:spLocks noGrp="1"/>
          </p:cNvSpPr>
          <p:nvPr/>
        </p:nvSpPr>
        <p:spPr>
          <a:xfrm>
            <a:off x="59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9" name="02_full_CA2_1369">
            <a:extLst>
              <a:ext uri="{FF2B5EF4-FFF2-40B4-BE49-F238E27FC236}">
                <a16:creationId xmlns:a16="http://schemas.microsoft.com/office/drawing/2014/main" id="{87373EF1-26B5-4D25-9367-527C185A5965}"/>
              </a:ext>
            </a:extLst>
          </p:cNvPr>
          <p:cNvSpPr>
            <a:spLocks noGrp="1"/>
          </p:cNvSpPr>
          <p:nvPr/>
        </p:nvSpPr>
        <p:spPr>
          <a:xfrm>
            <a:off x="579626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0" name="02_full_CA2_1370">
            <a:extLst>
              <a:ext uri="{FF2B5EF4-FFF2-40B4-BE49-F238E27FC236}">
                <a16:creationId xmlns:a16="http://schemas.microsoft.com/office/drawing/2014/main" id="{CE18AE5C-B73F-4899-B46C-B5F4C144639D}"/>
              </a:ext>
            </a:extLst>
          </p:cNvPr>
          <p:cNvSpPr>
            <a:spLocks noGrp="1"/>
          </p:cNvSpPr>
          <p:nvPr/>
        </p:nvSpPr>
        <p:spPr>
          <a:xfrm>
            <a:off x="5897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1" name="02_full_CA2_1371">
            <a:extLst>
              <a:ext uri="{FF2B5EF4-FFF2-40B4-BE49-F238E27FC236}">
                <a16:creationId xmlns:a16="http://schemas.microsoft.com/office/drawing/2014/main" id="{D97D7610-2434-4639-8970-85F67B16FBF5}"/>
              </a:ext>
            </a:extLst>
          </p:cNvPr>
          <p:cNvSpPr>
            <a:spLocks noGrp="1"/>
          </p:cNvSpPr>
          <p:nvPr/>
        </p:nvSpPr>
        <p:spPr>
          <a:xfrm>
            <a:off x="60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2" name="02_full_CA2_1372">
            <a:extLst>
              <a:ext uri="{FF2B5EF4-FFF2-40B4-BE49-F238E27FC236}">
                <a16:creationId xmlns:a16="http://schemas.microsoft.com/office/drawing/2014/main" id="{796DA406-795D-4ADF-9B45-B5B0D99C7081}"/>
              </a:ext>
            </a:extLst>
          </p:cNvPr>
          <p:cNvSpPr>
            <a:spLocks noGrp="1"/>
          </p:cNvSpPr>
          <p:nvPr/>
        </p:nvSpPr>
        <p:spPr>
          <a:xfrm>
            <a:off x="58119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3" name="02_full_CA2_1373">
            <a:extLst>
              <a:ext uri="{FF2B5EF4-FFF2-40B4-BE49-F238E27FC236}">
                <a16:creationId xmlns:a16="http://schemas.microsoft.com/office/drawing/2014/main" id="{D5B91246-E3D1-45AD-91CE-64CD551BBF0D}"/>
              </a:ext>
            </a:extLst>
          </p:cNvPr>
          <p:cNvSpPr>
            <a:spLocks noGrp="1"/>
          </p:cNvSpPr>
          <p:nvPr/>
        </p:nvSpPr>
        <p:spPr>
          <a:xfrm>
            <a:off x="5804835" y="4757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4" name="02_full_CA2_1374">
            <a:extLst>
              <a:ext uri="{FF2B5EF4-FFF2-40B4-BE49-F238E27FC236}">
                <a16:creationId xmlns:a16="http://schemas.microsoft.com/office/drawing/2014/main" id="{DEA9A988-6EB8-4AD2-8D4E-57E5F91B36F3}"/>
              </a:ext>
            </a:extLst>
          </p:cNvPr>
          <p:cNvSpPr>
            <a:spLocks noGrp="1"/>
          </p:cNvSpPr>
          <p:nvPr/>
        </p:nvSpPr>
        <p:spPr>
          <a:xfrm>
            <a:off x="59651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5" name="02_full_CA2_1375">
            <a:extLst>
              <a:ext uri="{FF2B5EF4-FFF2-40B4-BE49-F238E27FC236}">
                <a16:creationId xmlns:a16="http://schemas.microsoft.com/office/drawing/2014/main" id="{BA9A789C-C329-4BCB-8B11-05C338015486}"/>
              </a:ext>
            </a:extLst>
          </p:cNvPr>
          <p:cNvSpPr>
            <a:spLocks noGrp="1"/>
          </p:cNvSpPr>
          <p:nvPr/>
        </p:nvSpPr>
        <p:spPr>
          <a:xfrm>
            <a:off x="594918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6" name="02_full_CA2_1376">
            <a:extLst>
              <a:ext uri="{FF2B5EF4-FFF2-40B4-BE49-F238E27FC236}">
                <a16:creationId xmlns:a16="http://schemas.microsoft.com/office/drawing/2014/main" id="{A696C04F-8462-4914-A6A2-46B5607388B7}"/>
              </a:ext>
            </a:extLst>
          </p:cNvPr>
          <p:cNvSpPr>
            <a:spLocks noGrp="1"/>
          </p:cNvSpPr>
          <p:nvPr/>
        </p:nvSpPr>
        <p:spPr>
          <a:xfrm>
            <a:off x="583854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7" name="02_full_CA2_1377">
            <a:extLst>
              <a:ext uri="{FF2B5EF4-FFF2-40B4-BE49-F238E27FC236}">
                <a16:creationId xmlns:a16="http://schemas.microsoft.com/office/drawing/2014/main" id="{C711A5E7-50CA-4F78-9AA0-FFC66AF3ACB8}"/>
              </a:ext>
            </a:extLst>
          </p:cNvPr>
          <p:cNvSpPr>
            <a:spLocks noGrp="1"/>
          </p:cNvSpPr>
          <p:nvPr/>
        </p:nvSpPr>
        <p:spPr>
          <a:xfrm>
            <a:off x="58969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8" name="02_full_CA2_1378">
            <a:extLst>
              <a:ext uri="{FF2B5EF4-FFF2-40B4-BE49-F238E27FC236}">
                <a16:creationId xmlns:a16="http://schemas.microsoft.com/office/drawing/2014/main" id="{36FD99D2-CFF7-48E5-814E-2CD11A6D9023}"/>
              </a:ext>
            </a:extLst>
          </p:cNvPr>
          <p:cNvSpPr>
            <a:spLocks noGrp="1"/>
          </p:cNvSpPr>
          <p:nvPr/>
        </p:nvSpPr>
        <p:spPr>
          <a:xfrm>
            <a:off x="583016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9" name="02_full_CA2_1379">
            <a:extLst>
              <a:ext uri="{FF2B5EF4-FFF2-40B4-BE49-F238E27FC236}">
                <a16:creationId xmlns:a16="http://schemas.microsoft.com/office/drawing/2014/main" id="{050F3210-780E-415E-AD78-70F77A7A7430}"/>
              </a:ext>
            </a:extLst>
          </p:cNvPr>
          <p:cNvSpPr>
            <a:spLocks noGrp="1"/>
          </p:cNvSpPr>
          <p:nvPr/>
        </p:nvSpPr>
        <p:spPr>
          <a:xfrm>
            <a:off x="603115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0" name="02_full_CA2_1380">
            <a:extLst>
              <a:ext uri="{FF2B5EF4-FFF2-40B4-BE49-F238E27FC236}">
                <a16:creationId xmlns:a16="http://schemas.microsoft.com/office/drawing/2014/main" id="{93FF5ADE-5F09-4AE4-90DA-44F309A24811}"/>
              </a:ext>
            </a:extLst>
          </p:cNvPr>
          <p:cNvSpPr>
            <a:spLocks noGrp="1"/>
          </p:cNvSpPr>
          <p:nvPr/>
        </p:nvSpPr>
        <p:spPr>
          <a:xfrm>
            <a:off x="589156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1" name="02_full_CA2_1381">
            <a:extLst>
              <a:ext uri="{FF2B5EF4-FFF2-40B4-BE49-F238E27FC236}">
                <a16:creationId xmlns:a16="http://schemas.microsoft.com/office/drawing/2014/main" id="{B0830208-7692-4DDC-8849-FD8B721244F6}"/>
              </a:ext>
            </a:extLst>
          </p:cNvPr>
          <p:cNvSpPr>
            <a:spLocks noGrp="1"/>
          </p:cNvSpPr>
          <p:nvPr/>
        </p:nvSpPr>
        <p:spPr>
          <a:xfrm>
            <a:off x="6079003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2" name="02_full_CA2_1382">
            <a:extLst>
              <a:ext uri="{FF2B5EF4-FFF2-40B4-BE49-F238E27FC236}">
                <a16:creationId xmlns:a16="http://schemas.microsoft.com/office/drawing/2014/main" id="{1A522E69-B15C-4C8D-9281-9C0A5BB7AEB3}"/>
              </a:ext>
            </a:extLst>
          </p:cNvPr>
          <p:cNvSpPr>
            <a:spLocks noGrp="1"/>
          </p:cNvSpPr>
          <p:nvPr/>
        </p:nvSpPr>
        <p:spPr>
          <a:xfrm>
            <a:off x="5870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3" name="02_full_CA2_1383">
            <a:extLst>
              <a:ext uri="{FF2B5EF4-FFF2-40B4-BE49-F238E27FC236}">
                <a16:creationId xmlns:a16="http://schemas.microsoft.com/office/drawing/2014/main" id="{0D18C03B-3149-4FE2-B920-DBCECC92A711}"/>
              </a:ext>
            </a:extLst>
          </p:cNvPr>
          <p:cNvSpPr>
            <a:spLocks noGrp="1"/>
          </p:cNvSpPr>
          <p:nvPr/>
        </p:nvSpPr>
        <p:spPr>
          <a:xfrm>
            <a:off x="60854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4" name="02_full_CA2_1384">
            <a:extLst>
              <a:ext uri="{FF2B5EF4-FFF2-40B4-BE49-F238E27FC236}">
                <a16:creationId xmlns:a16="http://schemas.microsoft.com/office/drawing/2014/main" id="{8DA60196-E7B0-4326-84B5-92DCBB689058}"/>
              </a:ext>
            </a:extLst>
          </p:cNvPr>
          <p:cNvSpPr>
            <a:spLocks noGrp="1"/>
          </p:cNvSpPr>
          <p:nvPr/>
        </p:nvSpPr>
        <p:spPr>
          <a:xfrm>
            <a:off x="5880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5" name="02_full_CA2_1385">
            <a:extLst>
              <a:ext uri="{FF2B5EF4-FFF2-40B4-BE49-F238E27FC236}">
                <a16:creationId xmlns:a16="http://schemas.microsoft.com/office/drawing/2014/main" id="{3BAEA5BB-0101-4561-93EB-AEAE4E2B7FFE}"/>
              </a:ext>
            </a:extLst>
          </p:cNvPr>
          <p:cNvSpPr>
            <a:spLocks noGrp="1"/>
          </p:cNvSpPr>
          <p:nvPr/>
        </p:nvSpPr>
        <p:spPr>
          <a:xfrm>
            <a:off x="580952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6" name="02_full_CA2_1386">
            <a:extLst>
              <a:ext uri="{FF2B5EF4-FFF2-40B4-BE49-F238E27FC236}">
                <a16:creationId xmlns:a16="http://schemas.microsoft.com/office/drawing/2014/main" id="{88FF7F1C-338D-48BC-B4E5-AD0F816929CB}"/>
              </a:ext>
            </a:extLst>
          </p:cNvPr>
          <p:cNvSpPr>
            <a:spLocks noGrp="1"/>
          </p:cNvSpPr>
          <p:nvPr/>
        </p:nvSpPr>
        <p:spPr>
          <a:xfrm>
            <a:off x="591260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7" name="02_full_CA2_1387">
            <a:extLst>
              <a:ext uri="{FF2B5EF4-FFF2-40B4-BE49-F238E27FC236}">
                <a16:creationId xmlns:a16="http://schemas.microsoft.com/office/drawing/2014/main" id="{C0F8EBC3-E9E0-4F61-981E-45655B358FA2}"/>
              </a:ext>
            </a:extLst>
          </p:cNvPr>
          <p:cNvSpPr>
            <a:spLocks noGrp="1"/>
          </p:cNvSpPr>
          <p:nvPr/>
        </p:nvSpPr>
        <p:spPr>
          <a:xfrm>
            <a:off x="5907764" y="319469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8" name="02_full_CA2_1388">
            <a:extLst>
              <a:ext uri="{FF2B5EF4-FFF2-40B4-BE49-F238E27FC236}">
                <a16:creationId xmlns:a16="http://schemas.microsoft.com/office/drawing/2014/main" id="{833258FA-94AE-4B4B-B422-B95BB0DA8AE3}"/>
              </a:ext>
            </a:extLst>
          </p:cNvPr>
          <p:cNvSpPr>
            <a:spLocks noGrp="1"/>
          </p:cNvSpPr>
          <p:nvPr/>
        </p:nvSpPr>
        <p:spPr>
          <a:xfrm>
            <a:off x="59222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9" name="02_full_CA2_1389">
            <a:extLst>
              <a:ext uri="{FF2B5EF4-FFF2-40B4-BE49-F238E27FC236}">
                <a16:creationId xmlns:a16="http://schemas.microsoft.com/office/drawing/2014/main" id="{243826BB-E683-44BC-A0FB-04BAC58E0B95}"/>
              </a:ext>
            </a:extLst>
          </p:cNvPr>
          <p:cNvSpPr>
            <a:spLocks noGrp="1"/>
          </p:cNvSpPr>
          <p:nvPr/>
        </p:nvSpPr>
        <p:spPr>
          <a:xfrm>
            <a:off x="5985090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0" name="02_full_CA2_1390">
            <a:extLst>
              <a:ext uri="{FF2B5EF4-FFF2-40B4-BE49-F238E27FC236}">
                <a16:creationId xmlns:a16="http://schemas.microsoft.com/office/drawing/2014/main" id="{F57F61AF-0EC2-4733-A034-F12F613F6FCC}"/>
              </a:ext>
            </a:extLst>
          </p:cNvPr>
          <p:cNvSpPr>
            <a:spLocks noGrp="1"/>
          </p:cNvSpPr>
          <p:nvPr/>
        </p:nvSpPr>
        <p:spPr>
          <a:xfrm>
            <a:off x="603476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1" name="02_full_CA2_1391">
            <a:extLst>
              <a:ext uri="{FF2B5EF4-FFF2-40B4-BE49-F238E27FC236}">
                <a16:creationId xmlns:a16="http://schemas.microsoft.com/office/drawing/2014/main" id="{BB6B4899-D9BF-4CF4-AFC1-71DF93BD1E55}"/>
              </a:ext>
            </a:extLst>
          </p:cNvPr>
          <p:cNvSpPr>
            <a:spLocks noGrp="1"/>
          </p:cNvSpPr>
          <p:nvPr/>
        </p:nvSpPr>
        <p:spPr>
          <a:xfrm>
            <a:off x="59793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2" name="02_full_CA2_1392">
            <a:extLst>
              <a:ext uri="{FF2B5EF4-FFF2-40B4-BE49-F238E27FC236}">
                <a16:creationId xmlns:a16="http://schemas.microsoft.com/office/drawing/2014/main" id="{955EAAE7-5C03-42DB-BE46-E320D8913B66}"/>
              </a:ext>
            </a:extLst>
          </p:cNvPr>
          <p:cNvSpPr>
            <a:spLocks noGrp="1"/>
          </p:cNvSpPr>
          <p:nvPr/>
        </p:nvSpPr>
        <p:spPr>
          <a:xfrm>
            <a:off x="592133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3" name="02_full_CA2_1393">
            <a:extLst>
              <a:ext uri="{FF2B5EF4-FFF2-40B4-BE49-F238E27FC236}">
                <a16:creationId xmlns:a16="http://schemas.microsoft.com/office/drawing/2014/main" id="{7710A047-70DF-40EB-93FD-B3A8197342A2}"/>
              </a:ext>
            </a:extLst>
          </p:cNvPr>
          <p:cNvSpPr>
            <a:spLocks noGrp="1"/>
          </p:cNvSpPr>
          <p:nvPr/>
        </p:nvSpPr>
        <p:spPr>
          <a:xfrm>
            <a:off x="6085983" y="452810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4" name="02_full_CA2_1394">
            <a:extLst>
              <a:ext uri="{FF2B5EF4-FFF2-40B4-BE49-F238E27FC236}">
                <a16:creationId xmlns:a16="http://schemas.microsoft.com/office/drawing/2014/main" id="{B6C3F03A-A79B-48B4-B601-CF4B0482EB22}"/>
              </a:ext>
            </a:extLst>
          </p:cNvPr>
          <p:cNvSpPr>
            <a:spLocks noGrp="1"/>
          </p:cNvSpPr>
          <p:nvPr/>
        </p:nvSpPr>
        <p:spPr>
          <a:xfrm>
            <a:off x="581522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5" name="02_full_CA2_1395">
            <a:extLst>
              <a:ext uri="{FF2B5EF4-FFF2-40B4-BE49-F238E27FC236}">
                <a16:creationId xmlns:a16="http://schemas.microsoft.com/office/drawing/2014/main" id="{68F68271-B7F6-4C9E-B30E-146A57379E5E}"/>
              </a:ext>
            </a:extLst>
          </p:cNvPr>
          <p:cNvSpPr>
            <a:spLocks noGrp="1"/>
          </p:cNvSpPr>
          <p:nvPr/>
        </p:nvSpPr>
        <p:spPr>
          <a:xfrm>
            <a:off x="585626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6" name="02_full_CA2_1396">
            <a:extLst>
              <a:ext uri="{FF2B5EF4-FFF2-40B4-BE49-F238E27FC236}">
                <a16:creationId xmlns:a16="http://schemas.microsoft.com/office/drawing/2014/main" id="{897565AA-F99E-4507-A8F5-760E7C22D763}"/>
              </a:ext>
            </a:extLst>
          </p:cNvPr>
          <p:cNvSpPr>
            <a:spLocks noGrp="1"/>
          </p:cNvSpPr>
          <p:nvPr/>
        </p:nvSpPr>
        <p:spPr>
          <a:xfrm>
            <a:off x="57986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7" name="02_full_CA2_1397">
            <a:extLst>
              <a:ext uri="{FF2B5EF4-FFF2-40B4-BE49-F238E27FC236}">
                <a16:creationId xmlns:a16="http://schemas.microsoft.com/office/drawing/2014/main" id="{6318E0F8-0F9E-4C2D-9186-8454454081B1}"/>
              </a:ext>
            </a:extLst>
          </p:cNvPr>
          <p:cNvSpPr>
            <a:spLocks noGrp="1"/>
          </p:cNvSpPr>
          <p:nvPr/>
        </p:nvSpPr>
        <p:spPr>
          <a:xfrm>
            <a:off x="58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8" name="02_full_CA2_1398">
            <a:extLst>
              <a:ext uri="{FF2B5EF4-FFF2-40B4-BE49-F238E27FC236}">
                <a16:creationId xmlns:a16="http://schemas.microsoft.com/office/drawing/2014/main" id="{43B24289-BE9F-480E-B464-450B5F85E744}"/>
              </a:ext>
            </a:extLst>
          </p:cNvPr>
          <p:cNvSpPr>
            <a:spLocks noGrp="1"/>
          </p:cNvSpPr>
          <p:nvPr/>
        </p:nvSpPr>
        <p:spPr>
          <a:xfrm>
            <a:off x="5952260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9" name="02_full_CA2_1399">
            <a:extLst>
              <a:ext uri="{FF2B5EF4-FFF2-40B4-BE49-F238E27FC236}">
                <a16:creationId xmlns:a16="http://schemas.microsoft.com/office/drawing/2014/main" id="{56646706-C000-4A0C-9DE8-7EB3DA1BF25C}"/>
              </a:ext>
            </a:extLst>
          </p:cNvPr>
          <p:cNvSpPr>
            <a:spLocks noGrp="1"/>
          </p:cNvSpPr>
          <p:nvPr/>
        </p:nvSpPr>
        <p:spPr>
          <a:xfrm>
            <a:off x="57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0" name="02_full_CA2_1400">
            <a:extLst>
              <a:ext uri="{FF2B5EF4-FFF2-40B4-BE49-F238E27FC236}">
                <a16:creationId xmlns:a16="http://schemas.microsoft.com/office/drawing/2014/main" id="{3C29D8B4-0C7F-40E2-BCBC-970DDE6CCCF8}"/>
              </a:ext>
            </a:extLst>
          </p:cNvPr>
          <p:cNvSpPr>
            <a:spLocks noGrp="1"/>
          </p:cNvSpPr>
          <p:nvPr/>
        </p:nvSpPr>
        <p:spPr>
          <a:xfrm>
            <a:off x="608335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1" name="02_full_CA2_1401">
            <a:extLst>
              <a:ext uri="{FF2B5EF4-FFF2-40B4-BE49-F238E27FC236}">
                <a16:creationId xmlns:a16="http://schemas.microsoft.com/office/drawing/2014/main" id="{74A93EF9-AA2A-4147-A10D-9E4FA7C4DA22}"/>
              </a:ext>
            </a:extLst>
          </p:cNvPr>
          <p:cNvSpPr>
            <a:spLocks noGrp="1"/>
          </p:cNvSpPr>
          <p:nvPr/>
        </p:nvSpPr>
        <p:spPr>
          <a:xfrm>
            <a:off x="608732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2" name="02_full_CA2_1402">
            <a:extLst>
              <a:ext uri="{FF2B5EF4-FFF2-40B4-BE49-F238E27FC236}">
                <a16:creationId xmlns:a16="http://schemas.microsoft.com/office/drawing/2014/main" id="{F3AB9672-4D83-49F3-B1F1-C043A10132DF}"/>
              </a:ext>
            </a:extLst>
          </p:cNvPr>
          <p:cNvSpPr>
            <a:spLocks noGrp="1"/>
          </p:cNvSpPr>
          <p:nvPr/>
        </p:nvSpPr>
        <p:spPr>
          <a:xfrm>
            <a:off x="5843350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3" name="02_full_CA2_1403">
            <a:extLst>
              <a:ext uri="{FF2B5EF4-FFF2-40B4-BE49-F238E27FC236}">
                <a16:creationId xmlns:a16="http://schemas.microsoft.com/office/drawing/2014/main" id="{388CFFFA-43AD-4CFF-87F6-7424FD242167}"/>
              </a:ext>
            </a:extLst>
          </p:cNvPr>
          <p:cNvSpPr>
            <a:spLocks noGrp="1"/>
          </p:cNvSpPr>
          <p:nvPr/>
        </p:nvSpPr>
        <p:spPr>
          <a:xfrm>
            <a:off x="587645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4" name="02_full_CA2_1404">
            <a:extLst>
              <a:ext uri="{FF2B5EF4-FFF2-40B4-BE49-F238E27FC236}">
                <a16:creationId xmlns:a16="http://schemas.microsoft.com/office/drawing/2014/main" id="{4592EC6E-B609-4E58-96D9-E74343964C7E}"/>
              </a:ext>
            </a:extLst>
          </p:cNvPr>
          <p:cNvSpPr>
            <a:spLocks noGrp="1"/>
          </p:cNvSpPr>
          <p:nvPr/>
        </p:nvSpPr>
        <p:spPr>
          <a:xfrm>
            <a:off x="5831403" y="414141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5" name="02_full_CA2_1405">
            <a:extLst>
              <a:ext uri="{FF2B5EF4-FFF2-40B4-BE49-F238E27FC236}">
                <a16:creationId xmlns:a16="http://schemas.microsoft.com/office/drawing/2014/main" id="{977FB1B0-9F41-4722-82A3-D495FFD5D341}"/>
              </a:ext>
            </a:extLst>
          </p:cNvPr>
          <p:cNvSpPr>
            <a:spLocks noGrp="1"/>
          </p:cNvSpPr>
          <p:nvPr/>
        </p:nvSpPr>
        <p:spPr>
          <a:xfrm>
            <a:off x="5876775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6" name="02_full_CA2_1406">
            <a:extLst>
              <a:ext uri="{FF2B5EF4-FFF2-40B4-BE49-F238E27FC236}">
                <a16:creationId xmlns:a16="http://schemas.microsoft.com/office/drawing/2014/main" id="{6A86F2CE-BA08-4C82-A7CE-3AEA0297470F}"/>
              </a:ext>
            </a:extLst>
          </p:cNvPr>
          <p:cNvSpPr>
            <a:spLocks noGrp="1"/>
          </p:cNvSpPr>
          <p:nvPr/>
        </p:nvSpPr>
        <p:spPr>
          <a:xfrm>
            <a:off x="5833082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7" name="02_full_CA2_1407">
            <a:extLst>
              <a:ext uri="{FF2B5EF4-FFF2-40B4-BE49-F238E27FC236}">
                <a16:creationId xmlns:a16="http://schemas.microsoft.com/office/drawing/2014/main" id="{D35ACD2D-296D-493E-A909-9E67703F3409}"/>
              </a:ext>
            </a:extLst>
          </p:cNvPr>
          <p:cNvSpPr>
            <a:spLocks noGrp="1"/>
          </p:cNvSpPr>
          <p:nvPr/>
        </p:nvSpPr>
        <p:spPr>
          <a:xfrm>
            <a:off x="59249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8" name="02_full_CA2_1408">
            <a:extLst>
              <a:ext uri="{FF2B5EF4-FFF2-40B4-BE49-F238E27FC236}">
                <a16:creationId xmlns:a16="http://schemas.microsoft.com/office/drawing/2014/main" id="{45342414-4E00-4CEB-9697-72D6B3C14C6E}"/>
              </a:ext>
            </a:extLst>
          </p:cNvPr>
          <p:cNvSpPr>
            <a:spLocks noGrp="1"/>
          </p:cNvSpPr>
          <p:nvPr/>
        </p:nvSpPr>
        <p:spPr>
          <a:xfrm>
            <a:off x="596174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9" name="02_full_CA2_1409">
            <a:extLst>
              <a:ext uri="{FF2B5EF4-FFF2-40B4-BE49-F238E27FC236}">
                <a16:creationId xmlns:a16="http://schemas.microsoft.com/office/drawing/2014/main" id="{E9B0FA15-D74D-4847-AA1E-8EAFD93B1F8D}"/>
              </a:ext>
            </a:extLst>
          </p:cNvPr>
          <p:cNvSpPr>
            <a:spLocks noGrp="1"/>
          </p:cNvSpPr>
          <p:nvPr/>
        </p:nvSpPr>
        <p:spPr>
          <a:xfrm>
            <a:off x="594063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0" name="02_full_CA2_1410">
            <a:extLst>
              <a:ext uri="{FF2B5EF4-FFF2-40B4-BE49-F238E27FC236}">
                <a16:creationId xmlns:a16="http://schemas.microsoft.com/office/drawing/2014/main" id="{699D65A4-29FF-4D66-BCAD-FEFB0B309BC7}"/>
              </a:ext>
            </a:extLst>
          </p:cNvPr>
          <p:cNvSpPr>
            <a:spLocks noGrp="1"/>
          </p:cNvSpPr>
          <p:nvPr/>
        </p:nvSpPr>
        <p:spPr>
          <a:xfrm>
            <a:off x="5938248" y="414859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1" name="02_full_CA2_1411">
            <a:extLst>
              <a:ext uri="{FF2B5EF4-FFF2-40B4-BE49-F238E27FC236}">
                <a16:creationId xmlns:a16="http://schemas.microsoft.com/office/drawing/2014/main" id="{7E062F87-91E4-4FF7-885A-0DC78DC17C8B}"/>
              </a:ext>
            </a:extLst>
          </p:cNvPr>
          <p:cNvSpPr>
            <a:spLocks noGrp="1"/>
          </p:cNvSpPr>
          <p:nvPr/>
        </p:nvSpPr>
        <p:spPr>
          <a:xfrm>
            <a:off x="5913730" y="3135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2" name="02_full_CA2_1412">
            <a:extLst>
              <a:ext uri="{FF2B5EF4-FFF2-40B4-BE49-F238E27FC236}">
                <a16:creationId xmlns:a16="http://schemas.microsoft.com/office/drawing/2014/main" id="{206C2A23-85F7-4554-8505-14D98ABCAE18}"/>
              </a:ext>
            </a:extLst>
          </p:cNvPr>
          <p:cNvSpPr>
            <a:spLocks noGrp="1"/>
          </p:cNvSpPr>
          <p:nvPr/>
        </p:nvSpPr>
        <p:spPr>
          <a:xfrm>
            <a:off x="58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3" name="02_full_CA2_1413">
            <a:extLst>
              <a:ext uri="{FF2B5EF4-FFF2-40B4-BE49-F238E27FC236}">
                <a16:creationId xmlns:a16="http://schemas.microsoft.com/office/drawing/2014/main" id="{D976CE4D-5FC3-4540-8BCC-AE55FE04D7B9}"/>
              </a:ext>
            </a:extLst>
          </p:cNvPr>
          <p:cNvSpPr>
            <a:spLocks noGrp="1"/>
          </p:cNvSpPr>
          <p:nvPr/>
        </p:nvSpPr>
        <p:spPr>
          <a:xfrm>
            <a:off x="58117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4" name="02_full_CA2_1414">
            <a:extLst>
              <a:ext uri="{FF2B5EF4-FFF2-40B4-BE49-F238E27FC236}">
                <a16:creationId xmlns:a16="http://schemas.microsoft.com/office/drawing/2014/main" id="{B2754FA8-DC60-47E4-833E-2B7B165A5347}"/>
              </a:ext>
            </a:extLst>
          </p:cNvPr>
          <p:cNvSpPr>
            <a:spLocks noGrp="1"/>
          </p:cNvSpPr>
          <p:nvPr/>
        </p:nvSpPr>
        <p:spPr>
          <a:xfrm>
            <a:off x="59095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5" name="02_full_CA2_1415">
            <a:extLst>
              <a:ext uri="{FF2B5EF4-FFF2-40B4-BE49-F238E27FC236}">
                <a16:creationId xmlns:a16="http://schemas.microsoft.com/office/drawing/2014/main" id="{B21048D1-56A3-4CF2-BB4F-370294E4AC5F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6" name="02_full_CA2_1416">
            <a:extLst>
              <a:ext uri="{FF2B5EF4-FFF2-40B4-BE49-F238E27FC236}">
                <a16:creationId xmlns:a16="http://schemas.microsoft.com/office/drawing/2014/main" id="{3AFD00D6-3DBD-476B-BDFC-35972F53DAED}"/>
              </a:ext>
            </a:extLst>
          </p:cNvPr>
          <p:cNvSpPr>
            <a:spLocks noGrp="1"/>
          </p:cNvSpPr>
          <p:nvPr/>
        </p:nvSpPr>
        <p:spPr>
          <a:xfrm>
            <a:off x="60326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7" name="02_full_CA2_1417">
            <a:extLst>
              <a:ext uri="{FF2B5EF4-FFF2-40B4-BE49-F238E27FC236}">
                <a16:creationId xmlns:a16="http://schemas.microsoft.com/office/drawing/2014/main" id="{DBDFA729-DB25-4DDB-8CB6-299C25BB6D4A}"/>
              </a:ext>
            </a:extLst>
          </p:cNvPr>
          <p:cNvSpPr>
            <a:spLocks noGrp="1"/>
          </p:cNvSpPr>
          <p:nvPr/>
        </p:nvSpPr>
        <p:spPr>
          <a:xfrm>
            <a:off x="5808594" y="422039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8" name="02_full_CA2_1418">
            <a:extLst>
              <a:ext uri="{FF2B5EF4-FFF2-40B4-BE49-F238E27FC236}">
                <a16:creationId xmlns:a16="http://schemas.microsoft.com/office/drawing/2014/main" id="{EDA27B61-F67D-4205-A2E7-81766A1BC4D5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9" name="02_full_CA2_1419">
            <a:extLst>
              <a:ext uri="{FF2B5EF4-FFF2-40B4-BE49-F238E27FC236}">
                <a16:creationId xmlns:a16="http://schemas.microsoft.com/office/drawing/2014/main" id="{F996888E-0849-4C3E-944D-E2AEECC790E1}"/>
              </a:ext>
            </a:extLst>
          </p:cNvPr>
          <p:cNvSpPr>
            <a:spLocks noGrp="1"/>
          </p:cNvSpPr>
          <p:nvPr/>
        </p:nvSpPr>
        <p:spPr>
          <a:xfrm>
            <a:off x="5812981" y="41454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0" name="02_full_CA2_1420">
            <a:extLst>
              <a:ext uri="{FF2B5EF4-FFF2-40B4-BE49-F238E27FC236}">
                <a16:creationId xmlns:a16="http://schemas.microsoft.com/office/drawing/2014/main" id="{9486C3A9-3567-4FD6-9A73-AD67F09774DE}"/>
              </a:ext>
            </a:extLst>
          </p:cNvPr>
          <p:cNvSpPr>
            <a:spLocks noGrp="1"/>
          </p:cNvSpPr>
          <p:nvPr/>
        </p:nvSpPr>
        <p:spPr>
          <a:xfrm>
            <a:off x="59921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1" name="02_full_CA2_1421">
            <a:extLst>
              <a:ext uri="{FF2B5EF4-FFF2-40B4-BE49-F238E27FC236}">
                <a16:creationId xmlns:a16="http://schemas.microsoft.com/office/drawing/2014/main" id="{C422F3DB-C241-44BA-8FD7-ED3F1B208AFB}"/>
              </a:ext>
            </a:extLst>
          </p:cNvPr>
          <p:cNvSpPr>
            <a:spLocks noGrp="1"/>
          </p:cNvSpPr>
          <p:nvPr/>
        </p:nvSpPr>
        <p:spPr>
          <a:xfrm>
            <a:off x="5827258" y="42114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2" name="02_full_CA2_1422">
            <a:extLst>
              <a:ext uri="{FF2B5EF4-FFF2-40B4-BE49-F238E27FC236}">
                <a16:creationId xmlns:a16="http://schemas.microsoft.com/office/drawing/2014/main" id="{690C6308-8964-486E-AB4E-6B521F9A2939}"/>
              </a:ext>
            </a:extLst>
          </p:cNvPr>
          <p:cNvSpPr>
            <a:spLocks noGrp="1"/>
          </p:cNvSpPr>
          <p:nvPr/>
        </p:nvSpPr>
        <p:spPr>
          <a:xfrm>
            <a:off x="590360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3" name="02_full_CA2_1423">
            <a:extLst>
              <a:ext uri="{FF2B5EF4-FFF2-40B4-BE49-F238E27FC236}">
                <a16:creationId xmlns:a16="http://schemas.microsoft.com/office/drawing/2014/main" id="{DAC2D18E-C4D0-475C-BFC5-25C01FA73059}"/>
              </a:ext>
            </a:extLst>
          </p:cNvPr>
          <p:cNvSpPr>
            <a:spLocks noGrp="1"/>
          </p:cNvSpPr>
          <p:nvPr/>
        </p:nvSpPr>
        <p:spPr>
          <a:xfrm>
            <a:off x="5774692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4" name="02_full_CA2_1424">
            <a:extLst>
              <a:ext uri="{FF2B5EF4-FFF2-40B4-BE49-F238E27FC236}">
                <a16:creationId xmlns:a16="http://schemas.microsoft.com/office/drawing/2014/main" id="{5EC14FB5-DB0D-4DE1-AC0C-478EEFE03860}"/>
              </a:ext>
            </a:extLst>
          </p:cNvPr>
          <p:cNvSpPr>
            <a:spLocks noGrp="1"/>
          </p:cNvSpPr>
          <p:nvPr/>
        </p:nvSpPr>
        <p:spPr>
          <a:xfrm>
            <a:off x="58719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5" name="02_full_CA2_1425">
            <a:extLst>
              <a:ext uri="{FF2B5EF4-FFF2-40B4-BE49-F238E27FC236}">
                <a16:creationId xmlns:a16="http://schemas.microsoft.com/office/drawing/2014/main" id="{FC42AE4C-CF9E-414E-BF01-14F37F71515B}"/>
              </a:ext>
            </a:extLst>
          </p:cNvPr>
          <p:cNvSpPr>
            <a:spLocks noGrp="1"/>
          </p:cNvSpPr>
          <p:nvPr/>
        </p:nvSpPr>
        <p:spPr>
          <a:xfrm>
            <a:off x="5807301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6" name="02_full_CA2_1426">
            <a:extLst>
              <a:ext uri="{FF2B5EF4-FFF2-40B4-BE49-F238E27FC236}">
                <a16:creationId xmlns:a16="http://schemas.microsoft.com/office/drawing/2014/main" id="{FEC12E21-0D38-45DC-9369-5F5146BDED60}"/>
              </a:ext>
            </a:extLst>
          </p:cNvPr>
          <p:cNvSpPr>
            <a:spLocks noGrp="1"/>
          </p:cNvSpPr>
          <p:nvPr/>
        </p:nvSpPr>
        <p:spPr>
          <a:xfrm>
            <a:off x="60137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7" name="02_full_CA2_1427">
            <a:extLst>
              <a:ext uri="{FF2B5EF4-FFF2-40B4-BE49-F238E27FC236}">
                <a16:creationId xmlns:a16="http://schemas.microsoft.com/office/drawing/2014/main" id="{40D36D9C-1ECC-4DFF-86B8-740CB6B8E553}"/>
              </a:ext>
            </a:extLst>
          </p:cNvPr>
          <p:cNvSpPr>
            <a:spLocks noGrp="1"/>
          </p:cNvSpPr>
          <p:nvPr/>
        </p:nvSpPr>
        <p:spPr>
          <a:xfrm>
            <a:off x="5895970" y="460810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8" name="02_full_CA2_1428">
            <a:extLst>
              <a:ext uri="{FF2B5EF4-FFF2-40B4-BE49-F238E27FC236}">
                <a16:creationId xmlns:a16="http://schemas.microsoft.com/office/drawing/2014/main" id="{CE093E35-885F-49BC-80E6-C3FEBEF9B004}"/>
              </a:ext>
            </a:extLst>
          </p:cNvPr>
          <p:cNvSpPr>
            <a:spLocks noGrp="1"/>
          </p:cNvSpPr>
          <p:nvPr/>
        </p:nvSpPr>
        <p:spPr>
          <a:xfrm>
            <a:off x="5834106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9" name="02_full_CA2_1429">
            <a:extLst>
              <a:ext uri="{FF2B5EF4-FFF2-40B4-BE49-F238E27FC236}">
                <a16:creationId xmlns:a16="http://schemas.microsoft.com/office/drawing/2014/main" id="{3D11E5B2-9CA7-4722-8985-BB54EC18C4D1}"/>
              </a:ext>
            </a:extLst>
          </p:cNvPr>
          <p:cNvSpPr>
            <a:spLocks noGrp="1"/>
          </p:cNvSpPr>
          <p:nvPr/>
        </p:nvSpPr>
        <p:spPr>
          <a:xfrm>
            <a:off x="5888676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0" name="02_full_CA2_1430">
            <a:extLst>
              <a:ext uri="{FF2B5EF4-FFF2-40B4-BE49-F238E27FC236}">
                <a16:creationId xmlns:a16="http://schemas.microsoft.com/office/drawing/2014/main" id="{6CB13CC5-5CAE-48FA-92B6-72FF7313E60A}"/>
              </a:ext>
            </a:extLst>
          </p:cNvPr>
          <p:cNvSpPr>
            <a:spLocks noGrp="1"/>
          </p:cNvSpPr>
          <p:nvPr/>
        </p:nvSpPr>
        <p:spPr>
          <a:xfrm>
            <a:off x="5946926" y="33588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1" name="02_full_CA2_1431">
            <a:extLst>
              <a:ext uri="{FF2B5EF4-FFF2-40B4-BE49-F238E27FC236}">
                <a16:creationId xmlns:a16="http://schemas.microsoft.com/office/drawing/2014/main" id="{328C2542-A795-41BA-9770-D66A74AE9935}"/>
              </a:ext>
            </a:extLst>
          </p:cNvPr>
          <p:cNvSpPr>
            <a:spLocks noGrp="1"/>
          </p:cNvSpPr>
          <p:nvPr/>
        </p:nvSpPr>
        <p:spPr>
          <a:xfrm>
            <a:off x="5915233" y="376484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2" name="02_full_CA2_1432">
            <a:extLst>
              <a:ext uri="{FF2B5EF4-FFF2-40B4-BE49-F238E27FC236}">
                <a16:creationId xmlns:a16="http://schemas.microsoft.com/office/drawing/2014/main" id="{69B7D58B-4C22-4B94-A6AE-96D1E458BFA9}"/>
              </a:ext>
            </a:extLst>
          </p:cNvPr>
          <p:cNvSpPr>
            <a:spLocks noGrp="1"/>
          </p:cNvSpPr>
          <p:nvPr/>
        </p:nvSpPr>
        <p:spPr>
          <a:xfrm>
            <a:off x="5966080" y="442754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3" name="02_full_CA2_1433">
            <a:extLst>
              <a:ext uri="{FF2B5EF4-FFF2-40B4-BE49-F238E27FC236}">
                <a16:creationId xmlns:a16="http://schemas.microsoft.com/office/drawing/2014/main" id="{D23A05F1-56A2-4623-BDEC-5AC9989089E3}"/>
              </a:ext>
            </a:extLst>
          </p:cNvPr>
          <p:cNvSpPr>
            <a:spLocks noGrp="1"/>
          </p:cNvSpPr>
          <p:nvPr/>
        </p:nvSpPr>
        <p:spPr>
          <a:xfrm>
            <a:off x="6071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4" name="02_full_CA2_1434">
            <a:extLst>
              <a:ext uri="{FF2B5EF4-FFF2-40B4-BE49-F238E27FC236}">
                <a16:creationId xmlns:a16="http://schemas.microsoft.com/office/drawing/2014/main" id="{272389AA-AE44-4472-B133-79DD838D01CD}"/>
              </a:ext>
            </a:extLst>
          </p:cNvPr>
          <p:cNvSpPr>
            <a:spLocks noGrp="1"/>
          </p:cNvSpPr>
          <p:nvPr/>
        </p:nvSpPr>
        <p:spPr>
          <a:xfrm>
            <a:off x="604141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5" name="02_full_CA2_1435">
            <a:extLst>
              <a:ext uri="{FF2B5EF4-FFF2-40B4-BE49-F238E27FC236}">
                <a16:creationId xmlns:a16="http://schemas.microsoft.com/office/drawing/2014/main" id="{81A62EEA-2A75-4494-8F38-385FFE3C9D9C}"/>
              </a:ext>
            </a:extLst>
          </p:cNvPr>
          <p:cNvSpPr>
            <a:spLocks noGrp="1"/>
          </p:cNvSpPr>
          <p:nvPr/>
        </p:nvSpPr>
        <p:spPr>
          <a:xfrm>
            <a:off x="587535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6" name="02_full_CA2_1436">
            <a:extLst>
              <a:ext uri="{FF2B5EF4-FFF2-40B4-BE49-F238E27FC236}">
                <a16:creationId xmlns:a16="http://schemas.microsoft.com/office/drawing/2014/main" id="{BD1433BE-37F9-447F-9FE3-AF7667F98833}"/>
              </a:ext>
            </a:extLst>
          </p:cNvPr>
          <p:cNvSpPr>
            <a:spLocks noGrp="1"/>
          </p:cNvSpPr>
          <p:nvPr/>
        </p:nvSpPr>
        <p:spPr>
          <a:xfrm>
            <a:off x="6003997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7" name="02_full_CA2_1437">
            <a:extLst>
              <a:ext uri="{FF2B5EF4-FFF2-40B4-BE49-F238E27FC236}">
                <a16:creationId xmlns:a16="http://schemas.microsoft.com/office/drawing/2014/main" id="{25B718FD-B395-4F97-B123-1133C4C12029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8" name="02_full_CA2_1438">
            <a:extLst>
              <a:ext uri="{FF2B5EF4-FFF2-40B4-BE49-F238E27FC236}">
                <a16:creationId xmlns:a16="http://schemas.microsoft.com/office/drawing/2014/main" id="{054EAB72-2247-4728-887C-CEC434A4D3E2}"/>
              </a:ext>
            </a:extLst>
          </p:cNvPr>
          <p:cNvSpPr>
            <a:spLocks noGrp="1"/>
          </p:cNvSpPr>
          <p:nvPr/>
        </p:nvSpPr>
        <p:spPr>
          <a:xfrm>
            <a:off x="58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9" name="02_full_CA2_1439">
            <a:extLst>
              <a:ext uri="{FF2B5EF4-FFF2-40B4-BE49-F238E27FC236}">
                <a16:creationId xmlns:a16="http://schemas.microsoft.com/office/drawing/2014/main" id="{B3FE00DB-61E1-4358-B2AD-C60D261640A5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0" name="02_full_CA2_1440">
            <a:extLst>
              <a:ext uri="{FF2B5EF4-FFF2-40B4-BE49-F238E27FC236}">
                <a16:creationId xmlns:a16="http://schemas.microsoft.com/office/drawing/2014/main" id="{5AC8130C-3AB9-46FE-9FB4-F06A9B1AF114}"/>
              </a:ext>
            </a:extLst>
          </p:cNvPr>
          <p:cNvSpPr>
            <a:spLocks noGrp="1"/>
          </p:cNvSpPr>
          <p:nvPr/>
        </p:nvSpPr>
        <p:spPr>
          <a:xfrm>
            <a:off x="608616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1" name="02_full_CA2_1441">
            <a:extLst>
              <a:ext uri="{FF2B5EF4-FFF2-40B4-BE49-F238E27FC236}">
                <a16:creationId xmlns:a16="http://schemas.microsoft.com/office/drawing/2014/main" id="{A72BC25B-2069-4C73-BE14-DB32792415A9}"/>
              </a:ext>
            </a:extLst>
          </p:cNvPr>
          <p:cNvSpPr>
            <a:spLocks noGrp="1"/>
          </p:cNvSpPr>
          <p:nvPr/>
        </p:nvSpPr>
        <p:spPr>
          <a:xfrm>
            <a:off x="5790967" y="36280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2" name="02_full_CA2_1442">
            <a:extLst>
              <a:ext uri="{FF2B5EF4-FFF2-40B4-BE49-F238E27FC236}">
                <a16:creationId xmlns:a16="http://schemas.microsoft.com/office/drawing/2014/main" id="{B347F7BA-1659-4296-94B1-27346CF8E493}"/>
              </a:ext>
            </a:extLst>
          </p:cNvPr>
          <p:cNvSpPr>
            <a:spLocks noGrp="1"/>
          </p:cNvSpPr>
          <p:nvPr/>
        </p:nvSpPr>
        <p:spPr>
          <a:xfrm>
            <a:off x="57832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3" name="02_full_CA2_1443">
            <a:extLst>
              <a:ext uri="{FF2B5EF4-FFF2-40B4-BE49-F238E27FC236}">
                <a16:creationId xmlns:a16="http://schemas.microsoft.com/office/drawing/2014/main" id="{CEA515D9-5D06-4FC9-A8E6-351130261280}"/>
              </a:ext>
            </a:extLst>
          </p:cNvPr>
          <p:cNvSpPr>
            <a:spLocks noGrp="1"/>
          </p:cNvSpPr>
          <p:nvPr/>
        </p:nvSpPr>
        <p:spPr>
          <a:xfrm>
            <a:off x="60620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4" name="02_full_CA2_1444">
            <a:extLst>
              <a:ext uri="{FF2B5EF4-FFF2-40B4-BE49-F238E27FC236}">
                <a16:creationId xmlns:a16="http://schemas.microsoft.com/office/drawing/2014/main" id="{66A80A6D-D8EF-4D7F-AAF6-19EAF7EC8997}"/>
              </a:ext>
            </a:extLst>
          </p:cNvPr>
          <p:cNvSpPr>
            <a:spLocks noGrp="1"/>
          </p:cNvSpPr>
          <p:nvPr/>
        </p:nvSpPr>
        <p:spPr>
          <a:xfrm>
            <a:off x="578174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5" name="02_full_CA2_1445">
            <a:extLst>
              <a:ext uri="{FF2B5EF4-FFF2-40B4-BE49-F238E27FC236}">
                <a16:creationId xmlns:a16="http://schemas.microsoft.com/office/drawing/2014/main" id="{E9C4F98C-E053-45E9-B6AC-DEBE2878FF25}"/>
              </a:ext>
            </a:extLst>
          </p:cNvPr>
          <p:cNvSpPr>
            <a:spLocks noGrp="1"/>
          </p:cNvSpPr>
          <p:nvPr/>
        </p:nvSpPr>
        <p:spPr>
          <a:xfrm>
            <a:off x="588673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6" name="02_full_CA2_1446">
            <a:extLst>
              <a:ext uri="{FF2B5EF4-FFF2-40B4-BE49-F238E27FC236}">
                <a16:creationId xmlns:a16="http://schemas.microsoft.com/office/drawing/2014/main" id="{C642B7E5-96E3-485F-8EC7-4545CBE0F5B1}"/>
              </a:ext>
            </a:extLst>
          </p:cNvPr>
          <p:cNvSpPr>
            <a:spLocks noGrp="1"/>
          </p:cNvSpPr>
          <p:nvPr/>
        </p:nvSpPr>
        <p:spPr>
          <a:xfrm>
            <a:off x="59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7" name="02_full_CA2_1447">
            <a:extLst>
              <a:ext uri="{FF2B5EF4-FFF2-40B4-BE49-F238E27FC236}">
                <a16:creationId xmlns:a16="http://schemas.microsoft.com/office/drawing/2014/main" id="{E96348BF-B3E3-42FD-83B3-B0EAD7447ED1}"/>
              </a:ext>
            </a:extLst>
          </p:cNvPr>
          <p:cNvSpPr>
            <a:spLocks noGrp="1"/>
          </p:cNvSpPr>
          <p:nvPr/>
        </p:nvSpPr>
        <p:spPr>
          <a:xfrm>
            <a:off x="5772513" y="42929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8" name="02_full_CA2_1448">
            <a:extLst>
              <a:ext uri="{FF2B5EF4-FFF2-40B4-BE49-F238E27FC236}">
                <a16:creationId xmlns:a16="http://schemas.microsoft.com/office/drawing/2014/main" id="{C923A6EA-987B-4721-A8A3-8094E4AA26CA}"/>
              </a:ext>
            </a:extLst>
          </p:cNvPr>
          <p:cNvSpPr>
            <a:spLocks noGrp="1"/>
          </p:cNvSpPr>
          <p:nvPr/>
        </p:nvSpPr>
        <p:spPr>
          <a:xfrm>
            <a:off x="5815575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9" name="02_full_CA2_1449">
            <a:extLst>
              <a:ext uri="{FF2B5EF4-FFF2-40B4-BE49-F238E27FC236}">
                <a16:creationId xmlns:a16="http://schemas.microsoft.com/office/drawing/2014/main" id="{7563423E-E8F0-49A9-8DD5-4F0EC4107CE8}"/>
              </a:ext>
            </a:extLst>
          </p:cNvPr>
          <p:cNvSpPr>
            <a:spLocks noGrp="1"/>
          </p:cNvSpPr>
          <p:nvPr/>
        </p:nvSpPr>
        <p:spPr>
          <a:xfrm>
            <a:off x="58861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0" name="02_full_CA2_1450">
            <a:extLst>
              <a:ext uri="{FF2B5EF4-FFF2-40B4-BE49-F238E27FC236}">
                <a16:creationId xmlns:a16="http://schemas.microsoft.com/office/drawing/2014/main" id="{10BED503-FFB3-4186-9008-975BA937B6CF}"/>
              </a:ext>
            </a:extLst>
          </p:cNvPr>
          <p:cNvSpPr>
            <a:spLocks noGrp="1"/>
          </p:cNvSpPr>
          <p:nvPr/>
        </p:nvSpPr>
        <p:spPr>
          <a:xfrm>
            <a:off x="58692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1" name="02_full_CA2_1451">
            <a:extLst>
              <a:ext uri="{FF2B5EF4-FFF2-40B4-BE49-F238E27FC236}">
                <a16:creationId xmlns:a16="http://schemas.microsoft.com/office/drawing/2014/main" id="{D5D1B349-29E4-4975-819D-B6776E99B302}"/>
              </a:ext>
            </a:extLst>
          </p:cNvPr>
          <p:cNvSpPr>
            <a:spLocks noGrp="1"/>
          </p:cNvSpPr>
          <p:nvPr/>
        </p:nvSpPr>
        <p:spPr>
          <a:xfrm>
            <a:off x="607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2" name="02_full_CA2_1452">
            <a:extLst>
              <a:ext uri="{FF2B5EF4-FFF2-40B4-BE49-F238E27FC236}">
                <a16:creationId xmlns:a16="http://schemas.microsoft.com/office/drawing/2014/main" id="{D6808215-CF7A-4A54-B8BB-0992D29659DD}"/>
              </a:ext>
            </a:extLst>
          </p:cNvPr>
          <p:cNvSpPr>
            <a:spLocks noGrp="1"/>
          </p:cNvSpPr>
          <p:nvPr/>
        </p:nvSpPr>
        <p:spPr>
          <a:xfrm>
            <a:off x="589328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3" name="02_full_CA2_1453">
            <a:extLst>
              <a:ext uri="{FF2B5EF4-FFF2-40B4-BE49-F238E27FC236}">
                <a16:creationId xmlns:a16="http://schemas.microsoft.com/office/drawing/2014/main" id="{35ACCFDD-3D95-4101-B73E-D1B42A708F32}"/>
              </a:ext>
            </a:extLst>
          </p:cNvPr>
          <p:cNvSpPr>
            <a:spLocks noGrp="1"/>
          </p:cNvSpPr>
          <p:nvPr/>
        </p:nvSpPr>
        <p:spPr>
          <a:xfrm>
            <a:off x="5961603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4" name="02_full_CA2_1454">
            <a:extLst>
              <a:ext uri="{FF2B5EF4-FFF2-40B4-BE49-F238E27FC236}">
                <a16:creationId xmlns:a16="http://schemas.microsoft.com/office/drawing/2014/main" id="{E6551B46-16FC-44AC-A264-FD398E27BD66}"/>
              </a:ext>
            </a:extLst>
          </p:cNvPr>
          <p:cNvSpPr>
            <a:spLocks noGrp="1"/>
          </p:cNvSpPr>
          <p:nvPr/>
        </p:nvSpPr>
        <p:spPr>
          <a:xfrm>
            <a:off x="5775508" y="372805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5" name="02_full_CA2_1455">
            <a:extLst>
              <a:ext uri="{FF2B5EF4-FFF2-40B4-BE49-F238E27FC236}">
                <a16:creationId xmlns:a16="http://schemas.microsoft.com/office/drawing/2014/main" id="{133A1E9C-69EA-42B3-B8E1-E9EC02B26ECD}"/>
              </a:ext>
            </a:extLst>
          </p:cNvPr>
          <p:cNvSpPr>
            <a:spLocks noGrp="1"/>
          </p:cNvSpPr>
          <p:nvPr/>
        </p:nvSpPr>
        <p:spPr>
          <a:xfrm>
            <a:off x="57776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6" name="02_full_CA2_1456">
            <a:extLst>
              <a:ext uri="{FF2B5EF4-FFF2-40B4-BE49-F238E27FC236}">
                <a16:creationId xmlns:a16="http://schemas.microsoft.com/office/drawing/2014/main" id="{EB35F704-8C72-43D2-9EC7-4DD122DEDA90}"/>
              </a:ext>
            </a:extLst>
          </p:cNvPr>
          <p:cNvSpPr>
            <a:spLocks noGrp="1"/>
          </p:cNvSpPr>
          <p:nvPr/>
        </p:nvSpPr>
        <p:spPr>
          <a:xfrm>
            <a:off x="5954624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7" name="02_full_CA2_1457">
            <a:extLst>
              <a:ext uri="{FF2B5EF4-FFF2-40B4-BE49-F238E27FC236}">
                <a16:creationId xmlns:a16="http://schemas.microsoft.com/office/drawing/2014/main" id="{7A14F9B2-42DB-48F6-A47A-E3A4CC70AF4C}"/>
              </a:ext>
            </a:extLst>
          </p:cNvPr>
          <p:cNvSpPr>
            <a:spLocks noGrp="1"/>
          </p:cNvSpPr>
          <p:nvPr/>
        </p:nvSpPr>
        <p:spPr>
          <a:xfrm>
            <a:off x="591450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8" name="02_full_CA2_1458">
            <a:extLst>
              <a:ext uri="{FF2B5EF4-FFF2-40B4-BE49-F238E27FC236}">
                <a16:creationId xmlns:a16="http://schemas.microsoft.com/office/drawing/2014/main" id="{58B96A1B-AB3C-49A0-B1E6-B8457FB5D3F4}"/>
              </a:ext>
            </a:extLst>
          </p:cNvPr>
          <p:cNvSpPr>
            <a:spLocks noGrp="1"/>
          </p:cNvSpPr>
          <p:nvPr/>
        </p:nvSpPr>
        <p:spPr>
          <a:xfrm>
            <a:off x="6045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9" name="02_full_CA2_1459">
            <a:extLst>
              <a:ext uri="{FF2B5EF4-FFF2-40B4-BE49-F238E27FC236}">
                <a16:creationId xmlns:a16="http://schemas.microsoft.com/office/drawing/2014/main" id="{E73461DE-3889-4D90-827E-C6DA7A855EB2}"/>
              </a:ext>
            </a:extLst>
          </p:cNvPr>
          <p:cNvSpPr>
            <a:spLocks noGrp="1"/>
          </p:cNvSpPr>
          <p:nvPr/>
        </p:nvSpPr>
        <p:spPr>
          <a:xfrm>
            <a:off x="604866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0" name="02_full_CA2_1460">
            <a:extLst>
              <a:ext uri="{FF2B5EF4-FFF2-40B4-BE49-F238E27FC236}">
                <a16:creationId xmlns:a16="http://schemas.microsoft.com/office/drawing/2014/main" id="{3A03F3B1-CE33-4B02-A6DD-3C229CA69140}"/>
              </a:ext>
            </a:extLst>
          </p:cNvPr>
          <p:cNvSpPr>
            <a:spLocks noGrp="1"/>
          </p:cNvSpPr>
          <p:nvPr/>
        </p:nvSpPr>
        <p:spPr>
          <a:xfrm>
            <a:off x="609306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1" name="02_full_CA2_1461">
            <a:extLst>
              <a:ext uri="{FF2B5EF4-FFF2-40B4-BE49-F238E27FC236}">
                <a16:creationId xmlns:a16="http://schemas.microsoft.com/office/drawing/2014/main" id="{A6644247-9F4F-49B1-BFB5-17610B46B062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2" name="02_full_CA2_1462">
            <a:extLst>
              <a:ext uri="{FF2B5EF4-FFF2-40B4-BE49-F238E27FC236}">
                <a16:creationId xmlns:a16="http://schemas.microsoft.com/office/drawing/2014/main" id="{8B005C00-FFF5-46A5-BE81-F1E40A3377A9}"/>
              </a:ext>
            </a:extLst>
          </p:cNvPr>
          <p:cNvSpPr>
            <a:spLocks noGrp="1"/>
          </p:cNvSpPr>
          <p:nvPr/>
        </p:nvSpPr>
        <p:spPr>
          <a:xfrm>
            <a:off x="5775726" y="429697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3" name="02_full_CA2_1463">
            <a:extLst>
              <a:ext uri="{FF2B5EF4-FFF2-40B4-BE49-F238E27FC236}">
                <a16:creationId xmlns:a16="http://schemas.microsoft.com/office/drawing/2014/main" id="{4CBC618F-9AB3-4DF6-89DD-6B69EF57F6A6}"/>
              </a:ext>
            </a:extLst>
          </p:cNvPr>
          <p:cNvSpPr>
            <a:spLocks noGrp="1"/>
          </p:cNvSpPr>
          <p:nvPr/>
        </p:nvSpPr>
        <p:spPr>
          <a:xfrm>
            <a:off x="5817777" y="37058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4" name="02_full_CA2_1464">
            <a:extLst>
              <a:ext uri="{FF2B5EF4-FFF2-40B4-BE49-F238E27FC236}">
                <a16:creationId xmlns:a16="http://schemas.microsoft.com/office/drawing/2014/main" id="{B6ECC8B8-1DC1-4629-BCEC-B86B90009D0B}"/>
              </a:ext>
            </a:extLst>
          </p:cNvPr>
          <p:cNvSpPr>
            <a:spLocks noGrp="1"/>
          </p:cNvSpPr>
          <p:nvPr/>
        </p:nvSpPr>
        <p:spPr>
          <a:xfrm>
            <a:off x="593354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5" name="02_full_CA2_1465">
            <a:extLst>
              <a:ext uri="{FF2B5EF4-FFF2-40B4-BE49-F238E27FC236}">
                <a16:creationId xmlns:a16="http://schemas.microsoft.com/office/drawing/2014/main" id="{9F5DF22F-AA40-4E62-B64A-75C75D3F0D6F}"/>
              </a:ext>
            </a:extLst>
          </p:cNvPr>
          <p:cNvSpPr>
            <a:spLocks noGrp="1"/>
          </p:cNvSpPr>
          <p:nvPr/>
        </p:nvSpPr>
        <p:spPr>
          <a:xfrm>
            <a:off x="60023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6" name="02_full_CA2_1466">
            <a:extLst>
              <a:ext uri="{FF2B5EF4-FFF2-40B4-BE49-F238E27FC236}">
                <a16:creationId xmlns:a16="http://schemas.microsoft.com/office/drawing/2014/main" id="{51023AA8-2CCD-4F05-95A0-D8DA8906BDE0}"/>
              </a:ext>
            </a:extLst>
          </p:cNvPr>
          <p:cNvSpPr>
            <a:spLocks noGrp="1"/>
          </p:cNvSpPr>
          <p:nvPr/>
        </p:nvSpPr>
        <p:spPr>
          <a:xfrm>
            <a:off x="581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7" name="02_full_CA2_1467">
            <a:extLst>
              <a:ext uri="{FF2B5EF4-FFF2-40B4-BE49-F238E27FC236}">
                <a16:creationId xmlns:a16="http://schemas.microsoft.com/office/drawing/2014/main" id="{9C4C1B69-DCBE-4C98-B5C1-9A10744851F8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8" name="02_full_CA2_1468">
            <a:extLst>
              <a:ext uri="{FF2B5EF4-FFF2-40B4-BE49-F238E27FC236}">
                <a16:creationId xmlns:a16="http://schemas.microsoft.com/office/drawing/2014/main" id="{0157EC98-B2E2-4140-90B2-97E53B18EB4A}"/>
              </a:ext>
            </a:extLst>
          </p:cNvPr>
          <p:cNvSpPr>
            <a:spLocks noGrp="1"/>
          </p:cNvSpPr>
          <p:nvPr/>
        </p:nvSpPr>
        <p:spPr>
          <a:xfrm>
            <a:off x="6006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9" name="02_full_CA2_1469">
            <a:extLst>
              <a:ext uri="{FF2B5EF4-FFF2-40B4-BE49-F238E27FC236}">
                <a16:creationId xmlns:a16="http://schemas.microsoft.com/office/drawing/2014/main" id="{666757F9-E13B-4257-A883-247C02443360}"/>
              </a:ext>
            </a:extLst>
          </p:cNvPr>
          <p:cNvSpPr>
            <a:spLocks noGrp="1"/>
          </p:cNvSpPr>
          <p:nvPr/>
        </p:nvSpPr>
        <p:spPr>
          <a:xfrm>
            <a:off x="5876398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0" name="02_full_CA2_1470">
            <a:extLst>
              <a:ext uri="{FF2B5EF4-FFF2-40B4-BE49-F238E27FC236}">
                <a16:creationId xmlns:a16="http://schemas.microsoft.com/office/drawing/2014/main" id="{3F4F6244-7C20-4CDC-9238-27B89E7891D5}"/>
              </a:ext>
            </a:extLst>
          </p:cNvPr>
          <p:cNvSpPr>
            <a:spLocks noGrp="1"/>
          </p:cNvSpPr>
          <p:nvPr/>
        </p:nvSpPr>
        <p:spPr>
          <a:xfrm>
            <a:off x="5853473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1" name="02_full_CA2_1471">
            <a:extLst>
              <a:ext uri="{FF2B5EF4-FFF2-40B4-BE49-F238E27FC236}">
                <a16:creationId xmlns:a16="http://schemas.microsoft.com/office/drawing/2014/main" id="{B2DB2805-0163-4528-B200-5D9C02BDA3D6}"/>
              </a:ext>
            </a:extLst>
          </p:cNvPr>
          <p:cNvSpPr>
            <a:spLocks noGrp="1"/>
          </p:cNvSpPr>
          <p:nvPr/>
        </p:nvSpPr>
        <p:spPr>
          <a:xfrm>
            <a:off x="5769837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2" name="02_full_CA2_1472">
            <a:extLst>
              <a:ext uri="{FF2B5EF4-FFF2-40B4-BE49-F238E27FC236}">
                <a16:creationId xmlns:a16="http://schemas.microsoft.com/office/drawing/2014/main" id="{7E64FDD7-AA51-4FE4-B071-4D18EF7D704E}"/>
              </a:ext>
            </a:extLst>
          </p:cNvPr>
          <p:cNvSpPr>
            <a:spLocks noGrp="1"/>
          </p:cNvSpPr>
          <p:nvPr/>
        </p:nvSpPr>
        <p:spPr>
          <a:xfrm>
            <a:off x="6050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3" name="02_full_CA2_1473">
            <a:extLst>
              <a:ext uri="{FF2B5EF4-FFF2-40B4-BE49-F238E27FC236}">
                <a16:creationId xmlns:a16="http://schemas.microsoft.com/office/drawing/2014/main" id="{9789D587-E9BB-436F-98E1-692EB78AD9E7}"/>
              </a:ext>
            </a:extLst>
          </p:cNvPr>
          <p:cNvSpPr>
            <a:spLocks noGrp="1"/>
          </p:cNvSpPr>
          <p:nvPr/>
        </p:nvSpPr>
        <p:spPr>
          <a:xfrm>
            <a:off x="608635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4" name="02_full_CA2_1474">
            <a:extLst>
              <a:ext uri="{FF2B5EF4-FFF2-40B4-BE49-F238E27FC236}">
                <a16:creationId xmlns:a16="http://schemas.microsoft.com/office/drawing/2014/main" id="{554DA05E-4025-4596-BB9C-0689EE500725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5" name="02_full_CA2_1475">
            <a:extLst>
              <a:ext uri="{FF2B5EF4-FFF2-40B4-BE49-F238E27FC236}">
                <a16:creationId xmlns:a16="http://schemas.microsoft.com/office/drawing/2014/main" id="{912DA08F-EEC1-4B6A-BCB1-23375AD2F4D7}"/>
              </a:ext>
            </a:extLst>
          </p:cNvPr>
          <p:cNvSpPr>
            <a:spLocks noGrp="1"/>
          </p:cNvSpPr>
          <p:nvPr/>
        </p:nvSpPr>
        <p:spPr>
          <a:xfrm>
            <a:off x="6040198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6" name="02_full_CA2_1476">
            <a:extLst>
              <a:ext uri="{FF2B5EF4-FFF2-40B4-BE49-F238E27FC236}">
                <a16:creationId xmlns:a16="http://schemas.microsoft.com/office/drawing/2014/main" id="{0DF9E228-C5EC-40F0-A074-768F936A89B8}"/>
              </a:ext>
            </a:extLst>
          </p:cNvPr>
          <p:cNvSpPr>
            <a:spLocks noGrp="1"/>
          </p:cNvSpPr>
          <p:nvPr/>
        </p:nvSpPr>
        <p:spPr>
          <a:xfrm>
            <a:off x="60282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7" name="02_full_CA2_1477">
            <a:extLst>
              <a:ext uri="{FF2B5EF4-FFF2-40B4-BE49-F238E27FC236}">
                <a16:creationId xmlns:a16="http://schemas.microsoft.com/office/drawing/2014/main" id="{B5F81068-E9C4-4FD5-BB07-0A291E03401C}"/>
              </a:ext>
            </a:extLst>
          </p:cNvPr>
          <p:cNvSpPr>
            <a:spLocks noGrp="1"/>
          </p:cNvSpPr>
          <p:nvPr/>
        </p:nvSpPr>
        <p:spPr>
          <a:xfrm>
            <a:off x="582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8" name="02_full_CA2_1478">
            <a:extLst>
              <a:ext uri="{FF2B5EF4-FFF2-40B4-BE49-F238E27FC236}">
                <a16:creationId xmlns:a16="http://schemas.microsoft.com/office/drawing/2014/main" id="{2A1A40AE-7F0E-41F1-9CF1-73CA863E478B}"/>
              </a:ext>
            </a:extLst>
          </p:cNvPr>
          <p:cNvSpPr>
            <a:spLocks noGrp="1"/>
          </p:cNvSpPr>
          <p:nvPr/>
        </p:nvSpPr>
        <p:spPr>
          <a:xfrm>
            <a:off x="600496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9" name="02_full_CA2_1479">
            <a:extLst>
              <a:ext uri="{FF2B5EF4-FFF2-40B4-BE49-F238E27FC236}">
                <a16:creationId xmlns:a16="http://schemas.microsoft.com/office/drawing/2014/main" id="{53C8EC76-9644-4551-B1BD-74BEADAE92DB}"/>
              </a:ext>
            </a:extLst>
          </p:cNvPr>
          <p:cNvSpPr>
            <a:spLocks noGrp="1"/>
          </p:cNvSpPr>
          <p:nvPr/>
        </p:nvSpPr>
        <p:spPr>
          <a:xfrm>
            <a:off x="5957732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0" name="02_full_CA2_1480">
            <a:extLst>
              <a:ext uri="{FF2B5EF4-FFF2-40B4-BE49-F238E27FC236}">
                <a16:creationId xmlns:a16="http://schemas.microsoft.com/office/drawing/2014/main" id="{D1DFB65C-442E-4E8C-8D45-BBF49427B571}"/>
              </a:ext>
            </a:extLst>
          </p:cNvPr>
          <p:cNvSpPr>
            <a:spLocks noGrp="1"/>
          </p:cNvSpPr>
          <p:nvPr/>
        </p:nvSpPr>
        <p:spPr>
          <a:xfrm>
            <a:off x="599568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1" name="02_full_CA2_1481">
            <a:extLst>
              <a:ext uri="{FF2B5EF4-FFF2-40B4-BE49-F238E27FC236}">
                <a16:creationId xmlns:a16="http://schemas.microsoft.com/office/drawing/2014/main" id="{FF3583FF-33BC-400E-BEFF-445E3A91A302}"/>
              </a:ext>
            </a:extLst>
          </p:cNvPr>
          <p:cNvSpPr>
            <a:spLocks noGrp="1"/>
          </p:cNvSpPr>
          <p:nvPr/>
        </p:nvSpPr>
        <p:spPr>
          <a:xfrm>
            <a:off x="59947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2" name="02_full_CA2_1482">
            <a:extLst>
              <a:ext uri="{FF2B5EF4-FFF2-40B4-BE49-F238E27FC236}">
                <a16:creationId xmlns:a16="http://schemas.microsoft.com/office/drawing/2014/main" id="{2C14C5F1-1C59-4AEA-B43F-664CAEC6BD3A}"/>
              </a:ext>
            </a:extLst>
          </p:cNvPr>
          <p:cNvSpPr>
            <a:spLocks noGrp="1"/>
          </p:cNvSpPr>
          <p:nvPr/>
        </p:nvSpPr>
        <p:spPr>
          <a:xfrm>
            <a:off x="596731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3" name="02_full_CA2_1483">
            <a:extLst>
              <a:ext uri="{FF2B5EF4-FFF2-40B4-BE49-F238E27FC236}">
                <a16:creationId xmlns:a16="http://schemas.microsoft.com/office/drawing/2014/main" id="{0C31133B-EA6F-4B8F-9DF7-DD9DF081BCC4}"/>
              </a:ext>
            </a:extLst>
          </p:cNvPr>
          <p:cNvSpPr>
            <a:spLocks noGrp="1"/>
          </p:cNvSpPr>
          <p:nvPr/>
        </p:nvSpPr>
        <p:spPr>
          <a:xfrm>
            <a:off x="582326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4" name="02_full_CA2_1484">
            <a:extLst>
              <a:ext uri="{FF2B5EF4-FFF2-40B4-BE49-F238E27FC236}">
                <a16:creationId xmlns:a16="http://schemas.microsoft.com/office/drawing/2014/main" id="{3CF4C547-C034-4913-8168-5843A4F6728A}"/>
              </a:ext>
            </a:extLst>
          </p:cNvPr>
          <p:cNvSpPr>
            <a:spLocks noGrp="1"/>
          </p:cNvSpPr>
          <p:nvPr/>
        </p:nvSpPr>
        <p:spPr>
          <a:xfrm>
            <a:off x="596756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5" name="02_full_CA2_1485">
            <a:extLst>
              <a:ext uri="{FF2B5EF4-FFF2-40B4-BE49-F238E27FC236}">
                <a16:creationId xmlns:a16="http://schemas.microsoft.com/office/drawing/2014/main" id="{A8D794D2-B788-4C48-B532-AC86D1FE01CC}"/>
              </a:ext>
            </a:extLst>
          </p:cNvPr>
          <p:cNvSpPr>
            <a:spLocks noGrp="1"/>
          </p:cNvSpPr>
          <p:nvPr/>
        </p:nvSpPr>
        <p:spPr>
          <a:xfrm>
            <a:off x="604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6" name="02_full_CA2_1486">
            <a:extLst>
              <a:ext uri="{FF2B5EF4-FFF2-40B4-BE49-F238E27FC236}">
                <a16:creationId xmlns:a16="http://schemas.microsoft.com/office/drawing/2014/main" id="{1508182E-389F-4F5B-8C9B-FDE2B4229432}"/>
              </a:ext>
            </a:extLst>
          </p:cNvPr>
          <p:cNvSpPr>
            <a:spLocks noGrp="1"/>
          </p:cNvSpPr>
          <p:nvPr/>
        </p:nvSpPr>
        <p:spPr>
          <a:xfrm>
            <a:off x="60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7" name="02_full_CA2_1487">
            <a:extLst>
              <a:ext uri="{FF2B5EF4-FFF2-40B4-BE49-F238E27FC236}">
                <a16:creationId xmlns:a16="http://schemas.microsoft.com/office/drawing/2014/main" id="{7CB80E9C-D7EB-47A3-842F-CD9CFD078862}"/>
              </a:ext>
            </a:extLst>
          </p:cNvPr>
          <p:cNvSpPr>
            <a:spLocks noGrp="1"/>
          </p:cNvSpPr>
          <p:nvPr/>
        </p:nvSpPr>
        <p:spPr>
          <a:xfrm>
            <a:off x="60832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8" name="02_full_CA2_1488">
            <a:extLst>
              <a:ext uri="{FF2B5EF4-FFF2-40B4-BE49-F238E27FC236}">
                <a16:creationId xmlns:a16="http://schemas.microsoft.com/office/drawing/2014/main" id="{3CBE3EF2-2690-49B6-A8CB-67E98419C31B}"/>
              </a:ext>
            </a:extLst>
          </p:cNvPr>
          <p:cNvSpPr>
            <a:spLocks noGrp="1"/>
          </p:cNvSpPr>
          <p:nvPr/>
        </p:nvSpPr>
        <p:spPr>
          <a:xfrm>
            <a:off x="60950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9" name="02_full_CA2_1489">
            <a:extLst>
              <a:ext uri="{FF2B5EF4-FFF2-40B4-BE49-F238E27FC236}">
                <a16:creationId xmlns:a16="http://schemas.microsoft.com/office/drawing/2014/main" id="{D6F447DF-1662-42E0-9A41-C52D56967515}"/>
              </a:ext>
            </a:extLst>
          </p:cNvPr>
          <p:cNvSpPr>
            <a:spLocks noGrp="1"/>
          </p:cNvSpPr>
          <p:nvPr/>
        </p:nvSpPr>
        <p:spPr>
          <a:xfrm>
            <a:off x="6072113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0" name="02_full_CA2_1490">
            <a:extLst>
              <a:ext uri="{FF2B5EF4-FFF2-40B4-BE49-F238E27FC236}">
                <a16:creationId xmlns:a16="http://schemas.microsoft.com/office/drawing/2014/main" id="{E09F64BD-BF47-4750-AA3E-EEE22EF2BCF1}"/>
              </a:ext>
            </a:extLst>
          </p:cNvPr>
          <p:cNvSpPr>
            <a:spLocks noGrp="1"/>
          </p:cNvSpPr>
          <p:nvPr/>
        </p:nvSpPr>
        <p:spPr>
          <a:xfrm>
            <a:off x="59680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1" name="02_full_CA2_1491">
            <a:extLst>
              <a:ext uri="{FF2B5EF4-FFF2-40B4-BE49-F238E27FC236}">
                <a16:creationId xmlns:a16="http://schemas.microsoft.com/office/drawing/2014/main" id="{1C7623A6-A10D-406E-A22F-0D5AAA27E861}"/>
              </a:ext>
            </a:extLst>
          </p:cNvPr>
          <p:cNvSpPr>
            <a:spLocks noGrp="1"/>
          </p:cNvSpPr>
          <p:nvPr/>
        </p:nvSpPr>
        <p:spPr>
          <a:xfrm>
            <a:off x="6058983" y="457938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2" name="02_full_CA2_1492">
            <a:extLst>
              <a:ext uri="{FF2B5EF4-FFF2-40B4-BE49-F238E27FC236}">
                <a16:creationId xmlns:a16="http://schemas.microsoft.com/office/drawing/2014/main" id="{91557F99-D428-4D5A-BEFA-695F5A56C8FA}"/>
              </a:ext>
            </a:extLst>
          </p:cNvPr>
          <p:cNvSpPr>
            <a:spLocks noGrp="1"/>
          </p:cNvSpPr>
          <p:nvPr/>
        </p:nvSpPr>
        <p:spPr>
          <a:xfrm>
            <a:off x="60600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3" name="02_full_CA2_1493">
            <a:extLst>
              <a:ext uri="{FF2B5EF4-FFF2-40B4-BE49-F238E27FC236}">
                <a16:creationId xmlns:a16="http://schemas.microsoft.com/office/drawing/2014/main" id="{5F8192BC-6FBF-497E-97E0-6F0BE08D6EB0}"/>
              </a:ext>
            </a:extLst>
          </p:cNvPr>
          <p:cNvSpPr>
            <a:spLocks noGrp="1"/>
          </p:cNvSpPr>
          <p:nvPr/>
        </p:nvSpPr>
        <p:spPr>
          <a:xfrm>
            <a:off x="581045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4" name="02_full_CA2_1494">
            <a:extLst>
              <a:ext uri="{FF2B5EF4-FFF2-40B4-BE49-F238E27FC236}">
                <a16:creationId xmlns:a16="http://schemas.microsoft.com/office/drawing/2014/main" id="{FE183989-726B-4EBA-8708-366A220E9E9B}"/>
              </a:ext>
            </a:extLst>
          </p:cNvPr>
          <p:cNvSpPr>
            <a:spLocks noGrp="1"/>
          </p:cNvSpPr>
          <p:nvPr/>
        </p:nvSpPr>
        <p:spPr>
          <a:xfrm>
            <a:off x="599282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5" name="02_full_CA2_1495">
            <a:extLst>
              <a:ext uri="{FF2B5EF4-FFF2-40B4-BE49-F238E27FC236}">
                <a16:creationId xmlns:a16="http://schemas.microsoft.com/office/drawing/2014/main" id="{B3B24490-A61D-4340-A777-65B95C766DCF}"/>
              </a:ext>
            </a:extLst>
          </p:cNvPr>
          <p:cNvSpPr>
            <a:spLocks noGrp="1"/>
          </p:cNvSpPr>
          <p:nvPr/>
        </p:nvSpPr>
        <p:spPr>
          <a:xfrm>
            <a:off x="5929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6" name="02_full_CA2_1496">
            <a:extLst>
              <a:ext uri="{FF2B5EF4-FFF2-40B4-BE49-F238E27FC236}">
                <a16:creationId xmlns:a16="http://schemas.microsoft.com/office/drawing/2014/main" id="{01655A58-4903-4B71-AF33-C0A97CCEAE76}"/>
              </a:ext>
            </a:extLst>
          </p:cNvPr>
          <p:cNvSpPr>
            <a:spLocks noGrp="1"/>
          </p:cNvSpPr>
          <p:nvPr/>
        </p:nvSpPr>
        <p:spPr>
          <a:xfrm>
            <a:off x="5833860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7" name="02_full_CA2_1497">
            <a:extLst>
              <a:ext uri="{FF2B5EF4-FFF2-40B4-BE49-F238E27FC236}">
                <a16:creationId xmlns:a16="http://schemas.microsoft.com/office/drawing/2014/main" id="{267751E9-478E-49A1-A140-166404F93256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8" name="02_full_CA2_1498">
            <a:extLst>
              <a:ext uri="{FF2B5EF4-FFF2-40B4-BE49-F238E27FC236}">
                <a16:creationId xmlns:a16="http://schemas.microsoft.com/office/drawing/2014/main" id="{E0C1B9CF-E1B5-44C9-A249-A7903F2CFC0B}"/>
              </a:ext>
            </a:extLst>
          </p:cNvPr>
          <p:cNvSpPr>
            <a:spLocks noGrp="1"/>
          </p:cNvSpPr>
          <p:nvPr/>
        </p:nvSpPr>
        <p:spPr>
          <a:xfrm>
            <a:off x="5985226" y="40947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9" name="02_full_CA2_1499">
            <a:extLst>
              <a:ext uri="{FF2B5EF4-FFF2-40B4-BE49-F238E27FC236}">
                <a16:creationId xmlns:a16="http://schemas.microsoft.com/office/drawing/2014/main" id="{CCB474AE-B891-4E58-9CE4-2F3C6775B552}"/>
              </a:ext>
            </a:extLst>
          </p:cNvPr>
          <p:cNvSpPr>
            <a:spLocks noGrp="1"/>
          </p:cNvSpPr>
          <p:nvPr/>
        </p:nvSpPr>
        <p:spPr>
          <a:xfrm>
            <a:off x="58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0" name="02_full_CA2_1500">
            <a:extLst>
              <a:ext uri="{FF2B5EF4-FFF2-40B4-BE49-F238E27FC236}">
                <a16:creationId xmlns:a16="http://schemas.microsoft.com/office/drawing/2014/main" id="{990A1280-8ABA-4033-9FA5-AF8DE68725CF}"/>
              </a:ext>
            </a:extLst>
          </p:cNvPr>
          <p:cNvSpPr>
            <a:spLocks noGrp="1"/>
          </p:cNvSpPr>
          <p:nvPr/>
        </p:nvSpPr>
        <p:spPr>
          <a:xfrm>
            <a:off x="5811841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1" name="02_full_CA2_1501">
            <a:extLst>
              <a:ext uri="{FF2B5EF4-FFF2-40B4-BE49-F238E27FC236}">
                <a16:creationId xmlns:a16="http://schemas.microsoft.com/office/drawing/2014/main" id="{FFFB3F29-2795-41EF-8FF3-5A318CF7A7DB}"/>
              </a:ext>
            </a:extLst>
          </p:cNvPr>
          <p:cNvSpPr>
            <a:spLocks noGrp="1"/>
          </p:cNvSpPr>
          <p:nvPr/>
        </p:nvSpPr>
        <p:spPr>
          <a:xfrm>
            <a:off x="59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2" name="02_full_CA2_1502">
            <a:extLst>
              <a:ext uri="{FF2B5EF4-FFF2-40B4-BE49-F238E27FC236}">
                <a16:creationId xmlns:a16="http://schemas.microsoft.com/office/drawing/2014/main" id="{4A6F8CD1-D43A-48A1-AE02-07A156704F8F}"/>
              </a:ext>
            </a:extLst>
          </p:cNvPr>
          <p:cNvSpPr>
            <a:spLocks noGrp="1"/>
          </p:cNvSpPr>
          <p:nvPr/>
        </p:nvSpPr>
        <p:spPr>
          <a:xfrm>
            <a:off x="59915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3" name="02_full_CA2_1503">
            <a:extLst>
              <a:ext uri="{FF2B5EF4-FFF2-40B4-BE49-F238E27FC236}">
                <a16:creationId xmlns:a16="http://schemas.microsoft.com/office/drawing/2014/main" id="{77BE0D31-2D02-4AFE-AD49-069C5C5CD760}"/>
              </a:ext>
            </a:extLst>
          </p:cNvPr>
          <p:cNvSpPr>
            <a:spLocks noGrp="1"/>
          </p:cNvSpPr>
          <p:nvPr/>
        </p:nvSpPr>
        <p:spPr>
          <a:xfrm>
            <a:off x="585771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4" name="02_full_CA2_1504">
            <a:extLst>
              <a:ext uri="{FF2B5EF4-FFF2-40B4-BE49-F238E27FC236}">
                <a16:creationId xmlns:a16="http://schemas.microsoft.com/office/drawing/2014/main" id="{4A0F1590-FDF2-4DB4-94BA-7E6EA7E66AEE}"/>
              </a:ext>
            </a:extLst>
          </p:cNvPr>
          <p:cNvSpPr>
            <a:spLocks noGrp="1"/>
          </p:cNvSpPr>
          <p:nvPr/>
        </p:nvSpPr>
        <p:spPr>
          <a:xfrm>
            <a:off x="6024672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5" name="02_full_CA2_1505">
            <a:extLst>
              <a:ext uri="{FF2B5EF4-FFF2-40B4-BE49-F238E27FC236}">
                <a16:creationId xmlns:a16="http://schemas.microsoft.com/office/drawing/2014/main" id="{C5C9D2AD-DBED-4045-AF11-567EF8D83F62}"/>
              </a:ext>
            </a:extLst>
          </p:cNvPr>
          <p:cNvSpPr>
            <a:spLocks noGrp="1"/>
          </p:cNvSpPr>
          <p:nvPr/>
        </p:nvSpPr>
        <p:spPr>
          <a:xfrm>
            <a:off x="601371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6" name="02_full_CA2_1506">
            <a:extLst>
              <a:ext uri="{FF2B5EF4-FFF2-40B4-BE49-F238E27FC236}">
                <a16:creationId xmlns:a16="http://schemas.microsoft.com/office/drawing/2014/main" id="{8D9D8473-1E28-4641-9FBD-2591BBF5A479}"/>
              </a:ext>
            </a:extLst>
          </p:cNvPr>
          <p:cNvSpPr>
            <a:spLocks noGrp="1"/>
          </p:cNvSpPr>
          <p:nvPr/>
        </p:nvSpPr>
        <p:spPr>
          <a:xfrm>
            <a:off x="59212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7" name="02_full_CA2_1507">
            <a:extLst>
              <a:ext uri="{FF2B5EF4-FFF2-40B4-BE49-F238E27FC236}">
                <a16:creationId xmlns:a16="http://schemas.microsoft.com/office/drawing/2014/main" id="{F081E0FF-FF9F-4F23-8A0C-319706A1A5E1}"/>
              </a:ext>
            </a:extLst>
          </p:cNvPr>
          <p:cNvSpPr>
            <a:spLocks noGrp="1"/>
          </p:cNvSpPr>
          <p:nvPr/>
        </p:nvSpPr>
        <p:spPr>
          <a:xfrm>
            <a:off x="5930308" y="367149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8" name="02_full_CA2_1508">
            <a:extLst>
              <a:ext uri="{FF2B5EF4-FFF2-40B4-BE49-F238E27FC236}">
                <a16:creationId xmlns:a16="http://schemas.microsoft.com/office/drawing/2014/main" id="{885E1A50-7F6A-4B88-8C80-D67066206833}"/>
              </a:ext>
            </a:extLst>
          </p:cNvPr>
          <p:cNvSpPr>
            <a:spLocks noGrp="1"/>
          </p:cNvSpPr>
          <p:nvPr/>
        </p:nvSpPr>
        <p:spPr>
          <a:xfrm>
            <a:off x="60598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9" name="02_full_CA2_1509">
            <a:extLst>
              <a:ext uri="{FF2B5EF4-FFF2-40B4-BE49-F238E27FC236}">
                <a16:creationId xmlns:a16="http://schemas.microsoft.com/office/drawing/2014/main" id="{CD028B24-9BBC-44CD-B368-A4AA1FE2E11E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0" name="02_full_CA2_1510">
            <a:extLst>
              <a:ext uri="{FF2B5EF4-FFF2-40B4-BE49-F238E27FC236}">
                <a16:creationId xmlns:a16="http://schemas.microsoft.com/office/drawing/2014/main" id="{86F0AC50-992D-4E5F-8A7E-CA3E62CD3F49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1" name="02_full_CA2_1511">
            <a:extLst>
              <a:ext uri="{FF2B5EF4-FFF2-40B4-BE49-F238E27FC236}">
                <a16:creationId xmlns:a16="http://schemas.microsoft.com/office/drawing/2014/main" id="{9AA8D8BB-C618-49F9-8C73-D4A9A78BCE72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2" name="02_full_CA2_1512">
            <a:extLst>
              <a:ext uri="{FF2B5EF4-FFF2-40B4-BE49-F238E27FC236}">
                <a16:creationId xmlns:a16="http://schemas.microsoft.com/office/drawing/2014/main" id="{3D363C95-D9C1-4088-8DF9-6295C0AAFF4A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3" name="02_full_CA2_1513">
            <a:extLst>
              <a:ext uri="{FF2B5EF4-FFF2-40B4-BE49-F238E27FC236}">
                <a16:creationId xmlns:a16="http://schemas.microsoft.com/office/drawing/2014/main" id="{1B21D538-E3BF-4E27-A7E8-646A33131E95}"/>
              </a:ext>
            </a:extLst>
          </p:cNvPr>
          <p:cNvSpPr>
            <a:spLocks noGrp="1"/>
          </p:cNvSpPr>
          <p:nvPr/>
        </p:nvSpPr>
        <p:spPr>
          <a:xfrm>
            <a:off x="6094637" y="467033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4" name="02_full_CA2_1514">
            <a:extLst>
              <a:ext uri="{FF2B5EF4-FFF2-40B4-BE49-F238E27FC236}">
                <a16:creationId xmlns:a16="http://schemas.microsoft.com/office/drawing/2014/main" id="{B189EAB2-1A44-4AC3-B397-082F6DE364BC}"/>
              </a:ext>
            </a:extLst>
          </p:cNvPr>
          <p:cNvSpPr>
            <a:spLocks noGrp="1"/>
          </p:cNvSpPr>
          <p:nvPr/>
        </p:nvSpPr>
        <p:spPr>
          <a:xfrm>
            <a:off x="586203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5" name="02_full_CA2_1515">
            <a:extLst>
              <a:ext uri="{FF2B5EF4-FFF2-40B4-BE49-F238E27FC236}">
                <a16:creationId xmlns:a16="http://schemas.microsoft.com/office/drawing/2014/main" id="{BEDB1F12-3898-41F9-BB98-515EC7C2EAE8}"/>
              </a:ext>
            </a:extLst>
          </p:cNvPr>
          <p:cNvSpPr>
            <a:spLocks noGrp="1"/>
          </p:cNvSpPr>
          <p:nvPr/>
        </p:nvSpPr>
        <p:spPr>
          <a:xfrm>
            <a:off x="594060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6" name="02_full_CA2_1516">
            <a:extLst>
              <a:ext uri="{FF2B5EF4-FFF2-40B4-BE49-F238E27FC236}">
                <a16:creationId xmlns:a16="http://schemas.microsoft.com/office/drawing/2014/main" id="{E0A52569-5192-47D2-A79B-6822235344BF}"/>
              </a:ext>
            </a:extLst>
          </p:cNvPr>
          <p:cNvSpPr>
            <a:spLocks noGrp="1"/>
          </p:cNvSpPr>
          <p:nvPr/>
        </p:nvSpPr>
        <p:spPr>
          <a:xfrm>
            <a:off x="6094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7" name="02_full_CA2_1517">
            <a:extLst>
              <a:ext uri="{FF2B5EF4-FFF2-40B4-BE49-F238E27FC236}">
                <a16:creationId xmlns:a16="http://schemas.microsoft.com/office/drawing/2014/main" id="{68C05215-CB49-48A7-9FCC-4CC82A6BBF63}"/>
              </a:ext>
            </a:extLst>
          </p:cNvPr>
          <p:cNvSpPr>
            <a:spLocks noGrp="1"/>
          </p:cNvSpPr>
          <p:nvPr/>
        </p:nvSpPr>
        <p:spPr>
          <a:xfrm>
            <a:off x="591464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8" name="02_full_CA2_1518">
            <a:extLst>
              <a:ext uri="{FF2B5EF4-FFF2-40B4-BE49-F238E27FC236}">
                <a16:creationId xmlns:a16="http://schemas.microsoft.com/office/drawing/2014/main" id="{53B933EB-D888-4D7A-AA0C-A708D59A555A}"/>
              </a:ext>
            </a:extLst>
          </p:cNvPr>
          <p:cNvSpPr>
            <a:spLocks noGrp="1"/>
          </p:cNvSpPr>
          <p:nvPr/>
        </p:nvSpPr>
        <p:spPr>
          <a:xfrm>
            <a:off x="594492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9" name="02_full_CA2_1519">
            <a:extLst>
              <a:ext uri="{FF2B5EF4-FFF2-40B4-BE49-F238E27FC236}">
                <a16:creationId xmlns:a16="http://schemas.microsoft.com/office/drawing/2014/main" id="{B35A7AE6-94E3-4BB2-BF8B-3FF78C049A56}"/>
              </a:ext>
            </a:extLst>
          </p:cNvPr>
          <p:cNvSpPr>
            <a:spLocks noGrp="1"/>
          </p:cNvSpPr>
          <p:nvPr/>
        </p:nvSpPr>
        <p:spPr>
          <a:xfrm>
            <a:off x="5850185" y="472811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0" name="02_full_CA2_1520">
            <a:extLst>
              <a:ext uri="{FF2B5EF4-FFF2-40B4-BE49-F238E27FC236}">
                <a16:creationId xmlns:a16="http://schemas.microsoft.com/office/drawing/2014/main" id="{2469D502-9527-491A-B1BA-14DFC8B3E22A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751" name="02_full_CA2_1521">
            <a:extLst>
              <a:ext uri="{FF2B5EF4-FFF2-40B4-BE49-F238E27FC236}">
                <a16:creationId xmlns:a16="http://schemas.microsoft.com/office/drawing/2014/main" id="{9E3801F9-B25A-43B1-A4F3-BC6491A66A78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752" name="text_1522">
            <a:extLst>
              <a:ext uri="{FF2B5EF4-FFF2-40B4-BE49-F238E27FC236}">
                <a16:creationId xmlns:a16="http://schemas.microsoft.com/office/drawing/2014/main" id="{2CF197EC-DBDE-4DDC-A485-7A417BC23CA7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039622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Find+Match · CA2</a:t>
            </a:r>
          </a:p>
        </p:txBody>
      </p:sp>
      <p:sp>
        <p:nvSpPr>
          <p:cNvPr id="753" name="02_full_CA2_1523">
            <a:extLst>
              <a:ext uri="{FF2B5EF4-FFF2-40B4-BE49-F238E27FC236}">
                <a16:creationId xmlns:a16="http://schemas.microsoft.com/office/drawing/2014/main" id="{420C3C59-B523-4BD3-9B8C-D8D1AD576784}"/>
              </a:ext>
            </a:extLst>
          </p:cNvPr>
          <p:cNvSpPr>
            <a:spLocks noGrp="1"/>
          </p:cNvSpPr>
          <p:nvPr/>
        </p:nvSpPr>
        <p:spPr>
          <a:xfrm>
            <a:off x="700500" y="3715451"/>
            <a:ext cx="5250000" cy="1097291"/>
          </a:xfrm>
          <a:custGeom>
            <a:avLst/>
            <a:gdLst/>
            <a:ahLst/>
            <a:cxnLst/>
            <a:rect l="0" t="0" r="0" b="0"/>
            <a:pathLst>
              <a:path w="5250000" h="1097291">
                <a:moveTo>
                  <a:pt x="0" y="1097291"/>
                </a:moveTo>
                <a:lnTo>
                  <a:pt x="48611" y="1095927"/>
                </a:lnTo>
                <a:lnTo>
                  <a:pt x="49457" y="1095572"/>
                </a:lnTo>
                <a:lnTo>
                  <a:pt x="67308" y="1094357"/>
                </a:lnTo>
                <a:lnTo>
                  <a:pt x="68478" y="1092551"/>
                </a:lnTo>
                <a:lnTo>
                  <a:pt x="86066" y="1091243"/>
                </a:lnTo>
                <a:lnTo>
                  <a:pt x="86066" y="1091072"/>
                </a:lnTo>
                <a:lnTo>
                  <a:pt x="90909" y="1089699"/>
                </a:lnTo>
                <a:lnTo>
                  <a:pt x="92105" y="1089082"/>
                </a:lnTo>
                <a:lnTo>
                  <a:pt x="97222" y="1089060"/>
                </a:lnTo>
                <a:lnTo>
                  <a:pt x="98485" y="1086987"/>
                </a:lnTo>
                <a:lnTo>
                  <a:pt x="109375" y="1086874"/>
                </a:lnTo>
                <a:lnTo>
                  <a:pt x="110326" y="1085547"/>
                </a:lnTo>
                <a:lnTo>
                  <a:pt x="116667" y="1085175"/>
                </a:lnTo>
                <a:lnTo>
                  <a:pt x="117935" y="1083936"/>
                </a:lnTo>
                <a:lnTo>
                  <a:pt x="125000" y="1083913"/>
                </a:lnTo>
                <a:lnTo>
                  <a:pt x="125543" y="1080538"/>
                </a:lnTo>
                <a:lnTo>
                  <a:pt x="134615" y="1080296"/>
                </a:lnTo>
                <a:lnTo>
                  <a:pt x="134615" y="1078959"/>
                </a:lnTo>
                <a:lnTo>
                  <a:pt x="145833" y="1078698"/>
                </a:lnTo>
                <a:lnTo>
                  <a:pt x="145833" y="1071716"/>
                </a:lnTo>
                <a:lnTo>
                  <a:pt x="166667" y="1070454"/>
                </a:lnTo>
                <a:lnTo>
                  <a:pt x="167391" y="1069934"/>
                </a:lnTo>
                <a:lnTo>
                  <a:pt x="175000" y="1069741"/>
                </a:lnTo>
                <a:lnTo>
                  <a:pt x="175000" y="1067632"/>
                </a:lnTo>
                <a:lnTo>
                  <a:pt x="187500" y="1066416"/>
                </a:lnTo>
                <a:lnTo>
                  <a:pt x="187500" y="1066044"/>
                </a:lnTo>
                <a:lnTo>
                  <a:pt x="194444" y="1065953"/>
                </a:lnTo>
                <a:lnTo>
                  <a:pt x="194444" y="1061608"/>
                </a:lnTo>
                <a:lnTo>
                  <a:pt x="218750" y="1060374"/>
                </a:lnTo>
                <a:lnTo>
                  <a:pt x="219697" y="1050117"/>
                </a:lnTo>
                <a:lnTo>
                  <a:pt x="233333" y="1049564"/>
                </a:lnTo>
                <a:lnTo>
                  <a:pt x="233333" y="1048695"/>
                </a:lnTo>
                <a:lnTo>
                  <a:pt x="250000" y="1047821"/>
                </a:lnTo>
                <a:lnTo>
                  <a:pt x="251087" y="1038690"/>
                </a:lnTo>
                <a:lnTo>
                  <a:pt x="262500" y="1038278"/>
                </a:lnTo>
                <a:lnTo>
                  <a:pt x="262500" y="1036517"/>
                </a:lnTo>
                <a:lnTo>
                  <a:pt x="269231" y="1036472"/>
                </a:lnTo>
                <a:lnTo>
                  <a:pt x="270109" y="1034711"/>
                </a:lnTo>
                <a:lnTo>
                  <a:pt x="291667" y="1033682"/>
                </a:lnTo>
                <a:lnTo>
                  <a:pt x="292935" y="1008583"/>
                </a:lnTo>
                <a:lnTo>
                  <a:pt x="318182" y="1007446"/>
                </a:lnTo>
                <a:lnTo>
                  <a:pt x="319565" y="1006431"/>
                </a:lnTo>
                <a:lnTo>
                  <a:pt x="333333" y="1005341"/>
                </a:lnTo>
                <a:lnTo>
                  <a:pt x="333333" y="1004844"/>
                </a:lnTo>
                <a:lnTo>
                  <a:pt x="344262" y="1003439"/>
                </a:lnTo>
                <a:lnTo>
                  <a:pt x="344262" y="1003268"/>
                </a:lnTo>
                <a:lnTo>
                  <a:pt x="350000" y="1003200"/>
                </a:lnTo>
                <a:lnTo>
                  <a:pt x="350000" y="994661"/>
                </a:lnTo>
                <a:lnTo>
                  <a:pt x="368421" y="993620"/>
                </a:lnTo>
                <a:lnTo>
                  <a:pt x="369022" y="993048"/>
                </a:lnTo>
                <a:lnTo>
                  <a:pt x="375000" y="992832"/>
                </a:lnTo>
                <a:lnTo>
                  <a:pt x="375000" y="989852"/>
                </a:lnTo>
                <a:lnTo>
                  <a:pt x="388889" y="989477"/>
                </a:lnTo>
                <a:lnTo>
                  <a:pt x="388889" y="986001"/>
                </a:lnTo>
                <a:lnTo>
                  <a:pt x="403846" y="985775"/>
                </a:lnTo>
                <a:lnTo>
                  <a:pt x="403846" y="984438"/>
                </a:lnTo>
                <a:lnTo>
                  <a:pt x="437500" y="983430"/>
                </a:lnTo>
                <a:lnTo>
                  <a:pt x="437500" y="934121"/>
                </a:lnTo>
                <a:lnTo>
                  <a:pt x="466667" y="933213"/>
                </a:lnTo>
                <a:lnTo>
                  <a:pt x="466667" y="932343"/>
                </a:lnTo>
                <a:lnTo>
                  <a:pt x="471154" y="932298"/>
                </a:lnTo>
                <a:lnTo>
                  <a:pt x="471154" y="930560"/>
                </a:lnTo>
                <a:lnTo>
                  <a:pt x="483152" y="929162"/>
                </a:lnTo>
                <a:lnTo>
                  <a:pt x="483152" y="929139"/>
                </a:lnTo>
                <a:lnTo>
                  <a:pt x="493590" y="927755"/>
                </a:lnTo>
                <a:lnTo>
                  <a:pt x="494565" y="927599"/>
                </a:lnTo>
                <a:lnTo>
                  <a:pt x="500000" y="927403"/>
                </a:lnTo>
                <a:lnTo>
                  <a:pt x="500000" y="918294"/>
                </a:lnTo>
                <a:lnTo>
                  <a:pt x="525000" y="917500"/>
                </a:lnTo>
                <a:lnTo>
                  <a:pt x="525000" y="916260"/>
                </a:lnTo>
                <a:lnTo>
                  <a:pt x="538462" y="916035"/>
                </a:lnTo>
                <a:lnTo>
                  <a:pt x="538462" y="914297"/>
                </a:lnTo>
                <a:lnTo>
                  <a:pt x="546875" y="913847"/>
                </a:lnTo>
                <a:lnTo>
                  <a:pt x="547826" y="911869"/>
                </a:lnTo>
                <a:lnTo>
                  <a:pt x="583333" y="910718"/>
                </a:lnTo>
                <a:lnTo>
                  <a:pt x="583333" y="857184"/>
                </a:lnTo>
                <a:lnTo>
                  <a:pt x="605769" y="856531"/>
                </a:lnTo>
                <a:lnTo>
                  <a:pt x="606061" y="855149"/>
                </a:lnTo>
                <a:lnTo>
                  <a:pt x="620968" y="853842"/>
                </a:lnTo>
                <a:lnTo>
                  <a:pt x="621212" y="853685"/>
                </a:lnTo>
                <a:lnTo>
                  <a:pt x="625000" y="853685"/>
                </a:lnTo>
                <a:lnTo>
                  <a:pt x="625000" y="852195"/>
                </a:lnTo>
                <a:lnTo>
                  <a:pt x="656250" y="851024"/>
                </a:lnTo>
                <a:lnTo>
                  <a:pt x="656250" y="841464"/>
                </a:lnTo>
                <a:lnTo>
                  <a:pt x="673077" y="840163"/>
                </a:lnTo>
                <a:lnTo>
                  <a:pt x="673077" y="838826"/>
                </a:lnTo>
                <a:lnTo>
                  <a:pt x="688587" y="837426"/>
                </a:lnTo>
                <a:lnTo>
                  <a:pt x="689394" y="837358"/>
                </a:lnTo>
                <a:lnTo>
                  <a:pt x="700000" y="837045"/>
                </a:lnTo>
                <a:lnTo>
                  <a:pt x="700000" y="824878"/>
                </a:lnTo>
                <a:lnTo>
                  <a:pt x="729167" y="824090"/>
                </a:lnTo>
                <a:lnTo>
                  <a:pt x="730435" y="817984"/>
                </a:lnTo>
                <a:lnTo>
                  <a:pt x="740385" y="817216"/>
                </a:lnTo>
                <a:lnTo>
                  <a:pt x="740385" y="815879"/>
                </a:lnTo>
                <a:lnTo>
                  <a:pt x="750000" y="815811"/>
                </a:lnTo>
                <a:lnTo>
                  <a:pt x="750000" y="810845"/>
                </a:lnTo>
                <a:lnTo>
                  <a:pt x="777778" y="810296"/>
                </a:lnTo>
                <a:lnTo>
                  <a:pt x="777778" y="806820"/>
                </a:lnTo>
                <a:lnTo>
                  <a:pt x="787500" y="806175"/>
                </a:lnTo>
                <a:lnTo>
                  <a:pt x="787879" y="804891"/>
                </a:lnTo>
                <a:lnTo>
                  <a:pt x="802083" y="803808"/>
                </a:lnTo>
                <a:lnTo>
                  <a:pt x="802717" y="803351"/>
                </a:lnTo>
                <a:lnTo>
                  <a:pt x="811594" y="801991"/>
                </a:lnTo>
                <a:lnTo>
                  <a:pt x="811594" y="801840"/>
                </a:lnTo>
                <a:lnTo>
                  <a:pt x="833333" y="800802"/>
                </a:lnTo>
                <a:lnTo>
                  <a:pt x="833333" y="800306"/>
                </a:lnTo>
                <a:lnTo>
                  <a:pt x="875000" y="799104"/>
                </a:lnTo>
                <a:lnTo>
                  <a:pt x="875000" y="630117"/>
                </a:lnTo>
                <a:lnTo>
                  <a:pt x="916667" y="629133"/>
                </a:lnTo>
                <a:lnTo>
                  <a:pt x="916848" y="628568"/>
                </a:lnTo>
                <a:lnTo>
                  <a:pt x="942308" y="627307"/>
                </a:lnTo>
                <a:lnTo>
                  <a:pt x="943478" y="625145"/>
                </a:lnTo>
                <a:lnTo>
                  <a:pt x="954891" y="623739"/>
                </a:lnTo>
                <a:lnTo>
                  <a:pt x="954891" y="623717"/>
                </a:lnTo>
                <a:lnTo>
                  <a:pt x="965517" y="622366"/>
                </a:lnTo>
                <a:lnTo>
                  <a:pt x="965517" y="622007"/>
                </a:lnTo>
                <a:lnTo>
                  <a:pt x="972222" y="621984"/>
                </a:lnTo>
                <a:lnTo>
                  <a:pt x="972222" y="617928"/>
                </a:lnTo>
                <a:lnTo>
                  <a:pt x="1000000" y="616699"/>
                </a:lnTo>
                <a:lnTo>
                  <a:pt x="1000543" y="613201"/>
                </a:lnTo>
                <a:lnTo>
                  <a:pt x="1020833" y="612017"/>
                </a:lnTo>
                <a:lnTo>
                  <a:pt x="1020833" y="607237"/>
                </a:lnTo>
                <a:lnTo>
                  <a:pt x="1050000" y="606337"/>
                </a:lnTo>
                <a:lnTo>
                  <a:pt x="1050000" y="600080"/>
                </a:lnTo>
                <a:lnTo>
                  <a:pt x="1069444" y="599811"/>
                </a:lnTo>
                <a:lnTo>
                  <a:pt x="1069444" y="598652"/>
                </a:lnTo>
                <a:lnTo>
                  <a:pt x="1093750" y="597334"/>
                </a:lnTo>
                <a:lnTo>
                  <a:pt x="1093750" y="592119"/>
                </a:lnTo>
                <a:lnTo>
                  <a:pt x="1113636" y="591676"/>
                </a:lnTo>
                <a:lnTo>
                  <a:pt x="1113636" y="590683"/>
                </a:lnTo>
                <a:lnTo>
                  <a:pt x="1137500" y="589428"/>
                </a:lnTo>
                <a:lnTo>
                  <a:pt x="1137500" y="588732"/>
                </a:lnTo>
                <a:lnTo>
                  <a:pt x="1151515" y="587346"/>
                </a:lnTo>
                <a:lnTo>
                  <a:pt x="1152717" y="587279"/>
                </a:lnTo>
                <a:lnTo>
                  <a:pt x="1166667" y="587233"/>
                </a:lnTo>
                <a:lnTo>
                  <a:pt x="1166667" y="524308"/>
                </a:lnTo>
                <a:lnTo>
                  <a:pt x="1211538" y="523623"/>
                </a:lnTo>
                <a:lnTo>
                  <a:pt x="1211538" y="522687"/>
                </a:lnTo>
                <a:lnTo>
                  <a:pt x="1250000" y="522070"/>
                </a:lnTo>
                <a:lnTo>
                  <a:pt x="1250000" y="516313"/>
                </a:lnTo>
                <a:lnTo>
                  <a:pt x="1263889" y="515938"/>
                </a:lnTo>
                <a:lnTo>
                  <a:pt x="1263889" y="514779"/>
                </a:lnTo>
                <a:lnTo>
                  <a:pt x="1278846" y="513635"/>
                </a:lnTo>
                <a:lnTo>
                  <a:pt x="1278846" y="513100"/>
                </a:lnTo>
                <a:lnTo>
                  <a:pt x="1312500" y="512432"/>
                </a:lnTo>
                <a:lnTo>
                  <a:pt x="1312500" y="492681"/>
                </a:lnTo>
                <a:lnTo>
                  <a:pt x="1354839" y="491296"/>
                </a:lnTo>
                <a:lnTo>
                  <a:pt x="1354839" y="491184"/>
                </a:lnTo>
                <a:lnTo>
                  <a:pt x="1370833" y="489846"/>
                </a:lnTo>
                <a:lnTo>
                  <a:pt x="1371212" y="489627"/>
                </a:lnTo>
                <a:lnTo>
                  <a:pt x="1375000" y="489627"/>
                </a:lnTo>
                <a:lnTo>
                  <a:pt x="1375000" y="488137"/>
                </a:lnTo>
                <a:lnTo>
                  <a:pt x="1400000" y="487868"/>
                </a:lnTo>
                <a:lnTo>
                  <a:pt x="1400000" y="481935"/>
                </a:lnTo>
                <a:lnTo>
                  <a:pt x="1431818" y="480729"/>
                </a:lnTo>
                <a:lnTo>
                  <a:pt x="1431818" y="479781"/>
                </a:lnTo>
                <a:lnTo>
                  <a:pt x="1458333" y="479467"/>
                </a:lnTo>
                <a:lnTo>
                  <a:pt x="1458333" y="463980"/>
                </a:lnTo>
                <a:lnTo>
                  <a:pt x="1487500" y="462818"/>
                </a:lnTo>
                <a:lnTo>
                  <a:pt x="1487500" y="462122"/>
                </a:lnTo>
                <a:lnTo>
                  <a:pt x="1500000" y="462055"/>
                </a:lnTo>
                <a:lnTo>
                  <a:pt x="1500000" y="460565"/>
                </a:lnTo>
                <a:lnTo>
                  <a:pt x="1531250" y="460078"/>
                </a:lnTo>
                <a:lnTo>
                  <a:pt x="1531250" y="458775"/>
                </a:lnTo>
                <a:lnTo>
                  <a:pt x="1590909" y="457569"/>
                </a:lnTo>
                <a:lnTo>
                  <a:pt x="1590909" y="456576"/>
                </a:lnTo>
                <a:lnTo>
                  <a:pt x="1604167" y="456442"/>
                </a:lnTo>
                <a:lnTo>
                  <a:pt x="1604167" y="452792"/>
                </a:lnTo>
                <a:lnTo>
                  <a:pt x="1625000" y="452122"/>
                </a:lnTo>
                <a:lnTo>
                  <a:pt x="1625000" y="451377"/>
                </a:lnTo>
                <a:lnTo>
                  <a:pt x="1652778" y="450934"/>
                </a:lnTo>
                <a:lnTo>
                  <a:pt x="1652778" y="449775"/>
                </a:lnTo>
                <a:lnTo>
                  <a:pt x="1750000" y="448523"/>
                </a:lnTo>
                <a:lnTo>
                  <a:pt x="1750000" y="142682"/>
                </a:lnTo>
                <a:lnTo>
                  <a:pt x="1859375" y="141919"/>
                </a:lnTo>
                <a:lnTo>
                  <a:pt x="1859375" y="141267"/>
                </a:lnTo>
                <a:lnTo>
                  <a:pt x="1909091" y="140353"/>
                </a:lnTo>
                <a:lnTo>
                  <a:pt x="1909091" y="139405"/>
                </a:lnTo>
                <a:lnTo>
                  <a:pt x="2041667" y="138753"/>
                </a:lnTo>
                <a:lnTo>
                  <a:pt x="2041667" y="128151"/>
                </a:lnTo>
                <a:lnTo>
                  <a:pt x="2100000" y="127325"/>
                </a:lnTo>
                <a:lnTo>
                  <a:pt x="2100000" y="122980"/>
                </a:lnTo>
                <a:lnTo>
                  <a:pt x="2187500" y="122806"/>
                </a:lnTo>
                <a:lnTo>
                  <a:pt x="2187500" y="112594"/>
                </a:lnTo>
                <a:lnTo>
                  <a:pt x="2333333" y="111421"/>
                </a:lnTo>
                <a:lnTo>
                  <a:pt x="2333333" y="98211"/>
                </a:lnTo>
                <a:lnTo>
                  <a:pt x="2406250" y="98211"/>
                </a:lnTo>
                <a:lnTo>
                  <a:pt x="2406250" y="96256"/>
                </a:lnTo>
                <a:lnTo>
                  <a:pt x="2500000" y="95213"/>
                </a:lnTo>
                <a:lnTo>
                  <a:pt x="2500000" y="93723"/>
                </a:lnTo>
                <a:lnTo>
                  <a:pt x="2625000" y="92897"/>
                </a:lnTo>
                <a:lnTo>
                  <a:pt x="2625000" y="57266"/>
                </a:lnTo>
                <a:lnTo>
                  <a:pt x="2750000" y="57092"/>
                </a:lnTo>
                <a:lnTo>
                  <a:pt x="2750000" y="54112"/>
                </a:lnTo>
                <a:lnTo>
                  <a:pt x="3062500" y="53417"/>
                </a:lnTo>
                <a:lnTo>
                  <a:pt x="3062500" y="49941"/>
                </a:lnTo>
                <a:lnTo>
                  <a:pt x="3208333" y="49767"/>
                </a:lnTo>
                <a:lnTo>
                  <a:pt x="3208333" y="48029"/>
                </a:lnTo>
                <a:lnTo>
                  <a:pt x="3500000" y="47681"/>
                </a:lnTo>
                <a:lnTo>
                  <a:pt x="3500000" y="25085"/>
                </a:lnTo>
                <a:lnTo>
                  <a:pt x="3750000" y="24737"/>
                </a:lnTo>
                <a:lnTo>
                  <a:pt x="3750000" y="23248"/>
                </a:lnTo>
                <a:lnTo>
                  <a:pt x="3791667" y="23248"/>
                </a:lnTo>
                <a:lnTo>
                  <a:pt x="3791667" y="21510"/>
                </a:lnTo>
                <a:lnTo>
                  <a:pt x="3937500" y="21510"/>
                </a:lnTo>
                <a:lnTo>
                  <a:pt x="3937500" y="18902"/>
                </a:lnTo>
                <a:lnTo>
                  <a:pt x="5250000" y="1825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754" name="02_full_CA2_1524">
            <a:extLst>
              <a:ext uri="{FF2B5EF4-FFF2-40B4-BE49-F238E27FC236}">
                <a16:creationId xmlns:a16="http://schemas.microsoft.com/office/drawing/2014/main" id="{2F81A510-3683-4A63-90D6-A6D6BD9A3562}"/>
              </a:ext>
            </a:extLst>
          </p:cNvPr>
          <p:cNvSpPr>
            <a:spLocks noGrp="1"/>
          </p:cNvSpPr>
          <p:nvPr/>
        </p:nvSpPr>
        <p:spPr>
          <a:xfrm>
            <a:off x="700500" y="3689451"/>
            <a:ext cx="5250000" cy="1123291"/>
          </a:xfrm>
          <a:custGeom>
            <a:avLst/>
            <a:gdLst/>
            <a:ahLst/>
            <a:cxnLst/>
            <a:rect l="0" t="0" r="0" b="0"/>
            <a:pathLst>
              <a:path w="5250000" h="1123291">
                <a:moveTo>
                  <a:pt x="0" y="1123291"/>
                </a:moveTo>
                <a:lnTo>
                  <a:pt x="583333" y="1123291"/>
                </a:lnTo>
                <a:lnTo>
                  <a:pt x="583333" y="982782"/>
                </a:lnTo>
                <a:lnTo>
                  <a:pt x="602151" y="982782"/>
                </a:lnTo>
                <a:lnTo>
                  <a:pt x="602151" y="979693"/>
                </a:lnTo>
                <a:lnTo>
                  <a:pt x="603448" y="979693"/>
                </a:lnTo>
                <a:lnTo>
                  <a:pt x="700000" y="979693"/>
                </a:lnTo>
                <a:lnTo>
                  <a:pt x="700000" y="889945"/>
                </a:lnTo>
                <a:lnTo>
                  <a:pt x="875000" y="889945"/>
                </a:lnTo>
                <a:lnTo>
                  <a:pt x="875000" y="656600"/>
                </a:lnTo>
                <a:lnTo>
                  <a:pt x="942308" y="656600"/>
                </a:lnTo>
                <a:lnTo>
                  <a:pt x="942308" y="636309"/>
                </a:lnTo>
                <a:lnTo>
                  <a:pt x="943478" y="636309"/>
                </a:lnTo>
                <a:lnTo>
                  <a:pt x="963768" y="636309"/>
                </a:lnTo>
                <a:lnTo>
                  <a:pt x="964744" y="625487"/>
                </a:lnTo>
                <a:lnTo>
                  <a:pt x="964744" y="625487"/>
                </a:lnTo>
                <a:lnTo>
                  <a:pt x="972222" y="625487"/>
                </a:lnTo>
                <a:lnTo>
                  <a:pt x="972222" y="620700"/>
                </a:lnTo>
                <a:lnTo>
                  <a:pt x="1009615" y="620700"/>
                </a:lnTo>
                <a:lnTo>
                  <a:pt x="1009615" y="604745"/>
                </a:lnTo>
                <a:lnTo>
                  <a:pt x="1020833" y="604745"/>
                </a:lnTo>
                <a:lnTo>
                  <a:pt x="1020833" y="582200"/>
                </a:lnTo>
                <a:lnTo>
                  <a:pt x="1093750" y="582200"/>
                </a:lnTo>
                <a:lnTo>
                  <a:pt x="1093750" y="548902"/>
                </a:lnTo>
                <a:lnTo>
                  <a:pt x="1166667" y="548902"/>
                </a:lnTo>
                <a:lnTo>
                  <a:pt x="1166667" y="501036"/>
                </a:lnTo>
                <a:lnTo>
                  <a:pt x="1458333" y="501036"/>
                </a:lnTo>
                <a:lnTo>
                  <a:pt x="1458333" y="477103"/>
                </a:lnTo>
                <a:lnTo>
                  <a:pt x="1531250" y="477103"/>
                </a:lnTo>
                <a:lnTo>
                  <a:pt x="1531250" y="473982"/>
                </a:lnTo>
                <a:lnTo>
                  <a:pt x="1750000" y="473982"/>
                </a:lnTo>
                <a:lnTo>
                  <a:pt x="1750000" y="189909"/>
                </a:lnTo>
                <a:lnTo>
                  <a:pt x="2750000" y="189909"/>
                </a:lnTo>
                <a:lnTo>
                  <a:pt x="2750000" y="140783"/>
                </a:lnTo>
                <a:lnTo>
                  <a:pt x="3062500" y="140783"/>
                </a:lnTo>
                <a:lnTo>
                  <a:pt x="3062500" y="96571"/>
                </a:lnTo>
                <a:lnTo>
                  <a:pt x="3208333" y="96571"/>
                </a:lnTo>
                <a:lnTo>
                  <a:pt x="3208333" y="93352"/>
                </a:lnTo>
                <a:lnTo>
                  <a:pt x="3500000" y="93352"/>
                </a:lnTo>
                <a:lnTo>
                  <a:pt x="3500000" y="56569"/>
                </a:lnTo>
                <a:lnTo>
                  <a:pt x="3937500" y="56569"/>
                </a:lnTo>
                <a:lnTo>
                  <a:pt x="3937500" y="47872"/>
                </a:lnTo>
                <a:lnTo>
                  <a:pt x="5250000" y="47872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755" name="02_full_CA2_1525">
            <a:extLst>
              <a:ext uri="{FF2B5EF4-FFF2-40B4-BE49-F238E27FC236}">
                <a16:creationId xmlns:a16="http://schemas.microsoft.com/office/drawing/2014/main" id="{8C474045-9480-4DFC-93E4-83EEFEC694FF}"/>
              </a:ext>
            </a:extLst>
          </p:cNvPr>
          <p:cNvSpPr>
            <a:spLocks noGrp="1"/>
          </p:cNvSpPr>
          <p:nvPr/>
        </p:nvSpPr>
        <p:spPr>
          <a:xfrm>
            <a:off x="1553910" y="432397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6" name="02_full_CA2_1526">
            <a:extLst>
              <a:ext uri="{FF2B5EF4-FFF2-40B4-BE49-F238E27FC236}">
                <a16:creationId xmlns:a16="http://schemas.microsoft.com/office/drawing/2014/main" id="{C8583E6D-5731-439D-A747-D9A79EC39998}"/>
              </a:ext>
            </a:extLst>
          </p:cNvPr>
          <p:cNvSpPr>
            <a:spLocks noGrp="1"/>
          </p:cNvSpPr>
          <p:nvPr/>
        </p:nvSpPr>
        <p:spPr>
          <a:xfrm>
            <a:off x="2428910" y="3836542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7" name="02_full_CA2_1527">
            <a:extLst>
              <a:ext uri="{FF2B5EF4-FFF2-40B4-BE49-F238E27FC236}">
                <a16:creationId xmlns:a16="http://schemas.microsoft.com/office/drawing/2014/main" id="{04BA8A8A-1BCC-4E24-8A95-9475183E5C25}"/>
              </a:ext>
            </a:extLst>
          </p:cNvPr>
          <p:cNvSpPr>
            <a:spLocks noGrp="1"/>
          </p:cNvSpPr>
          <p:nvPr/>
        </p:nvSpPr>
        <p:spPr>
          <a:xfrm>
            <a:off x="4178910" y="371894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8" name="02_full_CA2_1528">
            <a:extLst>
              <a:ext uri="{FF2B5EF4-FFF2-40B4-BE49-F238E27FC236}">
                <a16:creationId xmlns:a16="http://schemas.microsoft.com/office/drawing/2014/main" id="{0DE4C464-F079-47F0-91F4-108592B8825D}"/>
              </a:ext>
            </a:extLst>
          </p:cNvPr>
          <p:cNvSpPr>
            <a:spLocks noGrp="1"/>
          </p:cNvSpPr>
          <p:nvPr/>
        </p:nvSpPr>
        <p:spPr>
          <a:xfrm>
            <a:off x="5928910" y="3693861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9" name="02_full_CA2_1529">
            <a:extLst>
              <a:ext uri="{FF2B5EF4-FFF2-40B4-BE49-F238E27FC236}">
                <a16:creationId xmlns:a16="http://schemas.microsoft.com/office/drawing/2014/main" id="{E412322F-6856-4AA3-92F3-1E78594551BD}"/>
              </a:ext>
            </a:extLst>
          </p:cNvPr>
          <p:cNvSpPr>
            <a:spLocks noGrp="1"/>
          </p:cNvSpPr>
          <p:nvPr/>
        </p:nvSpPr>
        <p:spPr>
          <a:xfrm>
            <a:off x="1539579" y="4310130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0" name="02_full_CA2_1530">
            <a:extLst>
              <a:ext uri="{FF2B5EF4-FFF2-40B4-BE49-F238E27FC236}">
                <a16:creationId xmlns:a16="http://schemas.microsoft.com/office/drawing/2014/main" id="{183E549A-856D-459C-838D-F24235CD6BBD}"/>
              </a:ext>
            </a:extLst>
          </p:cNvPr>
          <p:cNvSpPr>
            <a:spLocks noGrp="1"/>
          </p:cNvSpPr>
          <p:nvPr/>
        </p:nvSpPr>
        <p:spPr>
          <a:xfrm>
            <a:off x="2414579" y="384343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1" name="02_full_CA2_1531">
            <a:extLst>
              <a:ext uri="{FF2B5EF4-FFF2-40B4-BE49-F238E27FC236}">
                <a16:creationId xmlns:a16="http://schemas.microsoft.com/office/drawing/2014/main" id="{999B4DC4-9FC0-4E73-B3AC-24F875AAEAAC}"/>
              </a:ext>
            </a:extLst>
          </p:cNvPr>
          <p:cNvSpPr>
            <a:spLocks noGrp="1"/>
          </p:cNvSpPr>
          <p:nvPr/>
        </p:nvSpPr>
        <p:spPr>
          <a:xfrm>
            <a:off x="4164579" y="371009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2" name="02_full_CA2_1532">
            <a:extLst>
              <a:ext uri="{FF2B5EF4-FFF2-40B4-BE49-F238E27FC236}">
                <a16:creationId xmlns:a16="http://schemas.microsoft.com/office/drawing/2014/main" id="{A121819D-6AF1-4B71-8C23-AA1AEB5A7196}"/>
              </a:ext>
            </a:extLst>
          </p:cNvPr>
          <p:cNvSpPr>
            <a:spLocks noGrp="1"/>
          </p:cNvSpPr>
          <p:nvPr/>
        </p:nvSpPr>
        <p:spPr>
          <a:xfrm>
            <a:off x="5914579" y="3653530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3" name="text_1533">
            <a:extLst>
              <a:ext uri="{FF2B5EF4-FFF2-40B4-BE49-F238E27FC236}">
                <a16:creationId xmlns:a16="http://schemas.microsoft.com/office/drawing/2014/main" id="{56299345-4F6D-4BA3-A30B-A9074AC9F707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405674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Detection and identity</a:t>
            </a:r>
          </a:p>
        </p:txBody>
      </p:sp>
      <p:sp>
        <p:nvSpPr>
          <p:cNvPr id="764" name="02_full_CA2_1534">
            <a:extLst>
              <a:ext uri="{FF2B5EF4-FFF2-40B4-BE49-F238E27FC236}">
                <a16:creationId xmlns:a16="http://schemas.microsoft.com/office/drawing/2014/main" id="{94970E1E-DE0B-483F-B558-B344AEDC9435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765" name="02_full_CA2_1535">
            <a:extLst>
              <a:ext uri="{FF2B5EF4-FFF2-40B4-BE49-F238E27FC236}">
                <a16:creationId xmlns:a16="http://schemas.microsoft.com/office/drawing/2014/main" id="{3316BC94-2E42-4D17-839A-6AE7AB3A446F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66" name="text_1536">
            <a:extLst>
              <a:ext uri="{FF2B5EF4-FFF2-40B4-BE49-F238E27FC236}">
                <a16:creationId xmlns:a16="http://schemas.microsoft.com/office/drawing/2014/main" id="{27D17A73-DF88-4E3D-9845-8EBE17F1BB81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767" name="02_full_CA2_1537">
            <a:extLst>
              <a:ext uri="{FF2B5EF4-FFF2-40B4-BE49-F238E27FC236}">
                <a16:creationId xmlns:a16="http://schemas.microsoft.com/office/drawing/2014/main" id="{0F0E4694-DC02-4F90-8A41-854A914FD85E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768" name="02_full_CA2_1538">
            <a:extLst>
              <a:ext uri="{FF2B5EF4-FFF2-40B4-BE49-F238E27FC236}">
                <a16:creationId xmlns:a16="http://schemas.microsoft.com/office/drawing/2014/main" id="{8B157369-B17C-4819-ABAF-CD6F4340BFCA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69" name="text_1539">
            <a:extLst>
              <a:ext uri="{FF2B5EF4-FFF2-40B4-BE49-F238E27FC236}">
                <a16:creationId xmlns:a16="http://schemas.microsoft.com/office/drawing/2014/main" id="{C326B800-8F9A-406B-A498-4282B55E3D38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770" name="02_full_CA2_1540">
            <a:extLst>
              <a:ext uri="{FF2B5EF4-FFF2-40B4-BE49-F238E27FC236}">
                <a16:creationId xmlns:a16="http://schemas.microsoft.com/office/drawing/2014/main" id="{EEEBA369-DE2C-4909-8A50-D3E8EC5ABA96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771" name="text_1541">
            <a:extLst>
              <a:ext uri="{FF2B5EF4-FFF2-40B4-BE49-F238E27FC236}">
                <a16:creationId xmlns:a16="http://schemas.microsoft.com/office/drawing/2014/main" id="{CC9B276A-AAC1-406A-8E3B-BA0CE5A3EB06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11314493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03_small_GT_pose1_rmsd2_1542">
            <a:extLst>
              <a:ext uri="{FF2B5EF4-FFF2-40B4-BE49-F238E27FC236}">
                <a16:creationId xmlns:a16="http://schemas.microsoft.com/office/drawing/2014/main" id="{9869BB9E-5C92-4A09-A528-B50758D10BA5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3_small_GT_pose1_rmsd2_1543">
            <a:extLst>
              <a:ext uri="{FF2B5EF4-FFF2-40B4-BE49-F238E27FC236}">
                <a16:creationId xmlns:a16="http://schemas.microsoft.com/office/drawing/2014/main" id="{BC61B08D-B39E-4CD0-9DEE-6ADD91833E8C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3_small_GT_pose1_rmsd2_1544">
            <a:extLst>
              <a:ext uri="{FF2B5EF4-FFF2-40B4-BE49-F238E27FC236}">
                <a16:creationId xmlns:a16="http://schemas.microsoft.com/office/drawing/2014/main" id="{199E235D-6897-42AF-A6E7-6918B5E1CC12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30" y="1851207"/>
                </a:lnTo>
                <a:lnTo>
                  <a:pt x="9944" y="1835651"/>
                </a:lnTo>
                <a:lnTo>
                  <a:pt x="21735" y="1820095"/>
                </a:lnTo>
                <a:lnTo>
                  <a:pt x="37121" y="1804538"/>
                </a:lnTo>
                <a:lnTo>
                  <a:pt x="55130" y="1788982"/>
                </a:lnTo>
                <a:lnTo>
                  <a:pt x="74701" y="1773425"/>
                </a:lnTo>
                <a:lnTo>
                  <a:pt x="94781" y="1757869"/>
                </a:lnTo>
                <a:lnTo>
                  <a:pt x="114419" y="1742313"/>
                </a:lnTo>
                <a:lnTo>
                  <a:pt x="132833" y="1726756"/>
                </a:lnTo>
                <a:lnTo>
                  <a:pt x="149445" y="1711200"/>
                </a:lnTo>
                <a:lnTo>
                  <a:pt x="163899" y="1695644"/>
                </a:lnTo>
                <a:lnTo>
                  <a:pt x="176045" y="1680087"/>
                </a:lnTo>
                <a:lnTo>
                  <a:pt x="185905" y="1664531"/>
                </a:lnTo>
                <a:lnTo>
                  <a:pt x="193636" y="1648975"/>
                </a:lnTo>
                <a:lnTo>
                  <a:pt x="199482" y="1633418"/>
                </a:lnTo>
                <a:lnTo>
                  <a:pt x="203729" y="1617862"/>
                </a:lnTo>
                <a:lnTo>
                  <a:pt x="206675" y="1602305"/>
                </a:lnTo>
                <a:lnTo>
                  <a:pt x="208599" y="1586749"/>
                </a:lnTo>
                <a:lnTo>
                  <a:pt x="209749" y="1571193"/>
                </a:lnTo>
                <a:lnTo>
                  <a:pt x="210335" y="1555636"/>
                </a:lnTo>
                <a:lnTo>
                  <a:pt x="210526" y="1540080"/>
                </a:lnTo>
                <a:lnTo>
                  <a:pt x="210458" y="1524524"/>
                </a:lnTo>
                <a:lnTo>
                  <a:pt x="210238" y="1508967"/>
                </a:lnTo>
                <a:lnTo>
                  <a:pt x="209949" y="1493411"/>
                </a:lnTo>
                <a:lnTo>
                  <a:pt x="209660" y="1477855"/>
                </a:lnTo>
                <a:lnTo>
                  <a:pt x="209426" y="1462298"/>
                </a:lnTo>
                <a:lnTo>
                  <a:pt x="209290" y="1446742"/>
                </a:lnTo>
                <a:lnTo>
                  <a:pt x="209284" y="1431185"/>
                </a:lnTo>
                <a:lnTo>
                  <a:pt x="209426" y="1415629"/>
                </a:lnTo>
                <a:lnTo>
                  <a:pt x="209723" y="1400073"/>
                </a:lnTo>
                <a:lnTo>
                  <a:pt x="210165" y="1384516"/>
                </a:lnTo>
                <a:lnTo>
                  <a:pt x="210727" y="1368960"/>
                </a:lnTo>
                <a:lnTo>
                  <a:pt x="211372" y="1353404"/>
                </a:lnTo>
                <a:lnTo>
                  <a:pt x="212054" y="1337847"/>
                </a:lnTo>
                <a:lnTo>
                  <a:pt x="212722" y="1322291"/>
                </a:lnTo>
                <a:lnTo>
                  <a:pt x="213323" y="1306735"/>
                </a:lnTo>
                <a:lnTo>
                  <a:pt x="213807" y="1291178"/>
                </a:lnTo>
                <a:lnTo>
                  <a:pt x="214133" y="1275622"/>
                </a:lnTo>
                <a:lnTo>
                  <a:pt x="214267" y="1260065"/>
                </a:lnTo>
                <a:lnTo>
                  <a:pt x="214187" y="1244509"/>
                </a:lnTo>
                <a:lnTo>
                  <a:pt x="213876" y="1228953"/>
                </a:lnTo>
                <a:lnTo>
                  <a:pt x="213326" y="1213396"/>
                </a:lnTo>
                <a:lnTo>
                  <a:pt x="212534" y="1197840"/>
                </a:lnTo>
                <a:lnTo>
                  <a:pt x="211495" y="1182284"/>
                </a:lnTo>
                <a:lnTo>
                  <a:pt x="210206" y="1166727"/>
                </a:lnTo>
                <a:lnTo>
                  <a:pt x="208662" y="1151171"/>
                </a:lnTo>
                <a:lnTo>
                  <a:pt x="206858" y="1135615"/>
                </a:lnTo>
                <a:lnTo>
                  <a:pt x="204792" y="1120058"/>
                </a:lnTo>
                <a:lnTo>
                  <a:pt x="202470" y="1104502"/>
                </a:lnTo>
                <a:lnTo>
                  <a:pt x="199912" y="1088945"/>
                </a:lnTo>
                <a:lnTo>
                  <a:pt x="197158" y="1073389"/>
                </a:lnTo>
                <a:lnTo>
                  <a:pt x="194272" y="1057833"/>
                </a:lnTo>
                <a:lnTo>
                  <a:pt x="191349" y="1042276"/>
                </a:lnTo>
                <a:lnTo>
                  <a:pt x="188506" y="1026720"/>
                </a:lnTo>
                <a:lnTo>
                  <a:pt x="185886" y="1011164"/>
                </a:lnTo>
                <a:lnTo>
                  <a:pt x="183642" y="995607"/>
                </a:lnTo>
                <a:lnTo>
                  <a:pt x="181928" y="980051"/>
                </a:lnTo>
                <a:lnTo>
                  <a:pt x="180882" y="964495"/>
                </a:lnTo>
                <a:lnTo>
                  <a:pt x="180611" y="948938"/>
                </a:lnTo>
                <a:lnTo>
                  <a:pt x="181177" y="933382"/>
                </a:lnTo>
                <a:lnTo>
                  <a:pt x="182590" y="917825"/>
                </a:lnTo>
                <a:lnTo>
                  <a:pt x="184804" y="902269"/>
                </a:lnTo>
                <a:lnTo>
                  <a:pt x="187720" y="886713"/>
                </a:lnTo>
                <a:lnTo>
                  <a:pt x="191195" y="871156"/>
                </a:lnTo>
                <a:lnTo>
                  <a:pt x="195058" y="855600"/>
                </a:lnTo>
                <a:lnTo>
                  <a:pt x="199124" y="840044"/>
                </a:lnTo>
                <a:lnTo>
                  <a:pt x="203213" y="824487"/>
                </a:lnTo>
                <a:lnTo>
                  <a:pt x="207163" y="808931"/>
                </a:lnTo>
                <a:lnTo>
                  <a:pt x="210843" y="793375"/>
                </a:lnTo>
                <a:lnTo>
                  <a:pt x="214157" y="777818"/>
                </a:lnTo>
                <a:lnTo>
                  <a:pt x="217048" y="762262"/>
                </a:lnTo>
                <a:lnTo>
                  <a:pt x="219495" y="746705"/>
                </a:lnTo>
                <a:lnTo>
                  <a:pt x="221505" y="731149"/>
                </a:lnTo>
                <a:lnTo>
                  <a:pt x="223111" y="715593"/>
                </a:lnTo>
                <a:lnTo>
                  <a:pt x="224359" y="700036"/>
                </a:lnTo>
                <a:lnTo>
                  <a:pt x="225302" y="684480"/>
                </a:lnTo>
                <a:lnTo>
                  <a:pt x="225997" y="668924"/>
                </a:lnTo>
                <a:lnTo>
                  <a:pt x="226495" y="653367"/>
                </a:lnTo>
                <a:lnTo>
                  <a:pt x="226844" y="637811"/>
                </a:lnTo>
                <a:lnTo>
                  <a:pt x="227081" y="622255"/>
                </a:lnTo>
                <a:lnTo>
                  <a:pt x="227238" y="606698"/>
                </a:lnTo>
                <a:lnTo>
                  <a:pt x="227340" y="591142"/>
                </a:lnTo>
                <a:lnTo>
                  <a:pt x="227405" y="575585"/>
                </a:lnTo>
                <a:lnTo>
                  <a:pt x="227445" y="560029"/>
                </a:lnTo>
                <a:lnTo>
                  <a:pt x="227468" y="544473"/>
                </a:lnTo>
                <a:lnTo>
                  <a:pt x="227482" y="528916"/>
                </a:lnTo>
                <a:lnTo>
                  <a:pt x="227490" y="513360"/>
                </a:lnTo>
                <a:lnTo>
                  <a:pt x="227495" y="497804"/>
                </a:lnTo>
                <a:lnTo>
                  <a:pt x="227497" y="482247"/>
                </a:lnTo>
                <a:lnTo>
                  <a:pt x="227499" y="466691"/>
                </a:lnTo>
                <a:lnTo>
                  <a:pt x="227499" y="451135"/>
                </a:lnTo>
                <a:lnTo>
                  <a:pt x="227500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0" y="435578"/>
                </a:lnTo>
                <a:lnTo>
                  <a:pt x="227501" y="451135"/>
                </a:lnTo>
                <a:lnTo>
                  <a:pt x="227501" y="466691"/>
                </a:lnTo>
                <a:lnTo>
                  <a:pt x="227503" y="482247"/>
                </a:lnTo>
                <a:lnTo>
                  <a:pt x="227505" y="497804"/>
                </a:lnTo>
                <a:lnTo>
                  <a:pt x="227510" y="513360"/>
                </a:lnTo>
                <a:lnTo>
                  <a:pt x="227518" y="528916"/>
                </a:lnTo>
                <a:lnTo>
                  <a:pt x="227532" y="544473"/>
                </a:lnTo>
                <a:lnTo>
                  <a:pt x="227555" y="560029"/>
                </a:lnTo>
                <a:lnTo>
                  <a:pt x="227595" y="575585"/>
                </a:lnTo>
                <a:lnTo>
                  <a:pt x="227660" y="591142"/>
                </a:lnTo>
                <a:lnTo>
                  <a:pt x="227762" y="606698"/>
                </a:lnTo>
                <a:lnTo>
                  <a:pt x="227919" y="622255"/>
                </a:lnTo>
                <a:lnTo>
                  <a:pt x="228156" y="637811"/>
                </a:lnTo>
                <a:lnTo>
                  <a:pt x="228505" y="653367"/>
                </a:lnTo>
                <a:lnTo>
                  <a:pt x="229003" y="668924"/>
                </a:lnTo>
                <a:lnTo>
                  <a:pt x="229698" y="684480"/>
                </a:lnTo>
                <a:lnTo>
                  <a:pt x="230641" y="700036"/>
                </a:lnTo>
                <a:lnTo>
                  <a:pt x="231889" y="715593"/>
                </a:lnTo>
                <a:lnTo>
                  <a:pt x="233495" y="731149"/>
                </a:lnTo>
                <a:lnTo>
                  <a:pt x="235505" y="746705"/>
                </a:lnTo>
                <a:lnTo>
                  <a:pt x="237952" y="762262"/>
                </a:lnTo>
                <a:lnTo>
                  <a:pt x="240843" y="777818"/>
                </a:lnTo>
                <a:lnTo>
                  <a:pt x="244157" y="793375"/>
                </a:lnTo>
                <a:lnTo>
                  <a:pt x="247837" y="808931"/>
                </a:lnTo>
                <a:lnTo>
                  <a:pt x="251787" y="824487"/>
                </a:lnTo>
                <a:lnTo>
                  <a:pt x="255876" y="840044"/>
                </a:lnTo>
                <a:lnTo>
                  <a:pt x="259942" y="855600"/>
                </a:lnTo>
                <a:lnTo>
                  <a:pt x="263805" y="871156"/>
                </a:lnTo>
                <a:lnTo>
                  <a:pt x="267280" y="886713"/>
                </a:lnTo>
                <a:lnTo>
                  <a:pt x="270196" y="902269"/>
                </a:lnTo>
                <a:lnTo>
                  <a:pt x="272410" y="917825"/>
                </a:lnTo>
                <a:lnTo>
                  <a:pt x="273823" y="933382"/>
                </a:lnTo>
                <a:lnTo>
                  <a:pt x="274389" y="948938"/>
                </a:lnTo>
                <a:lnTo>
                  <a:pt x="274118" y="964495"/>
                </a:lnTo>
                <a:lnTo>
                  <a:pt x="273072" y="980051"/>
                </a:lnTo>
                <a:lnTo>
                  <a:pt x="271358" y="995607"/>
                </a:lnTo>
                <a:lnTo>
                  <a:pt x="269114" y="1011164"/>
                </a:lnTo>
                <a:lnTo>
                  <a:pt x="266494" y="1026720"/>
                </a:lnTo>
                <a:lnTo>
                  <a:pt x="263651" y="1042276"/>
                </a:lnTo>
                <a:lnTo>
                  <a:pt x="260728" y="1057833"/>
                </a:lnTo>
                <a:lnTo>
                  <a:pt x="257842" y="1073389"/>
                </a:lnTo>
                <a:lnTo>
                  <a:pt x="255088" y="1088945"/>
                </a:lnTo>
                <a:lnTo>
                  <a:pt x="252530" y="1104502"/>
                </a:lnTo>
                <a:lnTo>
                  <a:pt x="250208" y="1120058"/>
                </a:lnTo>
                <a:lnTo>
                  <a:pt x="248142" y="1135615"/>
                </a:lnTo>
                <a:lnTo>
                  <a:pt x="246338" y="1151171"/>
                </a:lnTo>
                <a:lnTo>
                  <a:pt x="244794" y="1166727"/>
                </a:lnTo>
                <a:lnTo>
                  <a:pt x="243505" y="1182284"/>
                </a:lnTo>
                <a:lnTo>
                  <a:pt x="242466" y="1197840"/>
                </a:lnTo>
                <a:lnTo>
                  <a:pt x="241674" y="1213396"/>
                </a:lnTo>
                <a:lnTo>
                  <a:pt x="241124" y="1228953"/>
                </a:lnTo>
                <a:lnTo>
                  <a:pt x="240813" y="1244509"/>
                </a:lnTo>
                <a:lnTo>
                  <a:pt x="240733" y="1260065"/>
                </a:lnTo>
                <a:lnTo>
                  <a:pt x="240867" y="1275622"/>
                </a:lnTo>
                <a:lnTo>
                  <a:pt x="241193" y="1291178"/>
                </a:lnTo>
                <a:lnTo>
                  <a:pt x="241677" y="1306735"/>
                </a:lnTo>
                <a:lnTo>
                  <a:pt x="242278" y="1322291"/>
                </a:lnTo>
                <a:lnTo>
                  <a:pt x="242946" y="1337847"/>
                </a:lnTo>
                <a:lnTo>
                  <a:pt x="243628" y="1353404"/>
                </a:lnTo>
                <a:lnTo>
                  <a:pt x="244273" y="1368960"/>
                </a:lnTo>
                <a:lnTo>
                  <a:pt x="244835" y="1384516"/>
                </a:lnTo>
                <a:lnTo>
                  <a:pt x="245277" y="1400073"/>
                </a:lnTo>
                <a:lnTo>
                  <a:pt x="245574" y="1415629"/>
                </a:lnTo>
                <a:lnTo>
                  <a:pt x="245716" y="1431185"/>
                </a:lnTo>
                <a:lnTo>
                  <a:pt x="245710" y="1446742"/>
                </a:lnTo>
                <a:lnTo>
                  <a:pt x="245574" y="1462298"/>
                </a:lnTo>
                <a:lnTo>
                  <a:pt x="245340" y="1477855"/>
                </a:lnTo>
                <a:lnTo>
                  <a:pt x="245051" y="1493411"/>
                </a:lnTo>
                <a:lnTo>
                  <a:pt x="244762" y="1508967"/>
                </a:lnTo>
                <a:lnTo>
                  <a:pt x="244542" y="1524524"/>
                </a:lnTo>
                <a:lnTo>
                  <a:pt x="244474" y="1540080"/>
                </a:lnTo>
                <a:lnTo>
                  <a:pt x="244665" y="1555636"/>
                </a:lnTo>
                <a:lnTo>
                  <a:pt x="245251" y="1571193"/>
                </a:lnTo>
                <a:lnTo>
                  <a:pt x="246401" y="1586749"/>
                </a:lnTo>
                <a:lnTo>
                  <a:pt x="248325" y="1602305"/>
                </a:lnTo>
                <a:lnTo>
                  <a:pt x="251271" y="1617862"/>
                </a:lnTo>
                <a:lnTo>
                  <a:pt x="255518" y="1633418"/>
                </a:lnTo>
                <a:lnTo>
                  <a:pt x="261364" y="1648975"/>
                </a:lnTo>
                <a:lnTo>
                  <a:pt x="269095" y="1664531"/>
                </a:lnTo>
                <a:lnTo>
                  <a:pt x="278955" y="1680087"/>
                </a:lnTo>
                <a:lnTo>
                  <a:pt x="291101" y="1695644"/>
                </a:lnTo>
                <a:lnTo>
                  <a:pt x="305555" y="1711200"/>
                </a:lnTo>
                <a:lnTo>
                  <a:pt x="322167" y="1726756"/>
                </a:lnTo>
                <a:lnTo>
                  <a:pt x="340581" y="1742313"/>
                </a:lnTo>
                <a:lnTo>
                  <a:pt x="360219" y="1757869"/>
                </a:lnTo>
                <a:lnTo>
                  <a:pt x="380299" y="1773425"/>
                </a:lnTo>
                <a:lnTo>
                  <a:pt x="399870" y="1788982"/>
                </a:lnTo>
                <a:lnTo>
                  <a:pt x="417879" y="1804538"/>
                </a:lnTo>
                <a:lnTo>
                  <a:pt x="433265" y="1820095"/>
                </a:lnTo>
                <a:lnTo>
                  <a:pt x="445056" y="1835651"/>
                </a:lnTo>
                <a:lnTo>
                  <a:pt x="452470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4" name="03_small_GT_pose1_rmsd2_1545">
            <a:extLst>
              <a:ext uri="{FF2B5EF4-FFF2-40B4-BE49-F238E27FC236}">
                <a16:creationId xmlns:a16="http://schemas.microsoft.com/office/drawing/2014/main" id="{C211CEFD-2E40-4FBB-AAAF-F3B1829F4636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96610" y="1866764"/>
                </a:moveTo>
                <a:lnTo>
                  <a:pt x="58390" y="1866764"/>
                </a:lnTo>
                <a:lnTo>
                  <a:pt x="60251" y="1851207"/>
                </a:lnTo>
                <a:lnTo>
                  <a:pt x="65703" y="1835651"/>
                </a:lnTo>
                <a:lnTo>
                  <a:pt x="74375" y="1820095"/>
                </a:lnTo>
                <a:lnTo>
                  <a:pt x="85692" y="1804538"/>
                </a:lnTo>
                <a:lnTo>
                  <a:pt x="98941" y="1788982"/>
                </a:lnTo>
                <a:lnTo>
                  <a:pt x="113345" y="1773425"/>
                </a:lnTo>
                <a:lnTo>
                  <a:pt x="128136" y="1757869"/>
                </a:lnTo>
                <a:lnTo>
                  <a:pt x="142621" y="1742313"/>
                </a:lnTo>
                <a:lnTo>
                  <a:pt x="156232" y="1726756"/>
                </a:lnTo>
                <a:lnTo>
                  <a:pt x="168553" y="1711200"/>
                </a:lnTo>
                <a:lnTo>
                  <a:pt x="179326" y="1695644"/>
                </a:lnTo>
                <a:lnTo>
                  <a:pt x="188445" y="1680087"/>
                </a:lnTo>
                <a:lnTo>
                  <a:pt x="195924" y="1664531"/>
                </a:lnTo>
                <a:lnTo>
                  <a:pt x="201873" y="1648975"/>
                </a:lnTo>
                <a:lnTo>
                  <a:pt x="206459" y="1633418"/>
                </a:lnTo>
                <a:lnTo>
                  <a:pt x="209877" y="1617862"/>
                </a:lnTo>
                <a:lnTo>
                  <a:pt x="212327" y="1602305"/>
                </a:lnTo>
                <a:lnTo>
                  <a:pt x="213995" y="1586749"/>
                </a:lnTo>
                <a:lnTo>
                  <a:pt x="215046" y="1571193"/>
                </a:lnTo>
                <a:lnTo>
                  <a:pt x="215618" y="1555636"/>
                </a:lnTo>
                <a:lnTo>
                  <a:pt x="215828" y="1540080"/>
                </a:lnTo>
                <a:lnTo>
                  <a:pt x="215769" y="1524524"/>
                </a:lnTo>
                <a:lnTo>
                  <a:pt x="215523" y="1508967"/>
                </a:lnTo>
                <a:lnTo>
                  <a:pt x="215156" y="1493411"/>
                </a:lnTo>
                <a:lnTo>
                  <a:pt x="214729" y="1477855"/>
                </a:lnTo>
                <a:lnTo>
                  <a:pt x="214295" y="1462298"/>
                </a:lnTo>
                <a:lnTo>
                  <a:pt x="213899" y="1446742"/>
                </a:lnTo>
                <a:lnTo>
                  <a:pt x="213577" y="1431185"/>
                </a:lnTo>
                <a:lnTo>
                  <a:pt x="213357" y="1415629"/>
                </a:lnTo>
                <a:lnTo>
                  <a:pt x="213256" y="1400073"/>
                </a:lnTo>
                <a:lnTo>
                  <a:pt x="213282" y="1384516"/>
                </a:lnTo>
                <a:lnTo>
                  <a:pt x="213434" y="1368960"/>
                </a:lnTo>
                <a:lnTo>
                  <a:pt x="213702" y="1353404"/>
                </a:lnTo>
                <a:lnTo>
                  <a:pt x="214074" y="1337847"/>
                </a:lnTo>
                <a:lnTo>
                  <a:pt x="214535" y="1322291"/>
                </a:lnTo>
                <a:lnTo>
                  <a:pt x="215071" y="1306735"/>
                </a:lnTo>
                <a:lnTo>
                  <a:pt x="215669" y="1291178"/>
                </a:lnTo>
                <a:lnTo>
                  <a:pt x="216318" y="1275622"/>
                </a:lnTo>
                <a:lnTo>
                  <a:pt x="217010" y="1260065"/>
                </a:lnTo>
                <a:lnTo>
                  <a:pt x="217736" y="1244509"/>
                </a:lnTo>
                <a:lnTo>
                  <a:pt x="218486" y="1228953"/>
                </a:lnTo>
                <a:lnTo>
                  <a:pt x="219247" y="1213396"/>
                </a:lnTo>
                <a:lnTo>
                  <a:pt x="220004" y="1197840"/>
                </a:lnTo>
                <a:lnTo>
                  <a:pt x="220735" y="1182284"/>
                </a:lnTo>
                <a:lnTo>
                  <a:pt x="221417" y="1166727"/>
                </a:lnTo>
                <a:lnTo>
                  <a:pt x="222026" y="1151171"/>
                </a:lnTo>
                <a:lnTo>
                  <a:pt x="222537" y="1135615"/>
                </a:lnTo>
                <a:lnTo>
                  <a:pt x="222930" y="1120058"/>
                </a:lnTo>
                <a:lnTo>
                  <a:pt x="223188" y="1104502"/>
                </a:lnTo>
                <a:lnTo>
                  <a:pt x="223305" y="1088945"/>
                </a:lnTo>
                <a:lnTo>
                  <a:pt x="223282" y="1073389"/>
                </a:lnTo>
                <a:lnTo>
                  <a:pt x="223131" y="1057833"/>
                </a:lnTo>
                <a:lnTo>
                  <a:pt x="222872" y="1042276"/>
                </a:lnTo>
                <a:lnTo>
                  <a:pt x="222537" y="1026720"/>
                </a:lnTo>
                <a:lnTo>
                  <a:pt x="222159" y="1011164"/>
                </a:lnTo>
                <a:lnTo>
                  <a:pt x="221780" y="995607"/>
                </a:lnTo>
                <a:lnTo>
                  <a:pt x="221437" y="980051"/>
                </a:lnTo>
                <a:lnTo>
                  <a:pt x="221166" y="964495"/>
                </a:lnTo>
                <a:lnTo>
                  <a:pt x="220997" y="948938"/>
                </a:lnTo>
                <a:lnTo>
                  <a:pt x="220948" y="933382"/>
                </a:lnTo>
                <a:lnTo>
                  <a:pt x="221027" y="917825"/>
                </a:lnTo>
                <a:lnTo>
                  <a:pt x="221230" y="902269"/>
                </a:lnTo>
                <a:lnTo>
                  <a:pt x="221543" y="886713"/>
                </a:lnTo>
                <a:lnTo>
                  <a:pt x="221941" y="871156"/>
                </a:lnTo>
                <a:lnTo>
                  <a:pt x="222392" y="855600"/>
                </a:lnTo>
                <a:lnTo>
                  <a:pt x="222862" y="840044"/>
                </a:lnTo>
                <a:lnTo>
                  <a:pt x="223313" y="824487"/>
                </a:lnTo>
                <a:lnTo>
                  <a:pt x="223714" y="808931"/>
                </a:lnTo>
                <a:lnTo>
                  <a:pt x="224036" y="793375"/>
                </a:lnTo>
                <a:lnTo>
                  <a:pt x="224254" y="777818"/>
                </a:lnTo>
                <a:lnTo>
                  <a:pt x="224354" y="762262"/>
                </a:lnTo>
                <a:lnTo>
                  <a:pt x="224327" y="746705"/>
                </a:lnTo>
                <a:lnTo>
                  <a:pt x="224171" y="731149"/>
                </a:lnTo>
                <a:lnTo>
                  <a:pt x="223888" y="715593"/>
                </a:lnTo>
                <a:lnTo>
                  <a:pt x="223485" y="700036"/>
                </a:lnTo>
                <a:lnTo>
                  <a:pt x="222973" y="684480"/>
                </a:lnTo>
                <a:lnTo>
                  <a:pt x="222363" y="668924"/>
                </a:lnTo>
                <a:lnTo>
                  <a:pt x="221670" y="653367"/>
                </a:lnTo>
                <a:lnTo>
                  <a:pt x="220907" y="637811"/>
                </a:lnTo>
                <a:lnTo>
                  <a:pt x="220092" y="622255"/>
                </a:lnTo>
                <a:lnTo>
                  <a:pt x="219243" y="606698"/>
                </a:lnTo>
                <a:lnTo>
                  <a:pt x="218382" y="591142"/>
                </a:lnTo>
                <a:lnTo>
                  <a:pt x="217533" y="575585"/>
                </a:lnTo>
                <a:lnTo>
                  <a:pt x="216724" y="560029"/>
                </a:lnTo>
                <a:lnTo>
                  <a:pt x="215986" y="544473"/>
                </a:lnTo>
                <a:lnTo>
                  <a:pt x="215351" y="528916"/>
                </a:lnTo>
                <a:lnTo>
                  <a:pt x="214850" y="513360"/>
                </a:lnTo>
                <a:lnTo>
                  <a:pt x="214510" y="497804"/>
                </a:lnTo>
                <a:lnTo>
                  <a:pt x="214353" y="482247"/>
                </a:lnTo>
                <a:lnTo>
                  <a:pt x="214391" y="466691"/>
                </a:lnTo>
                <a:lnTo>
                  <a:pt x="214625" y="451135"/>
                </a:lnTo>
                <a:lnTo>
                  <a:pt x="215043" y="435578"/>
                </a:lnTo>
                <a:lnTo>
                  <a:pt x="215619" y="420022"/>
                </a:lnTo>
                <a:lnTo>
                  <a:pt x="216314" y="404465"/>
                </a:lnTo>
                <a:lnTo>
                  <a:pt x="217076" y="388909"/>
                </a:lnTo>
                <a:lnTo>
                  <a:pt x="217840" y="373353"/>
                </a:lnTo>
                <a:lnTo>
                  <a:pt x="218529" y="357796"/>
                </a:lnTo>
                <a:lnTo>
                  <a:pt x="219052" y="342240"/>
                </a:lnTo>
                <a:lnTo>
                  <a:pt x="219304" y="326684"/>
                </a:lnTo>
                <a:lnTo>
                  <a:pt x="219160" y="311127"/>
                </a:lnTo>
                <a:lnTo>
                  <a:pt x="218472" y="295571"/>
                </a:lnTo>
                <a:lnTo>
                  <a:pt x="217064" y="280015"/>
                </a:lnTo>
                <a:lnTo>
                  <a:pt x="214731" y="264458"/>
                </a:lnTo>
                <a:lnTo>
                  <a:pt x="211238" y="248902"/>
                </a:lnTo>
                <a:lnTo>
                  <a:pt x="206326" y="233345"/>
                </a:lnTo>
                <a:lnTo>
                  <a:pt x="199728" y="217789"/>
                </a:lnTo>
                <a:lnTo>
                  <a:pt x="191190" y="202233"/>
                </a:lnTo>
                <a:lnTo>
                  <a:pt x="180508" y="186676"/>
                </a:lnTo>
                <a:lnTo>
                  <a:pt x="167559" y="171120"/>
                </a:lnTo>
                <a:lnTo>
                  <a:pt x="152352" y="155564"/>
                </a:lnTo>
                <a:lnTo>
                  <a:pt x="135063" y="140007"/>
                </a:lnTo>
                <a:lnTo>
                  <a:pt x="116066" y="124451"/>
                </a:lnTo>
                <a:lnTo>
                  <a:pt x="95944" y="108895"/>
                </a:lnTo>
                <a:lnTo>
                  <a:pt x="75482" y="93338"/>
                </a:lnTo>
                <a:lnTo>
                  <a:pt x="55624" y="77782"/>
                </a:lnTo>
                <a:lnTo>
                  <a:pt x="37408" y="62225"/>
                </a:lnTo>
                <a:lnTo>
                  <a:pt x="21883" y="46669"/>
                </a:lnTo>
                <a:lnTo>
                  <a:pt x="10005" y="31113"/>
                </a:lnTo>
                <a:lnTo>
                  <a:pt x="2544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56" y="15556"/>
                </a:lnTo>
                <a:lnTo>
                  <a:pt x="444995" y="31113"/>
                </a:lnTo>
                <a:lnTo>
                  <a:pt x="433117" y="46669"/>
                </a:lnTo>
                <a:lnTo>
                  <a:pt x="417592" y="62225"/>
                </a:lnTo>
                <a:lnTo>
                  <a:pt x="399376" y="77782"/>
                </a:lnTo>
                <a:lnTo>
                  <a:pt x="379518" y="93338"/>
                </a:lnTo>
                <a:lnTo>
                  <a:pt x="359056" y="108895"/>
                </a:lnTo>
                <a:lnTo>
                  <a:pt x="338934" y="124451"/>
                </a:lnTo>
                <a:lnTo>
                  <a:pt x="319937" y="140007"/>
                </a:lnTo>
                <a:lnTo>
                  <a:pt x="302648" y="155564"/>
                </a:lnTo>
                <a:lnTo>
                  <a:pt x="287441" y="171120"/>
                </a:lnTo>
                <a:lnTo>
                  <a:pt x="274492" y="186676"/>
                </a:lnTo>
                <a:lnTo>
                  <a:pt x="263810" y="202233"/>
                </a:lnTo>
                <a:lnTo>
                  <a:pt x="255272" y="217789"/>
                </a:lnTo>
                <a:lnTo>
                  <a:pt x="248674" y="233345"/>
                </a:lnTo>
                <a:lnTo>
                  <a:pt x="243762" y="248902"/>
                </a:lnTo>
                <a:lnTo>
                  <a:pt x="240269" y="264458"/>
                </a:lnTo>
                <a:lnTo>
                  <a:pt x="237936" y="280015"/>
                </a:lnTo>
                <a:lnTo>
                  <a:pt x="236528" y="295571"/>
                </a:lnTo>
                <a:lnTo>
                  <a:pt x="235840" y="311127"/>
                </a:lnTo>
                <a:lnTo>
                  <a:pt x="235696" y="326684"/>
                </a:lnTo>
                <a:lnTo>
                  <a:pt x="235948" y="342240"/>
                </a:lnTo>
                <a:lnTo>
                  <a:pt x="236471" y="357796"/>
                </a:lnTo>
                <a:lnTo>
                  <a:pt x="237160" y="373353"/>
                </a:lnTo>
                <a:lnTo>
                  <a:pt x="237924" y="388909"/>
                </a:lnTo>
                <a:lnTo>
                  <a:pt x="238686" y="404465"/>
                </a:lnTo>
                <a:lnTo>
                  <a:pt x="239381" y="420022"/>
                </a:lnTo>
                <a:lnTo>
                  <a:pt x="239957" y="435578"/>
                </a:lnTo>
                <a:lnTo>
                  <a:pt x="240375" y="451135"/>
                </a:lnTo>
                <a:lnTo>
                  <a:pt x="240609" y="466691"/>
                </a:lnTo>
                <a:lnTo>
                  <a:pt x="240647" y="482247"/>
                </a:lnTo>
                <a:lnTo>
                  <a:pt x="240490" y="497804"/>
                </a:lnTo>
                <a:lnTo>
                  <a:pt x="240150" y="513360"/>
                </a:lnTo>
                <a:lnTo>
                  <a:pt x="239649" y="528916"/>
                </a:lnTo>
                <a:lnTo>
                  <a:pt x="239014" y="544473"/>
                </a:lnTo>
                <a:lnTo>
                  <a:pt x="238276" y="560029"/>
                </a:lnTo>
                <a:lnTo>
                  <a:pt x="237467" y="575585"/>
                </a:lnTo>
                <a:lnTo>
                  <a:pt x="236618" y="591142"/>
                </a:lnTo>
                <a:lnTo>
                  <a:pt x="235757" y="606698"/>
                </a:lnTo>
                <a:lnTo>
                  <a:pt x="234908" y="622255"/>
                </a:lnTo>
                <a:lnTo>
                  <a:pt x="234093" y="637811"/>
                </a:lnTo>
                <a:lnTo>
                  <a:pt x="233330" y="653367"/>
                </a:lnTo>
                <a:lnTo>
                  <a:pt x="232637" y="668924"/>
                </a:lnTo>
                <a:lnTo>
                  <a:pt x="232027" y="684480"/>
                </a:lnTo>
                <a:lnTo>
                  <a:pt x="231515" y="700036"/>
                </a:lnTo>
                <a:lnTo>
                  <a:pt x="231112" y="715593"/>
                </a:lnTo>
                <a:lnTo>
                  <a:pt x="230829" y="731149"/>
                </a:lnTo>
                <a:lnTo>
                  <a:pt x="230673" y="746705"/>
                </a:lnTo>
                <a:lnTo>
                  <a:pt x="230646" y="762262"/>
                </a:lnTo>
                <a:lnTo>
                  <a:pt x="230746" y="777818"/>
                </a:lnTo>
                <a:lnTo>
                  <a:pt x="230964" y="793375"/>
                </a:lnTo>
                <a:lnTo>
                  <a:pt x="231286" y="808931"/>
                </a:lnTo>
                <a:lnTo>
                  <a:pt x="231687" y="824487"/>
                </a:lnTo>
                <a:lnTo>
                  <a:pt x="232138" y="840044"/>
                </a:lnTo>
                <a:lnTo>
                  <a:pt x="232608" y="855600"/>
                </a:lnTo>
                <a:lnTo>
                  <a:pt x="233059" y="871156"/>
                </a:lnTo>
                <a:lnTo>
                  <a:pt x="233457" y="886713"/>
                </a:lnTo>
                <a:lnTo>
                  <a:pt x="233769" y="902269"/>
                </a:lnTo>
                <a:lnTo>
                  <a:pt x="233973" y="917825"/>
                </a:lnTo>
                <a:lnTo>
                  <a:pt x="234052" y="933382"/>
                </a:lnTo>
                <a:lnTo>
                  <a:pt x="234003" y="948938"/>
                </a:lnTo>
                <a:lnTo>
                  <a:pt x="233834" y="964495"/>
                </a:lnTo>
                <a:lnTo>
                  <a:pt x="233563" y="980051"/>
                </a:lnTo>
                <a:lnTo>
                  <a:pt x="233220" y="995607"/>
                </a:lnTo>
                <a:lnTo>
                  <a:pt x="232841" y="1011164"/>
                </a:lnTo>
                <a:lnTo>
                  <a:pt x="232463" y="1026720"/>
                </a:lnTo>
                <a:lnTo>
                  <a:pt x="232128" y="1042276"/>
                </a:lnTo>
                <a:lnTo>
                  <a:pt x="231869" y="1057833"/>
                </a:lnTo>
                <a:lnTo>
                  <a:pt x="231718" y="1073389"/>
                </a:lnTo>
                <a:lnTo>
                  <a:pt x="231695" y="1088945"/>
                </a:lnTo>
                <a:lnTo>
                  <a:pt x="231812" y="1104502"/>
                </a:lnTo>
                <a:lnTo>
                  <a:pt x="232070" y="1120058"/>
                </a:lnTo>
                <a:lnTo>
                  <a:pt x="232463" y="1135615"/>
                </a:lnTo>
                <a:lnTo>
                  <a:pt x="232974" y="1151171"/>
                </a:lnTo>
                <a:lnTo>
                  <a:pt x="233583" y="1166727"/>
                </a:lnTo>
                <a:lnTo>
                  <a:pt x="234265" y="1182284"/>
                </a:lnTo>
                <a:lnTo>
                  <a:pt x="234996" y="1197840"/>
                </a:lnTo>
                <a:lnTo>
                  <a:pt x="235753" y="1213396"/>
                </a:lnTo>
                <a:lnTo>
                  <a:pt x="236514" y="1228953"/>
                </a:lnTo>
                <a:lnTo>
                  <a:pt x="237264" y="1244509"/>
                </a:lnTo>
                <a:lnTo>
                  <a:pt x="237990" y="1260065"/>
                </a:lnTo>
                <a:lnTo>
                  <a:pt x="238682" y="1275622"/>
                </a:lnTo>
                <a:lnTo>
                  <a:pt x="239331" y="1291178"/>
                </a:lnTo>
                <a:lnTo>
                  <a:pt x="239929" y="1306735"/>
                </a:lnTo>
                <a:lnTo>
                  <a:pt x="240465" y="1322291"/>
                </a:lnTo>
                <a:lnTo>
                  <a:pt x="240926" y="1337847"/>
                </a:lnTo>
                <a:lnTo>
                  <a:pt x="241298" y="1353404"/>
                </a:lnTo>
                <a:lnTo>
                  <a:pt x="241566" y="1368960"/>
                </a:lnTo>
                <a:lnTo>
                  <a:pt x="241718" y="1384516"/>
                </a:lnTo>
                <a:lnTo>
                  <a:pt x="241744" y="1400073"/>
                </a:lnTo>
                <a:lnTo>
                  <a:pt x="241643" y="1415629"/>
                </a:lnTo>
                <a:lnTo>
                  <a:pt x="241423" y="1431185"/>
                </a:lnTo>
                <a:lnTo>
                  <a:pt x="241101" y="1446742"/>
                </a:lnTo>
                <a:lnTo>
                  <a:pt x="240705" y="1462298"/>
                </a:lnTo>
                <a:lnTo>
                  <a:pt x="240271" y="1477855"/>
                </a:lnTo>
                <a:lnTo>
                  <a:pt x="239844" y="1493411"/>
                </a:lnTo>
                <a:lnTo>
                  <a:pt x="239477" y="1508967"/>
                </a:lnTo>
                <a:lnTo>
                  <a:pt x="239231" y="1524524"/>
                </a:lnTo>
                <a:lnTo>
                  <a:pt x="239172" y="1540080"/>
                </a:lnTo>
                <a:lnTo>
                  <a:pt x="239382" y="1555636"/>
                </a:lnTo>
                <a:lnTo>
                  <a:pt x="239954" y="1571193"/>
                </a:lnTo>
                <a:lnTo>
                  <a:pt x="241005" y="1586749"/>
                </a:lnTo>
                <a:lnTo>
                  <a:pt x="242673" y="1602305"/>
                </a:lnTo>
                <a:lnTo>
                  <a:pt x="245123" y="1617862"/>
                </a:lnTo>
                <a:lnTo>
                  <a:pt x="248541" y="1633418"/>
                </a:lnTo>
                <a:lnTo>
                  <a:pt x="253127" y="1648975"/>
                </a:lnTo>
                <a:lnTo>
                  <a:pt x="259076" y="1664531"/>
                </a:lnTo>
                <a:lnTo>
                  <a:pt x="266555" y="1680087"/>
                </a:lnTo>
                <a:lnTo>
                  <a:pt x="275674" y="1695644"/>
                </a:lnTo>
                <a:lnTo>
                  <a:pt x="286447" y="1711200"/>
                </a:lnTo>
                <a:lnTo>
                  <a:pt x="298768" y="1726756"/>
                </a:lnTo>
                <a:lnTo>
                  <a:pt x="312379" y="1742313"/>
                </a:lnTo>
                <a:lnTo>
                  <a:pt x="326864" y="1757869"/>
                </a:lnTo>
                <a:lnTo>
                  <a:pt x="341655" y="1773425"/>
                </a:lnTo>
                <a:lnTo>
                  <a:pt x="356059" y="1788982"/>
                </a:lnTo>
                <a:lnTo>
                  <a:pt x="369308" y="1804538"/>
                </a:lnTo>
                <a:lnTo>
                  <a:pt x="380625" y="1820095"/>
                </a:lnTo>
                <a:lnTo>
                  <a:pt x="389297" y="1835651"/>
                </a:lnTo>
                <a:lnTo>
                  <a:pt x="394749" y="1851207"/>
                </a:lnTo>
                <a:lnTo>
                  <a:pt x="396610" y="1866764"/>
                </a:lnTo>
                <a:lnTo>
                  <a:pt x="39661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5" name="03_small_GT_pose1_rmsd2_1546">
            <a:extLst>
              <a:ext uri="{FF2B5EF4-FFF2-40B4-BE49-F238E27FC236}">
                <a16:creationId xmlns:a16="http://schemas.microsoft.com/office/drawing/2014/main" id="{B1D9EACB-BD09-45B1-8CB0-02A24DF44110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96610" y="1866764"/>
                </a:moveTo>
                <a:lnTo>
                  <a:pt x="58390" y="1866764"/>
                </a:lnTo>
                <a:lnTo>
                  <a:pt x="60251" y="1851207"/>
                </a:lnTo>
                <a:lnTo>
                  <a:pt x="65703" y="1835651"/>
                </a:lnTo>
                <a:lnTo>
                  <a:pt x="74375" y="1820095"/>
                </a:lnTo>
                <a:lnTo>
                  <a:pt x="85692" y="1804538"/>
                </a:lnTo>
                <a:lnTo>
                  <a:pt x="98941" y="1788982"/>
                </a:lnTo>
                <a:lnTo>
                  <a:pt x="113345" y="1773425"/>
                </a:lnTo>
                <a:lnTo>
                  <a:pt x="128136" y="1757869"/>
                </a:lnTo>
                <a:lnTo>
                  <a:pt x="142621" y="1742313"/>
                </a:lnTo>
                <a:lnTo>
                  <a:pt x="156232" y="1726756"/>
                </a:lnTo>
                <a:lnTo>
                  <a:pt x="168553" y="1711200"/>
                </a:lnTo>
                <a:lnTo>
                  <a:pt x="179326" y="1695644"/>
                </a:lnTo>
                <a:lnTo>
                  <a:pt x="188445" y="1680087"/>
                </a:lnTo>
                <a:lnTo>
                  <a:pt x="195924" y="1664531"/>
                </a:lnTo>
                <a:lnTo>
                  <a:pt x="201873" y="1648975"/>
                </a:lnTo>
                <a:lnTo>
                  <a:pt x="206459" y="1633418"/>
                </a:lnTo>
                <a:lnTo>
                  <a:pt x="209877" y="1617862"/>
                </a:lnTo>
                <a:lnTo>
                  <a:pt x="212327" y="1602305"/>
                </a:lnTo>
                <a:lnTo>
                  <a:pt x="213995" y="1586749"/>
                </a:lnTo>
                <a:lnTo>
                  <a:pt x="215046" y="1571193"/>
                </a:lnTo>
                <a:lnTo>
                  <a:pt x="215618" y="1555636"/>
                </a:lnTo>
                <a:lnTo>
                  <a:pt x="215828" y="1540080"/>
                </a:lnTo>
                <a:lnTo>
                  <a:pt x="215769" y="1524524"/>
                </a:lnTo>
                <a:lnTo>
                  <a:pt x="215523" y="1508967"/>
                </a:lnTo>
                <a:lnTo>
                  <a:pt x="215156" y="1493411"/>
                </a:lnTo>
                <a:lnTo>
                  <a:pt x="214729" y="1477855"/>
                </a:lnTo>
                <a:lnTo>
                  <a:pt x="214295" y="1462298"/>
                </a:lnTo>
                <a:lnTo>
                  <a:pt x="213899" y="1446742"/>
                </a:lnTo>
                <a:lnTo>
                  <a:pt x="213577" y="1431185"/>
                </a:lnTo>
                <a:lnTo>
                  <a:pt x="213357" y="1415629"/>
                </a:lnTo>
                <a:lnTo>
                  <a:pt x="213256" y="1400073"/>
                </a:lnTo>
                <a:lnTo>
                  <a:pt x="213282" y="1384516"/>
                </a:lnTo>
                <a:lnTo>
                  <a:pt x="213434" y="1368960"/>
                </a:lnTo>
                <a:lnTo>
                  <a:pt x="213702" y="1353404"/>
                </a:lnTo>
                <a:lnTo>
                  <a:pt x="214074" y="1337847"/>
                </a:lnTo>
                <a:lnTo>
                  <a:pt x="214535" y="1322291"/>
                </a:lnTo>
                <a:lnTo>
                  <a:pt x="215071" y="1306735"/>
                </a:lnTo>
                <a:lnTo>
                  <a:pt x="215669" y="1291178"/>
                </a:lnTo>
                <a:lnTo>
                  <a:pt x="216318" y="1275622"/>
                </a:lnTo>
                <a:lnTo>
                  <a:pt x="217010" y="1260065"/>
                </a:lnTo>
                <a:lnTo>
                  <a:pt x="217736" y="1244509"/>
                </a:lnTo>
                <a:lnTo>
                  <a:pt x="218486" y="1228953"/>
                </a:lnTo>
                <a:lnTo>
                  <a:pt x="219247" y="1213396"/>
                </a:lnTo>
                <a:lnTo>
                  <a:pt x="220004" y="1197840"/>
                </a:lnTo>
                <a:lnTo>
                  <a:pt x="220735" y="1182284"/>
                </a:lnTo>
                <a:lnTo>
                  <a:pt x="221417" y="1166727"/>
                </a:lnTo>
                <a:lnTo>
                  <a:pt x="222026" y="1151171"/>
                </a:lnTo>
                <a:lnTo>
                  <a:pt x="222537" y="1135615"/>
                </a:lnTo>
                <a:lnTo>
                  <a:pt x="222930" y="1120058"/>
                </a:lnTo>
                <a:lnTo>
                  <a:pt x="223188" y="1104502"/>
                </a:lnTo>
                <a:lnTo>
                  <a:pt x="223305" y="1088945"/>
                </a:lnTo>
                <a:lnTo>
                  <a:pt x="223282" y="1073389"/>
                </a:lnTo>
                <a:lnTo>
                  <a:pt x="223131" y="1057833"/>
                </a:lnTo>
                <a:lnTo>
                  <a:pt x="222872" y="1042276"/>
                </a:lnTo>
                <a:lnTo>
                  <a:pt x="222537" y="1026720"/>
                </a:lnTo>
                <a:lnTo>
                  <a:pt x="222159" y="1011164"/>
                </a:lnTo>
                <a:lnTo>
                  <a:pt x="221780" y="995607"/>
                </a:lnTo>
                <a:lnTo>
                  <a:pt x="221437" y="980051"/>
                </a:lnTo>
                <a:lnTo>
                  <a:pt x="221166" y="964495"/>
                </a:lnTo>
                <a:lnTo>
                  <a:pt x="220997" y="948938"/>
                </a:lnTo>
                <a:lnTo>
                  <a:pt x="220948" y="933382"/>
                </a:lnTo>
                <a:lnTo>
                  <a:pt x="221027" y="917825"/>
                </a:lnTo>
                <a:lnTo>
                  <a:pt x="221230" y="902269"/>
                </a:lnTo>
                <a:lnTo>
                  <a:pt x="221543" y="886713"/>
                </a:lnTo>
                <a:lnTo>
                  <a:pt x="221941" y="871156"/>
                </a:lnTo>
                <a:lnTo>
                  <a:pt x="222392" y="855600"/>
                </a:lnTo>
                <a:lnTo>
                  <a:pt x="222862" y="840044"/>
                </a:lnTo>
                <a:lnTo>
                  <a:pt x="223313" y="824487"/>
                </a:lnTo>
                <a:lnTo>
                  <a:pt x="223714" y="808931"/>
                </a:lnTo>
                <a:lnTo>
                  <a:pt x="224036" y="793375"/>
                </a:lnTo>
                <a:lnTo>
                  <a:pt x="224254" y="777818"/>
                </a:lnTo>
                <a:lnTo>
                  <a:pt x="224354" y="762262"/>
                </a:lnTo>
                <a:lnTo>
                  <a:pt x="224327" y="746705"/>
                </a:lnTo>
                <a:lnTo>
                  <a:pt x="224171" y="731149"/>
                </a:lnTo>
                <a:lnTo>
                  <a:pt x="223888" y="715593"/>
                </a:lnTo>
                <a:lnTo>
                  <a:pt x="223485" y="700036"/>
                </a:lnTo>
                <a:lnTo>
                  <a:pt x="222973" y="684480"/>
                </a:lnTo>
                <a:lnTo>
                  <a:pt x="222363" y="668924"/>
                </a:lnTo>
                <a:lnTo>
                  <a:pt x="221670" y="653367"/>
                </a:lnTo>
                <a:lnTo>
                  <a:pt x="220907" y="637811"/>
                </a:lnTo>
                <a:lnTo>
                  <a:pt x="220092" y="622255"/>
                </a:lnTo>
                <a:lnTo>
                  <a:pt x="219243" y="606698"/>
                </a:lnTo>
                <a:lnTo>
                  <a:pt x="218382" y="591142"/>
                </a:lnTo>
                <a:lnTo>
                  <a:pt x="217533" y="575585"/>
                </a:lnTo>
                <a:lnTo>
                  <a:pt x="216724" y="560029"/>
                </a:lnTo>
                <a:lnTo>
                  <a:pt x="215986" y="544473"/>
                </a:lnTo>
                <a:lnTo>
                  <a:pt x="215351" y="528916"/>
                </a:lnTo>
                <a:lnTo>
                  <a:pt x="214850" y="513360"/>
                </a:lnTo>
                <a:lnTo>
                  <a:pt x="214510" y="497804"/>
                </a:lnTo>
                <a:lnTo>
                  <a:pt x="214353" y="482247"/>
                </a:lnTo>
                <a:lnTo>
                  <a:pt x="214391" y="466691"/>
                </a:lnTo>
                <a:lnTo>
                  <a:pt x="214625" y="451135"/>
                </a:lnTo>
                <a:lnTo>
                  <a:pt x="215043" y="435578"/>
                </a:lnTo>
                <a:lnTo>
                  <a:pt x="215619" y="420022"/>
                </a:lnTo>
                <a:lnTo>
                  <a:pt x="216314" y="404465"/>
                </a:lnTo>
                <a:lnTo>
                  <a:pt x="217076" y="388909"/>
                </a:lnTo>
                <a:lnTo>
                  <a:pt x="217840" y="373353"/>
                </a:lnTo>
                <a:lnTo>
                  <a:pt x="218529" y="357796"/>
                </a:lnTo>
                <a:lnTo>
                  <a:pt x="219052" y="342240"/>
                </a:lnTo>
                <a:lnTo>
                  <a:pt x="219304" y="326684"/>
                </a:lnTo>
                <a:lnTo>
                  <a:pt x="219160" y="311127"/>
                </a:lnTo>
                <a:lnTo>
                  <a:pt x="218472" y="295571"/>
                </a:lnTo>
                <a:lnTo>
                  <a:pt x="217064" y="280015"/>
                </a:lnTo>
                <a:lnTo>
                  <a:pt x="214731" y="264458"/>
                </a:lnTo>
                <a:lnTo>
                  <a:pt x="211238" y="248902"/>
                </a:lnTo>
                <a:lnTo>
                  <a:pt x="206326" y="233345"/>
                </a:lnTo>
                <a:lnTo>
                  <a:pt x="199728" y="217789"/>
                </a:lnTo>
                <a:lnTo>
                  <a:pt x="191190" y="202233"/>
                </a:lnTo>
                <a:lnTo>
                  <a:pt x="180508" y="186676"/>
                </a:lnTo>
                <a:lnTo>
                  <a:pt x="167559" y="171120"/>
                </a:lnTo>
                <a:lnTo>
                  <a:pt x="152352" y="155564"/>
                </a:lnTo>
                <a:lnTo>
                  <a:pt x="135063" y="140007"/>
                </a:lnTo>
                <a:lnTo>
                  <a:pt x="116066" y="124451"/>
                </a:lnTo>
                <a:lnTo>
                  <a:pt x="95944" y="108895"/>
                </a:lnTo>
                <a:lnTo>
                  <a:pt x="75482" y="93338"/>
                </a:lnTo>
                <a:lnTo>
                  <a:pt x="55624" y="77782"/>
                </a:lnTo>
                <a:lnTo>
                  <a:pt x="37408" y="62225"/>
                </a:lnTo>
                <a:lnTo>
                  <a:pt x="21883" y="46669"/>
                </a:lnTo>
                <a:lnTo>
                  <a:pt x="10005" y="31113"/>
                </a:lnTo>
                <a:lnTo>
                  <a:pt x="2544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56" y="15556"/>
                </a:lnTo>
                <a:lnTo>
                  <a:pt x="444995" y="31113"/>
                </a:lnTo>
                <a:lnTo>
                  <a:pt x="433117" y="46669"/>
                </a:lnTo>
                <a:lnTo>
                  <a:pt x="417592" y="62225"/>
                </a:lnTo>
                <a:lnTo>
                  <a:pt x="399376" y="77782"/>
                </a:lnTo>
                <a:lnTo>
                  <a:pt x="379518" y="93338"/>
                </a:lnTo>
                <a:lnTo>
                  <a:pt x="359056" y="108895"/>
                </a:lnTo>
                <a:lnTo>
                  <a:pt x="338934" y="124451"/>
                </a:lnTo>
                <a:lnTo>
                  <a:pt x="319937" y="140007"/>
                </a:lnTo>
                <a:lnTo>
                  <a:pt x="302648" y="155564"/>
                </a:lnTo>
                <a:lnTo>
                  <a:pt x="287441" y="171120"/>
                </a:lnTo>
                <a:lnTo>
                  <a:pt x="274492" y="186676"/>
                </a:lnTo>
                <a:lnTo>
                  <a:pt x="263810" y="202233"/>
                </a:lnTo>
                <a:lnTo>
                  <a:pt x="255272" y="217789"/>
                </a:lnTo>
                <a:lnTo>
                  <a:pt x="248674" y="233345"/>
                </a:lnTo>
                <a:lnTo>
                  <a:pt x="243762" y="248902"/>
                </a:lnTo>
                <a:lnTo>
                  <a:pt x="240269" y="264458"/>
                </a:lnTo>
                <a:lnTo>
                  <a:pt x="237936" y="280015"/>
                </a:lnTo>
                <a:lnTo>
                  <a:pt x="236528" y="295571"/>
                </a:lnTo>
                <a:lnTo>
                  <a:pt x="235840" y="311127"/>
                </a:lnTo>
                <a:lnTo>
                  <a:pt x="235696" y="326684"/>
                </a:lnTo>
                <a:lnTo>
                  <a:pt x="235948" y="342240"/>
                </a:lnTo>
                <a:lnTo>
                  <a:pt x="236471" y="357796"/>
                </a:lnTo>
                <a:lnTo>
                  <a:pt x="237160" y="373353"/>
                </a:lnTo>
                <a:lnTo>
                  <a:pt x="237924" y="388909"/>
                </a:lnTo>
                <a:lnTo>
                  <a:pt x="238686" y="404465"/>
                </a:lnTo>
                <a:lnTo>
                  <a:pt x="239381" y="420022"/>
                </a:lnTo>
                <a:lnTo>
                  <a:pt x="239957" y="435578"/>
                </a:lnTo>
                <a:lnTo>
                  <a:pt x="240375" y="451135"/>
                </a:lnTo>
                <a:lnTo>
                  <a:pt x="240609" y="466691"/>
                </a:lnTo>
                <a:lnTo>
                  <a:pt x="240647" y="482247"/>
                </a:lnTo>
                <a:lnTo>
                  <a:pt x="240490" y="497804"/>
                </a:lnTo>
                <a:lnTo>
                  <a:pt x="240150" y="513360"/>
                </a:lnTo>
                <a:lnTo>
                  <a:pt x="239649" y="528916"/>
                </a:lnTo>
                <a:lnTo>
                  <a:pt x="239014" y="544473"/>
                </a:lnTo>
                <a:lnTo>
                  <a:pt x="238276" y="560029"/>
                </a:lnTo>
                <a:lnTo>
                  <a:pt x="237467" y="575585"/>
                </a:lnTo>
                <a:lnTo>
                  <a:pt x="236618" y="591142"/>
                </a:lnTo>
                <a:lnTo>
                  <a:pt x="235757" y="606698"/>
                </a:lnTo>
                <a:lnTo>
                  <a:pt x="234908" y="622255"/>
                </a:lnTo>
                <a:lnTo>
                  <a:pt x="234093" y="637811"/>
                </a:lnTo>
                <a:lnTo>
                  <a:pt x="233330" y="653367"/>
                </a:lnTo>
                <a:lnTo>
                  <a:pt x="232637" y="668924"/>
                </a:lnTo>
                <a:lnTo>
                  <a:pt x="232027" y="684480"/>
                </a:lnTo>
                <a:lnTo>
                  <a:pt x="231515" y="700036"/>
                </a:lnTo>
                <a:lnTo>
                  <a:pt x="231112" y="715593"/>
                </a:lnTo>
                <a:lnTo>
                  <a:pt x="230829" y="731149"/>
                </a:lnTo>
                <a:lnTo>
                  <a:pt x="230673" y="746705"/>
                </a:lnTo>
                <a:lnTo>
                  <a:pt x="230646" y="762262"/>
                </a:lnTo>
                <a:lnTo>
                  <a:pt x="230746" y="777818"/>
                </a:lnTo>
                <a:lnTo>
                  <a:pt x="230964" y="793375"/>
                </a:lnTo>
                <a:lnTo>
                  <a:pt x="231286" y="808931"/>
                </a:lnTo>
                <a:lnTo>
                  <a:pt x="231687" y="824487"/>
                </a:lnTo>
                <a:lnTo>
                  <a:pt x="232138" y="840044"/>
                </a:lnTo>
                <a:lnTo>
                  <a:pt x="232608" y="855600"/>
                </a:lnTo>
                <a:lnTo>
                  <a:pt x="233059" y="871156"/>
                </a:lnTo>
                <a:lnTo>
                  <a:pt x="233457" y="886713"/>
                </a:lnTo>
                <a:lnTo>
                  <a:pt x="233769" y="902269"/>
                </a:lnTo>
                <a:lnTo>
                  <a:pt x="233973" y="917825"/>
                </a:lnTo>
                <a:lnTo>
                  <a:pt x="234052" y="933382"/>
                </a:lnTo>
                <a:lnTo>
                  <a:pt x="234003" y="948938"/>
                </a:lnTo>
                <a:lnTo>
                  <a:pt x="233834" y="964495"/>
                </a:lnTo>
                <a:lnTo>
                  <a:pt x="233563" y="980051"/>
                </a:lnTo>
                <a:lnTo>
                  <a:pt x="233220" y="995607"/>
                </a:lnTo>
                <a:lnTo>
                  <a:pt x="232841" y="1011164"/>
                </a:lnTo>
                <a:lnTo>
                  <a:pt x="232463" y="1026720"/>
                </a:lnTo>
                <a:lnTo>
                  <a:pt x="232128" y="1042276"/>
                </a:lnTo>
                <a:lnTo>
                  <a:pt x="231869" y="1057833"/>
                </a:lnTo>
                <a:lnTo>
                  <a:pt x="231718" y="1073389"/>
                </a:lnTo>
                <a:lnTo>
                  <a:pt x="231695" y="1088945"/>
                </a:lnTo>
                <a:lnTo>
                  <a:pt x="231812" y="1104502"/>
                </a:lnTo>
                <a:lnTo>
                  <a:pt x="232070" y="1120058"/>
                </a:lnTo>
                <a:lnTo>
                  <a:pt x="232463" y="1135615"/>
                </a:lnTo>
                <a:lnTo>
                  <a:pt x="232974" y="1151171"/>
                </a:lnTo>
                <a:lnTo>
                  <a:pt x="233583" y="1166727"/>
                </a:lnTo>
                <a:lnTo>
                  <a:pt x="234265" y="1182284"/>
                </a:lnTo>
                <a:lnTo>
                  <a:pt x="234996" y="1197840"/>
                </a:lnTo>
                <a:lnTo>
                  <a:pt x="235753" y="1213396"/>
                </a:lnTo>
                <a:lnTo>
                  <a:pt x="236514" y="1228953"/>
                </a:lnTo>
                <a:lnTo>
                  <a:pt x="237264" y="1244509"/>
                </a:lnTo>
                <a:lnTo>
                  <a:pt x="237990" y="1260065"/>
                </a:lnTo>
                <a:lnTo>
                  <a:pt x="238682" y="1275622"/>
                </a:lnTo>
                <a:lnTo>
                  <a:pt x="239331" y="1291178"/>
                </a:lnTo>
                <a:lnTo>
                  <a:pt x="239929" y="1306735"/>
                </a:lnTo>
                <a:lnTo>
                  <a:pt x="240465" y="1322291"/>
                </a:lnTo>
                <a:lnTo>
                  <a:pt x="240926" y="1337847"/>
                </a:lnTo>
                <a:lnTo>
                  <a:pt x="241298" y="1353404"/>
                </a:lnTo>
                <a:lnTo>
                  <a:pt x="241566" y="1368960"/>
                </a:lnTo>
                <a:lnTo>
                  <a:pt x="241718" y="1384516"/>
                </a:lnTo>
                <a:lnTo>
                  <a:pt x="241744" y="1400073"/>
                </a:lnTo>
                <a:lnTo>
                  <a:pt x="241643" y="1415629"/>
                </a:lnTo>
                <a:lnTo>
                  <a:pt x="241423" y="1431185"/>
                </a:lnTo>
                <a:lnTo>
                  <a:pt x="241101" y="1446742"/>
                </a:lnTo>
                <a:lnTo>
                  <a:pt x="240705" y="1462298"/>
                </a:lnTo>
                <a:lnTo>
                  <a:pt x="240271" y="1477855"/>
                </a:lnTo>
                <a:lnTo>
                  <a:pt x="239844" y="1493411"/>
                </a:lnTo>
                <a:lnTo>
                  <a:pt x="239477" y="1508967"/>
                </a:lnTo>
                <a:lnTo>
                  <a:pt x="239231" y="1524524"/>
                </a:lnTo>
                <a:lnTo>
                  <a:pt x="239172" y="1540080"/>
                </a:lnTo>
                <a:lnTo>
                  <a:pt x="239382" y="1555636"/>
                </a:lnTo>
                <a:lnTo>
                  <a:pt x="239954" y="1571193"/>
                </a:lnTo>
                <a:lnTo>
                  <a:pt x="241005" y="1586749"/>
                </a:lnTo>
                <a:lnTo>
                  <a:pt x="242673" y="1602305"/>
                </a:lnTo>
                <a:lnTo>
                  <a:pt x="245123" y="1617862"/>
                </a:lnTo>
                <a:lnTo>
                  <a:pt x="248541" y="1633418"/>
                </a:lnTo>
                <a:lnTo>
                  <a:pt x="253127" y="1648975"/>
                </a:lnTo>
                <a:lnTo>
                  <a:pt x="259076" y="1664531"/>
                </a:lnTo>
                <a:lnTo>
                  <a:pt x="266555" y="1680087"/>
                </a:lnTo>
                <a:lnTo>
                  <a:pt x="275674" y="1695644"/>
                </a:lnTo>
                <a:lnTo>
                  <a:pt x="286447" y="1711200"/>
                </a:lnTo>
                <a:lnTo>
                  <a:pt x="298768" y="1726756"/>
                </a:lnTo>
                <a:lnTo>
                  <a:pt x="312379" y="1742313"/>
                </a:lnTo>
                <a:lnTo>
                  <a:pt x="326864" y="1757869"/>
                </a:lnTo>
                <a:lnTo>
                  <a:pt x="341655" y="1773425"/>
                </a:lnTo>
                <a:lnTo>
                  <a:pt x="356059" y="1788982"/>
                </a:lnTo>
                <a:lnTo>
                  <a:pt x="369308" y="1804538"/>
                </a:lnTo>
                <a:lnTo>
                  <a:pt x="380625" y="1820095"/>
                </a:lnTo>
                <a:lnTo>
                  <a:pt x="389297" y="1835651"/>
                </a:lnTo>
                <a:lnTo>
                  <a:pt x="394749" y="1851207"/>
                </a:lnTo>
                <a:lnTo>
                  <a:pt x="396610" y="1866764"/>
                </a:lnTo>
                <a:lnTo>
                  <a:pt x="39661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" name="03_small_GT_pose1_rmsd2_1547">
            <a:extLst>
              <a:ext uri="{FF2B5EF4-FFF2-40B4-BE49-F238E27FC236}">
                <a16:creationId xmlns:a16="http://schemas.microsoft.com/office/drawing/2014/main" id="{A3B6C289-4D6B-4CB1-A1EE-EAF93272A738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96610" y="1866764"/>
                </a:moveTo>
                <a:lnTo>
                  <a:pt x="58390" y="1866764"/>
                </a:lnTo>
                <a:lnTo>
                  <a:pt x="60251" y="1851207"/>
                </a:lnTo>
                <a:lnTo>
                  <a:pt x="65703" y="1835651"/>
                </a:lnTo>
                <a:lnTo>
                  <a:pt x="74375" y="1820095"/>
                </a:lnTo>
                <a:lnTo>
                  <a:pt x="85692" y="1804538"/>
                </a:lnTo>
                <a:lnTo>
                  <a:pt x="98941" y="1788982"/>
                </a:lnTo>
                <a:lnTo>
                  <a:pt x="113345" y="1773425"/>
                </a:lnTo>
                <a:lnTo>
                  <a:pt x="128136" y="1757869"/>
                </a:lnTo>
                <a:lnTo>
                  <a:pt x="142621" y="1742313"/>
                </a:lnTo>
                <a:lnTo>
                  <a:pt x="156232" y="1726756"/>
                </a:lnTo>
                <a:lnTo>
                  <a:pt x="168553" y="1711200"/>
                </a:lnTo>
                <a:lnTo>
                  <a:pt x="179326" y="1695644"/>
                </a:lnTo>
                <a:lnTo>
                  <a:pt x="188445" y="1680087"/>
                </a:lnTo>
                <a:lnTo>
                  <a:pt x="195924" y="1664531"/>
                </a:lnTo>
                <a:lnTo>
                  <a:pt x="201873" y="1648975"/>
                </a:lnTo>
                <a:lnTo>
                  <a:pt x="206459" y="1633418"/>
                </a:lnTo>
                <a:lnTo>
                  <a:pt x="209877" y="1617862"/>
                </a:lnTo>
                <a:lnTo>
                  <a:pt x="212327" y="1602305"/>
                </a:lnTo>
                <a:lnTo>
                  <a:pt x="213995" y="1586749"/>
                </a:lnTo>
                <a:lnTo>
                  <a:pt x="215046" y="1571193"/>
                </a:lnTo>
                <a:lnTo>
                  <a:pt x="215618" y="1555636"/>
                </a:lnTo>
                <a:lnTo>
                  <a:pt x="215828" y="1540080"/>
                </a:lnTo>
                <a:lnTo>
                  <a:pt x="215769" y="1524524"/>
                </a:lnTo>
                <a:lnTo>
                  <a:pt x="215523" y="1508967"/>
                </a:lnTo>
                <a:lnTo>
                  <a:pt x="215156" y="1493411"/>
                </a:lnTo>
                <a:lnTo>
                  <a:pt x="214729" y="1477855"/>
                </a:lnTo>
                <a:lnTo>
                  <a:pt x="214295" y="1462298"/>
                </a:lnTo>
                <a:lnTo>
                  <a:pt x="213899" y="1446742"/>
                </a:lnTo>
                <a:lnTo>
                  <a:pt x="213577" y="1431185"/>
                </a:lnTo>
                <a:lnTo>
                  <a:pt x="213357" y="1415629"/>
                </a:lnTo>
                <a:lnTo>
                  <a:pt x="213256" y="1400073"/>
                </a:lnTo>
                <a:lnTo>
                  <a:pt x="213282" y="1384516"/>
                </a:lnTo>
                <a:lnTo>
                  <a:pt x="213434" y="1368960"/>
                </a:lnTo>
                <a:lnTo>
                  <a:pt x="213702" y="1353404"/>
                </a:lnTo>
                <a:lnTo>
                  <a:pt x="214074" y="1337847"/>
                </a:lnTo>
                <a:lnTo>
                  <a:pt x="214535" y="1322291"/>
                </a:lnTo>
                <a:lnTo>
                  <a:pt x="215071" y="1306735"/>
                </a:lnTo>
                <a:lnTo>
                  <a:pt x="215669" y="1291178"/>
                </a:lnTo>
                <a:lnTo>
                  <a:pt x="216318" y="1275622"/>
                </a:lnTo>
                <a:lnTo>
                  <a:pt x="217010" y="1260065"/>
                </a:lnTo>
                <a:lnTo>
                  <a:pt x="217736" y="1244509"/>
                </a:lnTo>
                <a:lnTo>
                  <a:pt x="218486" y="1228953"/>
                </a:lnTo>
                <a:lnTo>
                  <a:pt x="219247" y="1213396"/>
                </a:lnTo>
                <a:lnTo>
                  <a:pt x="220004" y="1197840"/>
                </a:lnTo>
                <a:lnTo>
                  <a:pt x="220735" y="1182284"/>
                </a:lnTo>
                <a:lnTo>
                  <a:pt x="221417" y="1166727"/>
                </a:lnTo>
                <a:lnTo>
                  <a:pt x="222026" y="1151171"/>
                </a:lnTo>
                <a:lnTo>
                  <a:pt x="222537" y="1135615"/>
                </a:lnTo>
                <a:lnTo>
                  <a:pt x="222930" y="1120058"/>
                </a:lnTo>
                <a:lnTo>
                  <a:pt x="223188" y="1104502"/>
                </a:lnTo>
                <a:lnTo>
                  <a:pt x="223305" y="1088945"/>
                </a:lnTo>
                <a:lnTo>
                  <a:pt x="223282" y="1073389"/>
                </a:lnTo>
                <a:lnTo>
                  <a:pt x="223131" y="1057833"/>
                </a:lnTo>
                <a:lnTo>
                  <a:pt x="222872" y="1042276"/>
                </a:lnTo>
                <a:lnTo>
                  <a:pt x="222537" y="1026720"/>
                </a:lnTo>
                <a:lnTo>
                  <a:pt x="222159" y="1011164"/>
                </a:lnTo>
                <a:lnTo>
                  <a:pt x="221780" y="995607"/>
                </a:lnTo>
                <a:lnTo>
                  <a:pt x="221437" y="980051"/>
                </a:lnTo>
                <a:lnTo>
                  <a:pt x="221166" y="964495"/>
                </a:lnTo>
                <a:lnTo>
                  <a:pt x="220997" y="948938"/>
                </a:lnTo>
                <a:lnTo>
                  <a:pt x="220948" y="933382"/>
                </a:lnTo>
                <a:lnTo>
                  <a:pt x="221027" y="917825"/>
                </a:lnTo>
                <a:lnTo>
                  <a:pt x="221231" y="902269"/>
                </a:lnTo>
                <a:lnTo>
                  <a:pt x="221543" y="886713"/>
                </a:lnTo>
                <a:lnTo>
                  <a:pt x="221941" y="871156"/>
                </a:lnTo>
                <a:lnTo>
                  <a:pt x="222392" y="855600"/>
                </a:lnTo>
                <a:lnTo>
                  <a:pt x="222862" y="840044"/>
                </a:lnTo>
                <a:lnTo>
                  <a:pt x="223313" y="824487"/>
                </a:lnTo>
                <a:lnTo>
                  <a:pt x="223714" y="808931"/>
                </a:lnTo>
                <a:lnTo>
                  <a:pt x="224036" y="793375"/>
                </a:lnTo>
                <a:lnTo>
                  <a:pt x="224254" y="777818"/>
                </a:lnTo>
                <a:lnTo>
                  <a:pt x="224354" y="762262"/>
                </a:lnTo>
                <a:lnTo>
                  <a:pt x="224327" y="746705"/>
                </a:lnTo>
                <a:lnTo>
                  <a:pt x="224171" y="731149"/>
                </a:lnTo>
                <a:lnTo>
                  <a:pt x="223888" y="715593"/>
                </a:lnTo>
                <a:lnTo>
                  <a:pt x="223485" y="700036"/>
                </a:lnTo>
                <a:lnTo>
                  <a:pt x="222973" y="684480"/>
                </a:lnTo>
                <a:lnTo>
                  <a:pt x="222363" y="668924"/>
                </a:lnTo>
                <a:lnTo>
                  <a:pt x="221670" y="653367"/>
                </a:lnTo>
                <a:lnTo>
                  <a:pt x="220907" y="637811"/>
                </a:lnTo>
                <a:lnTo>
                  <a:pt x="220092" y="622255"/>
                </a:lnTo>
                <a:lnTo>
                  <a:pt x="219243" y="606698"/>
                </a:lnTo>
                <a:lnTo>
                  <a:pt x="218382" y="591142"/>
                </a:lnTo>
                <a:lnTo>
                  <a:pt x="217533" y="575585"/>
                </a:lnTo>
                <a:lnTo>
                  <a:pt x="216724" y="560029"/>
                </a:lnTo>
                <a:lnTo>
                  <a:pt x="215986" y="544473"/>
                </a:lnTo>
                <a:lnTo>
                  <a:pt x="215351" y="528916"/>
                </a:lnTo>
                <a:lnTo>
                  <a:pt x="214850" y="513360"/>
                </a:lnTo>
                <a:lnTo>
                  <a:pt x="214510" y="497804"/>
                </a:lnTo>
                <a:lnTo>
                  <a:pt x="214353" y="482247"/>
                </a:lnTo>
                <a:lnTo>
                  <a:pt x="214391" y="466691"/>
                </a:lnTo>
                <a:lnTo>
                  <a:pt x="214625" y="451135"/>
                </a:lnTo>
                <a:lnTo>
                  <a:pt x="215043" y="435578"/>
                </a:lnTo>
                <a:lnTo>
                  <a:pt x="215619" y="420022"/>
                </a:lnTo>
                <a:lnTo>
                  <a:pt x="216314" y="404465"/>
                </a:lnTo>
                <a:lnTo>
                  <a:pt x="217076" y="388909"/>
                </a:lnTo>
                <a:lnTo>
                  <a:pt x="217840" y="373353"/>
                </a:lnTo>
                <a:lnTo>
                  <a:pt x="218529" y="357796"/>
                </a:lnTo>
                <a:lnTo>
                  <a:pt x="219052" y="342240"/>
                </a:lnTo>
                <a:lnTo>
                  <a:pt x="219304" y="326684"/>
                </a:lnTo>
                <a:lnTo>
                  <a:pt x="219160" y="311127"/>
                </a:lnTo>
                <a:lnTo>
                  <a:pt x="218472" y="295571"/>
                </a:lnTo>
                <a:lnTo>
                  <a:pt x="217064" y="280015"/>
                </a:lnTo>
                <a:lnTo>
                  <a:pt x="214731" y="264458"/>
                </a:lnTo>
                <a:lnTo>
                  <a:pt x="211238" y="248902"/>
                </a:lnTo>
                <a:lnTo>
                  <a:pt x="206326" y="233345"/>
                </a:lnTo>
                <a:lnTo>
                  <a:pt x="199728" y="217789"/>
                </a:lnTo>
                <a:lnTo>
                  <a:pt x="191190" y="202233"/>
                </a:lnTo>
                <a:lnTo>
                  <a:pt x="180508" y="186676"/>
                </a:lnTo>
                <a:lnTo>
                  <a:pt x="167559" y="171120"/>
                </a:lnTo>
                <a:lnTo>
                  <a:pt x="152352" y="155564"/>
                </a:lnTo>
                <a:lnTo>
                  <a:pt x="135063" y="140007"/>
                </a:lnTo>
                <a:lnTo>
                  <a:pt x="116066" y="124451"/>
                </a:lnTo>
                <a:lnTo>
                  <a:pt x="95944" y="108895"/>
                </a:lnTo>
                <a:lnTo>
                  <a:pt x="75482" y="93338"/>
                </a:lnTo>
                <a:lnTo>
                  <a:pt x="55624" y="77782"/>
                </a:lnTo>
                <a:lnTo>
                  <a:pt x="37408" y="62225"/>
                </a:lnTo>
                <a:lnTo>
                  <a:pt x="21883" y="46669"/>
                </a:lnTo>
                <a:lnTo>
                  <a:pt x="10005" y="31113"/>
                </a:lnTo>
                <a:lnTo>
                  <a:pt x="2544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56" y="15556"/>
                </a:lnTo>
                <a:lnTo>
                  <a:pt x="444995" y="31113"/>
                </a:lnTo>
                <a:lnTo>
                  <a:pt x="433117" y="46669"/>
                </a:lnTo>
                <a:lnTo>
                  <a:pt x="417592" y="62225"/>
                </a:lnTo>
                <a:lnTo>
                  <a:pt x="399376" y="77782"/>
                </a:lnTo>
                <a:lnTo>
                  <a:pt x="379518" y="93338"/>
                </a:lnTo>
                <a:lnTo>
                  <a:pt x="359056" y="108895"/>
                </a:lnTo>
                <a:lnTo>
                  <a:pt x="338934" y="124451"/>
                </a:lnTo>
                <a:lnTo>
                  <a:pt x="319937" y="140007"/>
                </a:lnTo>
                <a:lnTo>
                  <a:pt x="302648" y="155564"/>
                </a:lnTo>
                <a:lnTo>
                  <a:pt x="287441" y="171120"/>
                </a:lnTo>
                <a:lnTo>
                  <a:pt x="274492" y="186676"/>
                </a:lnTo>
                <a:lnTo>
                  <a:pt x="263810" y="202233"/>
                </a:lnTo>
                <a:lnTo>
                  <a:pt x="255272" y="217789"/>
                </a:lnTo>
                <a:lnTo>
                  <a:pt x="248674" y="233345"/>
                </a:lnTo>
                <a:lnTo>
                  <a:pt x="243762" y="248902"/>
                </a:lnTo>
                <a:lnTo>
                  <a:pt x="240269" y="264458"/>
                </a:lnTo>
                <a:lnTo>
                  <a:pt x="237936" y="280015"/>
                </a:lnTo>
                <a:lnTo>
                  <a:pt x="236528" y="295571"/>
                </a:lnTo>
                <a:lnTo>
                  <a:pt x="235840" y="311127"/>
                </a:lnTo>
                <a:lnTo>
                  <a:pt x="235696" y="326684"/>
                </a:lnTo>
                <a:lnTo>
                  <a:pt x="235948" y="342240"/>
                </a:lnTo>
                <a:lnTo>
                  <a:pt x="236471" y="357796"/>
                </a:lnTo>
                <a:lnTo>
                  <a:pt x="237160" y="373353"/>
                </a:lnTo>
                <a:lnTo>
                  <a:pt x="237924" y="388909"/>
                </a:lnTo>
                <a:lnTo>
                  <a:pt x="238686" y="404465"/>
                </a:lnTo>
                <a:lnTo>
                  <a:pt x="239381" y="420022"/>
                </a:lnTo>
                <a:lnTo>
                  <a:pt x="239957" y="435578"/>
                </a:lnTo>
                <a:lnTo>
                  <a:pt x="240375" y="451135"/>
                </a:lnTo>
                <a:lnTo>
                  <a:pt x="240609" y="466691"/>
                </a:lnTo>
                <a:lnTo>
                  <a:pt x="240647" y="482247"/>
                </a:lnTo>
                <a:lnTo>
                  <a:pt x="240490" y="497804"/>
                </a:lnTo>
                <a:lnTo>
                  <a:pt x="240150" y="513360"/>
                </a:lnTo>
                <a:lnTo>
                  <a:pt x="239649" y="528916"/>
                </a:lnTo>
                <a:lnTo>
                  <a:pt x="239014" y="544473"/>
                </a:lnTo>
                <a:lnTo>
                  <a:pt x="238276" y="560029"/>
                </a:lnTo>
                <a:lnTo>
                  <a:pt x="237467" y="575585"/>
                </a:lnTo>
                <a:lnTo>
                  <a:pt x="236618" y="591142"/>
                </a:lnTo>
                <a:lnTo>
                  <a:pt x="235757" y="606698"/>
                </a:lnTo>
                <a:lnTo>
                  <a:pt x="234908" y="622255"/>
                </a:lnTo>
                <a:lnTo>
                  <a:pt x="234093" y="637811"/>
                </a:lnTo>
                <a:lnTo>
                  <a:pt x="233330" y="653367"/>
                </a:lnTo>
                <a:lnTo>
                  <a:pt x="232637" y="668924"/>
                </a:lnTo>
                <a:lnTo>
                  <a:pt x="232027" y="684480"/>
                </a:lnTo>
                <a:lnTo>
                  <a:pt x="231515" y="700036"/>
                </a:lnTo>
                <a:lnTo>
                  <a:pt x="231112" y="715593"/>
                </a:lnTo>
                <a:lnTo>
                  <a:pt x="230829" y="731149"/>
                </a:lnTo>
                <a:lnTo>
                  <a:pt x="230673" y="746705"/>
                </a:lnTo>
                <a:lnTo>
                  <a:pt x="230646" y="762262"/>
                </a:lnTo>
                <a:lnTo>
                  <a:pt x="230746" y="777818"/>
                </a:lnTo>
                <a:lnTo>
                  <a:pt x="230964" y="793375"/>
                </a:lnTo>
                <a:lnTo>
                  <a:pt x="231286" y="808931"/>
                </a:lnTo>
                <a:lnTo>
                  <a:pt x="231687" y="824487"/>
                </a:lnTo>
                <a:lnTo>
                  <a:pt x="232138" y="840044"/>
                </a:lnTo>
                <a:lnTo>
                  <a:pt x="232608" y="855600"/>
                </a:lnTo>
                <a:lnTo>
                  <a:pt x="233059" y="871156"/>
                </a:lnTo>
                <a:lnTo>
                  <a:pt x="233457" y="886713"/>
                </a:lnTo>
                <a:lnTo>
                  <a:pt x="233770" y="902269"/>
                </a:lnTo>
                <a:lnTo>
                  <a:pt x="233973" y="917825"/>
                </a:lnTo>
                <a:lnTo>
                  <a:pt x="234052" y="933382"/>
                </a:lnTo>
                <a:lnTo>
                  <a:pt x="234003" y="948938"/>
                </a:lnTo>
                <a:lnTo>
                  <a:pt x="233834" y="964495"/>
                </a:lnTo>
                <a:lnTo>
                  <a:pt x="233563" y="980051"/>
                </a:lnTo>
                <a:lnTo>
                  <a:pt x="233220" y="995607"/>
                </a:lnTo>
                <a:lnTo>
                  <a:pt x="232841" y="1011164"/>
                </a:lnTo>
                <a:lnTo>
                  <a:pt x="232463" y="1026720"/>
                </a:lnTo>
                <a:lnTo>
                  <a:pt x="232128" y="1042276"/>
                </a:lnTo>
                <a:lnTo>
                  <a:pt x="231869" y="1057833"/>
                </a:lnTo>
                <a:lnTo>
                  <a:pt x="231718" y="1073389"/>
                </a:lnTo>
                <a:lnTo>
                  <a:pt x="231695" y="1088945"/>
                </a:lnTo>
                <a:lnTo>
                  <a:pt x="231812" y="1104502"/>
                </a:lnTo>
                <a:lnTo>
                  <a:pt x="232070" y="1120058"/>
                </a:lnTo>
                <a:lnTo>
                  <a:pt x="232463" y="1135615"/>
                </a:lnTo>
                <a:lnTo>
                  <a:pt x="232974" y="1151171"/>
                </a:lnTo>
                <a:lnTo>
                  <a:pt x="233583" y="1166727"/>
                </a:lnTo>
                <a:lnTo>
                  <a:pt x="234265" y="1182284"/>
                </a:lnTo>
                <a:lnTo>
                  <a:pt x="234996" y="1197840"/>
                </a:lnTo>
                <a:lnTo>
                  <a:pt x="235753" y="1213396"/>
                </a:lnTo>
                <a:lnTo>
                  <a:pt x="236514" y="1228953"/>
                </a:lnTo>
                <a:lnTo>
                  <a:pt x="237264" y="1244509"/>
                </a:lnTo>
                <a:lnTo>
                  <a:pt x="237990" y="1260065"/>
                </a:lnTo>
                <a:lnTo>
                  <a:pt x="238682" y="1275622"/>
                </a:lnTo>
                <a:lnTo>
                  <a:pt x="239331" y="1291178"/>
                </a:lnTo>
                <a:lnTo>
                  <a:pt x="239929" y="1306735"/>
                </a:lnTo>
                <a:lnTo>
                  <a:pt x="240465" y="1322291"/>
                </a:lnTo>
                <a:lnTo>
                  <a:pt x="240926" y="1337847"/>
                </a:lnTo>
                <a:lnTo>
                  <a:pt x="241298" y="1353404"/>
                </a:lnTo>
                <a:lnTo>
                  <a:pt x="241566" y="1368960"/>
                </a:lnTo>
                <a:lnTo>
                  <a:pt x="241718" y="1384516"/>
                </a:lnTo>
                <a:lnTo>
                  <a:pt x="241744" y="1400073"/>
                </a:lnTo>
                <a:lnTo>
                  <a:pt x="241643" y="1415629"/>
                </a:lnTo>
                <a:lnTo>
                  <a:pt x="241423" y="1431185"/>
                </a:lnTo>
                <a:lnTo>
                  <a:pt x="241101" y="1446742"/>
                </a:lnTo>
                <a:lnTo>
                  <a:pt x="240705" y="1462298"/>
                </a:lnTo>
                <a:lnTo>
                  <a:pt x="240271" y="1477855"/>
                </a:lnTo>
                <a:lnTo>
                  <a:pt x="239844" y="1493411"/>
                </a:lnTo>
                <a:lnTo>
                  <a:pt x="239477" y="1508967"/>
                </a:lnTo>
                <a:lnTo>
                  <a:pt x="239231" y="1524524"/>
                </a:lnTo>
                <a:lnTo>
                  <a:pt x="239172" y="1540080"/>
                </a:lnTo>
                <a:lnTo>
                  <a:pt x="239382" y="1555636"/>
                </a:lnTo>
                <a:lnTo>
                  <a:pt x="239954" y="1571193"/>
                </a:lnTo>
                <a:lnTo>
                  <a:pt x="241005" y="1586749"/>
                </a:lnTo>
                <a:lnTo>
                  <a:pt x="242673" y="1602305"/>
                </a:lnTo>
                <a:lnTo>
                  <a:pt x="245123" y="1617862"/>
                </a:lnTo>
                <a:lnTo>
                  <a:pt x="248541" y="1633418"/>
                </a:lnTo>
                <a:lnTo>
                  <a:pt x="253127" y="1648975"/>
                </a:lnTo>
                <a:lnTo>
                  <a:pt x="259076" y="1664531"/>
                </a:lnTo>
                <a:lnTo>
                  <a:pt x="266555" y="1680087"/>
                </a:lnTo>
                <a:lnTo>
                  <a:pt x="275674" y="1695644"/>
                </a:lnTo>
                <a:lnTo>
                  <a:pt x="286447" y="1711200"/>
                </a:lnTo>
                <a:lnTo>
                  <a:pt x="298768" y="1726756"/>
                </a:lnTo>
                <a:lnTo>
                  <a:pt x="312379" y="1742313"/>
                </a:lnTo>
                <a:lnTo>
                  <a:pt x="326864" y="1757869"/>
                </a:lnTo>
                <a:lnTo>
                  <a:pt x="341655" y="1773425"/>
                </a:lnTo>
                <a:lnTo>
                  <a:pt x="356059" y="1788982"/>
                </a:lnTo>
                <a:lnTo>
                  <a:pt x="369308" y="1804538"/>
                </a:lnTo>
                <a:lnTo>
                  <a:pt x="380625" y="1820095"/>
                </a:lnTo>
                <a:lnTo>
                  <a:pt x="389297" y="1835651"/>
                </a:lnTo>
                <a:lnTo>
                  <a:pt x="394749" y="1851207"/>
                </a:lnTo>
                <a:lnTo>
                  <a:pt x="396610" y="1866764"/>
                </a:lnTo>
                <a:lnTo>
                  <a:pt x="39661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7" name="03_small_GT_pose1_rmsd2_1548">
            <a:extLst>
              <a:ext uri="{FF2B5EF4-FFF2-40B4-BE49-F238E27FC236}">
                <a16:creationId xmlns:a16="http://schemas.microsoft.com/office/drawing/2014/main" id="{0A44AD4B-039E-42B1-B72B-FC260D237B0C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1549">
            <a:extLst>
              <a:ext uri="{FF2B5EF4-FFF2-40B4-BE49-F238E27FC236}">
                <a16:creationId xmlns:a16="http://schemas.microsoft.com/office/drawing/2014/main" id="{EEC1A370-69A0-427D-8F2B-9888A6E27E25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3_small_GT_pose1_rmsd2_1550">
            <a:extLst>
              <a:ext uri="{FF2B5EF4-FFF2-40B4-BE49-F238E27FC236}">
                <a16:creationId xmlns:a16="http://schemas.microsoft.com/office/drawing/2014/main" id="{AE773E94-4D69-490A-8CE3-F9986B610C53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1551">
            <a:extLst>
              <a:ext uri="{FF2B5EF4-FFF2-40B4-BE49-F238E27FC236}">
                <a16:creationId xmlns:a16="http://schemas.microsoft.com/office/drawing/2014/main" id="{7F81BE7C-6549-428C-A904-710AF60D1AA6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3_small_GT_pose1_rmsd2_1552">
            <a:extLst>
              <a:ext uri="{FF2B5EF4-FFF2-40B4-BE49-F238E27FC236}">
                <a16:creationId xmlns:a16="http://schemas.microsoft.com/office/drawing/2014/main" id="{64553367-0FF8-4BAC-9EF4-36238A4F2BD2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1553">
            <a:extLst>
              <a:ext uri="{FF2B5EF4-FFF2-40B4-BE49-F238E27FC236}">
                <a16:creationId xmlns:a16="http://schemas.microsoft.com/office/drawing/2014/main" id="{60DC60C6-055E-4F3C-8E67-90F3D4AFCB09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3_small_GT_pose1_rmsd2_1554">
            <a:extLst>
              <a:ext uri="{FF2B5EF4-FFF2-40B4-BE49-F238E27FC236}">
                <a16:creationId xmlns:a16="http://schemas.microsoft.com/office/drawing/2014/main" id="{2EA114FF-93F2-44C6-AE0D-D7D2D835F943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1555">
            <a:extLst>
              <a:ext uri="{FF2B5EF4-FFF2-40B4-BE49-F238E27FC236}">
                <a16:creationId xmlns:a16="http://schemas.microsoft.com/office/drawing/2014/main" id="{11A628EF-1B11-4A1A-9AC7-D6FAF40CD8F3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3_small_GT_pose1_rmsd2_1556">
            <a:extLst>
              <a:ext uri="{FF2B5EF4-FFF2-40B4-BE49-F238E27FC236}">
                <a16:creationId xmlns:a16="http://schemas.microsoft.com/office/drawing/2014/main" id="{B7A210C2-CF7D-4B35-ADDC-674885DE3752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1557">
            <a:extLst>
              <a:ext uri="{FF2B5EF4-FFF2-40B4-BE49-F238E27FC236}">
                <a16:creationId xmlns:a16="http://schemas.microsoft.com/office/drawing/2014/main" id="{E7533D01-9603-46CF-9996-46A841907886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1558">
            <a:extLst>
              <a:ext uri="{FF2B5EF4-FFF2-40B4-BE49-F238E27FC236}">
                <a16:creationId xmlns:a16="http://schemas.microsoft.com/office/drawing/2014/main" id="{5B452952-AEC7-4F49-83F0-0061A79BC3E8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3_small_GT_pose1_rmsd2_1559">
            <a:extLst>
              <a:ext uri="{FF2B5EF4-FFF2-40B4-BE49-F238E27FC236}">
                <a16:creationId xmlns:a16="http://schemas.microsoft.com/office/drawing/2014/main" id="{44D32319-F484-4F84-BDC4-1C7230584F00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3_small_GT_pose1_rmsd2_1560">
            <a:extLst>
              <a:ext uri="{FF2B5EF4-FFF2-40B4-BE49-F238E27FC236}">
                <a16:creationId xmlns:a16="http://schemas.microsoft.com/office/drawing/2014/main" id="{85A1363C-7BB3-4CC7-BFB0-7B1D1DA8F87B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1561">
            <a:extLst>
              <a:ext uri="{FF2B5EF4-FFF2-40B4-BE49-F238E27FC236}">
                <a16:creationId xmlns:a16="http://schemas.microsoft.com/office/drawing/2014/main" id="{42DE6E59-13F2-4F37-A218-9A3455E1C883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3_small_GT_pose1_rmsd2_1562">
            <a:extLst>
              <a:ext uri="{FF2B5EF4-FFF2-40B4-BE49-F238E27FC236}">
                <a16:creationId xmlns:a16="http://schemas.microsoft.com/office/drawing/2014/main" id="{1E4587FE-9BD4-4A4D-A4B7-6DEF718CC455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3_small_GT_pose1_rmsd2_1563">
            <a:extLst>
              <a:ext uri="{FF2B5EF4-FFF2-40B4-BE49-F238E27FC236}">
                <a16:creationId xmlns:a16="http://schemas.microsoft.com/office/drawing/2014/main" id="{DB20F270-C198-49D0-9203-8BDD8E4DCC9B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1564">
            <a:extLst>
              <a:ext uri="{FF2B5EF4-FFF2-40B4-BE49-F238E27FC236}">
                <a16:creationId xmlns:a16="http://schemas.microsoft.com/office/drawing/2014/main" id="{B44AFA59-E9F9-41B6-9C21-1F38429ADB91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3_small_GT_pose1_rmsd2_1565">
            <a:extLst>
              <a:ext uri="{FF2B5EF4-FFF2-40B4-BE49-F238E27FC236}">
                <a16:creationId xmlns:a16="http://schemas.microsoft.com/office/drawing/2014/main" id="{415E2E3C-CF1C-40E1-B461-2767C5A967B0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3_small_GT_pose1_rmsd2_1566">
            <a:extLst>
              <a:ext uri="{FF2B5EF4-FFF2-40B4-BE49-F238E27FC236}">
                <a16:creationId xmlns:a16="http://schemas.microsoft.com/office/drawing/2014/main" id="{7F8004CA-7328-4847-A13D-DFEC381758DC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1567">
            <a:extLst>
              <a:ext uri="{FF2B5EF4-FFF2-40B4-BE49-F238E27FC236}">
                <a16:creationId xmlns:a16="http://schemas.microsoft.com/office/drawing/2014/main" id="{7F0DCE66-CFAE-4FF4-A9E2-68B6EF46AF05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3_small_GT_pose1_rmsd2_1568">
            <a:extLst>
              <a:ext uri="{FF2B5EF4-FFF2-40B4-BE49-F238E27FC236}">
                <a16:creationId xmlns:a16="http://schemas.microsoft.com/office/drawing/2014/main" id="{1C2F448D-BDE5-4A38-93CA-8209D0BBBE2E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3_small_GT_pose1_rmsd2_1569">
            <a:extLst>
              <a:ext uri="{FF2B5EF4-FFF2-40B4-BE49-F238E27FC236}">
                <a16:creationId xmlns:a16="http://schemas.microsoft.com/office/drawing/2014/main" id="{76E3487A-D11B-4AE7-BD3E-21BC34FD8942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1570">
            <a:extLst>
              <a:ext uri="{FF2B5EF4-FFF2-40B4-BE49-F238E27FC236}">
                <a16:creationId xmlns:a16="http://schemas.microsoft.com/office/drawing/2014/main" id="{D4D09BEC-626F-4477-B26E-0F14FEFAF1C1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3_small_GT_pose1_rmsd2_1571">
            <a:extLst>
              <a:ext uri="{FF2B5EF4-FFF2-40B4-BE49-F238E27FC236}">
                <a16:creationId xmlns:a16="http://schemas.microsoft.com/office/drawing/2014/main" id="{E43F5788-7952-4095-8FED-E38C655FA5E4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3_small_GT_pose1_rmsd2_1572">
            <a:extLst>
              <a:ext uri="{FF2B5EF4-FFF2-40B4-BE49-F238E27FC236}">
                <a16:creationId xmlns:a16="http://schemas.microsoft.com/office/drawing/2014/main" id="{3DD69AC5-12DA-420C-80F0-D5B60E5BAF30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1573">
            <a:extLst>
              <a:ext uri="{FF2B5EF4-FFF2-40B4-BE49-F238E27FC236}">
                <a16:creationId xmlns:a16="http://schemas.microsoft.com/office/drawing/2014/main" id="{07B76FE9-FF82-460D-BE45-FC0CA919B33D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1574">
            <a:extLst>
              <a:ext uri="{FF2B5EF4-FFF2-40B4-BE49-F238E27FC236}">
                <a16:creationId xmlns:a16="http://schemas.microsoft.com/office/drawing/2014/main" id="{46EF295B-7716-4A5E-BBC4-DEE8B0C5C5A1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3_small_GT_pose1_rmsd2_1575">
            <a:extLst>
              <a:ext uri="{FF2B5EF4-FFF2-40B4-BE49-F238E27FC236}">
                <a16:creationId xmlns:a16="http://schemas.microsoft.com/office/drawing/2014/main" id="{BFC3A473-7481-4DDE-A6D7-71BF7D9CE209}"/>
              </a:ext>
            </a:extLst>
          </p:cNvPr>
          <p:cNvSpPr>
            <a:spLocks noGrp="1"/>
          </p:cNvSpPr>
          <p:nvPr/>
        </p:nvSpPr>
        <p:spPr>
          <a:xfrm>
            <a:off x="14848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3_small_GT_pose1_rmsd2_1576">
            <a:extLst>
              <a:ext uri="{FF2B5EF4-FFF2-40B4-BE49-F238E27FC236}">
                <a16:creationId xmlns:a16="http://schemas.microsoft.com/office/drawing/2014/main" id="{8F871B76-C8CD-48AE-AFFA-B1B68312F9FE}"/>
              </a:ext>
            </a:extLst>
          </p:cNvPr>
          <p:cNvSpPr>
            <a:spLocks noGrp="1"/>
          </p:cNvSpPr>
          <p:nvPr/>
        </p:nvSpPr>
        <p:spPr>
          <a:xfrm>
            <a:off x="1718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3_small_GT_pose1_rmsd2_1577">
            <a:extLst>
              <a:ext uri="{FF2B5EF4-FFF2-40B4-BE49-F238E27FC236}">
                <a16:creationId xmlns:a16="http://schemas.microsoft.com/office/drawing/2014/main" id="{84104A64-08C1-4349-BEE6-5275B931E2DA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3_small_GT_pose1_rmsd2_1578">
            <a:extLst>
              <a:ext uri="{FF2B5EF4-FFF2-40B4-BE49-F238E27FC236}">
                <a16:creationId xmlns:a16="http://schemas.microsoft.com/office/drawing/2014/main" id="{2D7C5F40-2B2A-42C7-AE29-688C8029F06F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3_small_GT_pose1_rmsd2_1579">
            <a:extLst>
              <a:ext uri="{FF2B5EF4-FFF2-40B4-BE49-F238E27FC236}">
                <a16:creationId xmlns:a16="http://schemas.microsoft.com/office/drawing/2014/main" id="{E97984F2-0FE1-4BF7-B5E1-D1CEEA34503F}"/>
              </a:ext>
            </a:extLst>
          </p:cNvPr>
          <p:cNvSpPr>
            <a:spLocks noGrp="1"/>
          </p:cNvSpPr>
          <p:nvPr/>
        </p:nvSpPr>
        <p:spPr>
          <a:xfrm>
            <a:off x="1721426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3_small_GT_pose1_rmsd2_1580">
            <a:extLst>
              <a:ext uri="{FF2B5EF4-FFF2-40B4-BE49-F238E27FC236}">
                <a16:creationId xmlns:a16="http://schemas.microsoft.com/office/drawing/2014/main" id="{6A6D39D2-437C-4F59-AE1B-F7E1523F9CF9}"/>
              </a:ext>
            </a:extLst>
          </p:cNvPr>
          <p:cNvSpPr>
            <a:spLocks noGrp="1"/>
          </p:cNvSpPr>
          <p:nvPr/>
        </p:nvSpPr>
        <p:spPr>
          <a:xfrm>
            <a:off x="1653376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3_small_GT_pose1_rmsd2_1581">
            <a:extLst>
              <a:ext uri="{FF2B5EF4-FFF2-40B4-BE49-F238E27FC236}">
                <a16:creationId xmlns:a16="http://schemas.microsoft.com/office/drawing/2014/main" id="{753A01F5-69E3-4351-8098-EC3F755088FB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3_small_GT_pose1_rmsd2_1582">
            <a:extLst>
              <a:ext uri="{FF2B5EF4-FFF2-40B4-BE49-F238E27FC236}">
                <a16:creationId xmlns:a16="http://schemas.microsoft.com/office/drawing/2014/main" id="{D9A0CD16-7215-470B-80BE-C61EDA1F5A77}"/>
              </a:ext>
            </a:extLst>
          </p:cNvPr>
          <p:cNvSpPr>
            <a:spLocks noGrp="1"/>
          </p:cNvSpPr>
          <p:nvPr/>
        </p:nvSpPr>
        <p:spPr>
          <a:xfrm>
            <a:off x="1518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3_small_GT_pose1_rmsd2_1583">
            <a:extLst>
              <a:ext uri="{FF2B5EF4-FFF2-40B4-BE49-F238E27FC236}">
                <a16:creationId xmlns:a16="http://schemas.microsoft.com/office/drawing/2014/main" id="{65A748B3-361B-49F4-B599-967D63B7390A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3_small_GT_pose1_rmsd2_1584">
            <a:extLst>
              <a:ext uri="{FF2B5EF4-FFF2-40B4-BE49-F238E27FC236}">
                <a16:creationId xmlns:a16="http://schemas.microsoft.com/office/drawing/2014/main" id="{2DD10587-712F-4C52-95F6-2379423180BF}"/>
              </a:ext>
            </a:extLst>
          </p:cNvPr>
          <p:cNvSpPr>
            <a:spLocks noGrp="1"/>
          </p:cNvSpPr>
          <p:nvPr/>
        </p:nvSpPr>
        <p:spPr>
          <a:xfrm>
            <a:off x="1522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3_small_GT_pose1_rmsd2_1585">
            <a:extLst>
              <a:ext uri="{FF2B5EF4-FFF2-40B4-BE49-F238E27FC236}">
                <a16:creationId xmlns:a16="http://schemas.microsoft.com/office/drawing/2014/main" id="{94A4305F-C65C-4926-8B81-4F88B063CFCE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3_small_GT_pose1_rmsd2_1586">
            <a:extLst>
              <a:ext uri="{FF2B5EF4-FFF2-40B4-BE49-F238E27FC236}">
                <a16:creationId xmlns:a16="http://schemas.microsoft.com/office/drawing/2014/main" id="{1E2C3D23-CC22-4744-88A8-4528BC6F711F}"/>
              </a:ext>
            </a:extLst>
          </p:cNvPr>
          <p:cNvSpPr>
            <a:spLocks noGrp="1"/>
          </p:cNvSpPr>
          <p:nvPr/>
        </p:nvSpPr>
        <p:spPr>
          <a:xfrm>
            <a:off x="1429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3_small_GT_pose1_rmsd2_1587">
            <a:extLst>
              <a:ext uri="{FF2B5EF4-FFF2-40B4-BE49-F238E27FC236}">
                <a16:creationId xmlns:a16="http://schemas.microsoft.com/office/drawing/2014/main" id="{C1DA3C20-B64A-41EA-8248-B18E88455B82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3_small_GT_pose1_rmsd2_1588">
            <a:extLst>
              <a:ext uri="{FF2B5EF4-FFF2-40B4-BE49-F238E27FC236}">
                <a16:creationId xmlns:a16="http://schemas.microsoft.com/office/drawing/2014/main" id="{22073DE8-5DB1-4950-8900-A705F232E258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3_small_GT_pose1_rmsd2_1589">
            <a:extLst>
              <a:ext uri="{FF2B5EF4-FFF2-40B4-BE49-F238E27FC236}">
                <a16:creationId xmlns:a16="http://schemas.microsoft.com/office/drawing/2014/main" id="{D21882C1-C586-4148-B962-FBA2CF589FEA}"/>
              </a:ext>
            </a:extLst>
          </p:cNvPr>
          <p:cNvSpPr>
            <a:spLocks noGrp="1"/>
          </p:cNvSpPr>
          <p:nvPr/>
        </p:nvSpPr>
        <p:spPr>
          <a:xfrm>
            <a:off x="17083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3_small_GT_pose1_rmsd2_1590">
            <a:extLst>
              <a:ext uri="{FF2B5EF4-FFF2-40B4-BE49-F238E27FC236}">
                <a16:creationId xmlns:a16="http://schemas.microsoft.com/office/drawing/2014/main" id="{39235CEB-D70E-47E8-938B-A6C984C990A3}"/>
              </a:ext>
            </a:extLst>
          </p:cNvPr>
          <p:cNvSpPr>
            <a:spLocks noGrp="1"/>
          </p:cNvSpPr>
          <p:nvPr/>
        </p:nvSpPr>
        <p:spPr>
          <a:xfrm>
            <a:off x="146835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3_small_GT_pose1_rmsd2_1591">
            <a:extLst>
              <a:ext uri="{FF2B5EF4-FFF2-40B4-BE49-F238E27FC236}">
                <a16:creationId xmlns:a16="http://schemas.microsoft.com/office/drawing/2014/main" id="{5323DCCB-7263-4FD4-BB74-108D3ACA2E71}"/>
              </a:ext>
            </a:extLst>
          </p:cNvPr>
          <p:cNvSpPr>
            <a:spLocks noGrp="1"/>
          </p:cNvSpPr>
          <p:nvPr/>
        </p:nvSpPr>
        <p:spPr>
          <a:xfrm>
            <a:off x="1456403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3_small_GT_pose1_rmsd2_1592">
            <a:extLst>
              <a:ext uri="{FF2B5EF4-FFF2-40B4-BE49-F238E27FC236}">
                <a16:creationId xmlns:a16="http://schemas.microsoft.com/office/drawing/2014/main" id="{A052E321-A2AA-4983-B30D-EA3CB6F25887}"/>
              </a:ext>
            </a:extLst>
          </p:cNvPr>
          <p:cNvSpPr>
            <a:spLocks noGrp="1"/>
          </p:cNvSpPr>
          <p:nvPr/>
        </p:nvSpPr>
        <p:spPr>
          <a:xfrm>
            <a:off x="1565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3_small_GT_pose1_rmsd2_1593">
            <a:extLst>
              <a:ext uri="{FF2B5EF4-FFF2-40B4-BE49-F238E27FC236}">
                <a16:creationId xmlns:a16="http://schemas.microsoft.com/office/drawing/2014/main" id="{767306BA-911C-47D2-9C20-597DE2C1FEAC}"/>
              </a:ext>
            </a:extLst>
          </p:cNvPr>
          <p:cNvSpPr>
            <a:spLocks noGrp="1"/>
          </p:cNvSpPr>
          <p:nvPr/>
        </p:nvSpPr>
        <p:spPr>
          <a:xfrm>
            <a:off x="1469478" y="411595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3_small_GT_pose1_rmsd2_1594">
            <a:extLst>
              <a:ext uri="{FF2B5EF4-FFF2-40B4-BE49-F238E27FC236}">
                <a16:creationId xmlns:a16="http://schemas.microsoft.com/office/drawing/2014/main" id="{FF91EDF3-9D45-42AA-9201-9FF2C781BF1D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3_small_GT_pose1_rmsd2_1595">
            <a:extLst>
              <a:ext uri="{FF2B5EF4-FFF2-40B4-BE49-F238E27FC236}">
                <a16:creationId xmlns:a16="http://schemas.microsoft.com/office/drawing/2014/main" id="{17F07378-1347-4DCA-B2E1-2E43B5B1DC0C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3_small_GT_pose1_rmsd2_1596">
            <a:extLst>
              <a:ext uri="{FF2B5EF4-FFF2-40B4-BE49-F238E27FC236}">
                <a16:creationId xmlns:a16="http://schemas.microsoft.com/office/drawing/2014/main" id="{8C6805F3-8054-4C5E-851C-69141171BED4}"/>
              </a:ext>
            </a:extLst>
          </p:cNvPr>
          <p:cNvSpPr>
            <a:spLocks noGrp="1"/>
          </p:cNvSpPr>
          <p:nvPr/>
        </p:nvSpPr>
        <p:spPr>
          <a:xfrm>
            <a:off x="1528608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3_small_GT_pose1_rmsd2_1597">
            <a:extLst>
              <a:ext uri="{FF2B5EF4-FFF2-40B4-BE49-F238E27FC236}">
                <a16:creationId xmlns:a16="http://schemas.microsoft.com/office/drawing/2014/main" id="{4F25FB31-5A9A-45AE-A73E-72CE298A4D76}"/>
              </a:ext>
            </a:extLst>
          </p:cNvPr>
          <p:cNvSpPr>
            <a:spLocks noGrp="1"/>
          </p:cNvSpPr>
          <p:nvPr/>
        </p:nvSpPr>
        <p:spPr>
          <a:xfrm>
            <a:off x="1399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3_small_GT_pose1_rmsd2_1598">
            <a:extLst>
              <a:ext uri="{FF2B5EF4-FFF2-40B4-BE49-F238E27FC236}">
                <a16:creationId xmlns:a16="http://schemas.microsoft.com/office/drawing/2014/main" id="{F6810EE1-59D6-46A7-B022-18FD3E4B3EE8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3_small_GT_pose1_rmsd2_1599">
            <a:extLst>
              <a:ext uri="{FF2B5EF4-FFF2-40B4-BE49-F238E27FC236}">
                <a16:creationId xmlns:a16="http://schemas.microsoft.com/office/drawing/2014/main" id="{EEDE176C-7938-4A67-A0BF-6B66D7E95438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3_small_GT_pose1_rmsd2_1600">
            <a:extLst>
              <a:ext uri="{FF2B5EF4-FFF2-40B4-BE49-F238E27FC236}">
                <a16:creationId xmlns:a16="http://schemas.microsoft.com/office/drawing/2014/main" id="{F5391E7C-FE5E-47BE-8517-5EA5C6671BA8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3_small_GT_pose1_rmsd2_1601">
            <a:extLst>
              <a:ext uri="{FF2B5EF4-FFF2-40B4-BE49-F238E27FC236}">
                <a16:creationId xmlns:a16="http://schemas.microsoft.com/office/drawing/2014/main" id="{E46F3889-EC46-4CDF-BEC4-5B8C1DAA4AC3}"/>
              </a:ext>
            </a:extLst>
          </p:cNvPr>
          <p:cNvSpPr>
            <a:spLocks noGrp="1"/>
          </p:cNvSpPr>
          <p:nvPr/>
        </p:nvSpPr>
        <p:spPr>
          <a:xfrm>
            <a:off x="1500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3_small_GT_pose1_rmsd2_1602">
            <a:extLst>
              <a:ext uri="{FF2B5EF4-FFF2-40B4-BE49-F238E27FC236}">
                <a16:creationId xmlns:a16="http://schemas.microsoft.com/office/drawing/2014/main" id="{27D94FE2-F9C2-4B63-8C20-4D406E4613AC}"/>
              </a:ext>
            </a:extLst>
          </p:cNvPr>
          <p:cNvSpPr>
            <a:spLocks noGrp="1"/>
          </p:cNvSpPr>
          <p:nvPr/>
        </p:nvSpPr>
        <p:spPr>
          <a:xfrm>
            <a:off x="1628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3_small_GT_pose1_rmsd2_1603">
            <a:extLst>
              <a:ext uri="{FF2B5EF4-FFF2-40B4-BE49-F238E27FC236}">
                <a16:creationId xmlns:a16="http://schemas.microsoft.com/office/drawing/2014/main" id="{CF231150-93D9-4171-BA8B-A97226915190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3_small_GT_pose1_rmsd2_1604">
            <a:extLst>
              <a:ext uri="{FF2B5EF4-FFF2-40B4-BE49-F238E27FC236}">
                <a16:creationId xmlns:a16="http://schemas.microsoft.com/office/drawing/2014/main" id="{A2511B96-AC87-4F61-B288-5634DDADEAD3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3_small_GT_pose1_rmsd2_1605">
            <a:extLst>
              <a:ext uri="{FF2B5EF4-FFF2-40B4-BE49-F238E27FC236}">
                <a16:creationId xmlns:a16="http://schemas.microsoft.com/office/drawing/2014/main" id="{97ABCDF5-DA45-4EAB-B3DB-064037D54A52}"/>
              </a:ext>
            </a:extLst>
          </p:cNvPr>
          <p:cNvSpPr>
            <a:spLocks noGrp="1"/>
          </p:cNvSpPr>
          <p:nvPr/>
        </p:nvSpPr>
        <p:spPr>
          <a:xfrm>
            <a:off x="16392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3_small_GT_pose1_rmsd2_1606">
            <a:extLst>
              <a:ext uri="{FF2B5EF4-FFF2-40B4-BE49-F238E27FC236}">
                <a16:creationId xmlns:a16="http://schemas.microsoft.com/office/drawing/2014/main" id="{1A4B3FAC-EB2B-4A41-A5CE-AC891101AF37}"/>
              </a:ext>
            </a:extLst>
          </p:cNvPr>
          <p:cNvSpPr>
            <a:spLocks noGrp="1"/>
          </p:cNvSpPr>
          <p:nvPr/>
        </p:nvSpPr>
        <p:spPr>
          <a:xfrm>
            <a:off x="1415967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3_small_GT_pose1_rmsd2_1607">
            <a:extLst>
              <a:ext uri="{FF2B5EF4-FFF2-40B4-BE49-F238E27FC236}">
                <a16:creationId xmlns:a16="http://schemas.microsoft.com/office/drawing/2014/main" id="{9E29E9A1-1F35-4B9E-B942-5A9E228CAE44}"/>
              </a:ext>
            </a:extLst>
          </p:cNvPr>
          <p:cNvSpPr>
            <a:spLocks noGrp="1"/>
          </p:cNvSpPr>
          <p:nvPr/>
        </p:nvSpPr>
        <p:spPr>
          <a:xfrm>
            <a:off x="1408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3_small_GT_pose1_rmsd2_1608">
            <a:extLst>
              <a:ext uri="{FF2B5EF4-FFF2-40B4-BE49-F238E27FC236}">
                <a16:creationId xmlns:a16="http://schemas.microsoft.com/office/drawing/2014/main" id="{C2953FF9-07E9-4D12-8D03-B5C3B732E89B}"/>
              </a:ext>
            </a:extLst>
          </p:cNvPr>
          <p:cNvSpPr>
            <a:spLocks noGrp="1"/>
          </p:cNvSpPr>
          <p:nvPr/>
        </p:nvSpPr>
        <p:spPr>
          <a:xfrm>
            <a:off x="16870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3_small_GT_pose1_rmsd2_1609">
            <a:extLst>
              <a:ext uri="{FF2B5EF4-FFF2-40B4-BE49-F238E27FC236}">
                <a16:creationId xmlns:a16="http://schemas.microsoft.com/office/drawing/2014/main" id="{BE1C0915-C33A-4ED4-B5EA-8C3BE71A0751}"/>
              </a:ext>
            </a:extLst>
          </p:cNvPr>
          <p:cNvSpPr>
            <a:spLocks noGrp="1"/>
          </p:cNvSpPr>
          <p:nvPr/>
        </p:nvSpPr>
        <p:spPr>
          <a:xfrm>
            <a:off x="1406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3_small_GT_pose1_rmsd2_1610">
            <a:extLst>
              <a:ext uri="{FF2B5EF4-FFF2-40B4-BE49-F238E27FC236}">
                <a16:creationId xmlns:a16="http://schemas.microsoft.com/office/drawing/2014/main" id="{07CF2836-9B95-44E0-8328-5E51CE310503}"/>
              </a:ext>
            </a:extLst>
          </p:cNvPr>
          <p:cNvSpPr>
            <a:spLocks noGrp="1"/>
          </p:cNvSpPr>
          <p:nvPr/>
        </p:nvSpPr>
        <p:spPr>
          <a:xfrm>
            <a:off x="1511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3_small_GT_pose1_rmsd2_1611">
            <a:extLst>
              <a:ext uri="{FF2B5EF4-FFF2-40B4-BE49-F238E27FC236}">
                <a16:creationId xmlns:a16="http://schemas.microsoft.com/office/drawing/2014/main" id="{EEBAD7B4-B0A2-42BD-8270-25CDFF33D4E7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3_small_GT_pose1_rmsd2_1612">
            <a:extLst>
              <a:ext uri="{FF2B5EF4-FFF2-40B4-BE49-F238E27FC236}">
                <a16:creationId xmlns:a16="http://schemas.microsoft.com/office/drawing/2014/main" id="{AA9DDF00-5F5C-43C1-B973-78FA1B78EFC9}"/>
              </a:ext>
            </a:extLst>
          </p:cNvPr>
          <p:cNvSpPr>
            <a:spLocks noGrp="1"/>
          </p:cNvSpPr>
          <p:nvPr/>
        </p:nvSpPr>
        <p:spPr>
          <a:xfrm>
            <a:off x="1440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3_small_GT_pose1_rmsd2_1613">
            <a:extLst>
              <a:ext uri="{FF2B5EF4-FFF2-40B4-BE49-F238E27FC236}">
                <a16:creationId xmlns:a16="http://schemas.microsoft.com/office/drawing/2014/main" id="{F74C9C0E-B9E0-44F8-9836-2266FE9C416C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3_small_GT_pose1_rmsd2_1614">
            <a:extLst>
              <a:ext uri="{FF2B5EF4-FFF2-40B4-BE49-F238E27FC236}">
                <a16:creationId xmlns:a16="http://schemas.microsoft.com/office/drawing/2014/main" id="{55BA1C11-72D8-4BAB-90FE-6AC6D3B27D21}"/>
              </a:ext>
            </a:extLst>
          </p:cNvPr>
          <p:cNvSpPr>
            <a:spLocks noGrp="1"/>
          </p:cNvSpPr>
          <p:nvPr/>
        </p:nvSpPr>
        <p:spPr>
          <a:xfrm>
            <a:off x="1494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3_small_GT_pose1_rmsd2_1615">
            <a:extLst>
              <a:ext uri="{FF2B5EF4-FFF2-40B4-BE49-F238E27FC236}">
                <a16:creationId xmlns:a16="http://schemas.microsoft.com/office/drawing/2014/main" id="{FF21D912-A630-40E5-9B80-F1694AAC5FE8}"/>
              </a:ext>
            </a:extLst>
          </p:cNvPr>
          <p:cNvSpPr>
            <a:spLocks noGrp="1"/>
          </p:cNvSpPr>
          <p:nvPr/>
        </p:nvSpPr>
        <p:spPr>
          <a:xfrm>
            <a:off x="1697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3_small_GT_pose1_rmsd2_1616">
            <a:extLst>
              <a:ext uri="{FF2B5EF4-FFF2-40B4-BE49-F238E27FC236}">
                <a16:creationId xmlns:a16="http://schemas.microsoft.com/office/drawing/2014/main" id="{BF94E11F-DF68-4524-AA5C-AC9127EF8E90}"/>
              </a:ext>
            </a:extLst>
          </p:cNvPr>
          <p:cNvSpPr>
            <a:spLocks noGrp="1"/>
          </p:cNvSpPr>
          <p:nvPr/>
        </p:nvSpPr>
        <p:spPr>
          <a:xfrm>
            <a:off x="1586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3_small_GT_pose1_rmsd2_1617">
            <a:extLst>
              <a:ext uri="{FF2B5EF4-FFF2-40B4-BE49-F238E27FC236}">
                <a16:creationId xmlns:a16="http://schemas.microsoft.com/office/drawing/2014/main" id="{44C8B23B-BDE5-4780-906A-84848E6E546E}"/>
              </a:ext>
            </a:extLst>
          </p:cNvPr>
          <p:cNvSpPr>
            <a:spLocks noGrp="1"/>
          </p:cNvSpPr>
          <p:nvPr/>
        </p:nvSpPr>
        <p:spPr>
          <a:xfrm>
            <a:off x="1579624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3_small_GT_pose1_rmsd2_1618">
            <a:extLst>
              <a:ext uri="{FF2B5EF4-FFF2-40B4-BE49-F238E27FC236}">
                <a16:creationId xmlns:a16="http://schemas.microsoft.com/office/drawing/2014/main" id="{B3CA6472-F83D-4C15-8674-E4EA94A478BD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3_small_GT_pose1_rmsd2_1619">
            <a:extLst>
              <a:ext uri="{FF2B5EF4-FFF2-40B4-BE49-F238E27FC236}">
                <a16:creationId xmlns:a16="http://schemas.microsoft.com/office/drawing/2014/main" id="{9578ECB8-53C7-4C90-8993-9D93914401DE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3_small_GT_pose1_rmsd2_1620">
            <a:extLst>
              <a:ext uri="{FF2B5EF4-FFF2-40B4-BE49-F238E27FC236}">
                <a16:creationId xmlns:a16="http://schemas.microsoft.com/office/drawing/2014/main" id="{EC3522D6-7409-4C8F-8449-850FDAABAABD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3_small_GT_pose1_rmsd2_1621">
            <a:extLst>
              <a:ext uri="{FF2B5EF4-FFF2-40B4-BE49-F238E27FC236}">
                <a16:creationId xmlns:a16="http://schemas.microsoft.com/office/drawing/2014/main" id="{FE0D6786-6259-4350-B7C8-1E73E3387B0F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3_small_GT_pose1_rmsd2_1622">
            <a:extLst>
              <a:ext uri="{FF2B5EF4-FFF2-40B4-BE49-F238E27FC236}">
                <a16:creationId xmlns:a16="http://schemas.microsoft.com/office/drawing/2014/main" id="{FF525325-7C4D-42FB-8D02-AE152DAD8419}"/>
              </a:ext>
            </a:extLst>
          </p:cNvPr>
          <p:cNvSpPr>
            <a:spLocks noGrp="1"/>
          </p:cNvSpPr>
          <p:nvPr/>
        </p:nvSpPr>
        <p:spPr>
          <a:xfrm>
            <a:off x="1478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3_small_GT_pose1_rmsd2_1623">
            <a:extLst>
              <a:ext uri="{FF2B5EF4-FFF2-40B4-BE49-F238E27FC236}">
                <a16:creationId xmlns:a16="http://schemas.microsoft.com/office/drawing/2014/main" id="{CAAF1F61-3915-44C6-B9A0-69CF63045762}"/>
              </a:ext>
            </a:extLst>
          </p:cNvPr>
          <p:cNvSpPr>
            <a:spLocks noGrp="1"/>
          </p:cNvSpPr>
          <p:nvPr/>
        </p:nvSpPr>
        <p:spPr>
          <a:xfrm>
            <a:off x="1394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3_small_GT_pose1_rmsd2_1624">
            <a:extLst>
              <a:ext uri="{FF2B5EF4-FFF2-40B4-BE49-F238E27FC236}">
                <a16:creationId xmlns:a16="http://schemas.microsoft.com/office/drawing/2014/main" id="{3C626FBD-AC07-48AE-ABD2-EEF10CB62B8C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3_small_GT_pose1_rmsd2_1625">
            <a:extLst>
              <a:ext uri="{FF2B5EF4-FFF2-40B4-BE49-F238E27FC236}">
                <a16:creationId xmlns:a16="http://schemas.microsoft.com/office/drawing/2014/main" id="{C86B868F-9DD9-4755-B63D-EE45C1C4ADD5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3_small_GT_pose1_rmsd2_1626">
            <a:extLst>
              <a:ext uri="{FF2B5EF4-FFF2-40B4-BE49-F238E27FC236}">
                <a16:creationId xmlns:a16="http://schemas.microsoft.com/office/drawing/2014/main" id="{1A993E91-5C15-4860-9DA0-FECFFAEEFEF6}"/>
              </a:ext>
            </a:extLst>
          </p:cNvPr>
          <p:cNvSpPr>
            <a:spLocks noGrp="1"/>
          </p:cNvSpPr>
          <p:nvPr/>
        </p:nvSpPr>
        <p:spPr>
          <a:xfrm>
            <a:off x="156644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3_small_GT_pose1_rmsd2_1627">
            <a:extLst>
              <a:ext uri="{FF2B5EF4-FFF2-40B4-BE49-F238E27FC236}">
                <a16:creationId xmlns:a16="http://schemas.microsoft.com/office/drawing/2014/main" id="{AF4CDE03-7DDC-422A-A42D-69532183D02A}"/>
              </a:ext>
            </a:extLst>
          </p:cNvPr>
          <p:cNvSpPr>
            <a:spLocks noGrp="1"/>
          </p:cNvSpPr>
          <p:nvPr/>
        </p:nvSpPr>
        <p:spPr>
          <a:xfrm>
            <a:off x="166519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3_small_GT_pose1_rmsd2_1628">
            <a:extLst>
              <a:ext uri="{FF2B5EF4-FFF2-40B4-BE49-F238E27FC236}">
                <a16:creationId xmlns:a16="http://schemas.microsoft.com/office/drawing/2014/main" id="{0F5BA27D-B061-48F9-84CA-FF8B0AB5D8F3}"/>
              </a:ext>
            </a:extLst>
          </p:cNvPr>
          <p:cNvSpPr>
            <a:spLocks noGrp="1"/>
          </p:cNvSpPr>
          <p:nvPr/>
        </p:nvSpPr>
        <p:spPr>
          <a:xfrm>
            <a:off x="16532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3_small_GT_pose1_rmsd2_1629">
            <a:extLst>
              <a:ext uri="{FF2B5EF4-FFF2-40B4-BE49-F238E27FC236}">
                <a16:creationId xmlns:a16="http://schemas.microsoft.com/office/drawing/2014/main" id="{3BDF185E-4CF5-49B4-8256-E6E06021DE6D}"/>
              </a:ext>
            </a:extLst>
          </p:cNvPr>
          <p:cNvSpPr>
            <a:spLocks noGrp="1"/>
          </p:cNvSpPr>
          <p:nvPr/>
        </p:nvSpPr>
        <p:spPr>
          <a:xfrm>
            <a:off x="144667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3_small_GT_pose1_rmsd2_1630">
            <a:extLst>
              <a:ext uri="{FF2B5EF4-FFF2-40B4-BE49-F238E27FC236}">
                <a16:creationId xmlns:a16="http://schemas.microsoft.com/office/drawing/2014/main" id="{58E6A4D9-0C82-499D-B315-7B29F0773799}"/>
              </a:ext>
            </a:extLst>
          </p:cNvPr>
          <p:cNvSpPr>
            <a:spLocks noGrp="1"/>
          </p:cNvSpPr>
          <p:nvPr/>
        </p:nvSpPr>
        <p:spPr>
          <a:xfrm>
            <a:off x="1582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3_small_GT_pose1_rmsd2_1631">
            <a:extLst>
              <a:ext uri="{FF2B5EF4-FFF2-40B4-BE49-F238E27FC236}">
                <a16:creationId xmlns:a16="http://schemas.microsoft.com/office/drawing/2014/main" id="{E3E27BE0-AE86-4039-B8F1-2276EAB52983}"/>
              </a:ext>
            </a:extLst>
          </p:cNvPr>
          <p:cNvSpPr>
            <a:spLocks noGrp="1"/>
          </p:cNvSpPr>
          <p:nvPr/>
        </p:nvSpPr>
        <p:spPr>
          <a:xfrm>
            <a:off x="1592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3_small_GT_pose1_rmsd2_1632">
            <a:extLst>
              <a:ext uri="{FF2B5EF4-FFF2-40B4-BE49-F238E27FC236}">
                <a16:creationId xmlns:a16="http://schemas.microsoft.com/office/drawing/2014/main" id="{151B606D-D32B-4FB8-8700-65F4BE029616}"/>
              </a:ext>
            </a:extLst>
          </p:cNvPr>
          <p:cNvSpPr>
            <a:spLocks noGrp="1"/>
          </p:cNvSpPr>
          <p:nvPr/>
        </p:nvSpPr>
        <p:spPr>
          <a:xfrm>
            <a:off x="1674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3_small_GT_pose1_rmsd2_1633">
            <a:extLst>
              <a:ext uri="{FF2B5EF4-FFF2-40B4-BE49-F238E27FC236}">
                <a16:creationId xmlns:a16="http://schemas.microsoft.com/office/drawing/2014/main" id="{A356EE98-BA59-47DC-86AC-5F464CEB3F4C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3_small_GT_pose1_rmsd2_1634">
            <a:extLst>
              <a:ext uri="{FF2B5EF4-FFF2-40B4-BE49-F238E27FC236}">
                <a16:creationId xmlns:a16="http://schemas.microsoft.com/office/drawing/2014/main" id="{950C45C2-02A1-4257-A3CF-E9DDDF73D354}"/>
              </a:ext>
            </a:extLst>
          </p:cNvPr>
          <p:cNvSpPr>
            <a:spLocks noGrp="1"/>
          </p:cNvSpPr>
          <p:nvPr/>
        </p:nvSpPr>
        <p:spPr>
          <a:xfrm>
            <a:off x="1685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3_small_GT_pose1_rmsd2_1635">
            <a:extLst>
              <a:ext uri="{FF2B5EF4-FFF2-40B4-BE49-F238E27FC236}">
                <a16:creationId xmlns:a16="http://schemas.microsoft.com/office/drawing/2014/main" id="{2CEE968F-9F75-4B33-8B0D-BDFB6EA2FB0C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3_small_GT_pose1_rmsd2_1636">
            <a:extLst>
              <a:ext uri="{FF2B5EF4-FFF2-40B4-BE49-F238E27FC236}">
                <a16:creationId xmlns:a16="http://schemas.microsoft.com/office/drawing/2014/main" id="{6EB813DE-8427-4793-A0E7-4D28512ACCF8}"/>
              </a:ext>
            </a:extLst>
          </p:cNvPr>
          <p:cNvSpPr>
            <a:spLocks noGrp="1"/>
          </p:cNvSpPr>
          <p:nvPr/>
        </p:nvSpPr>
        <p:spPr>
          <a:xfrm>
            <a:off x="165367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3_small_GT_pose1_rmsd2_1637">
            <a:extLst>
              <a:ext uri="{FF2B5EF4-FFF2-40B4-BE49-F238E27FC236}">
                <a16:creationId xmlns:a16="http://schemas.microsoft.com/office/drawing/2014/main" id="{C950E8CC-E0DF-45F4-938C-0AD7E7BED201}"/>
              </a:ext>
            </a:extLst>
          </p:cNvPr>
          <p:cNvSpPr>
            <a:spLocks noGrp="1"/>
          </p:cNvSpPr>
          <p:nvPr/>
        </p:nvSpPr>
        <p:spPr>
          <a:xfrm>
            <a:off x="1610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3_small_GT_pose1_rmsd2_1638">
            <a:extLst>
              <a:ext uri="{FF2B5EF4-FFF2-40B4-BE49-F238E27FC236}">
                <a16:creationId xmlns:a16="http://schemas.microsoft.com/office/drawing/2014/main" id="{A75E8B89-D191-452B-81AD-21ACA1E97D0F}"/>
              </a:ext>
            </a:extLst>
          </p:cNvPr>
          <p:cNvSpPr>
            <a:spLocks noGrp="1"/>
          </p:cNvSpPr>
          <p:nvPr/>
        </p:nvSpPr>
        <p:spPr>
          <a:xfrm>
            <a:off x="1475488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3_small_GT_pose1_rmsd2_1639">
            <a:extLst>
              <a:ext uri="{FF2B5EF4-FFF2-40B4-BE49-F238E27FC236}">
                <a16:creationId xmlns:a16="http://schemas.microsoft.com/office/drawing/2014/main" id="{80B82857-897B-4C7E-98E8-9403050AFD9D}"/>
              </a:ext>
            </a:extLst>
          </p:cNvPr>
          <p:cNvSpPr>
            <a:spLocks noGrp="1"/>
          </p:cNvSpPr>
          <p:nvPr/>
        </p:nvSpPr>
        <p:spPr>
          <a:xfrm>
            <a:off x="14368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3_small_GT_pose1_rmsd2_1640">
            <a:extLst>
              <a:ext uri="{FF2B5EF4-FFF2-40B4-BE49-F238E27FC236}">
                <a16:creationId xmlns:a16="http://schemas.microsoft.com/office/drawing/2014/main" id="{3560901B-0C48-428E-AD78-72FFB59C8991}"/>
              </a:ext>
            </a:extLst>
          </p:cNvPr>
          <p:cNvSpPr>
            <a:spLocks noGrp="1"/>
          </p:cNvSpPr>
          <p:nvPr/>
        </p:nvSpPr>
        <p:spPr>
          <a:xfrm>
            <a:off x="157400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3_small_GT_pose1_rmsd2_1641">
            <a:extLst>
              <a:ext uri="{FF2B5EF4-FFF2-40B4-BE49-F238E27FC236}">
                <a16:creationId xmlns:a16="http://schemas.microsoft.com/office/drawing/2014/main" id="{FF8139EB-7245-4D4D-862C-2F39B6FC1C09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3_small_GT_pose1_rmsd2_1642">
            <a:extLst>
              <a:ext uri="{FF2B5EF4-FFF2-40B4-BE49-F238E27FC236}">
                <a16:creationId xmlns:a16="http://schemas.microsoft.com/office/drawing/2014/main" id="{A481F42A-E23E-4073-86E2-1C4F35B2ADE7}"/>
              </a:ext>
            </a:extLst>
          </p:cNvPr>
          <p:cNvSpPr>
            <a:spLocks noGrp="1"/>
          </p:cNvSpPr>
          <p:nvPr/>
        </p:nvSpPr>
        <p:spPr>
          <a:xfrm>
            <a:off x="1649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3_small_GT_pose1_rmsd2_1643">
            <a:extLst>
              <a:ext uri="{FF2B5EF4-FFF2-40B4-BE49-F238E27FC236}">
                <a16:creationId xmlns:a16="http://schemas.microsoft.com/office/drawing/2014/main" id="{6EDD45A1-ED6B-407B-8843-BC46A9C7D77F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3_small_GT_pose1_rmsd2_1644">
            <a:extLst>
              <a:ext uri="{FF2B5EF4-FFF2-40B4-BE49-F238E27FC236}">
                <a16:creationId xmlns:a16="http://schemas.microsoft.com/office/drawing/2014/main" id="{7D356499-478B-41B5-BA0D-B23D3385D4F5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3_small_GT_pose1_rmsd2_1645">
            <a:extLst>
              <a:ext uri="{FF2B5EF4-FFF2-40B4-BE49-F238E27FC236}">
                <a16:creationId xmlns:a16="http://schemas.microsoft.com/office/drawing/2014/main" id="{E4A41EB6-991B-4059-894F-C3722E09F664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3_small_GT_pose1_rmsd2_1646">
            <a:extLst>
              <a:ext uri="{FF2B5EF4-FFF2-40B4-BE49-F238E27FC236}">
                <a16:creationId xmlns:a16="http://schemas.microsoft.com/office/drawing/2014/main" id="{11826169-1F2B-4560-89C7-FDEF8834C37C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3_small_GT_pose1_rmsd2_1647">
            <a:extLst>
              <a:ext uri="{FF2B5EF4-FFF2-40B4-BE49-F238E27FC236}">
                <a16:creationId xmlns:a16="http://schemas.microsoft.com/office/drawing/2014/main" id="{26BA58CD-CCF0-4F19-8F79-E0E386245B3E}"/>
              </a:ext>
            </a:extLst>
          </p:cNvPr>
          <p:cNvSpPr>
            <a:spLocks noGrp="1"/>
          </p:cNvSpPr>
          <p:nvPr/>
        </p:nvSpPr>
        <p:spPr>
          <a:xfrm>
            <a:off x="1719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3_small_GT_pose1_rmsd2_1648">
            <a:extLst>
              <a:ext uri="{FF2B5EF4-FFF2-40B4-BE49-F238E27FC236}">
                <a16:creationId xmlns:a16="http://schemas.microsoft.com/office/drawing/2014/main" id="{BFE8C8F8-5620-44FA-AE71-1F69F99FADC2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3_small_GT_pose1_rmsd2_1649">
            <a:extLst>
              <a:ext uri="{FF2B5EF4-FFF2-40B4-BE49-F238E27FC236}">
                <a16:creationId xmlns:a16="http://schemas.microsoft.com/office/drawing/2014/main" id="{51B6C9FE-7C11-4FF4-A02B-CE4C4A9A62D1}"/>
              </a:ext>
            </a:extLst>
          </p:cNvPr>
          <p:cNvSpPr>
            <a:spLocks noGrp="1"/>
          </p:cNvSpPr>
          <p:nvPr/>
        </p:nvSpPr>
        <p:spPr>
          <a:xfrm>
            <a:off x="1539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3_small_GT_pose1_rmsd2_1650">
            <a:extLst>
              <a:ext uri="{FF2B5EF4-FFF2-40B4-BE49-F238E27FC236}">
                <a16:creationId xmlns:a16="http://schemas.microsoft.com/office/drawing/2014/main" id="{BFA97461-AE7B-4C91-B281-672630F81AB3}"/>
              </a:ext>
            </a:extLst>
          </p:cNvPr>
          <p:cNvSpPr>
            <a:spLocks noGrp="1"/>
          </p:cNvSpPr>
          <p:nvPr/>
        </p:nvSpPr>
        <p:spPr>
          <a:xfrm>
            <a:off x="15699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3_small_GT_pose1_rmsd2_1651">
            <a:extLst>
              <a:ext uri="{FF2B5EF4-FFF2-40B4-BE49-F238E27FC236}">
                <a16:creationId xmlns:a16="http://schemas.microsoft.com/office/drawing/2014/main" id="{28BA199F-7115-43B2-84EA-830C0F2E87C5}"/>
              </a:ext>
            </a:extLst>
          </p:cNvPr>
          <p:cNvSpPr>
            <a:spLocks noGrp="1"/>
          </p:cNvSpPr>
          <p:nvPr/>
        </p:nvSpPr>
        <p:spPr>
          <a:xfrm>
            <a:off x="1475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3_small_GT_pose1_rmsd2_1652">
            <a:extLst>
              <a:ext uri="{FF2B5EF4-FFF2-40B4-BE49-F238E27FC236}">
                <a16:creationId xmlns:a16="http://schemas.microsoft.com/office/drawing/2014/main" id="{66F3803F-5A81-4E36-81E7-D08D6AABE045}"/>
              </a:ext>
            </a:extLst>
          </p:cNvPr>
          <p:cNvSpPr>
            <a:spLocks noGrp="1"/>
          </p:cNvSpPr>
          <p:nvPr/>
        </p:nvSpPr>
        <p:spPr>
          <a:xfrm>
            <a:off x="23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3_small_GT_pose1_rmsd2_1653">
            <a:extLst>
              <a:ext uri="{FF2B5EF4-FFF2-40B4-BE49-F238E27FC236}">
                <a16:creationId xmlns:a16="http://schemas.microsoft.com/office/drawing/2014/main" id="{43CAF0B3-8A95-47B6-B86B-4542998E6437}"/>
              </a:ext>
            </a:extLst>
          </p:cNvPr>
          <p:cNvSpPr>
            <a:spLocks noGrp="1"/>
          </p:cNvSpPr>
          <p:nvPr/>
        </p:nvSpPr>
        <p:spPr>
          <a:xfrm>
            <a:off x="25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3_small_GT_pose1_rmsd2_1654">
            <a:extLst>
              <a:ext uri="{FF2B5EF4-FFF2-40B4-BE49-F238E27FC236}">
                <a16:creationId xmlns:a16="http://schemas.microsoft.com/office/drawing/2014/main" id="{DCFEB5A1-52BA-445E-B21E-8E8C3B2CD1F7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3_small_GT_pose1_rmsd2_1655">
            <a:extLst>
              <a:ext uri="{FF2B5EF4-FFF2-40B4-BE49-F238E27FC236}">
                <a16:creationId xmlns:a16="http://schemas.microsoft.com/office/drawing/2014/main" id="{59F46EC2-0FDB-4770-9DF3-B2ADA43416B9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3_small_GT_pose1_rmsd2_1656">
            <a:extLst>
              <a:ext uri="{FF2B5EF4-FFF2-40B4-BE49-F238E27FC236}">
                <a16:creationId xmlns:a16="http://schemas.microsoft.com/office/drawing/2014/main" id="{626C40C2-F372-4CBF-ADB7-5A98F86D4C44}"/>
              </a:ext>
            </a:extLst>
          </p:cNvPr>
          <p:cNvSpPr>
            <a:spLocks noGrp="1"/>
          </p:cNvSpPr>
          <p:nvPr/>
        </p:nvSpPr>
        <p:spPr>
          <a:xfrm>
            <a:off x="25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3_small_GT_pose1_rmsd2_1657">
            <a:extLst>
              <a:ext uri="{FF2B5EF4-FFF2-40B4-BE49-F238E27FC236}">
                <a16:creationId xmlns:a16="http://schemas.microsoft.com/office/drawing/2014/main" id="{4F30C2F1-0DE1-4F9A-8C4D-F9E7913640D3}"/>
              </a:ext>
            </a:extLst>
          </p:cNvPr>
          <p:cNvSpPr>
            <a:spLocks noGrp="1"/>
          </p:cNvSpPr>
          <p:nvPr/>
        </p:nvSpPr>
        <p:spPr>
          <a:xfrm>
            <a:off x="25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3_small_GT_pose1_rmsd2_1658">
            <a:extLst>
              <a:ext uri="{FF2B5EF4-FFF2-40B4-BE49-F238E27FC236}">
                <a16:creationId xmlns:a16="http://schemas.microsoft.com/office/drawing/2014/main" id="{D4670E21-90CE-4CA8-81E8-88BC1F7C8225}"/>
              </a:ext>
            </a:extLst>
          </p:cNvPr>
          <p:cNvSpPr>
            <a:spLocks noGrp="1"/>
          </p:cNvSpPr>
          <p:nvPr/>
        </p:nvSpPr>
        <p:spPr>
          <a:xfrm>
            <a:off x="232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3_small_GT_pose1_rmsd2_1659">
            <a:extLst>
              <a:ext uri="{FF2B5EF4-FFF2-40B4-BE49-F238E27FC236}">
                <a16:creationId xmlns:a16="http://schemas.microsoft.com/office/drawing/2014/main" id="{8BCD71B9-F0FA-433B-B6EA-1E344DE35168}"/>
              </a:ext>
            </a:extLst>
          </p:cNvPr>
          <p:cNvSpPr>
            <a:spLocks noGrp="1"/>
          </p:cNvSpPr>
          <p:nvPr/>
        </p:nvSpPr>
        <p:spPr>
          <a:xfrm>
            <a:off x="239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3_small_GT_pose1_rmsd2_1660">
            <a:extLst>
              <a:ext uri="{FF2B5EF4-FFF2-40B4-BE49-F238E27FC236}">
                <a16:creationId xmlns:a16="http://schemas.microsoft.com/office/drawing/2014/main" id="{8DDA6380-3F9E-472F-9541-916B0430A994}"/>
              </a:ext>
            </a:extLst>
          </p:cNvPr>
          <p:cNvSpPr>
            <a:spLocks noGrp="1"/>
          </p:cNvSpPr>
          <p:nvPr/>
        </p:nvSpPr>
        <p:spPr>
          <a:xfrm>
            <a:off x="243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3_small_GT_pose1_rmsd2_1661">
            <a:extLst>
              <a:ext uri="{FF2B5EF4-FFF2-40B4-BE49-F238E27FC236}">
                <a16:creationId xmlns:a16="http://schemas.microsoft.com/office/drawing/2014/main" id="{5E20954C-3C62-4EE6-930A-92319CCAADA3}"/>
              </a:ext>
            </a:extLst>
          </p:cNvPr>
          <p:cNvSpPr>
            <a:spLocks noGrp="1"/>
          </p:cNvSpPr>
          <p:nvPr/>
        </p:nvSpPr>
        <p:spPr>
          <a:xfrm>
            <a:off x="23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3_small_GT_pose1_rmsd2_1662">
            <a:extLst>
              <a:ext uri="{FF2B5EF4-FFF2-40B4-BE49-F238E27FC236}">
                <a16:creationId xmlns:a16="http://schemas.microsoft.com/office/drawing/2014/main" id="{E1752DA0-05DD-4455-A6F6-30E80195F1E4}"/>
              </a:ext>
            </a:extLst>
          </p:cNvPr>
          <p:cNvSpPr>
            <a:spLocks noGrp="1"/>
          </p:cNvSpPr>
          <p:nvPr/>
        </p:nvSpPr>
        <p:spPr>
          <a:xfrm>
            <a:off x="25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3_small_GT_pose1_rmsd2_1663">
            <a:extLst>
              <a:ext uri="{FF2B5EF4-FFF2-40B4-BE49-F238E27FC236}">
                <a16:creationId xmlns:a16="http://schemas.microsoft.com/office/drawing/2014/main" id="{72DE43ED-39F5-451A-8076-953AE0FC5B18}"/>
              </a:ext>
            </a:extLst>
          </p:cNvPr>
          <p:cNvSpPr>
            <a:spLocks noGrp="1"/>
          </p:cNvSpPr>
          <p:nvPr/>
        </p:nvSpPr>
        <p:spPr>
          <a:xfrm>
            <a:off x="23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3_small_GT_pose1_rmsd2_1664">
            <a:extLst>
              <a:ext uri="{FF2B5EF4-FFF2-40B4-BE49-F238E27FC236}">
                <a16:creationId xmlns:a16="http://schemas.microsoft.com/office/drawing/2014/main" id="{AB54DB7F-E122-482C-B7CD-DE1989FF2719}"/>
              </a:ext>
            </a:extLst>
          </p:cNvPr>
          <p:cNvSpPr>
            <a:spLocks noGrp="1"/>
          </p:cNvSpPr>
          <p:nvPr/>
        </p:nvSpPr>
        <p:spPr>
          <a:xfrm>
            <a:off x="23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3_small_GT_pose1_rmsd2_1665">
            <a:extLst>
              <a:ext uri="{FF2B5EF4-FFF2-40B4-BE49-F238E27FC236}">
                <a16:creationId xmlns:a16="http://schemas.microsoft.com/office/drawing/2014/main" id="{0E68A7D5-B813-4173-8EC8-102B4EA69CCC}"/>
              </a:ext>
            </a:extLst>
          </p:cNvPr>
          <p:cNvSpPr>
            <a:spLocks noGrp="1"/>
          </p:cNvSpPr>
          <p:nvPr/>
        </p:nvSpPr>
        <p:spPr>
          <a:xfrm>
            <a:off x="22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3_small_GT_pose1_rmsd2_1666">
            <a:extLst>
              <a:ext uri="{FF2B5EF4-FFF2-40B4-BE49-F238E27FC236}">
                <a16:creationId xmlns:a16="http://schemas.microsoft.com/office/drawing/2014/main" id="{F79591AB-8A9D-472F-8F14-20C852692E75}"/>
              </a:ext>
            </a:extLst>
          </p:cNvPr>
          <p:cNvSpPr>
            <a:spLocks noGrp="1"/>
          </p:cNvSpPr>
          <p:nvPr/>
        </p:nvSpPr>
        <p:spPr>
          <a:xfrm>
            <a:off x="25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3_small_GT_pose1_rmsd2_1667">
            <a:extLst>
              <a:ext uri="{FF2B5EF4-FFF2-40B4-BE49-F238E27FC236}">
                <a16:creationId xmlns:a16="http://schemas.microsoft.com/office/drawing/2014/main" id="{21084BF8-8078-4F78-9AE3-C92B20F20341}"/>
              </a:ext>
            </a:extLst>
          </p:cNvPr>
          <p:cNvSpPr>
            <a:spLocks noGrp="1"/>
          </p:cNvSpPr>
          <p:nvPr/>
        </p:nvSpPr>
        <p:spPr>
          <a:xfrm>
            <a:off x="234335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3_small_GT_pose1_rmsd2_1668">
            <a:extLst>
              <a:ext uri="{FF2B5EF4-FFF2-40B4-BE49-F238E27FC236}">
                <a16:creationId xmlns:a16="http://schemas.microsoft.com/office/drawing/2014/main" id="{4F39FCBF-D932-4E5F-8F82-0FFF932A00B2}"/>
              </a:ext>
            </a:extLst>
          </p:cNvPr>
          <p:cNvSpPr>
            <a:spLocks noGrp="1"/>
          </p:cNvSpPr>
          <p:nvPr/>
        </p:nvSpPr>
        <p:spPr>
          <a:xfrm>
            <a:off x="2331403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3_small_GT_pose1_rmsd2_1669">
            <a:extLst>
              <a:ext uri="{FF2B5EF4-FFF2-40B4-BE49-F238E27FC236}">
                <a16:creationId xmlns:a16="http://schemas.microsoft.com/office/drawing/2014/main" id="{9144DB52-E9EF-402D-8DE9-BA00350D969B}"/>
              </a:ext>
            </a:extLst>
          </p:cNvPr>
          <p:cNvSpPr>
            <a:spLocks noGrp="1"/>
          </p:cNvSpPr>
          <p:nvPr/>
        </p:nvSpPr>
        <p:spPr>
          <a:xfrm>
            <a:off x="2440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3_small_GT_pose1_rmsd2_1670">
            <a:extLst>
              <a:ext uri="{FF2B5EF4-FFF2-40B4-BE49-F238E27FC236}">
                <a16:creationId xmlns:a16="http://schemas.microsoft.com/office/drawing/2014/main" id="{53173E62-6B45-4FEC-A499-8C2DA66AD7C9}"/>
              </a:ext>
            </a:extLst>
          </p:cNvPr>
          <p:cNvSpPr>
            <a:spLocks noGrp="1"/>
          </p:cNvSpPr>
          <p:nvPr/>
        </p:nvSpPr>
        <p:spPr>
          <a:xfrm>
            <a:off x="2344478" y="343713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3_small_GT_pose1_rmsd2_1671">
            <a:extLst>
              <a:ext uri="{FF2B5EF4-FFF2-40B4-BE49-F238E27FC236}">
                <a16:creationId xmlns:a16="http://schemas.microsoft.com/office/drawing/2014/main" id="{55E63BB3-677B-472F-B4C3-A403060AC602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3_small_GT_pose1_rmsd2_1672">
            <a:extLst>
              <a:ext uri="{FF2B5EF4-FFF2-40B4-BE49-F238E27FC236}">
                <a16:creationId xmlns:a16="http://schemas.microsoft.com/office/drawing/2014/main" id="{3BC2ACDC-5A8C-442A-9194-B0AC03C886AE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3_small_GT_pose1_rmsd2_1673">
            <a:extLst>
              <a:ext uri="{FF2B5EF4-FFF2-40B4-BE49-F238E27FC236}">
                <a16:creationId xmlns:a16="http://schemas.microsoft.com/office/drawing/2014/main" id="{48F2FC22-BB9B-4BC9-B85B-16FBE6EED4E4}"/>
              </a:ext>
            </a:extLst>
          </p:cNvPr>
          <p:cNvSpPr>
            <a:spLocks noGrp="1"/>
          </p:cNvSpPr>
          <p:nvPr/>
        </p:nvSpPr>
        <p:spPr>
          <a:xfrm>
            <a:off x="24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3_small_GT_pose1_rmsd2_1674">
            <a:extLst>
              <a:ext uri="{FF2B5EF4-FFF2-40B4-BE49-F238E27FC236}">
                <a16:creationId xmlns:a16="http://schemas.microsoft.com/office/drawing/2014/main" id="{E12DB2F9-E2A3-4721-9FDB-E920DC9E0085}"/>
              </a:ext>
            </a:extLst>
          </p:cNvPr>
          <p:cNvSpPr>
            <a:spLocks noGrp="1"/>
          </p:cNvSpPr>
          <p:nvPr/>
        </p:nvSpPr>
        <p:spPr>
          <a:xfrm>
            <a:off x="227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3_small_GT_pose1_rmsd2_1675">
            <a:extLst>
              <a:ext uri="{FF2B5EF4-FFF2-40B4-BE49-F238E27FC236}">
                <a16:creationId xmlns:a16="http://schemas.microsoft.com/office/drawing/2014/main" id="{E6B6760B-EDC9-40F1-AC98-5849AFAE39AB}"/>
              </a:ext>
            </a:extLst>
          </p:cNvPr>
          <p:cNvSpPr>
            <a:spLocks noGrp="1"/>
          </p:cNvSpPr>
          <p:nvPr/>
        </p:nvSpPr>
        <p:spPr>
          <a:xfrm>
            <a:off x="25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3_small_GT_pose1_rmsd2_1676">
            <a:extLst>
              <a:ext uri="{FF2B5EF4-FFF2-40B4-BE49-F238E27FC236}">
                <a16:creationId xmlns:a16="http://schemas.microsoft.com/office/drawing/2014/main" id="{03C25608-70B2-4A57-AC8B-790433944118}"/>
              </a:ext>
            </a:extLst>
          </p:cNvPr>
          <p:cNvSpPr>
            <a:spLocks noGrp="1"/>
          </p:cNvSpPr>
          <p:nvPr/>
        </p:nvSpPr>
        <p:spPr>
          <a:xfrm>
            <a:off x="23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3_small_GT_pose1_rmsd2_1677">
            <a:extLst>
              <a:ext uri="{FF2B5EF4-FFF2-40B4-BE49-F238E27FC236}">
                <a16:creationId xmlns:a16="http://schemas.microsoft.com/office/drawing/2014/main" id="{857F55FC-D1D7-401D-9ED9-44554B1635A3}"/>
              </a:ext>
            </a:extLst>
          </p:cNvPr>
          <p:cNvSpPr>
            <a:spLocks noGrp="1"/>
          </p:cNvSpPr>
          <p:nvPr/>
        </p:nvSpPr>
        <p:spPr>
          <a:xfrm>
            <a:off x="25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3_small_GT_pose1_rmsd2_1678">
            <a:extLst>
              <a:ext uri="{FF2B5EF4-FFF2-40B4-BE49-F238E27FC236}">
                <a16:creationId xmlns:a16="http://schemas.microsoft.com/office/drawing/2014/main" id="{5DDC2A62-CFB7-4711-A88E-1DD5DE26B7B3}"/>
              </a:ext>
            </a:extLst>
          </p:cNvPr>
          <p:cNvSpPr>
            <a:spLocks noGrp="1"/>
          </p:cNvSpPr>
          <p:nvPr/>
        </p:nvSpPr>
        <p:spPr>
          <a:xfrm>
            <a:off x="23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3_small_GT_pose1_rmsd2_1679">
            <a:extLst>
              <a:ext uri="{FF2B5EF4-FFF2-40B4-BE49-F238E27FC236}">
                <a16:creationId xmlns:a16="http://schemas.microsoft.com/office/drawing/2014/main" id="{BF3EE2A4-C9F1-45C3-9AAE-DF202E97DF0A}"/>
              </a:ext>
            </a:extLst>
          </p:cNvPr>
          <p:cNvSpPr>
            <a:spLocks noGrp="1"/>
          </p:cNvSpPr>
          <p:nvPr/>
        </p:nvSpPr>
        <p:spPr>
          <a:xfrm>
            <a:off x="25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3_small_GT_pose1_rmsd2_1680">
            <a:extLst>
              <a:ext uri="{FF2B5EF4-FFF2-40B4-BE49-F238E27FC236}">
                <a16:creationId xmlns:a16="http://schemas.microsoft.com/office/drawing/2014/main" id="{2C98AFBB-C3B0-46DA-B84D-6ED639E5D13B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3_small_GT_pose1_rmsd2_1681">
            <a:extLst>
              <a:ext uri="{FF2B5EF4-FFF2-40B4-BE49-F238E27FC236}">
                <a16:creationId xmlns:a16="http://schemas.microsoft.com/office/drawing/2014/main" id="{DCAFC588-AC39-4847-AFB3-E0BEF74A7B9A}"/>
              </a:ext>
            </a:extLst>
          </p:cNvPr>
          <p:cNvSpPr>
            <a:spLocks noGrp="1"/>
          </p:cNvSpPr>
          <p:nvPr/>
        </p:nvSpPr>
        <p:spPr>
          <a:xfrm>
            <a:off x="23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3_small_GT_pose1_rmsd2_1682">
            <a:extLst>
              <a:ext uri="{FF2B5EF4-FFF2-40B4-BE49-F238E27FC236}">
                <a16:creationId xmlns:a16="http://schemas.microsoft.com/office/drawing/2014/main" id="{E82D5DA8-5FB8-41B9-82CE-BC2D154A3E06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3_small_GT_pose1_rmsd2_1683">
            <a:extLst>
              <a:ext uri="{FF2B5EF4-FFF2-40B4-BE49-F238E27FC236}">
                <a16:creationId xmlns:a16="http://schemas.microsoft.com/office/drawing/2014/main" id="{5D9FD5A7-7A3B-4659-BC1E-F2BE917A921B}"/>
              </a:ext>
            </a:extLst>
          </p:cNvPr>
          <p:cNvSpPr>
            <a:spLocks noGrp="1"/>
          </p:cNvSpPr>
          <p:nvPr/>
        </p:nvSpPr>
        <p:spPr>
          <a:xfrm>
            <a:off x="22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3_small_GT_pose1_rmsd2_1684">
            <a:extLst>
              <a:ext uri="{FF2B5EF4-FFF2-40B4-BE49-F238E27FC236}">
                <a16:creationId xmlns:a16="http://schemas.microsoft.com/office/drawing/2014/main" id="{CE515626-BE34-48F5-9807-3D2540F7DCB3}"/>
              </a:ext>
            </a:extLst>
          </p:cNvPr>
          <p:cNvSpPr>
            <a:spLocks noGrp="1"/>
          </p:cNvSpPr>
          <p:nvPr/>
        </p:nvSpPr>
        <p:spPr>
          <a:xfrm>
            <a:off x="22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3_small_GT_pose1_rmsd2_1685">
            <a:extLst>
              <a:ext uri="{FF2B5EF4-FFF2-40B4-BE49-F238E27FC236}">
                <a16:creationId xmlns:a16="http://schemas.microsoft.com/office/drawing/2014/main" id="{A75A7536-D1D3-4845-B0EB-5AAC6D334356}"/>
              </a:ext>
            </a:extLst>
          </p:cNvPr>
          <p:cNvSpPr>
            <a:spLocks noGrp="1"/>
          </p:cNvSpPr>
          <p:nvPr/>
        </p:nvSpPr>
        <p:spPr>
          <a:xfrm>
            <a:off x="25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3_small_GT_pose1_rmsd2_1686">
            <a:extLst>
              <a:ext uri="{FF2B5EF4-FFF2-40B4-BE49-F238E27FC236}">
                <a16:creationId xmlns:a16="http://schemas.microsoft.com/office/drawing/2014/main" id="{1B841156-0E92-4935-ABEF-AB116EE47A1E}"/>
              </a:ext>
            </a:extLst>
          </p:cNvPr>
          <p:cNvSpPr>
            <a:spLocks noGrp="1"/>
          </p:cNvSpPr>
          <p:nvPr/>
        </p:nvSpPr>
        <p:spPr>
          <a:xfrm>
            <a:off x="22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3_small_GT_pose1_rmsd2_1687">
            <a:extLst>
              <a:ext uri="{FF2B5EF4-FFF2-40B4-BE49-F238E27FC236}">
                <a16:creationId xmlns:a16="http://schemas.microsoft.com/office/drawing/2014/main" id="{A8DB4F39-CA81-43BC-8BA8-43395715C169}"/>
              </a:ext>
            </a:extLst>
          </p:cNvPr>
          <p:cNvSpPr>
            <a:spLocks noGrp="1"/>
          </p:cNvSpPr>
          <p:nvPr/>
        </p:nvSpPr>
        <p:spPr>
          <a:xfrm>
            <a:off x="23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3_small_GT_pose1_rmsd2_1688">
            <a:extLst>
              <a:ext uri="{FF2B5EF4-FFF2-40B4-BE49-F238E27FC236}">
                <a16:creationId xmlns:a16="http://schemas.microsoft.com/office/drawing/2014/main" id="{4581FD74-8E27-41BB-8F2C-01FC8F4AEFD3}"/>
              </a:ext>
            </a:extLst>
          </p:cNvPr>
          <p:cNvSpPr>
            <a:spLocks noGrp="1"/>
          </p:cNvSpPr>
          <p:nvPr/>
        </p:nvSpPr>
        <p:spPr>
          <a:xfrm>
            <a:off x="242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3_small_GT_pose1_rmsd2_1689">
            <a:extLst>
              <a:ext uri="{FF2B5EF4-FFF2-40B4-BE49-F238E27FC236}">
                <a16:creationId xmlns:a16="http://schemas.microsoft.com/office/drawing/2014/main" id="{86FC2CC0-7B4C-4588-95DD-A16483C0AEBC}"/>
              </a:ext>
            </a:extLst>
          </p:cNvPr>
          <p:cNvSpPr>
            <a:spLocks noGrp="1"/>
          </p:cNvSpPr>
          <p:nvPr/>
        </p:nvSpPr>
        <p:spPr>
          <a:xfrm>
            <a:off x="23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3_small_GT_pose1_rmsd2_1690">
            <a:extLst>
              <a:ext uri="{FF2B5EF4-FFF2-40B4-BE49-F238E27FC236}">
                <a16:creationId xmlns:a16="http://schemas.microsoft.com/office/drawing/2014/main" id="{4477F63B-C719-487F-8C07-35E159EB61BE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3_small_GT_pose1_rmsd2_1691">
            <a:extLst>
              <a:ext uri="{FF2B5EF4-FFF2-40B4-BE49-F238E27FC236}">
                <a16:creationId xmlns:a16="http://schemas.microsoft.com/office/drawing/2014/main" id="{3E761973-1E25-4360-BBE0-7C273B53EE92}"/>
              </a:ext>
            </a:extLst>
          </p:cNvPr>
          <p:cNvSpPr>
            <a:spLocks noGrp="1"/>
          </p:cNvSpPr>
          <p:nvPr/>
        </p:nvSpPr>
        <p:spPr>
          <a:xfrm>
            <a:off x="23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3_small_GT_pose1_rmsd2_1692">
            <a:extLst>
              <a:ext uri="{FF2B5EF4-FFF2-40B4-BE49-F238E27FC236}">
                <a16:creationId xmlns:a16="http://schemas.microsoft.com/office/drawing/2014/main" id="{DCE06E1C-ADCB-4367-B753-C875DDC84251}"/>
              </a:ext>
            </a:extLst>
          </p:cNvPr>
          <p:cNvSpPr>
            <a:spLocks noGrp="1"/>
          </p:cNvSpPr>
          <p:nvPr/>
        </p:nvSpPr>
        <p:spPr>
          <a:xfrm>
            <a:off x="257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3_small_GT_pose1_rmsd2_1693">
            <a:extLst>
              <a:ext uri="{FF2B5EF4-FFF2-40B4-BE49-F238E27FC236}">
                <a16:creationId xmlns:a16="http://schemas.microsoft.com/office/drawing/2014/main" id="{264A50D1-556A-48BC-B1BF-63CD6D5D9E2A}"/>
              </a:ext>
            </a:extLst>
          </p:cNvPr>
          <p:cNvSpPr>
            <a:spLocks noGrp="1"/>
          </p:cNvSpPr>
          <p:nvPr/>
        </p:nvSpPr>
        <p:spPr>
          <a:xfrm>
            <a:off x="246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3_small_GT_pose1_rmsd2_1694">
            <a:extLst>
              <a:ext uri="{FF2B5EF4-FFF2-40B4-BE49-F238E27FC236}">
                <a16:creationId xmlns:a16="http://schemas.microsoft.com/office/drawing/2014/main" id="{87710A6A-4292-406C-BFBE-04A81D50142A}"/>
              </a:ext>
            </a:extLst>
          </p:cNvPr>
          <p:cNvSpPr>
            <a:spLocks noGrp="1"/>
          </p:cNvSpPr>
          <p:nvPr/>
        </p:nvSpPr>
        <p:spPr>
          <a:xfrm>
            <a:off x="245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3_small_GT_pose1_rmsd2_1695">
            <a:extLst>
              <a:ext uri="{FF2B5EF4-FFF2-40B4-BE49-F238E27FC236}">
                <a16:creationId xmlns:a16="http://schemas.microsoft.com/office/drawing/2014/main" id="{71854087-E3B7-4830-8AAE-A072DAF0F4CA}"/>
              </a:ext>
            </a:extLst>
          </p:cNvPr>
          <p:cNvSpPr>
            <a:spLocks noGrp="1"/>
          </p:cNvSpPr>
          <p:nvPr/>
        </p:nvSpPr>
        <p:spPr>
          <a:xfrm>
            <a:off x="25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3_small_GT_pose1_rmsd2_1696">
            <a:extLst>
              <a:ext uri="{FF2B5EF4-FFF2-40B4-BE49-F238E27FC236}">
                <a16:creationId xmlns:a16="http://schemas.microsoft.com/office/drawing/2014/main" id="{4AD3607E-228A-40D4-8081-EFA1F880F06E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3_small_GT_pose1_rmsd2_1697">
            <a:extLst>
              <a:ext uri="{FF2B5EF4-FFF2-40B4-BE49-F238E27FC236}">
                <a16:creationId xmlns:a16="http://schemas.microsoft.com/office/drawing/2014/main" id="{1CF49F89-4333-4311-A280-50FF68A9B7C2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3_small_GT_pose1_rmsd2_1698">
            <a:extLst>
              <a:ext uri="{FF2B5EF4-FFF2-40B4-BE49-F238E27FC236}">
                <a16:creationId xmlns:a16="http://schemas.microsoft.com/office/drawing/2014/main" id="{F86F1C81-D27D-4FCB-8025-E6DF98EB934A}"/>
              </a:ext>
            </a:extLst>
          </p:cNvPr>
          <p:cNvSpPr>
            <a:spLocks noGrp="1"/>
          </p:cNvSpPr>
          <p:nvPr/>
        </p:nvSpPr>
        <p:spPr>
          <a:xfrm>
            <a:off x="25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3_small_GT_pose1_rmsd2_1699">
            <a:extLst>
              <a:ext uri="{FF2B5EF4-FFF2-40B4-BE49-F238E27FC236}">
                <a16:creationId xmlns:a16="http://schemas.microsoft.com/office/drawing/2014/main" id="{27ABD352-6A4F-4A20-8332-57F7C21F73F3}"/>
              </a:ext>
            </a:extLst>
          </p:cNvPr>
          <p:cNvSpPr>
            <a:spLocks noGrp="1"/>
          </p:cNvSpPr>
          <p:nvPr/>
        </p:nvSpPr>
        <p:spPr>
          <a:xfrm>
            <a:off x="23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3_small_GT_pose1_rmsd2_1700">
            <a:extLst>
              <a:ext uri="{FF2B5EF4-FFF2-40B4-BE49-F238E27FC236}">
                <a16:creationId xmlns:a16="http://schemas.microsoft.com/office/drawing/2014/main" id="{0D26F1D0-10B7-4BAC-AE73-7D9C2EE4FB0C}"/>
              </a:ext>
            </a:extLst>
          </p:cNvPr>
          <p:cNvSpPr>
            <a:spLocks noGrp="1"/>
          </p:cNvSpPr>
          <p:nvPr/>
        </p:nvSpPr>
        <p:spPr>
          <a:xfrm>
            <a:off x="22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3_small_GT_pose1_rmsd2_1701">
            <a:extLst>
              <a:ext uri="{FF2B5EF4-FFF2-40B4-BE49-F238E27FC236}">
                <a16:creationId xmlns:a16="http://schemas.microsoft.com/office/drawing/2014/main" id="{B87F4481-CDAF-4A2A-806F-52C6164FB7A0}"/>
              </a:ext>
            </a:extLst>
          </p:cNvPr>
          <p:cNvSpPr>
            <a:spLocks noGrp="1"/>
          </p:cNvSpPr>
          <p:nvPr/>
        </p:nvSpPr>
        <p:spPr>
          <a:xfrm>
            <a:off x="25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3_small_GT_pose1_rmsd2_1702">
            <a:extLst>
              <a:ext uri="{FF2B5EF4-FFF2-40B4-BE49-F238E27FC236}">
                <a16:creationId xmlns:a16="http://schemas.microsoft.com/office/drawing/2014/main" id="{EFABCA60-DA18-429F-8841-D1879D07F2A8}"/>
              </a:ext>
            </a:extLst>
          </p:cNvPr>
          <p:cNvSpPr>
            <a:spLocks noGrp="1"/>
          </p:cNvSpPr>
          <p:nvPr/>
        </p:nvSpPr>
        <p:spPr>
          <a:xfrm>
            <a:off x="25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3_small_GT_pose1_rmsd2_1703">
            <a:extLst>
              <a:ext uri="{FF2B5EF4-FFF2-40B4-BE49-F238E27FC236}">
                <a16:creationId xmlns:a16="http://schemas.microsoft.com/office/drawing/2014/main" id="{21373188-0C4E-4194-A5DB-9664A2693AD0}"/>
              </a:ext>
            </a:extLst>
          </p:cNvPr>
          <p:cNvSpPr>
            <a:spLocks noGrp="1"/>
          </p:cNvSpPr>
          <p:nvPr/>
        </p:nvSpPr>
        <p:spPr>
          <a:xfrm>
            <a:off x="24414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3_small_GT_pose1_rmsd2_1704">
            <a:extLst>
              <a:ext uri="{FF2B5EF4-FFF2-40B4-BE49-F238E27FC236}">
                <a16:creationId xmlns:a16="http://schemas.microsoft.com/office/drawing/2014/main" id="{D90786DF-04AC-46BA-994D-313C4E264A1C}"/>
              </a:ext>
            </a:extLst>
          </p:cNvPr>
          <p:cNvSpPr>
            <a:spLocks noGrp="1"/>
          </p:cNvSpPr>
          <p:nvPr/>
        </p:nvSpPr>
        <p:spPr>
          <a:xfrm>
            <a:off x="25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3_small_GT_pose1_rmsd2_1705">
            <a:extLst>
              <a:ext uri="{FF2B5EF4-FFF2-40B4-BE49-F238E27FC236}">
                <a16:creationId xmlns:a16="http://schemas.microsoft.com/office/drawing/2014/main" id="{3D05D508-9394-499B-B048-F6830D374F97}"/>
              </a:ext>
            </a:extLst>
          </p:cNvPr>
          <p:cNvSpPr>
            <a:spLocks noGrp="1"/>
          </p:cNvSpPr>
          <p:nvPr/>
        </p:nvSpPr>
        <p:spPr>
          <a:xfrm>
            <a:off x="25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3_small_GT_pose1_rmsd2_1706">
            <a:extLst>
              <a:ext uri="{FF2B5EF4-FFF2-40B4-BE49-F238E27FC236}">
                <a16:creationId xmlns:a16="http://schemas.microsoft.com/office/drawing/2014/main" id="{F1A82749-13AE-4CEE-AA6C-2DB5B858EABE}"/>
              </a:ext>
            </a:extLst>
          </p:cNvPr>
          <p:cNvSpPr>
            <a:spLocks noGrp="1"/>
          </p:cNvSpPr>
          <p:nvPr/>
        </p:nvSpPr>
        <p:spPr>
          <a:xfrm>
            <a:off x="2321672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3_small_GT_pose1_rmsd2_1707">
            <a:extLst>
              <a:ext uri="{FF2B5EF4-FFF2-40B4-BE49-F238E27FC236}">
                <a16:creationId xmlns:a16="http://schemas.microsoft.com/office/drawing/2014/main" id="{9A5C5092-0ECA-4590-9C12-D034747CF258}"/>
              </a:ext>
            </a:extLst>
          </p:cNvPr>
          <p:cNvSpPr>
            <a:spLocks noGrp="1"/>
          </p:cNvSpPr>
          <p:nvPr/>
        </p:nvSpPr>
        <p:spPr>
          <a:xfrm>
            <a:off x="24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3_small_GT_pose1_rmsd2_1708">
            <a:extLst>
              <a:ext uri="{FF2B5EF4-FFF2-40B4-BE49-F238E27FC236}">
                <a16:creationId xmlns:a16="http://schemas.microsoft.com/office/drawing/2014/main" id="{A913655E-BF0A-402F-ABB6-0679017FD416}"/>
              </a:ext>
            </a:extLst>
          </p:cNvPr>
          <p:cNvSpPr>
            <a:spLocks noGrp="1"/>
          </p:cNvSpPr>
          <p:nvPr/>
        </p:nvSpPr>
        <p:spPr>
          <a:xfrm>
            <a:off x="24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3_small_GT_pose1_rmsd2_1709">
            <a:extLst>
              <a:ext uri="{FF2B5EF4-FFF2-40B4-BE49-F238E27FC236}">
                <a16:creationId xmlns:a16="http://schemas.microsoft.com/office/drawing/2014/main" id="{BB7CC1DF-601F-4828-83F5-1CA3480E618F}"/>
              </a:ext>
            </a:extLst>
          </p:cNvPr>
          <p:cNvSpPr>
            <a:spLocks noGrp="1"/>
          </p:cNvSpPr>
          <p:nvPr/>
        </p:nvSpPr>
        <p:spPr>
          <a:xfrm>
            <a:off x="2549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3_small_GT_pose1_rmsd2_1710">
            <a:extLst>
              <a:ext uri="{FF2B5EF4-FFF2-40B4-BE49-F238E27FC236}">
                <a16:creationId xmlns:a16="http://schemas.microsoft.com/office/drawing/2014/main" id="{2CA930B0-F222-4E98-A093-EF003ED18501}"/>
              </a:ext>
            </a:extLst>
          </p:cNvPr>
          <p:cNvSpPr>
            <a:spLocks noGrp="1"/>
          </p:cNvSpPr>
          <p:nvPr/>
        </p:nvSpPr>
        <p:spPr>
          <a:xfrm>
            <a:off x="25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3_small_GT_pose1_rmsd2_1711">
            <a:extLst>
              <a:ext uri="{FF2B5EF4-FFF2-40B4-BE49-F238E27FC236}">
                <a16:creationId xmlns:a16="http://schemas.microsoft.com/office/drawing/2014/main" id="{1FE8FE55-C699-4A9A-ABCB-077756FB42CC}"/>
              </a:ext>
            </a:extLst>
          </p:cNvPr>
          <p:cNvSpPr>
            <a:spLocks noGrp="1"/>
          </p:cNvSpPr>
          <p:nvPr/>
        </p:nvSpPr>
        <p:spPr>
          <a:xfrm>
            <a:off x="25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3_small_GT_pose1_rmsd2_1712">
            <a:extLst>
              <a:ext uri="{FF2B5EF4-FFF2-40B4-BE49-F238E27FC236}">
                <a16:creationId xmlns:a16="http://schemas.microsoft.com/office/drawing/2014/main" id="{82AEA650-6217-4D93-82B7-EF0C9AF28CD5}"/>
              </a:ext>
            </a:extLst>
          </p:cNvPr>
          <p:cNvSpPr>
            <a:spLocks noGrp="1"/>
          </p:cNvSpPr>
          <p:nvPr/>
        </p:nvSpPr>
        <p:spPr>
          <a:xfrm>
            <a:off x="24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3_small_GT_pose1_rmsd2_1713">
            <a:extLst>
              <a:ext uri="{FF2B5EF4-FFF2-40B4-BE49-F238E27FC236}">
                <a16:creationId xmlns:a16="http://schemas.microsoft.com/office/drawing/2014/main" id="{2D52326E-602E-47E0-9D61-6F689BDFD8DE}"/>
              </a:ext>
            </a:extLst>
          </p:cNvPr>
          <p:cNvSpPr>
            <a:spLocks noGrp="1"/>
          </p:cNvSpPr>
          <p:nvPr/>
        </p:nvSpPr>
        <p:spPr>
          <a:xfrm>
            <a:off x="25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3_small_GT_pose1_rmsd2_1714">
            <a:extLst>
              <a:ext uri="{FF2B5EF4-FFF2-40B4-BE49-F238E27FC236}">
                <a16:creationId xmlns:a16="http://schemas.microsoft.com/office/drawing/2014/main" id="{40DBD9A8-BFD4-4939-955F-F9B9DB07EE11}"/>
              </a:ext>
            </a:extLst>
          </p:cNvPr>
          <p:cNvSpPr>
            <a:spLocks noGrp="1"/>
          </p:cNvSpPr>
          <p:nvPr/>
        </p:nvSpPr>
        <p:spPr>
          <a:xfrm>
            <a:off x="24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3_small_GT_pose1_rmsd2_1715">
            <a:extLst>
              <a:ext uri="{FF2B5EF4-FFF2-40B4-BE49-F238E27FC236}">
                <a16:creationId xmlns:a16="http://schemas.microsoft.com/office/drawing/2014/main" id="{930FA7FD-A276-485A-9D0C-A4EBB532946E}"/>
              </a:ext>
            </a:extLst>
          </p:cNvPr>
          <p:cNvSpPr>
            <a:spLocks noGrp="1"/>
          </p:cNvSpPr>
          <p:nvPr/>
        </p:nvSpPr>
        <p:spPr>
          <a:xfrm>
            <a:off x="2350488" y="332803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3_small_GT_pose1_rmsd2_1716">
            <a:extLst>
              <a:ext uri="{FF2B5EF4-FFF2-40B4-BE49-F238E27FC236}">
                <a16:creationId xmlns:a16="http://schemas.microsoft.com/office/drawing/2014/main" id="{753F70BC-2197-481C-9BE3-E2EE45FE36CC}"/>
              </a:ext>
            </a:extLst>
          </p:cNvPr>
          <p:cNvSpPr>
            <a:spLocks noGrp="1"/>
          </p:cNvSpPr>
          <p:nvPr/>
        </p:nvSpPr>
        <p:spPr>
          <a:xfrm>
            <a:off x="23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3_small_GT_pose1_rmsd2_1717">
            <a:extLst>
              <a:ext uri="{FF2B5EF4-FFF2-40B4-BE49-F238E27FC236}">
                <a16:creationId xmlns:a16="http://schemas.microsoft.com/office/drawing/2014/main" id="{639057B9-2379-4D5A-9AA5-811552F45C9E}"/>
              </a:ext>
            </a:extLst>
          </p:cNvPr>
          <p:cNvSpPr>
            <a:spLocks noGrp="1"/>
          </p:cNvSpPr>
          <p:nvPr/>
        </p:nvSpPr>
        <p:spPr>
          <a:xfrm>
            <a:off x="244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3_small_GT_pose1_rmsd2_1718">
            <a:extLst>
              <a:ext uri="{FF2B5EF4-FFF2-40B4-BE49-F238E27FC236}">
                <a16:creationId xmlns:a16="http://schemas.microsoft.com/office/drawing/2014/main" id="{1A47EC71-7F73-4620-947F-643B8F9E19CB}"/>
              </a:ext>
            </a:extLst>
          </p:cNvPr>
          <p:cNvSpPr>
            <a:spLocks noGrp="1"/>
          </p:cNvSpPr>
          <p:nvPr/>
        </p:nvSpPr>
        <p:spPr>
          <a:xfrm>
            <a:off x="24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3_small_GT_pose1_rmsd2_1719">
            <a:extLst>
              <a:ext uri="{FF2B5EF4-FFF2-40B4-BE49-F238E27FC236}">
                <a16:creationId xmlns:a16="http://schemas.microsoft.com/office/drawing/2014/main" id="{60085398-A3EB-4D1D-917F-DE92D5A768FB}"/>
              </a:ext>
            </a:extLst>
          </p:cNvPr>
          <p:cNvSpPr>
            <a:spLocks noGrp="1"/>
          </p:cNvSpPr>
          <p:nvPr/>
        </p:nvSpPr>
        <p:spPr>
          <a:xfrm>
            <a:off x="25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3_small_GT_pose1_rmsd2_1720">
            <a:extLst>
              <a:ext uri="{FF2B5EF4-FFF2-40B4-BE49-F238E27FC236}">
                <a16:creationId xmlns:a16="http://schemas.microsoft.com/office/drawing/2014/main" id="{B163407E-6385-4E19-A3E2-812735A652D1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3_small_GT_pose1_rmsd2_1721">
            <a:extLst>
              <a:ext uri="{FF2B5EF4-FFF2-40B4-BE49-F238E27FC236}">
                <a16:creationId xmlns:a16="http://schemas.microsoft.com/office/drawing/2014/main" id="{93AF0BA9-CA3B-40D4-9EA4-A29E8AEF6E4F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3_small_GT_pose1_rmsd2_1722">
            <a:extLst>
              <a:ext uri="{FF2B5EF4-FFF2-40B4-BE49-F238E27FC236}">
                <a16:creationId xmlns:a16="http://schemas.microsoft.com/office/drawing/2014/main" id="{D056DD09-AA60-4392-B698-70EC1AC18716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3_small_GT_pose1_rmsd2_1723">
            <a:extLst>
              <a:ext uri="{FF2B5EF4-FFF2-40B4-BE49-F238E27FC236}">
                <a16:creationId xmlns:a16="http://schemas.microsoft.com/office/drawing/2014/main" id="{95E0992B-BEAD-451E-AAB0-AC183BA59077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3_small_GT_pose1_rmsd2_1724">
            <a:extLst>
              <a:ext uri="{FF2B5EF4-FFF2-40B4-BE49-F238E27FC236}">
                <a16:creationId xmlns:a16="http://schemas.microsoft.com/office/drawing/2014/main" id="{1EB797A5-A4B0-43A7-BBFB-9276F5C7006A}"/>
              </a:ext>
            </a:extLst>
          </p:cNvPr>
          <p:cNvSpPr>
            <a:spLocks noGrp="1"/>
          </p:cNvSpPr>
          <p:nvPr/>
        </p:nvSpPr>
        <p:spPr>
          <a:xfrm>
            <a:off x="25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3_small_GT_pose1_rmsd2_1725">
            <a:extLst>
              <a:ext uri="{FF2B5EF4-FFF2-40B4-BE49-F238E27FC236}">
                <a16:creationId xmlns:a16="http://schemas.microsoft.com/office/drawing/2014/main" id="{70858839-F3EF-4B93-BCB8-C129D7889604}"/>
              </a:ext>
            </a:extLst>
          </p:cNvPr>
          <p:cNvSpPr>
            <a:spLocks noGrp="1"/>
          </p:cNvSpPr>
          <p:nvPr/>
        </p:nvSpPr>
        <p:spPr>
          <a:xfrm>
            <a:off x="25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3_small_GT_pose1_rmsd2_1726">
            <a:extLst>
              <a:ext uri="{FF2B5EF4-FFF2-40B4-BE49-F238E27FC236}">
                <a16:creationId xmlns:a16="http://schemas.microsoft.com/office/drawing/2014/main" id="{9C12D8F3-B8BF-483E-B7D5-5E2973FD2ABF}"/>
              </a:ext>
            </a:extLst>
          </p:cNvPr>
          <p:cNvSpPr>
            <a:spLocks noGrp="1"/>
          </p:cNvSpPr>
          <p:nvPr/>
        </p:nvSpPr>
        <p:spPr>
          <a:xfrm>
            <a:off x="24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3_small_GT_pose1_rmsd2_1727">
            <a:extLst>
              <a:ext uri="{FF2B5EF4-FFF2-40B4-BE49-F238E27FC236}">
                <a16:creationId xmlns:a16="http://schemas.microsoft.com/office/drawing/2014/main" id="{75B58432-4A4E-4664-9520-A9266964543D}"/>
              </a:ext>
            </a:extLst>
          </p:cNvPr>
          <p:cNvSpPr>
            <a:spLocks noGrp="1"/>
          </p:cNvSpPr>
          <p:nvPr/>
        </p:nvSpPr>
        <p:spPr>
          <a:xfrm>
            <a:off x="24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3_small_GT_pose1_rmsd2_1728">
            <a:extLst>
              <a:ext uri="{FF2B5EF4-FFF2-40B4-BE49-F238E27FC236}">
                <a16:creationId xmlns:a16="http://schemas.microsoft.com/office/drawing/2014/main" id="{0B3B6D96-A445-4B30-89ED-426DDCE31480}"/>
              </a:ext>
            </a:extLst>
          </p:cNvPr>
          <p:cNvSpPr>
            <a:spLocks noGrp="1"/>
          </p:cNvSpPr>
          <p:nvPr/>
        </p:nvSpPr>
        <p:spPr>
          <a:xfrm>
            <a:off x="23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3_small_GT_pose1_rmsd2_1729">
            <a:extLst>
              <a:ext uri="{FF2B5EF4-FFF2-40B4-BE49-F238E27FC236}">
                <a16:creationId xmlns:a16="http://schemas.microsoft.com/office/drawing/2014/main" id="{315EA98D-FD06-4D05-A297-C19A7C6E7745}"/>
              </a:ext>
            </a:extLst>
          </p:cNvPr>
          <p:cNvSpPr>
            <a:spLocks noGrp="1"/>
          </p:cNvSpPr>
          <p:nvPr/>
        </p:nvSpPr>
        <p:spPr>
          <a:xfrm>
            <a:off x="410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3_small_GT_pose1_rmsd2_1730">
            <a:extLst>
              <a:ext uri="{FF2B5EF4-FFF2-40B4-BE49-F238E27FC236}">
                <a16:creationId xmlns:a16="http://schemas.microsoft.com/office/drawing/2014/main" id="{1EC76E13-B5E8-4FD5-969F-4A1EB199B3ED}"/>
              </a:ext>
            </a:extLst>
          </p:cNvPr>
          <p:cNvSpPr>
            <a:spLocks noGrp="1"/>
          </p:cNvSpPr>
          <p:nvPr/>
        </p:nvSpPr>
        <p:spPr>
          <a:xfrm>
            <a:off x="434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3_small_GT_pose1_rmsd2_1731">
            <a:extLst>
              <a:ext uri="{FF2B5EF4-FFF2-40B4-BE49-F238E27FC236}">
                <a16:creationId xmlns:a16="http://schemas.microsoft.com/office/drawing/2014/main" id="{8C18278A-49F2-4E84-8801-8BDCD72D7E1B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3_small_GT_pose1_rmsd2_1732">
            <a:extLst>
              <a:ext uri="{FF2B5EF4-FFF2-40B4-BE49-F238E27FC236}">
                <a16:creationId xmlns:a16="http://schemas.microsoft.com/office/drawing/2014/main" id="{9C6D363B-767D-4B64-B86B-FB5F5332AD16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3_small_GT_pose1_rmsd2_1733">
            <a:extLst>
              <a:ext uri="{FF2B5EF4-FFF2-40B4-BE49-F238E27FC236}">
                <a16:creationId xmlns:a16="http://schemas.microsoft.com/office/drawing/2014/main" id="{3717DCA3-B6CA-4DDD-AE19-0BDF7F84003D}"/>
              </a:ext>
            </a:extLst>
          </p:cNvPr>
          <p:cNvSpPr>
            <a:spLocks noGrp="1"/>
          </p:cNvSpPr>
          <p:nvPr/>
        </p:nvSpPr>
        <p:spPr>
          <a:xfrm>
            <a:off x="434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3_small_GT_pose1_rmsd2_1734">
            <a:extLst>
              <a:ext uri="{FF2B5EF4-FFF2-40B4-BE49-F238E27FC236}">
                <a16:creationId xmlns:a16="http://schemas.microsoft.com/office/drawing/2014/main" id="{FEB4ECE1-A199-451E-A87A-7C6369210081}"/>
              </a:ext>
            </a:extLst>
          </p:cNvPr>
          <p:cNvSpPr>
            <a:spLocks noGrp="1"/>
          </p:cNvSpPr>
          <p:nvPr/>
        </p:nvSpPr>
        <p:spPr>
          <a:xfrm>
            <a:off x="427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3_small_GT_pose1_rmsd2_1735">
            <a:extLst>
              <a:ext uri="{FF2B5EF4-FFF2-40B4-BE49-F238E27FC236}">
                <a16:creationId xmlns:a16="http://schemas.microsoft.com/office/drawing/2014/main" id="{6B13528C-C5D8-4061-B365-DDF8268EACED}"/>
              </a:ext>
            </a:extLst>
          </p:cNvPr>
          <p:cNvSpPr>
            <a:spLocks noGrp="1"/>
          </p:cNvSpPr>
          <p:nvPr/>
        </p:nvSpPr>
        <p:spPr>
          <a:xfrm>
            <a:off x="407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3_small_GT_pose1_rmsd2_1736">
            <a:extLst>
              <a:ext uri="{FF2B5EF4-FFF2-40B4-BE49-F238E27FC236}">
                <a16:creationId xmlns:a16="http://schemas.microsoft.com/office/drawing/2014/main" id="{600D0F81-AA71-4CA1-B1C0-3EFB169F381F}"/>
              </a:ext>
            </a:extLst>
          </p:cNvPr>
          <p:cNvSpPr>
            <a:spLocks noGrp="1"/>
          </p:cNvSpPr>
          <p:nvPr/>
        </p:nvSpPr>
        <p:spPr>
          <a:xfrm>
            <a:off x="414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3_small_GT_pose1_rmsd2_1737">
            <a:extLst>
              <a:ext uri="{FF2B5EF4-FFF2-40B4-BE49-F238E27FC236}">
                <a16:creationId xmlns:a16="http://schemas.microsoft.com/office/drawing/2014/main" id="{61DA66A4-57B5-41B4-B09F-7516B5C218A5}"/>
              </a:ext>
            </a:extLst>
          </p:cNvPr>
          <p:cNvSpPr>
            <a:spLocks noGrp="1"/>
          </p:cNvSpPr>
          <p:nvPr/>
        </p:nvSpPr>
        <p:spPr>
          <a:xfrm>
            <a:off x="418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3_small_GT_pose1_rmsd2_1738">
            <a:extLst>
              <a:ext uri="{FF2B5EF4-FFF2-40B4-BE49-F238E27FC236}">
                <a16:creationId xmlns:a16="http://schemas.microsoft.com/office/drawing/2014/main" id="{A66FCCDF-606A-4FF1-A26A-D947371EFDFF}"/>
              </a:ext>
            </a:extLst>
          </p:cNvPr>
          <p:cNvSpPr>
            <a:spLocks noGrp="1"/>
          </p:cNvSpPr>
          <p:nvPr/>
        </p:nvSpPr>
        <p:spPr>
          <a:xfrm>
            <a:off x="414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3_small_GT_pose1_rmsd2_1739">
            <a:extLst>
              <a:ext uri="{FF2B5EF4-FFF2-40B4-BE49-F238E27FC236}">
                <a16:creationId xmlns:a16="http://schemas.microsoft.com/office/drawing/2014/main" id="{39253F3A-4ECF-4BAC-B431-119E594E70E2}"/>
              </a:ext>
            </a:extLst>
          </p:cNvPr>
          <p:cNvSpPr>
            <a:spLocks noGrp="1"/>
          </p:cNvSpPr>
          <p:nvPr/>
        </p:nvSpPr>
        <p:spPr>
          <a:xfrm>
            <a:off x="426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3_small_GT_pose1_rmsd2_1740">
            <a:extLst>
              <a:ext uri="{FF2B5EF4-FFF2-40B4-BE49-F238E27FC236}">
                <a16:creationId xmlns:a16="http://schemas.microsoft.com/office/drawing/2014/main" id="{D9789FBC-2D87-4196-9F20-A9B7D62BB66D}"/>
              </a:ext>
            </a:extLst>
          </p:cNvPr>
          <p:cNvSpPr>
            <a:spLocks noGrp="1"/>
          </p:cNvSpPr>
          <p:nvPr/>
        </p:nvSpPr>
        <p:spPr>
          <a:xfrm>
            <a:off x="405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3_small_GT_pose1_rmsd2_1741">
            <a:extLst>
              <a:ext uri="{FF2B5EF4-FFF2-40B4-BE49-F238E27FC236}">
                <a16:creationId xmlns:a16="http://schemas.microsoft.com/office/drawing/2014/main" id="{057DFF9B-3B28-4316-B73C-CA41960E1B69}"/>
              </a:ext>
            </a:extLst>
          </p:cNvPr>
          <p:cNvSpPr>
            <a:spLocks noGrp="1"/>
          </p:cNvSpPr>
          <p:nvPr/>
        </p:nvSpPr>
        <p:spPr>
          <a:xfrm>
            <a:off x="414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3_small_GT_pose1_rmsd2_1742">
            <a:extLst>
              <a:ext uri="{FF2B5EF4-FFF2-40B4-BE49-F238E27FC236}">
                <a16:creationId xmlns:a16="http://schemas.microsoft.com/office/drawing/2014/main" id="{0F9137F3-CC61-4F74-8D0E-4CFB83BF7028}"/>
              </a:ext>
            </a:extLst>
          </p:cNvPr>
          <p:cNvSpPr>
            <a:spLocks noGrp="1"/>
          </p:cNvSpPr>
          <p:nvPr/>
        </p:nvSpPr>
        <p:spPr>
          <a:xfrm>
            <a:off x="404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3_small_GT_pose1_rmsd2_1743">
            <a:extLst>
              <a:ext uri="{FF2B5EF4-FFF2-40B4-BE49-F238E27FC236}">
                <a16:creationId xmlns:a16="http://schemas.microsoft.com/office/drawing/2014/main" id="{68569C73-6CFE-4898-9FD2-3A5E7968549B}"/>
              </a:ext>
            </a:extLst>
          </p:cNvPr>
          <p:cNvSpPr>
            <a:spLocks noGrp="1"/>
          </p:cNvSpPr>
          <p:nvPr/>
        </p:nvSpPr>
        <p:spPr>
          <a:xfrm>
            <a:off x="433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3_small_GT_pose1_rmsd2_1744">
            <a:extLst>
              <a:ext uri="{FF2B5EF4-FFF2-40B4-BE49-F238E27FC236}">
                <a16:creationId xmlns:a16="http://schemas.microsoft.com/office/drawing/2014/main" id="{A7FD811F-B508-4AC1-9335-8D36029C5AEB}"/>
              </a:ext>
            </a:extLst>
          </p:cNvPr>
          <p:cNvSpPr>
            <a:spLocks noGrp="1"/>
          </p:cNvSpPr>
          <p:nvPr/>
        </p:nvSpPr>
        <p:spPr>
          <a:xfrm>
            <a:off x="409335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3_small_GT_pose1_rmsd2_1745">
            <a:extLst>
              <a:ext uri="{FF2B5EF4-FFF2-40B4-BE49-F238E27FC236}">
                <a16:creationId xmlns:a16="http://schemas.microsoft.com/office/drawing/2014/main" id="{3398523A-572F-40B8-AEF1-B73B52338ED3}"/>
              </a:ext>
            </a:extLst>
          </p:cNvPr>
          <p:cNvSpPr>
            <a:spLocks noGrp="1"/>
          </p:cNvSpPr>
          <p:nvPr/>
        </p:nvSpPr>
        <p:spPr>
          <a:xfrm>
            <a:off x="4081403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3_small_GT_pose1_rmsd2_1746">
            <a:extLst>
              <a:ext uri="{FF2B5EF4-FFF2-40B4-BE49-F238E27FC236}">
                <a16:creationId xmlns:a16="http://schemas.microsoft.com/office/drawing/2014/main" id="{FA268FD2-0E85-4DA1-B500-80B64CA2A0D6}"/>
              </a:ext>
            </a:extLst>
          </p:cNvPr>
          <p:cNvSpPr>
            <a:spLocks noGrp="1"/>
          </p:cNvSpPr>
          <p:nvPr/>
        </p:nvSpPr>
        <p:spPr>
          <a:xfrm>
            <a:off x="4190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3_small_GT_pose1_rmsd2_1747">
            <a:extLst>
              <a:ext uri="{FF2B5EF4-FFF2-40B4-BE49-F238E27FC236}">
                <a16:creationId xmlns:a16="http://schemas.microsoft.com/office/drawing/2014/main" id="{7F7F2C42-F9CE-43E8-9CB4-22503D5F2046}"/>
              </a:ext>
            </a:extLst>
          </p:cNvPr>
          <p:cNvSpPr>
            <a:spLocks noGrp="1"/>
          </p:cNvSpPr>
          <p:nvPr/>
        </p:nvSpPr>
        <p:spPr>
          <a:xfrm>
            <a:off x="4094478" y="343713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3_small_GT_pose1_rmsd2_1748">
            <a:extLst>
              <a:ext uri="{FF2B5EF4-FFF2-40B4-BE49-F238E27FC236}">
                <a16:creationId xmlns:a16="http://schemas.microsoft.com/office/drawing/2014/main" id="{3B5CCC75-9DF2-4A04-B330-18C6FC296617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3_small_GT_pose1_rmsd2_1749">
            <a:extLst>
              <a:ext uri="{FF2B5EF4-FFF2-40B4-BE49-F238E27FC236}">
                <a16:creationId xmlns:a16="http://schemas.microsoft.com/office/drawing/2014/main" id="{1E99487E-2FFE-43F7-8190-E8FCB7732667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3_small_GT_pose1_rmsd2_1750">
            <a:extLst>
              <a:ext uri="{FF2B5EF4-FFF2-40B4-BE49-F238E27FC236}">
                <a16:creationId xmlns:a16="http://schemas.microsoft.com/office/drawing/2014/main" id="{8F85DAAB-66A2-4332-875D-6BD1AEFFF462}"/>
              </a:ext>
            </a:extLst>
          </p:cNvPr>
          <p:cNvSpPr>
            <a:spLocks noGrp="1"/>
          </p:cNvSpPr>
          <p:nvPr/>
        </p:nvSpPr>
        <p:spPr>
          <a:xfrm>
            <a:off x="415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3_small_GT_pose1_rmsd2_1751">
            <a:extLst>
              <a:ext uri="{FF2B5EF4-FFF2-40B4-BE49-F238E27FC236}">
                <a16:creationId xmlns:a16="http://schemas.microsoft.com/office/drawing/2014/main" id="{C200C4DA-B284-4D09-9E64-11C680B93A01}"/>
              </a:ext>
            </a:extLst>
          </p:cNvPr>
          <p:cNvSpPr>
            <a:spLocks noGrp="1"/>
          </p:cNvSpPr>
          <p:nvPr/>
        </p:nvSpPr>
        <p:spPr>
          <a:xfrm>
            <a:off x="402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3_small_GT_pose1_rmsd2_1752">
            <a:extLst>
              <a:ext uri="{FF2B5EF4-FFF2-40B4-BE49-F238E27FC236}">
                <a16:creationId xmlns:a16="http://schemas.microsoft.com/office/drawing/2014/main" id="{39DE7D69-AAF1-4C7B-A19E-37E5EF30E091}"/>
              </a:ext>
            </a:extLst>
          </p:cNvPr>
          <p:cNvSpPr>
            <a:spLocks noGrp="1"/>
          </p:cNvSpPr>
          <p:nvPr/>
        </p:nvSpPr>
        <p:spPr>
          <a:xfrm>
            <a:off x="426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3_small_GT_pose1_rmsd2_1753">
            <a:extLst>
              <a:ext uri="{FF2B5EF4-FFF2-40B4-BE49-F238E27FC236}">
                <a16:creationId xmlns:a16="http://schemas.microsoft.com/office/drawing/2014/main" id="{DF4BE98C-1A77-47D7-9C84-48353BE4BE29}"/>
              </a:ext>
            </a:extLst>
          </p:cNvPr>
          <p:cNvSpPr>
            <a:spLocks noGrp="1"/>
          </p:cNvSpPr>
          <p:nvPr/>
        </p:nvSpPr>
        <p:spPr>
          <a:xfrm>
            <a:off x="413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3_small_GT_pose1_rmsd2_1754">
            <a:extLst>
              <a:ext uri="{FF2B5EF4-FFF2-40B4-BE49-F238E27FC236}">
                <a16:creationId xmlns:a16="http://schemas.microsoft.com/office/drawing/2014/main" id="{72A39D30-E68C-4D42-8356-14093F52B7A1}"/>
              </a:ext>
            </a:extLst>
          </p:cNvPr>
          <p:cNvSpPr>
            <a:spLocks noGrp="1"/>
          </p:cNvSpPr>
          <p:nvPr/>
        </p:nvSpPr>
        <p:spPr>
          <a:xfrm>
            <a:off x="432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3_small_GT_pose1_rmsd2_1755">
            <a:extLst>
              <a:ext uri="{FF2B5EF4-FFF2-40B4-BE49-F238E27FC236}">
                <a16:creationId xmlns:a16="http://schemas.microsoft.com/office/drawing/2014/main" id="{1D914267-0479-4083-8963-053D095387F5}"/>
              </a:ext>
            </a:extLst>
          </p:cNvPr>
          <p:cNvSpPr>
            <a:spLocks noGrp="1"/>
          </p:cNvSpPr>
          <p:nvPr/>
        </p:nvSpPr>
        <p:spPr>
          <a:xfrm>
            <a:off x="412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3_small_GT_pose1_rmsd2_1756">
            <a:extLst>
              <a:ext uri="{FF2B5EF4-FFF2-40B4-BE49-F238E27FC236}">
                <a16:creationId xmlns:a16="http://schemas.microsoft.com/office/drawing/2014/main" id="{EB526507-7F9F-4F94-881C-97A55936E27F}"/>
              </a:ext>
            </a:extLst>
          </p:cNvPr>
          <p:cNvSpPr>
            <a:spLocks noGrp="1"/>
          </p:cNvSpPr>
          <p:nvPr/>
        </p:nvSpPr>
        <p:spPr>
          <a:xfrm>
            <a:off x="425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3_small_GT_pose1_rmsd2_1757">
            <a:extLst>
              <a:ext uri="{FF2B5EF4-FFF2-40B4-BE49-F238E27FC236}">
                <a16:creationId xmlns:a16="http://schemas.microsoft.com/office/drawing/2014/main" id="{F69AD7FA-CEB9-4E6C-A1A8-D02AC3DA828F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3_small_GT_pose1_rmsd2_1758">
            <a:extLst>
              <a:ext uri="{FF2B5EF4-FFF2-40B4-BE49-F238E27FC236}">
                <a16:creationId xmlns:a16="http://schemas.microsoft.com/office/drawing/2014/main" id="{99602E46-853E-48D6-A06A-40F7A6417538}"/>
              </a:ext>
            </a:extLst>
          </p:cNvPr>
          <p:cNvSpPr>
            <a:spLocks noGrp="1"/>
          </p:cNvSpPr>
          <p:nvPr/>
        </p:nvSpPr>
        <p:spPr>
          <a:xfrm>
            <a:off x="413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3_small_GT_pose1_rmsd2_1759">
            <a:extLst>
              <a:ext uri="{FF2B5EF4-FFF2-40B4-BE49-F238E27FC236}">
                <a16:creationId xmlns:a16="http://schemas.microsoft.com/office/drawing/2014/main" id="{F26F7D23-C1B5-4AF0-A3D6-CF32E9E70ADE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3_small_GT_pose1_rmsd2_1760">
            <a:extLst>
              <a:ext uri="{FF2B5EF4-FFF2-40B4-BE49-F238E27FC236}">
                <a16:creationId xmlns:a16="http://schemas.microsoft.com/office/drawing/2014/main" id="{CBAEF596-226C-4A8B-8646-EF6F175A353C}"/>
              </a:ext>
            </a:extLst>
          </p:cNvPr>
          <p:cNvSpPr>
            <a:spLocks noGrp="1"/>
          </p:cNvSpPr>
          <p:nvPr/>
        </p:nvSpPr>
        <p:spPr>
          <a:xfrm>
            <a:off x="404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3_small_GT_pose1_rmsd2_1761">
            <a:extLst>
              <a:ext uri="{FF2B5EF4-FFF2-40B4-BE49-F238E27FC236}">
                <a16:creationId xmlns:a16="http://schemas.microsoft.com/office/drawing/2014/main" id="{06B2F6B4-9BA5-461D-9A79-85B7AD058CBC}"/>
              </a:ext>
            </a:extLst>
          </p:cNvPr>
          <p:cNvSpPr>
            <a:spLocks noGrp="1"/>
          </p:cNvSpPr>
          <p:nvPr/>
        </p:nvSpPr>
        <p:spPr>
          <a:xfrm>
            <a:off x="403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3_small_GT_pose1_rmsd2_1762">
            <a:extLst>
              <a:ext uri="{FF2B5EF4-FFF2-40B4-BE49-F238E27FC236}">
                <a16:creationId xmlns:a16="http://schemas.microsoft.com/office/drawing/2014/main" id="{28073626-0775-470F-8E6C-8E6593B34723}"/>
              </a:ext>
            </a:extLst>
          </p:cNvPr>
          <p:cNvSpPr>
            <a:spLocks noGrp="1"/>
          </p:cNvSpPr>
          <p:nvPr/>
        </p:nvSpPr>
        <p:spPr>
          <a:xfrm>
            <a:off x="431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3_small_GT_pose1_rmsd2_1763">
            <a:extLst>
              <a:ext uri="{FF2B5EF4-FFF2-40B4-BE49-F238E27FC236}">
                <a16:creationId xmlns:a16="http://schemas.microsoft.com/office/drawing/2014/main" id="{C400BF2B-4097-4F06-8EB9-C9FA4F326C13}"/>
              </a:ext>
            </a:extLst>
          </p:cNvPr>
          <p:cNvSpPr>
            <a:spLocks noGrp="1"/>
          </p:cNvSpPr>
          <p:nvPr/>
        </p:nvSpPr>
        <p:spPr>
          <a:xfrm>
            <a:off x="403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3_small_GT_pose1_rmsd2_1764">
            <a:extLst>
              <a:ext uri="{FF2B5EF4-FFF2-40B4-BE49-F238E27FC236}">
                <a16:creationId xmlns:a16="http://schemas.microsoft.com/office/drawing/2014/main" id="{48BCBEB7-1D90-488A-8C24-FB80B3B1C764}"/>
              </a:ext>
            </a:extLst>
          </p:cNvPr>
          <p:cNvSpPr>
            <a:spLocks noGrp="1"/>
          </p:cNvSpPr>
          <p:nvPr/>
        </p:nvSpPr>
        <p:spPr>
          <a:xfrm>
            <a:off x="413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3_small_GT_pose1_rmsd2_1765">
            <a:extLst>
              <a:ext uri="{FF2B5EF4-FFF2-40B4-BE49-F238E27FC236}">
                <a16:creationId xmlns:a16="http://schemas.microsoft.com/office/drawing/2014/main" id="{389B8B5B-2741-441B-833A-16FB6AB8EADB}"/>
              </a:ext>
            </a:extLst>
          </p:cNvPr>
          <p:cNvSpPr>
            <a:spLocks noGrp="1"/>
          </p:cNvSpPr>
          <p:nvPr/>
        </p:nvSpPr>
        <p:spPr>
          <a:xfrm>
            <a:off x="417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3_small_GT_pose1_rmsd2_1766">
            <a:extLst>
              <a:ext uri="{FF2B5EF4-FFF2-40B4-BE49-F238E27FC236}">
                <a16:creationId xmlns:a16="http://schemas.microsoft.com/office/drawing/2014/main" id="{41A888AA-1CD2-43A7-820A-22108CBD0649}"/>
              </a:ext>
            </a:extLst>
          </p:cNvPr>
          <p:cNvSpPr>
            <a:spLocks noGrp="1"/>
          </p:cNvSpPr>
          <p:nvPr/>
        </p:nvSpPr>
        <p:spPr>
          <a:xfrm>
            <a:off x="406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3_small_GT_pose1_rmsd2_1767">
            <a:extLst>
              <a:ext uri="{FF2B5EF4-FFF2-40B4-BE49-F238E27FC236}">
                <a16:creationId xmlns:a16="http://schemas.microsoft.com/office/drawing/2014/main" id="{33C49058-2F81-4745-AAE4-972A6A359EC2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3_small_GT_pose1_rmsd2_1768">
            <a:extLst>
              <a:ext uri="{FF2B5EF4-FFF2-40B4-BE49-F238E27FC236}">
                <a16:creationId xmlns:a16="http://schemas.microsoft.com/office/drawing/2014/main" id="{7CE11CED-18BA-405F-9597-6AC838227CD3}"/>
              </a:ext>
            </a:extLst>
          </p:cNvPr>
          <p:cNvSpPr>
            <a:spLocks noGrp="1"/>
          </p:cNvSpPr>
          <p:nvPr/>
        </p:nvSpPr>
        <p:spPr>
          <a:xfrm>
            <a:off x="411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3_small_GT_pose1_rmsd2_1769">
            <a:extLst>
              <a:ext uri="{FF2B5EF4-FFF2-40B4-BE49-F238E27FC236}">
                <a16:creationId xmlns:a16="http://schemas.microsoft.com/office/drawing/2014/main" id="{86CAAFBE-9F9F-444B-A26A-7E56525BD121}"/>
              </a:ext>
            </a:extLst>
          </p:cNvPr>
          <p:cNvSpPr>
            <a:spLocks noGrp="1"/>
          </p:cNvSpPr>
          <p:nvPr/>
        </p:nvSpPr>
        <p:spPr>
          <a:xfrm>
            <a:off x="432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3_small_GT_pose1_rmsd2_1770">
            <a:extLst>
              <a:ext uri="{FF2B5EF4-FFF2-40B4-BE49-F238E27FC236}">
                <a16:creationId xmlns:a16="http://schemas.microsoft.com/office/drawing/2014/main" id="{A60195F5-401B-409A-9042-161B4BB88258}"/>
              </a:ext>
            </a:extLst>
          </p:cNvPr>
          <p:cNvSpPr>
            <a:spLocks noGrp="1"/>
          </p:cNvSpPr>
          <p:nvPr/>
        </p:nvSpPr>
        <p:spPr>
          <a:xfrm>
            <a:off x="421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3_small_GT_pose1_rmsd2_1771">
            <a:extLst>
              <a:ext uri="{FF2B5EF4-FFF2-40B4-BE49-F238E27FC236}">
                <a16:creationId xmlns:a16="http://schemas.microsoft.com/office/drawing/2014/main" id="{D300F15B-86DD-4ED6-9C47-252D591B66F2}"/>
              </a:ext>
            </a:extLst>
          </p:cNvPr>
          <p:cNvSpPr>
            <a:spLocks noGrp="1"/>
          </p:cNvSpPr>
          <p:nvPr/>
        </p:nvSpPr>
        <p:spPr>
          <a:xfrm>
            <a:off x="420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3_small_GT_pose1_rmsd2_1772">
            <a:extLst>
              <a:ext uri="{FF2B5EF4-FFF2-40B4-BE49-F238E27FC236}">
                <a16:creationId xmlns:a16="http://schemas.microsoft.com/office/drawing/2014/main" id="{D29E5E51-3A07-48AA-8346-10D7C1ACD2BD}"/>
              </a:ext>
            </a:extLst>
          </p:cNvPr>
          <p:cNvSpPr>
            <a:spLocks noGrp="1"/>
          </p:cNvSpPr>
          <p:nvPr/>
        </p:nvSpPr>
        <p:spPr>
          <a:xfrm>
            <a:off x="429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3_small_GT_pose1_rmsd2_1773">
            <a:extLst>
              <a:ext uri="{FF2B5EF4-FFF2-40B4-BE49-F238E27FC236}">
                <a16:creationId xmlns:a16="http://schemas.microsoft.com/office/drawing/2014/main" id="{FB0084B0-2B82-43D4-BAA8-B1D9F5DA1CB9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3_small_GT_pose1_rmsd2_1774">
            <a:extLst>
              <a:ext uri="{FF2B5EF4-FFF2-40B4-BE49-F238E27FC236}">
                <a16:creationId xmlns:a16="http://schemas.microsoft.com/office/drawing/2014/main" id="{5F595275-F446-4D08-93CD-6F56FC8981C7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3_small_GT_pose1_rmsd2_1775">
            <a:extLst>
              <a:ext uri="{FF2B5EF4-FFF2-40B4-BE49-F238E27FC236}">
                <a16:creationId xmlns:a16="http://schemas.microsoft.com/office/drawing/2014/main" id="{D9A91C08-9796-4317-9C20-7C88B3D51C30}"/>
              </a:ext>
            </a:extLst>
          </p:cNvPr>
          <p:cNvSpPr>
            <a:spLocks noGrp="1"/>
          </p:cNvSpPr>
          <p:nvPr/>
        </p:nvSpPr>
        <p:spPr>
          <a:xfrm>
            <a:off x="425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3_small_GT_pose1_rmsd2_1776">
            <a:extLst>
              <a:ext uri="{FF2B5EF4-FFF2-40B4-BE49-F238E27FC236}">
                <a16:creationId xmlns:a16="http://schemas.microsoft.com/office/drawing/2014/main" id="{748E1B35-4D83-4171-9500-E92E56AD34E9}"/>
              </a:ext>
            </a:extLst>
          </p:cNvPr>
          <p:cNvSpPr>
            <a:spLocks noGrp="1"/>
          </p:cNvSpPr>
          <p:nvPr/>
        </p:nvSpPr>
        <p:spPr>
          <a:xfrm>
            <a:off x="410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3_small_GT_pose1_rmsd2_1777">
            <a:extLst>
              <a:ext uri="{FF2B5EF4-FFF2-40B4-BE49-F238E27FC236}">
                <a16:creationId xmlns:a16="http://schemas.microsoft.com/office/drawing/2014/main" id="{77912C63-68D7-48BF-9EF1-2EF343089356}"/>
              </a:ext>
            </a:extLst>
          </p:cNvPr>
          <p:cNvSpPr>
            <a:spLocks noGrp="1"/>
          </p:cNvSpPr>
          <p:nvPr/>
        </p:nvSpPr>
        <p:spPr>
          <a:xfrm>
            <a:off x="401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3_small_GT_pose1_rmsd2_1778">
            <a:extLst>
              <a:ext uri="{FF2B5EF4-FFF2-40B4-BE49-F238E27FC236}">
                <a16:creationId xmlns:a16="http://schemas.microsoft.com/office/drawing/2014/main" id="{16304653-83BD-43B2-90AE-EEA679B36CDB}"/>
              </a:ext>
            </a:extLst>
          </p:cNvPr>
          <p:cNvSpPr>
            <a:spLocks noGrp="1"/>
          </p:cNvSpPr>
          <p:nvPr/>
        </p:nvSpPr>
        <p:spPr>
          <a:xfrm>
            <a:off x="430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3_small_GT_pose1_rmsd2_1779">
            <a:extLst>
              <a:ext uri="{FF2B5EF4-FFF2-40B4-BE49-F238E27FC236}">
                <a16:creationId xmlns:a16="http://schemas.microsoft.com/office/drawing/2014/main" id="{C4510CE0-F4A9-4BF3-9A8E-318949048262}"/>
              </a:ext>
            </a:extLst>
          </p:cNvPr>
          <p:cNvSpPr>
            <a:spLocks noGrp="1"/>
          </p:cNvSpPr>
          <p:nvPr/>
        </p:nvSpPr>
        <p:spPr>
          <a:xfrm>
            <a:off x="433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3_small_GT_pose1_rmsd2_1780">
            <a:extLst>
              <a:ext uri="{FF2B5EF4-FFF2-40B4-BE49-F238E27FC236}">
                <a16:creationId xmlns:a16="http://schemas.microsoft.com/office/drawing/2014/main" id="{862E766D-8DCD-4C26-9ED8-9AC1E39D8EB3}"/>
              </a:ext>
            </a:extLst>
          </p:cNvPr>
          <p:cNvSpPr>
            <a:spLocks noGrp="1"/>
          </p:cNvSpPr>
          <p:nvPr/>
        </p:nvSpPr>
        <p:spPr>
          <a:xfrm>
            <a:off x="41914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3_small_GT_pose1_rmsd2_1781">
            <a:extLst>
              <a:ext uri="{FF2B5EF4-FFF2-40B4-BE49-F238E27FC236}">
                <a16:creationId xmlns:a16="http://schemas.microsoft.com/office/drawing/2014/main" id="{93A2C3C0-9D53-4D69-A3C5-19314EE5E63E}"/>
              </a:ext>
            </a:extLst>
          </p:cNvPr>
          <p:cNvSpPr>
            <a:spLocks noGrp="1"/>
          </p:cNvSpPr>
          <p:nvPr/>
        </p:nvSpPr>
        <p:spPr>
          <a:xfrm>
            <a:off x="429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3_small_GT_pose1_rmsd2_1782">
            <a:extLst>
              <a:ext uri="{FF2B5EF4-FFF2-40B4-BE49-F238E27FC236}">
                <a16:creationId xmlns:a16="http://schemas.microsoft.com/office/drawing/2014/main" id="{F9AF2A40-46C9-448C-B19C-666B61265DAA}"/>
              </a:ext>
            </a:extLst>
          </p:cNvPr>
          <p:cNvSpPr>
            <a:spLocks noGrp="1"/>
          </p:cNvSpPr>
          <p:nvPr/>
        </p:nvSpPr>
        <p:spPr>
          <a:xfrm>
            <a:off x="427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3_small_GT_pose1_rmsd2_1783">
            <a:extLst>
              <a:ext uri="{FF2B5EF4-FFF2-40B4-BE49-F238E27FC236}">
                <a16:creationId xmlns:a16="http://schemas.microsoft.com/office/drawing/2014/main" id="{CB63CD3B-6CA4-437B-8EC3-2C3C9F39712B}"/>
              </a:ext>
            </a:extLst>
          </p:cNvPr>
          <p:cNvSpPr>
            <a:spLocks noGrp="1"/>
          </p:cNvSpPr>
          <p:nvPr/>
        </p:nvSpPr>
        <p:spPr>
          <a:xfrm>
            <a:off x="4071672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3_small_GT_pose1_rmsd2_1784">
            <a:extLst>
              <a:ext uri="{FF2B5EF4-FFF2-40B4-BE49-F238E27FC236}">
                <a16:creationId xmlns:a16="http://schemas.microsoft.com/office/drawing/2014/main" id="{7A8D5932-A82D-4208-9D46-11BEF78AAF79}"/>
              </a:ext>
            </a:extLst>
          </p:cNvPr>
          <p:cNvSpPr>
            <a:spLocks noGrp="1"/>
          </p:cNvSpPr>
          <p:nvPr/>
        </p:nvSpPr>
        <p:spPr>
          <a:xfrm>
            <a:off x="420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3_small_GT_pose1_rmsd2_1785">
            <a:extLst>
              <a:ext uri="{FF2B5EF4-FFF2-40B4-BE49-F238E27FC236}">
                <a16:creationId xmlns:a16="http://schemas.microsoft.com/office/drawing/2014/main" id="{D140BD87-24E2-4055-924A-54F93E5B92E8}"/>
              </a:ext>
            </a:extLst>
          </p:cNvPr>
          <p:cNvSpPr>
            <a:spLocks noGrp="1"/>
          </p:cNvSpPr>
          <p:nvPr/>
        </p:nvSpPr>
        <p:spPr>
          <a:xfrm>
            <a:off x="421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3_small_GT_pose1_rmsd2_1786">
            <a:extLst>
              <a:ext uri="{FF2B5EF4-FFF2-40B4-BE49-F238E27FC236}">
                <a16:creationId xmlns:a16="http://schemas.microsoft.com/office/drawing/2014/main" id="{D7DA5599-EAB7-4FC1-8D1B-1EA6D4EE7080}"/>
              </a:ext>
            </a:extLst>
          </p:cNvPr>
          <p:cNvSpPr>
            <a:spLocks noGrp="1"/>
          </p:cNvSpPr>
          <p:nvPr/>
        </p:nvSpPr>
        <p:spPr>
          <a:xfrm>
            <a:off x="4299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3_small_GT_pose1_rmsd2_1787">
            <a:extLst>
              <a:ext uri="{FF2B5EF4-FFF2-40B4-BE49-F238E27FC236}">
                <a16:creationId xmlns:a16="http://schemas.microsoft.com/office/drawing/2014/main" id="{E2303DA5-1076-42F1-9DE5-DC837062B891}"/>
              </a:ext>
            </a:extLst>
          </p:cNvPr>
          <p:cNvSpPr>
            <a:spLocks noGrp="1"/>
          </p:cNvSpPr>
          <p:nvPr/>
        </p:nvSpPr>
        <p:spPr>
          <a:xfrm>
            <a:off x="432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3_small_GT_pose1_rmsd2_1788">
            <a:extLst>
              <a:ext uri="{FF2B5EF4-FFF2-40B4-BE49-F238E27FC236}">
                <a16:creationId xmlns:a16="http://schemas.microsoft.com/office/drawing/2014/main" id="{7197C3AF-85B1-4B42-82A2-84D3AFD299BB}"/>
              </a:ext>
            </a:extLst>
          </p:cNvPr>
          <p:cNvSpPr>
            <a:spLocks noGrp="1"/>
          </p:cNvSpPr>
          <p:nvPr/>
        </p:nvSpPr>
        <p:spPr>
          <a:xfrm>
            <a:off x="431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3_small_GT_pose1_rmsd2_1789">
            <a:extLst>
              <a:ext uri="{FF2B5EF4-FFF2-40B4-BE49-F238E27FC236}">
                <a16:creationId xmlns:a16="http://schemas.microsoft.com/office/drawing/2014/main" id="{4D1B4340-54D5-47EC-A97E-2C4B5154B2DE}"/>
              </a:ext>
            </a:extLst>
          </p:cNvPr>
          <p:cNvSpPr>
            <a:spLocks noGrp="1"/>
          </p:cNvSpPr>
          <p:nvPr/>
        </p:nvSpPr>
        <p:spPr>
          <a:xfrm>
            <a:off x="417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3_small_GT_pose1_rmsd2_1790">
            <a:extLst>
              <a:ext uri="{FF2B5EF4-FFF2-40B4-BE49-F238E27FC236}">
                <a16:creationId xmlns:a16="http://schemas.microsoft.com/office/drawing/2014/main" id="{2D7C6FBC-9C91-47FC-B956-A49E5382C69E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3_small_GT_pose1_rmsd2_1791">
            <a:extLst>
              <a:ext uri="{FF2B5EF4-FFF2-40B4-BE49-F238E27FC236}">
                <a16:creationId xmlns:a16="http://schemas.microsoft.com/office/drawing/2014/main" id="{77C283D8-645C-48B3-87F9-F246F72AB170}"/>
              </a:ext>
            </a:extLst>
          </p:cNvPr>
          <p:cNvSpPr>
            <a:spLocks noGrp="1"/>
          </p:cNvSpPr>
          <p:nvPr/>
        </p:nvSpPr>
        <p:spPr>
          <a:xfrm>
            <a:off x="423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3_small_GT_pose1_rmsd2_1792">
            <a:extLst>
              <a:ext uri="{FF2B5EF4-FFF2-40B4-BE49-F238E27FC236}">
                <a16:creationId xmlns:a16="http://schemas.microsoft.com/office/drawing/2014/main" id="{64188047-648E-4B7E-9F55-010CEFCA917C}"/>
              </a:ext>
            </a:extLst>
          </p:cNvPr>
          <p:cNvSpPr>
            <a:spLocks noGrp="1"/>
          </p:cNvSpPr>
          <p:nvPr/>
        </p:nvSpPr>
        <p:spPr>
          <a:xfrm>
            <a:off x="4100488" y="332803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3_small_GT_pose1_rmsd2_1793">
            <a:extLst>
              <a:ext uri="{FF2B5EF4-FFF2-40B4-BE49-F238E27FC236}">
                <a16:creationId xmlns:a16="http://schemas.microsoft.com/office/drawing/2014/main" id="{7225487D-0054-4953-AD5A-2B0883A63C12}"/>
              </a:ext>
            </a:extLst>
          </p:cNvPr>
          <p:cNvSpPr>
            <a:spLocks noGrp="1"/>
          </p:cNvSpPr>
          <p:nvPr/>
        </p:nvSpPr>
        <p:spPr>
          <a:xfrm>
            <a:off x="406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3_small_GT_pose1_rmsd2_1794">
            <a:extLst>
              <a:ext uri="{FF2B5EF4-FFF2-40B4-BE49-F238E27FC236}">
                <a16:creationId xmlns:a16="http://schemas.microsoft.com/office/drawing/2014/main" id="{18D789F3-0996-4AEE-9D7D-DD32EAD874BC}"/>
              </a:ext>
            </a:extLst>
          </p:cNvPr>
          <p:cNvSpPr>
            <a:spLocks noGrp="1"/>
          </p:cNvSpPr>
          <p:nvPr/>
        </p:nvSpPr>
        <p:spPr>
          <a:xfrm>
            <a:off x="419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3_small_GT_pose1_rmsd2_1795">
            <a:extLst>
              <a:ext uri="{FF2B5EF4-FFF2-40B4-BE49-F238E27FC236}">
                <a16:creationId xmlns:a16="http://schemas.microsoft.com/office/drawing/2014/main" id="{CEDDF936-DD5C-467F-AB6D-62EAC064B947}"/>
              </a:ext>
            </a:extLst>
          </p:cNvPr>
          <p:cNvSpPr>
            <a:spLocks noGrp="1"/>
          </p:cNvSpPr>
          <p:nvPr/>
        </p:nvSpPr>
        <p:spPr>
          <a:xfrm>
            <a:off x="424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3_small_GT_pose1_rmsd2_1796">
            <a:extLst>
              <a:ext uri="{FF2B5EF4-FFF2-40B4-BE49-F238E27FC236}">
                <a16:creationId xmlns:a16="http://schemas.microsoft.com/office/drawing/2014/main" id="{A9E08D8F-1991-40F3-BC8A-E99FEA99D665}"/>
              </a:ext>
            </a:extLst>
          </p:cNvPr>
          <p:cNvSpPr>
            <a:spLocks noGrp="1"/>
          </p:cNvSpPr>
          <p:nvPr/>
        </p:nvSpPr>
        <p:spPr>
          <a:xfrm>
            <a:off x="427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3_small_GT_pose1_rmsd2_1797">
            <a:extLst>
              <a:ext uri="{FF2B5EF4-FFF2-40B4-BE49-F238E27FC236}">
                <a16:creationId xmlns:a16="http://schemas.microsoft.com/office/drawing/2014/main" id="{3F5D53CB-91CB-4C45-AE04-3D422A8F629B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3_small_GT_pose1_rmsd2_1798">
            <a:extLst>
              <a:ext uri="{FF2B5EF4-FFF2-40B4-BE49-F238E27FC236}">
                <a16:creationId xmlns:a16="http://schemas.microsoft.com/office/drawing/2014/main" id="{08C4AFA7-CC60-4530-8B76-DE04F8881811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3_small_GT_pose1_rmsd2_1799">
            <a:extLst>
              <a:ext uri="{FF2B5EF4-FFF2-40B4-BE49-F238E27FC236}">
                <a16:creationId xmlns:a16="http://schemas.microsoft.com/office/drawing/2014/main" id="{B2642DE0-40CA-4D20-9E14-7F0C8D2B2EE6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3_small_GT_pose1_rmsd2_1800">
            <a:extLst>
              <a:ext uri="{FF2B5EF4-FFF2-40B4-BE49-F238E27FC236}">
                <a16:creationId xmlns:a16="http://schemas.microsoft.com/office/drawing/2014/main" id="{3F079C8F-EDB4-4D9C-9E06-4C3986178A48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3_small_GT_pose1_rmsd2_1801">
            <a:extLst>
              <a:ext uri="{FF2B5EF4-FFF2-40B4-BE49-F238E27FC236}">
                <a16:creationId xmlns:a16="http://schemas.microsoft.com/office/drawing/2014/main" id="{74D6CE81-A8C5-4C6B-8289-3A2BC75DE738}"/>
              </a:ext>
            </a:extLst>
          </p:cNvPr>
          <p:cNvSpPr>
            <a:spLocks noGrp="1"/>
          </p:cNvSpPr>
          <p:nvPr/>
        </p:nvSpPr>
        <p:spPr>
          <a:xfrm>
            <a:off x="434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3_small_GT_pose1_rmsd2_1802">
            <a:extLst>
              <a:ext uri="{FF2B5EF4-FFF2-40B4-BE49-F238E27FC236}">
                <a16:creationId xmlns:a16="http://schemas.microsoft.com/office/drawing/2014/main" id="{4A64D047-DA8F-4D1E-9C9F-02ACD37B1FE4}"/>
              </a:ext>
            </a:extLst>
          </p:cNvPr>
          <p:cNvSpPr>
            <a:spLocks noGrp="1"/>
          </p:cNvSpPr>
          <p:nvPr/>
        </p:nvSpPr>
        <p:spPr>
          <a:xfrm>
            <a:off x="434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3_small_GT_pose1_rmsd2_1803">
            <a:extLst>
              <a:ext uri="{FF2B5EF4-FFF2-40B4-BE49-F238E27FC236}">
                <a16:creationId xmlns:a16="http://schemas.microsoft.com/office/drawing/2014/main" id="{5F3690F4-18BD-4B4A-AB0F-358484554D71}"/>
              </a:ext>
            </a:extLst>
          </p:cNvPr>
          <p:cNvSpPr>
            <a:spLocks noGrp="1"/>
          </p:cNvSpPr>
          <p:nvPr/>
        </p:nvSpPr>
        <p:spPr>
          <a:xfrm>
            <a:off x="416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3_small_GT_pose1_rmsd2_1804">
            <a:extLst>
              <a:ext uri="{FF2B5EF4-FFF2-40B4-BE49-F238E27FC236}">
                <a16:creationId xmlns:a16="http://schemas.microsoft.com/office/drawing/2014/main" id="{4861D9A8-4A4A-4593-8BC3-18E28728AA82}"/>
              </a:ext>
            </a:extLst>
          </p:cNvPr>
          <p:cNvSpPr>
            <a:spLocks noGrp="1"/>
          </p:cNvSpPr>
          <p:nvPr/>
        </p:nvSpPr>
        <p:spPr>
          <a:xfrm>
            <a:off x="419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3_small_GT_pose1_rmsd2_1805">
            <a:extLst>
              <a:ext uri="{FF2B5EF4-FFF2-40B4-BE49-F238E27FC236}">
                <a16:creationId xmlns:a16="http://schemas.microsoft.com/office/drawing/2014/main" id="{8C10C641-5A38-4C95-A657-B21A1909A255}"/>
              </a:ext>
            </a:extLst>
          </p:cNvPr>
          <p:cNvSpPr>
            <a:spLocks noGrp="1"/>
          </p:cNvSpPr>
          <p:nvPr/>
        </p:nvSpPr>
        <p:spPr>
          <a:xfrm>
            <a:off x="410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3_small_GT_pose1_rmsd2_1806">
            <a:extLst>
              <a:ext uri="{FF2B5EF4-FFF2-40B4-BE49-F238E27FC236}">
                <a16:creationId xmlns:a16="http://schemas.microsoft.com/office/drawing/2014/main" id="{0005BED1-4287-4795-B04C-25E474B3DC1E}"/>
              </a:ext>
            </a:extLst>
          </p:cNvPr>
          <p:cNvSpPr>
            <a:spLocks noGrp="1"/>
          </p:cNvSpPr>
          <p:nvPr/>
        </p:nvSpPr>
        <p:spPr>
          <a:xfrm>
            <a:off x="58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3_small_GT_pose1_rmsd2_1807">
            <a:extLst>
              <a:ext uri="{FF2B5EF4-FFF2-40B4-BE49-F238E27FC236}">
                <a16:creationId xmlns:a16="http://schemas.microsoft.com/office/drawing/2014/main" id="{1636AA1B-3EDD-450A-801D-8626687C4865}"/>
              </a:ext>
            </a:extLst>
          </p:cNvPr>
          <p:cNvSpPr>
            <a:spLocks noGrp="1"/>
          </p:cNvSpPr>
          <p:nvPr/>
        </p:nvSpPr>
        <p:spPr>
          <a:xfrm>
            <a:off x="60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3_small_GT_pose1_rmsd2_1808">
            <a:extLst>
              <a:ext uri="{FF2B5EF4-FFF2-40B4-BE49-F238E27FC236}">
                <a16:creationId xmlns:a16="http://schemas.microsoft.com/office/drawing/2014/main" id="{7618BD6E-265B-41E4-B1A1-F3B7FED1D306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3_small_GT_pose1_rmsd2_1809">
            <a:extLst>
              <a:ext uri="{FF2B5EF4-FFF2-40B4-BE49-F238E27FC236}">
                <a16:creationId xmlns:a16="http://schemas.microsoft.com/office/drawing/2014/main" id="{9424DA60-1A34-4E85-A3A3-57230BEBC975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3_small_GT_pose1_rmsd2_1810">
            <a:extLst>
              <a:ext uri="{FF2B5EF4-FFF2-40B4-BE49-F238E27FC236}">
                <a16:creationId xmlns:a16="http://schemas.microsoft.com/office/drawing/2014/main" id="{B5493721-BDF5-452C-888A-89FA954969D9}"/>
              </a:ext>
            </a:extLst>
          </p:cNvPr>
          <p:cNvSpPr>
            <a:spLocks noGrp="1"/>
          </p:cNvSpPr>
          <p:nvPr/>
        </p:nvSpPr>
        <p:spPr>
          <a:xfrm>
            <a:off x="60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3_small_GT_pose1_rmsd2_1811">
            <a:extLst>
              <a:ext uri="{FF2B5EF4-FFF2-40B4-BE49-F238E27FC236}">
                <a16:creationId xmlns:a16="http://schemas.microsoft.com/office/drawing/2014/main" id="{BDB1C66A-9B25-48C5-84A0-62FAD5D75CB1}"/>
              </a:ext>
            </a:extLst>
          </p:cNvPr>
          <p:cNvSpPr>
            <a:spLocks noGrp="1"/>
          </p:cNvSpPr>
          <p:nvPr/>
        </p:nvSpPr>
        <p:spPr>
          <a:xfrm>
            <a:off x="60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3_small_GT_pose1_rmsd2_1812">
            <a:extLst>
              <a:ext uri="{FF2B5EF4-FFF2-40B4-BE49-F238E27FC236}">
                <a16:creationId xmlns:a16="http://schemas.microsoft.com/office/drawing/2014/main" id="{9E145057-2C65-492F-911D-D9473103E09D}"/>
              </a:ext>
            </a:extLst>
          </p:cNvPr>
          <p:cNvSpPr>
            <a:spLocks noGrp="1"/>
          </p:cNvSpPr>
          <p:nvPr/>
        </p:nvSpPr>
        <p:spPr>
          <a:xfrm>
            <a:off x="582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3_small_GT_pose1_rmsd2_1813">
            <a:extLst>
              <a:ext uri="{FF2B5EF4-FFF2-40B4-BE49-F238E27FC236}">
                <a16:creationId xmlns:a16="http://schemas.microsoft.com/office/drawing/2014/main" id="{9AF77AC7-E982-40A1-8FBD-829E724A1EAF}"/>
              </a:ext>
            </a:extLst>
          </p:cNvPr>
          <p:cNvSpPr>
            <a:spLocks noGrp="1"/>
          </p:cNvSpPr>
          <p:nvPr/>
        </p:nvSpPr>
        <p:spPr>
          <a:xfrm>
            <a:off x="589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3_small_GT_pose1_rmsd2_1814">
            <a:extLst>
              <a:ext uri="{FF2B5EF4-FFF2-40B4-BE49-F238E27FC236}">
                <a16:creationId xmlns:a16="http://schemas.microsoft.com/office/drawing/2014/main" id="{0022A6C6-B56F-4C6F-B6FB-C09FB0F5C391}"/>
              </a:ext>
            </a:extLst>
          </p:cNvPr>
          <p:cNvSpPr>
            <a:spLocks noGrp="1"/>
          </p:cNvSpPr>
          <p:nvPr/>
        </p:nvSpPr>
        <p:spPr>
          <a:xfrm>
            <a:off x="593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3_small_GT_pose1_rmsd2_1815">
            <a:extLst>
              <a:ext uri="{FF2B5EF4-FFF2-40B4-BE49-F238E27FC236}">
                <a16:creationId xmlns:a16="http://schemas.microsoft.com/office/drawing/2014/main" id="{EAC13A93-5465-41AA-A92A-1B22AAD961A0}"/>
              </a:ext>
            </a:extLst>
          </p:cNvPr>
          <p:cNvSpPr>
            <a:spLocks noGrp="1"/>
          </p:cNvSpPr>
          <p:nvPr/>
        </p:nvSpPr>
        <p:spPr>
          <a:xfrm>
            <a:off x="58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3_small_GT_pose1_rmsd2_1816">
            <a:extLst>
              <a:ext uri="{FF2B5EF4-FFF2-40B4-BE49-F238E27FC236}">
                <a16:creationId xmlns:a16="http://schemas.microsoft.com/office/drawing/2014/main" id="{69C70A49-ABFA-4957-8EB2-4AA89DE390A7}"/>
              </a:ext>
            </a:extLst>
          </p:cNvPr>
          <p:cNvSpPr>
            <a:spLocks noGrp="1"/>
          </p:cNvSpPr>
          <p:nvPr/>
        </p:nvSpPr>
        <p:spPr>
          <a:xfrm>
            <a:off x="60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3_small_GT_pose1_rmsd2_1817">
            <a:extLst>
              <a:ext uri="{FF2B5EF4-FFF2-40B4-BE49-F238E27FC236}">
                <a16:creationId xmlns:a16="http://schemas.microsoft.com/office/drawing/2014/main" id="{EE76978F-A783-4062-9AAF-77E022A1028D}"/>
              </a:ext>
            </a:extLst>
          </p:cNvPr>
          <p:cNvSpPr>
            <a:spLocks noGrp="1"/>
          </p:cNvSpPr>
          <p:nvPr/>
        </p:nvSpPr>
        <p:spPr>
          <a:xfrm>
            <a:off x="58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3_small_GT_pose1_rmsd2_1818">
            <a:extLst>
              <a:ext uri="{FF2B5EF4-FFF2-40B4-BE49-F238E27FC236}">
                <a16:creationId xmlns:a16="http://schemas.microsoft.com/office/drawing/2014/main" id="{36CDB370-2778-44E2-9A0C-75E8B7E2124A}"/>
              </a:ext>
            </a:extLst>
          </p:cNvPr>
          <p:cNvSpPr>
            <a:spLocks noGrp="1"/>
          </p:cNvSpPr>
          <p:nvPr/>
        </p:nvSpPr>
        <p:spPr>
          <a:xfrm>
            <a:off x="58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3_small_GT_pose1_rmsd2_1819">
            <a:extLst>
              <a:ext uri="{FF2B5EF4-FFF2-40B4-BE49-F238E27FC236}">
                <a16:creationId xmlns:a16="http://schemas.microsoft.com/office/drawing/2014/main" id="{99D123C9-92B6-482A-910E-79ECFC6CEC1D}"/>
              </a:ext>
            </a:extLst>
          </p:cNvPr>
          <p:cNvSpPr>
            <a:spLocks noGrp="1"/>
          </p:cNvSpPr>
          <p:nvPr/>
        </p:nvSpPr>
        <p:spPr>
          <a:xfrm>
            <a:off x="57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3_small_GT_pose1_rmsd2_1820">
            <a:extLst>
              <a:ext uri="{FF2B5EF4-FFF2-40B4-BE49-F238E27FC236}">
                <a16:creationId xmlns:a16="http://schemas.microsoft.com/office/drawing/2014/main" id="{A3A82C60-DED5-4BB6-977B-A115D74B42B9}"/>
              </a:ext>
            </a:extLst>
          </p:cNvPr>
          <p:cNvSpPr>
            <a:spLocks noGrp="1"/>
          </p:cNvSpPr>
          <p:nvPr/>
        </p:nvSpPr>
        <p:spPr>
          <a:xfrm>
            <a:off x="60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3_small_GT_pose1_rmsd2_1821">
            <a:extLst>
              <a:ext uri="{FF2B5EF4-FFF2-40B4-BE49-F238E27FC236}">
                <a16:creationId xmlns:a16="http://schemas.microsoft.com/office/drawing/2014/main" id="{4E24C0A5-5933-4427-BC69-D3C9F6ECAA26}"/>
              </a:ext>
            </a:extLst>
          </p:cNvPr>
          <p:cNvSpPr>
            <a:spLocks noGrp="1"/>
          </p:cNvSpPr>
          <p:nvPr/>
        </p:nvSpPr>
        <p:spPr>
          <a:xfrm>
            <a:off x="584335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3_small_GT_pose1_rmsd2_1822">
            <a:extLst>
              <a:ext uri="{FF2B5EF4-FFF2-40B4-BE49-F238E27FC236}">
                <a16:creationId xmlns:a16="http://schemas.microsoft.com/office/drawing/2014/main" id="{29B1D891-A51F-44CE-B355-6ED00AD2AC48}"/>
              </a:ext>
            </a:extLst>
          </p:cNvPr>
          <p:cNvSpPr>
            <a:spLocks noGrp="1"/>
          </p:cNvSpPr>
          <p:nvPr/>
        </p:nvSpPr>
        <p:spPr>
          <a:xfrm>
            <a:off x="5831403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3_small_GT_pose1_rmsd2_1823">
            <a:extLst>
              <a:ext uri="{FF2B5EF4-FFF2-40B4-BE49-F238E27FC236}">
                <a16:creationId xmlns:a16="http://schemas.microsoft.com/office/drawing/2014/main" id="{3DE9A4E5-6B31-427D-A573-C71383884413}"/>
              </a:ext>
            </a:extLst>
          </p:cNvPr>
          <p:cNvSpPr>
            <a:spLocks noGrp="1"/>
          </p:cNvSpPr>
          <p:nvPr/>
        </p:nvSpPr>
        <p:spPr>
          <a:xfrm>
            <a:off x="5940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3_small_GT_pose1_rmsd2_1824">
            <a:extLst>
              <a:ext uri="{FF2B5EF4-FFF2-40B4-BE49-F238E27FC236}">
                <a16:creationId xmlns:a16="http://schemas.microsoft.com/office/drawing/2014/main" id="{5EC8F3FD-E9BE-4034-A4DC-19E2D038C3AE}"/>
              </a:ext>
            </a:extLst>
          </p:cNvPr>
          <p:cNvSpPr>
            <a:spLocks noGrp="1"/>
          </p:cNvSpPr>
          <p:nvPr/>
        </p:nvSpPr>
        <p:spPr>
          <a:xfrm>
            <a:off x="5844478" y="343713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3_small_GT_pose1_rmsd2_1825">
            <a:extLst>
              <a:ext uri="{FF2B5EF4-FFF2-40B4-BE49-F238E27FC236}">
                <a16:creationId xmlns:a16="http://schemas.microsoft.com/office/drawing/2014/main" id="{3E7D2286-528C-43C1-8E44-822B8E09544E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3_small_GT_pose1_rmsd2_1826">
            <a:extLst>
              <a:ext uri="{FF2B5EF4-FFF2-40B4-BE49-F238E27FC236}">
                <a16:creationId xmlns:a16="http://schemas.microsoft.com/office/drawing/2014/main" id="{9FEED880-C0BD-4C82-98BB-7A250E63E1E9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3_small_GT_pose1_rmsd2_1827">
            <a:extLst>
              <a:ext uri="{FF2B5EF4-FFF2-40B4-BE49-F238E27FC236}">
                <a16:creationId xmlns:a16="http://schemas.microsoft.com/office/drawing/2014/main" id="{0DAB7DB9-E0CB-4070-BCE7-746B90FB8FD9}"/>
              </a:ext>
            </a:extLst>
          </p:cNvPr>
          <p:cNvSpPr>
            <a:spLocks noGrp="1"/>
          </p:cNvSpPr>
          <p:nvPr/>
        </p:nvSpPr>
        <p:spPr>
          <a:xfrm>
            <a:off x="59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3_small_GT_pose1_rmsd2_1828">
            <a:extLst>
              <a:ext uri="{FF2B5EF4-FFF2-40B4-BE49-F238E27FC236}">
                <a16:creationId xmlns:a16="http://schemas.microsoft.com/office/drawing/2014/main" id="{9F3E57E5-778E-42C1-B072-29A6D93EE884}"/>
              </a:ext>
            </a:extLst>
          </p:cNvPr>
          <p:cNvSpPr>
            <a:spLocks noGrp="1"/>
          </p:cNvSpPr>
          <p:nvPr/>
        </p:nvSpPr>
        <p:spPr>
          <a:xfrm>
            <a:off x="577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3_small_GT_pose1_rmsd2_1829">
            <a:extLst>
              <a:ext uri="{FF2B5EF4-FFF2-40B4-BE49-F238E27FC236}">
                <a16:creationId xmlns:a16="http://schemas.microsoft.com/office/drawing/2014/main" id="{684815E7-D166-423B-92F6-A85E4FA61981}"/>
              </a:ext>
            </a:extLst>
          </p:cNvPr>
          <p:cNvSpPr>
            <a:spLocks noGrp="1"/>
          </p:cNvSpPr>
          <p:nvPr/>
        </p:nvSpPr>
        <p:spPr>
          <a:xfrm>
            <a:off x="60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3_small_GT_pose1_rmsd2_1830">
            <a:extLst>
              <a:ext uri="{FF2B5EF4-FFF2-40B4-BE49-F238E27FC236}">
                <a16:creationId xmlns:a16="http://schemas.microsoft.com/office/drawing/2014/main" id="{23978CDD-F430-4A79-A44A-6AD76094A98C}"/>
              </a:ext>
            </a:extLst>
          </p:cNvPr>
          <p:cNvSpPr>
            <a:spLocks noGrp="1"/>
          </p:cNvSpPr>
          <p:nvPr/>
        </p:nvSpPr>
        <p:spPr>
          <a:xfrm>
            <a:off x="58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3_small_GT_pose1_rmsd2_1831">
            <a:extLst>
              <a:ext uri="{FF2B5EF4-FFF2-40B4-BE49-F238E27FC236}">
                <a16:creationId xmlns:a16="http://schemas.microsoft.com/office/drawing/2014/main" id="{0A576719-5C17-4D4E-A9CE-32850AF65EF9}"/>
              </a:ext>
            </a:extLst>
          </p:cNvPr>
          <p:cNvSpPr>
            <a:spLocks noGrp="1"/>
          </p:cNvSpPr>
          <p:nvPr/>
        </p:nvSpPr>
        <p:spPr>
          <a:xfrm>
            <a:off x="60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3_small_GT_pose1_rmsd2_1832">
            <a:extLst>
              <a:ext uri="{FF2B5EF4-FFF2-40B4-BE49-F238E27FC236}">
                <a16:creationId xmlns:a16="http://schemas.microsoft.com/office/drawing/2014/main" id="{78E94359-CA7A-42A8-BB0D-10BEF814F129}"/>
              </a:ext>
            </a:extLst>
          </p:cNvPr>
          <p:cNvSpPr>
            <a:spLocks noGrp="1"/>
          </p:cNvSpPr>
          <p:nvPr/>
        </p:nvSpPr>
        <p:spPr>
          <a:xfrm>
            <a:off x="58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3_small_GT_pose1_rmsd2_1833">
            <a:extLst>
              <a:ext uri="{FF2B5EF4-FFF2-40B4-BE49-F238E27FC236}">
                <a16:creationId xmlns:a16="http://schemas.microsoft.com/office/drawing/2014/main" id="{DA69FC06-27D4-4A3D-A5E8-02763FD8B9B2}"/>
              </a:ext>
            </a:extLst>
          </p:cNvPr>
          <p:cNvSpPr>
            <a:spLocks noGrp="1"/>
          </p:cNvSpPr>
          <p:nvPr/>
        </p:nvSpPr>
        <p:spPr>
          <a:xfrm>
            <a:off x="60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3_small_GT_pose1_rmsd2_1834">
            <a:extLst>
              <a:ext uri="{FF2B5EF4-FFF2-40B4-BE49-F238E27FC236}">
                <a16:creationId xmlns:a16="http://schemas.microsoft.com/office/drawing/2014/main" id="{726EFA05-8239-4FDF-905E-C63E04B1B9D5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3_small_GT_pose1_rmsd2_1835">
            <a:extLst>
              <a:ext uri="{FF2B5EF4-FFF2-40B4-BE49-F238E27FC236}">
                <a16:creationId xmlns:a16="http://schemas.microsoft.com/office/drawing/2014/main" id="{BD21F1B4-90C2-4BFF-9489-CC2F53A55CD7}"/>
              </a:ext>
            </a:extLst>
          </p:cNvPr>
          <p:cNvSpPr>
            <a:spLocks noGrp="1"/>
          </p:cNvSpPr>
          <p:nvPr/>
        </p:nvSpPr>
        <p:spPr>
          <a:xfrm>
            <a:off x="58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3_small_GT_pose1_rmsd2_1836">
            <a:extLst>
              <a:ext uri="{FF2B5EF4-FFF2-40B4-BE49-F238E27FC236}">
                <a16:creationId xmlns:a16="http://schemas.microsoft.com/office/drawing/2014/main" id="{7FE83249-B0D2-4618-B8B9-5E7195E04BDD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3_small_GT_pose1_rmsd2_1837">
            <a:extLst>
              <a:ext uri="{FF2B5EF4-FFF2-40B4-BE49-F238E27FC236}">
                <a16:creationId xmlns:a16="http://schemas.microsoft.com/office/drawing/2014/main" id="{3926F1D9-349F-4CD7-8697-0BBA956FC689}"/>
              </a:ext>
            </a:extLst>
          </p:cNvPr>
          <p:cNvSpPr>
            <a:spLocks noGrp="1"/>
          </p:cNvSpPr>
          <p:nvPr/>
        </p:nvSpPr>
        <p:spPr>
          <a:xfrm>
            <a:off x="57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3_small_GT_pose1_rmsd2_1838">
            <a:extLst>
              <a:ext uri="{FF2B5EF4-FFF2-40B4-BE49-F238E27FC236}">
                <a16:creationId xmlns:a16="http://schemas.microsoft.com/office/drawing/2014/main" id="{D96140F9-2971-45B0-A513-B18C2CFCD958}"/>
              </a:ext>
            </a:extLst>
          </p:cNvPr>
          <p:cNvSpPr>
            <a:spLocks noGrp="1"/>
          </p:cNvSpPr>
          <p:nvPr/>
        </p:nvSpPr>
        <p:spPr>
          <a:xfrm>
            <a:off x="57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3_small_GT_pose1_rmsd2_1839">
            <a:extLst>
              <a:ext uri="{FF2B5EF4-FFF2-40B4-BE49-F238E27FC236}">
                <a16:creationId xmlns:a16="http://schemas.microsoft.com/office/drawing/2014/main" id="{FC4C42B1-F175-4A7A-9F2B-46073FFE3B79}"/>
              </a:ext>
            </a:extLst>
          </p:cNvPr>
          <p:cNvSpPr>
            <a:spLocks noGrp="1"/>
          </p:cNvSpPr>
          <p:nvPr/>
        </p:nvSpPr>
        <p:spPr>
          <a:xfrm>
            <a:off x="60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3_small_GT_pose1_rmsd2_1840">
            <a:extLst>
              <a:ext uri="{FF2B5EF4-FFF2-40B4-BE49-F238E27FC236}">
                <a16:creationId xmlns:a16="http://schemas.microsoft.com/office/drawing/2014/main" id="{371100D4-17EC-4BE8-9F33-859C3BC84B22}"/>
              </a:ext>
            </a:extLst>
          </p:cNvPr>
          <p:cNvSpPr>
            <a:spLocks noGrp="1"/>
          </p:cNvSpPr>
          <p:nvPr/>
        </p:nvSpPr>
        <p:spPr>
          <a:xfrm>
            <a:off x="57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3_small_GT_pose1_rmsd2_1841">
            <a:extLst>
              <a:ext uri="{FF2B5EF4-FFF2-40B4-BE49-F238E27FC236}">
                <a16:creationId xmlns:a16="http://schemas.microsoft.com/office/drawing/2014/main" id="{EE5A1BFA-6B8E-4B79-A26A-A569C821B4F4}"/>
              </a:ext>
            </a:extLst>
          </p:cNvPr>
          <p:cNvSpPr>
            <a:spLocks noGrp="1"/>
          </p:cNvSpPr>
          <p:nvPr/>
        </p:nvSpPr>
        <p:spPr>
          <a:xfrm>
            <a:off x="58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3_small_GT_pose1_rmsd2_1842">
            <a:extLst>
              <a:ext uri="{FF2B5EF4-FFF2-40B4-BE49-F238E27FC236}">
                <a16:creationId xmlns:a16="http://schemas.microsoft.com/office/drawing/2014/main" id="{D03EBB8F-E0E8-4050-921F-4DBC5407926C}"/>
              </a:ext>
            </a:extLst>
          </p:cNvPr>
          <p:cNvSpPr>
            <a:spLocks noGrp="1"/>
          </p:cNvSpPr>
          <p:nvPr/>
        </p:nvSpPr>
        <p:spPr>
          <a:xfrm>
            <a:off x="592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3_small_GT_pose1_rmsd2_1843">
            <a:extLst>
              <a:ext uri="{FF2B5EF4-FFF2-40B4-BE49-F238E27FC236}">
                <a16:creationId xmlns:a16="http://schemas.microsoft.com/office/drawing/2014/main" id="{B66BCAFE-A7AE-44A4-BDD4-D9CBDED4A651}"/>
              </a:ext>
            </a:extLst>
          </p:cNvPr>
          <p:cNvSpPr>
            <a:spLocks noGrp="1"/>
          </p:cNvSpPr>
          <p:nvPr/>
        </p:nvSpPr>
        <p:spPr>
          <a:xfrm>
            <a:off x="58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3_small_GT_pose1_rmsd2_1844">
            <a:extLst>
              <a:ext uri="{FF2B5EF4-FFF2-40B4-BE49-F238E27FC236}">
                <a16:creationId xmlns:a16="http://schemas.microsoft.com/office/drawing/2014/main" id="{B53DA754-5682-4E0A-A565-B7EECDCFB81B}"/>
              </a:ext>
            </a:extLst>
          </p:cNvPr>
          <p:cNvSpPr>
            <a:spLocks noGrp="1"/>
          </p:cNvSpPr>
          <p:nvPr/>
        </p:nvSpPr>
        <p:spPr>
          <a:xfrm>
            <a:off x="58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3_small_GT_pose1_rmsd2_1845">
            <a:extLst>
              <a:ext uri="{FF2B5EF4-FFF2-40B4-BE49-F238E27FC236}">
                <a16:creationId xmlns:a16="http://schemas.microsoft.com/office/drawing/2014/main" id="{8CC6B1BE-AE0A-45AF-A1A0-141E9AF2E5C0}"/>
              </a:ext>
            </a:extLst>
          </p:cNvPr>
          <p:cNvSpPr>
            <a:spLocks noGrp="1"/>
          </p:cNvSpPr>
          <p:nvPr/>
        </p:nvSpPr>
        <p:spPr>
          <a:xfrm>
            <a:off x="58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3_small_GT_pose1_rmsd2_1846">
            <a:extLst>
              <a:ext uri="{FF2B5EF4-FFF2-40B4-BE49-F238E27FC236}">
                <a16:creationId xmlns:a16="http://schemas.microsoft.com/office/drawing/2014/main" id="{2BE363DC-2B74-4E44-92E7-92FA3F2240D3}"/>
              </a:ext>
            </a:extLst>
          </p:cNvPr>
          <p:cNvSpPr>
            <a:spLocks noGrp="1"/>
          </p:cNvSpPr>
          <p:nvPr/>
        </p:nvSpPr>
        <p:spPr>
          <a:xfrm>
            <a:off x="607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3_small_GT_pose1_rmsd2_1847">
            <a:extLst>
              <a:ext uri="{FF2B5EF4-FFF2-40B4-BE49-F238E27FC236}">
                <a16:creationId xmlns:a16="http://schemas.microsoft.com/office/drawing/2014/main" id="{F038CB8F-2D7A-416C-B490-C1D2474DF6E8}"/>
              </a:ext>
            </a:extLst>
          </p:cNvPr>
          <p:cNvSpPr>
            <a:spLocks noGrp="1"/>
          </p:cNvSpPr>
          <p:nvPr/>
        </p:nvSpPr>
        <p:spPr>
          <a:xfrm>
            <a:off x="596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3_small_GT_pose1_rmsd2_1848">
            <a:extLst>
              <a:ext uri="{FF2B5EF4-FFF2-40B4-BE49-F238E27FC236}">
                <a16:creationId xmlns:a16="http://schemas.microsoft.com/office/drawing/2014/main" id="{49789E1C-EFBF-4EA7-9058-3CEFE20202DE}"/>
              </a:ext>
            </a:extLst>
          </p:cNvPr>
          <p:cNvSpPr>
            <a:spLocks noGrp="1"/>
          </p:cNvSpPr>
          <p:nvPr/>
        </p:nvSpPr>
        <p:spPr>
          <a:xfrm>
            <a:off x="595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3_small_GT_pose1_rmsd2_1849">
            <a:extLst>
              <a:ext uri="{FF2B5EF4-FFF2-40B4-BE49-F238E27FC236}">
                <a16:creationId xmlns:a16="http://schemas.microsoft.com/office/drawing/2014/main" id="{77E7E62A-6982-4AD0-8F2B-306D33D3B824}"/>
              </a:ext>
            </a:extLst>
          </p:cNvPr>
          <p:cNvSpPr>
            <a:spLocks noGrp="1"/>
          </p:cNvSpPr>
          <p:nvPr/>
        </p:nvSpPr>
        <p:spPr>
          <a:xfrm>
            <a:off x="60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3_small_GT_pose1_rmsd2_1850">
            <a:extLst>
              <a:ext uri="{FF2B5EF4-FFF2-40B4-BE49-F238E27FC236}">
                <a16:creationId xmlns:a16="http://schemas.microsoft.com/office/drawing/2014/main" id="{558A08A8-E725-4819-B3CC-380995FEBC10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3_small_GT_pose1_rmsd2_1851">
            <a:extLst>
              <a:ext uri="{FF2B5EF4-FFF2-40B4-BE49-F238E27FC236}">
                <a16:creationId xmlns:a16="http://schemas.microsoft.com/office/drawing/2014/main" id="{EFB9B3F5-E1F5-4CE1-8D67-582CC4F73605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3_small_GT_pose1_rmsd2_1852">
            <a:extLst>
              <a:ext uri="{FF2B5EF4-FFF2-40B4-BE49-F238E27FC236}">
                <a16:creationId xmlns:a16="http://schemas.microsoft.com/office/drawing/2014/main" id="{E4D6A9CF-F23E-45E1-B0BF-F1510AF9FDAF}"/>
              </a:ext>
            </a:extLst>
          </p:cNvPr>
          <p:cNvSpPr>
            <a:spLocks noGrp="1"/>
          </p:cNvSpPr>
          <p:nvPr/>
        </p:nvSpPr>
        <p:spPr>
          <a:xfrm>
            <a:off x="60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3_small_GT_pose1_rmsd2_1853">
            <a:extLst>
              <a:ext uri="{FF2B5EF4-FFF2-40B4-BE49-F238E27FC236}">
                <a16:creationId xmlns:a16="http://schemas.microsoft.com/office/drawing/2014/main" id="{890F0BDE-E009-498A-A95B-C371836A1584}"/>
              </a:ext>
            </a:extLst>
          </p:cNvPr>
          <p:cNvSpPr>
            <a:spLocks noGrp="1"/>
          </p:cNvSpPr>
          <p:nvPr/>
        </p:nvSpPr>
        <p:spPr>
          <a:xfrm>
            <a:off x="58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3_small_GT_pose1_rmsd2_1854">
            <a:extLst>
              <a:ext uri="{FF2B5EF4-FFF2-40B4-BE49-F238E27FC236}">
                <a16:creationId xmlns:a16="http://schemas.microsoft.com/office/drawing/2014/main" id="{5FC6F4CE-2B25-434A-BF73-60477F24D022}"/>
              </a:ext>
            </a:extLst>
          </p:cNvPr>
          <p:cNvSpPr>
            <a:spLocks noGrp="1"/>
          </p:cNvSpPr>
          <p:nvPr/>
        </p:nvSpPr>
        <p:spPr>
          <a:xfrm>
            <a:off x="57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3_small_GT_pose1_rmsd2_1855">
            <a:extLst>
              <a:ext uri="{FF2B5EF4-FFF2-40B4-BE49-F238E27FC236}">
                <a16:creationId xmlns:a16="http://schemas.microsoft.com/office/drawing/2014/main" id="{8CCFB8BF-2DC9-4D19-9D1D-1C8D4F6AA6DA}"/>
              </a:ext>
            </a:extLst>
          </p:cNvPr>
          <p:cNvSpPr>
            <a:spLocks noGrp="1"/>
          </p:cNvSpPr>
          <p:nvPr/>
        </p:nvSpPr>
        <p:spPr>
          <a:xfrm>
            <a:off x="60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3_small_GT_pose1_rmsd2_1856">
            <a:extLst>
              <a:ext uri="{FF2B5EF4-FFF2-40B4-BE49-F238E27FC236}">
                <a16:creationId xmlns:a16="http://schemas.microsoft.com/office/drawing/2014/main" id="{61653FDB-F03F-4A71-AE6B-00655023BA91}"/>
              </a:ext>
            </a:extLst>
          </p:cNvPr>
          <p:cNvSpPr>
            <a:spLocks noGrp="1"/>
          </p:cNvSpPr>
          <p:nvPr/>
        </p:nvSpPr>
        <p:spPr>
          <a:xfrm>
            <a:off x="60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3_small_GT_pose1_rmsd2_1857">
            <a:extLst>
              <a:ext uri="{FF2B5EF4-FFF2-40B4-BE49-F238E27FC236}">
                <a16:creationId xmlns:a16="http://schemas.microsoft.com/office/drawing/2014/main" id="{98ED55A8-5801-4C8B-AB1B-14EDD77AC76A}"/>
              </a:ext>
            </a:extLst>
          </p:cNvPr>
          <p:cNvSpPr>
            <a:spLocks noGrp="1"/>
          </p:cNvSpPr>
          <p:nvPr/>
        </p:nvSpPr>
        <p:spPr>
          <a:xfrm>
            <a:off x="5941448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3_small_GT_pose1_rmsd2_1858">
            <a:extLst>
              <a:ext uri="{FF2B5EF4-FFF2-40B4-BE49-F238E27FC236}">
                <a16:creationId xmlns:a16="http://schemas.microsoft.com/office/drawing/2014/main" id="{AC6D2FA6-DEFE-41D0-8F2B-1128EB52A005}"/>
              </a:ext>
            </a:extLst>
          </p:cNvPr>
          <p:cNvSpPr>
            <a:spLocks noGrp="1"/>
          </p:cNvSpPr>
          <p:nvPr/>
        </p:nvSpPr>
        <p:spPr>
          <a:xfrm>
            <a:off x="60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3_small_GT_pose1_rmsd2_1859">
            <a:extLst>
              <a:ext uri="{FF2B5EF4-FFF2-40B4-BE49-F238E27FC236}">
                <a16:creationId xmlns:a16="http://schemas.microsoft.com/office/drawing/2014/main" id="{84F02B58-EDAC-4625-AD38-085CE2D0073A}"/>
              </a:ext>
            </a:extLst>
          </p:cNvPr>
          <p:cNvSpPr>
            <a:spLocks noGrp="1"/>
          </p:cNvSpPr>
          <p:nvPr/>
        </p:nvSpPr>
        <p:spPr>
          <a:xfrm>
            <a:off x="60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3_small_GT_pose1_rmsd2_1860">
            <a:extLst>
              <a:ext uri="{FF2B5EF4-FFF2-40B4-BE49-F238E27FC236}">
                <a16:creationId xmlns:a16="http://schemas.microsoft.com/office/drawing/2014/main" id="{0ADD5319-9A2D-44AA-A4D1-D5C87942F850}"/>
              </a:ext>
            </a:extLst>
          </p:cNvPr>
          <p:cNvSpPr>
            <a:spLocks noGrp="1"/>
          </p:cNvSpPr>
          <p:nvPr/>
        </p:nvSpPr>
        <p:spPr>
          <a:xfrm>
            <a:off x="5821672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3_small_GT_pose1_rmsd2_1861">
            <a:extLst>
              <a:ext uri="{FF2B5EF4-FFF2-40B4-BE49-F238E27FC236}">
                <a16:creationId xmlns:a16="http://schemas.microsoft.com/office/drawing/2014/main" id="{1F4777E4-8F6E-4AF7-AA68-C8A1F9213463}"/>
              </a:ext>
            </a:extLst>
          </p:cNvPr>
          <p:cNvSpPr>
            <a:spLocks noGrp="1"/>
          </p:cNvSpPr>
          <p:nvPr/>
        </p:nvSpPr>
        <p:spPr>
          <a:xfrm>
            <a:off x="59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3_small_GT_pose1_rmsd2_1862">
            <a:extLst>
              <a:ext uri="{FF2B5EF4-FFF2-40B4-BE49-F238E27FC236}">
                <a16:creationId xmlns:a16="http://schemas.microsoft.com/office/drawing/2014/main" id="{225E8CDA-84C7-4F69-A238-E3DBCFA74128}"/>
              </a:ext>
            </a:extLst>
          </p:cNvPr>
          <p:cNvSpPr>
            <a:spLocks noGrp="1"/>
          </p:cNvSpPr>
          <p:nvPr/>
        </p:nvSpPr>
        <p:spPr>
          <a:xfrm>
            <a:off x="59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3_small_GT_pose1_rmsd2_1863">
            <a:extLst>
              <a:ext uri="{FF2B5EF4-FFF2-40B4-BE49-F238E27FC236}">
                <a16:creationId xmlns:a16="http://schemas.microsoft.com/office/drawing/2014/main" id="{D0E492DE-50B1-448A-AB1E-2EEB13B9BFF3}"/>
              </a:ext>
            </a:extLst>
          </p:cNvPr>
          <p:cNvSpPr>
            <a:spLocks noGrp="1"/>
          </p:cNvSpPr>
          <p:nvPr/>
        </p:nvSpPr>
        <p:spPr>
          <a:xfrm>
            <a:off x="6049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3_small_GT_pose1_rmsd2_1864">
            <a:extLst>
              <a:ext uri="{FF2B5EF4-FFF2-40B4-BE49-F238E27FC236}">
                <a16:creationId xmlns:a16="http://schemas.microsoft.com/office/drawing/2014/main" id="{871B1A91-B84B-4AAE-8727-BEC5B6F20F7E}"/>
              </a:ext>
            </a:extLst>
          </p:cNvPr>
          <p:cNvSpPr>
            <a:spLocks noGrp="1"/>
          </p:cNvSpPr>
          <p:nvPr/>
        </p:nvSpPr>
        <p:spPr>
          <a:xfrm>
            <a:off x="60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3_small_GT_pose1_rmsd2_1865">
            <a:extLst>
              <a:ext uri="{FF2B5EF4-FFF2-40B4-BE49-F238E27FC236}">
                <a16:creationId xmlns:a16="http://schemas.microsoft.com/office/drawing/2014/main" id="{7123BD74-D1E1-4626-AAEE-5039FF134E8F}"/>
              </a:ext>
            </a:extLst>
          </p:cNvPr>
          <p:cNvSpPr>
            <a:spLocks noGrp="1"/>
          </p:cNvSpPr>
          <p:nvPr/>
        </p:nvSpPr>
        <p:spPr>
          <a:xfrm>
            <a:off x="60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3_small_GT_pose1_rmsd2_1866">
            <a:extLst>
              <a:ext uri="{FF2B5EF4-FFF2-40B4-BE49-F238E27FC236}">
                <a16:creationId xmlns:a16="http://schemas.microsoft.com/office/drawing/2014/main" id="{C6566419-3AF9-4E5E-A4FF-2EA8740F3F95}"/>
              </a:ext>
            </a:extLst>
          </p:cNvPr>
          <p:cNvSpPr>
            <a:spLocks noGrp="1"/>
          </p:cNvSpPr>
          <p:nvPr/>
        </p:nvSpPr>
        <p:spPr>
          <a:xfrm>
            <a:off x="59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3_small_GT_pose1_rmsd2_1867">
            <a:extLst>
              <a:ext uri="{FF2B5EF4-FFF2-40B4-BE49-F238E27FC236}">
                <a16:creationId xmlns:a16="http://schemas.microsoft.com/office/drawing/2014/main" id="{638FF6F0-F35A-419C-9E58-969D522D6A91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3_small_GT_pose1_rmsd2_1868">
            <a:extLst>
              <a:ext uri="{FF2B5EF4-FFF2-40B4-BE49-F238E27FC236}">
                <a16:creationId xmlns:a16="http://schemas.microsoft.com/office/drawing/2014/main" id="{62B7CEE9-CD23-46B6-933B-FA41BE605C9D}"/>
              </a:ext>
            </a:extLst>
          </p:cNvPr>
          <p:cNvSpPr>
            <a:spLocks noGrp="1"/>
          </p:cNvSpPr>
          <p:nvPr/>
        </p:nvSpPr>
        <p:spPr>
          <a:xfrm>
            <a:off x="59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3_small_GT_pose1_rmsd2_1869">
            <a:extLst>
              <a:ext uri="{FF2B5EF4-FFF2-40B4-BE49-F238E27FC236}">
                <a16:creationId xmlns:a16="http://schemas.microsoft.com/office/drawing/2014/main" id="{9C12FBC7-5EF6-484F-A766-CFCFC6CD14B7}"/>
              </a:ext>
            </a:extLst>
          </p:cNvPr>
          <p:cNvSpPr>
            <a:spLocks noGrp="1"/>
          </p:cNvSpPr>
          <p:nvPr/>
        </p:nvSpPr>
        <p:spPr>
          <a:xfrm>
            <a:off x="5850488" y="332803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3_small_GT_pose1_rmsd2_1870">
            <a:extLst>
              <a:ext uri="{FF2B5EF4-FFF2-40B4-BE49-F238E27FC236}">
                <a16:creationId xmlns:a16="http://schemas.microsoft.com/office/drawing/2014/main" id="{D1A0BBE0-8679-4E45-BE0C-4AC956F1D796}"/>
              </a:ext>
            </a:extLst>
          </p:cNvPr>
          <p:cNvSpPr>
            <a:spLocks noGrp="1"/>
          </p:cNvSpPr>
          <p:nvPr/>
        </p:nvSpPr>
        <p:spPr>
          <a:xfrm>
            <a:off x="58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3_small_GT_pose1_rmsd2_1871">
            <a:extLst>
              <a:ext uri="{FF2B5EF4-FFF2-40B4-BE49-F238E27FC236}">
                <a16:creationId xmlns:a16="http://schemas.microsoft.com/office/drawing/2014/main" id="{F606D188-F637-43BC-B26A-5637A6DBDC50}"/>
              </a:ext>
            </a:extLst>
          </p:cNvPr>
          <p:cNvSpPr>
            <a:spLocks noGrp="1"/>
          </p:cNvSpPr>
          <p:nvPr/>
        </p:nvSpPr>
        <p:spPr>
          <a:xfrm>
            <a:off x="594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3_small_GT_pose1_rmsd2_1872">
            <a:extLst>
              <a:ext uri="{FF2B5EF4-FFF2-40B4-BE49-F238E27FC236}">
                <a16:creationId xmlns:a16="http://schemas.microsoft.com/office/drawing/2014/main" id="{04C3750B-62E5-41F7-BD2A-C840A084310A}"/>
              </a:ext>
            </a:extLst>
          </p:cNvPr>
          <p:cNvSpPr>
            <a:spLocks noGrp="1"/>
          </p:cNvSpPr>
          <p:nvPr/>
        </p:nvSpPr>
        <p:spPr>
          <a:xfrm>
            <a:off x="59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3_small_GT_pose1_rmsd2_1873">
            <a:extLst>
              <a:ext uri="{FF2B5EF4-FFF2-40B4-BE49-F238E27FC236}">
                <a16:creationId xmlns:a16="http://schemas.microsoft.com/office/drawing/2014/main" id="{13B524A8-9EED-494D-BE43-EFD97A3DCBEC}"/>
              </a:ext>
            </a:extLst>
          </p:cNvPr>
          <p:cNvSpPr>
            <a:spLocks noGrp="1"/>
          </p:cNvSpPr>
          <p:nvPr/>
        </p:nvSpPr>
        <p:spPr>
          <a:xfrm>
            <a:off x="60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3_small_GT_pose1_rmsd2_1874">
            <a:extLst>
              <a:ext uri="{FF2B5EF4-FFF2-40B4-BE49-F238E27FC236}">
                <a16:creationId xmlns:a16="http://schemas.microsoft.com/office/drawing/2014/main" id="{58B63103-E902-4A9A-9B35-646881C120B3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3_small_GT_pose1_rmsd2_1875">
            <a:extLst>
              <a:ext uri="{FF2B5EF4-FFF2-40B4-BE49-F238E27FC236}">
                <a16:creationId xmlns:a16="http://schemas.microsoft.com/office/drawing/2014/main" id="{EF323CEF-B245-42FB-AFE9-573639072EE2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3_small_GT_pose1_rmsd2_1876">
            <a:extLst>
              <a:ext uri="{FF2B5EF4-FFF2-40B4-BE49-F238E27FC236}">
                <a16:creationId xmlns:a16="http://schemas.microsoft.com/office/drawing/2014/main" id="{04B7F4DE-5FDA-4D61-B9C8-1FBEC51422C1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3_small_GT_pose1_rmsd2_1877">
            <a:extLst>
              <a:ext uri="{FF2B5EF4-FFF2-40B4-BE49-F238E27FC236}">
                <a16:creationId xmlns:a16="http://schemas.microsoft.com/office/drawing/2014/main" id="{26E79EB5-5349-4D6E-B13D-EE490856B867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3_small_GT_pose1_rmsd2_1878">
            <a:extLst>
              <a:ext uri="{FF2B5EF4-FFF2-40B4-BE49-F238E27FC236}">
                <a16:creationId xmlns:a16="http://schemas.microsoft.com/office/drawing/2014/main" id="{2FDB1D2C-6468-4589-8459-42FBA8ACCD3F}"/>
              </a:ext>
            </a:extLst>
          </p:cNvPr>
          <p:cNvSpPr>
            <a:spLocks noGrp="1"/>
          </p:cNvSpPr>
          <p:nvPr/>
        </p:nvSpPr>
        <p:spPr>
          <a:xfrm>
            <a:off x="60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3_small_GT_pose1_rmsd2_1879">
            <a:extLst>
              <a:ext uri="{FF2B5EF4-FFF2-40B4-BE49-F238E27FC236}">
                <a16:creationId xmlns:a16="http://schemas.microsoft.com/office/drawing/2014/main" id="{C232CB6A-7281-4234-90F0-9967E184880E}"/>
              </a:ext>
            </a:extLst>
          </p:cNvPr>
          <p:cNvSpPr>
            <a:spLocks noGrp="1"/>
          </p:cNvSpPr>
          <p:nvPr/>
        </p:nvSpPr>
        <p:spPr>
          <a:xfrm>
            <a:off x="60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3_small_GT_pose1_rmsd2_1880">
            <a:extLst>
              <a:ext uri="{FF2B5EF4-FFF2-40B4-BE49-F238E27FC236}">
                <a16:creationId xmlns:a16="http://schemas.microsoft.com/office/drawing/2014/main" id="{E20E900B-C871-49CB-8957-8ACAA61B78FB}"/>
              </a:ext>
            </a:extLst>
          </p:cNvPr>
          <p:cNvSpPr>
            <a:spLocks noGrp="1"/>
          </p:cNvSpPr>
          <p:nvPr/>
        </p:nvSpPr>
        <p:spPr>
          <a:xfrm>
            <a:off x="59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3_small_GT_pose1_rmsd2_1881">
            <a:extLst>
              <a:ext uri="{FF2B5EF4-FFF2-40B4-BE49-F238E27FC236}">
                <a16:creationId xmlns:a16="http://schemas.microsoft.com/office/drawing/2014/main" id="{68BE596E-F307-4EBE-8FE2-AABF251B487D}"/>
              </a:ext>
            </a:extLst>
          </p:cNvPr>
          <p:cNvSpPr>
            <a:spLocks noGrp="1"/>
          </p:cNvSpPr>
          <p:nvPr/>
        </p:nvSpPr>
        <p:spPr>
          <a:xfrm>
            <a:off x="59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3_small_GT_pose1_rmsd2_1882">
            <a:extLst>
              <a:ext uri="{FF2B5EF4-FFF2-40B4-BE49-F238E27FC236}">
                <a16:creationId xmlns:a16="http://schemas.microsoft.com/office/drawing/2014/main" id="{A62E04DB-3585-4F80-A3A4-2E50C53D20EC}"/>
              </a:ext>
            </a:extLst>
          </p:cNvPr>
          <p:cNvSpPr>
            <a:spLocks noGrp="1"/>
          </p:cNvSpPr>
          <p:nvPr/>
        </p:nvSpPr>
        <p:spPr>
          <a:xfrm>
            <a:off x="58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3_small_GT_pose1_rmsd2_1883">
            <a:extLst>
              <a:ext uri="{FF2B5EF4-FFF2-40B4-BE49-F238E27FC236}">
                <a16:creationId xmlns:a16="http://schemas.microsoft.com/office/drawing/2014/main" id="{8E7C8A3C-A6DF-488F-A33D-346394A9E174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3" name="03_small_GT_pose1_rmsd2_1884">
            <a:extLst>
              <a:ext uri="{FF2B5EF4-FFF2-40B4-BE49-F238E27FC236}">
                <a16:creationId xmlns:a16="http://schemas.microsoft.com/office/drawing/2014/main" id="{FCADACA5-9BA2-4DFB-91E9-858E9AD84147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4" name="text_1885">
            <a:extLst>
              <a:ext uri="{FF2B5EF4-FFF2-40B4-BE49-F238E27FC236}">
                <a16:creationId xmlns:a16="http://schemas.microsoft.com/office/drawing/2014/main" id="{4A87FC8C-B120-4C58-A5F0-60ED733CA034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420402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Top-1 · RMSD &lt;2 Å · GT</a:t>
            </a:r>
          </a:p>
        </p:txBody>
      </p:sp>
      <p:sp>
        <p:nvSpPr>
          <p:cNvPr id="345" name="03_small_GT_pose1_rmsd2_1886">
            <a:extLst>
              <a:ext uri="{FF2B5EF4-FFF2-40B4-BE49-F238E27FC236}">
                <a16:creationId xmlns:a16="http://schemas.microsoft.com/office/drawing/2014/main" id="{BEA35A66-7F89-4E8A-B9A9-E9D167D19910}"/>
              </a:ext>
            </a:extLst>
          </p:cNvPr>
          <p:cNvSpPr>
            <a:spLocks noGrp="1"/>
          </p:cNvSpPr>
          <p:nvPr/>
        </p:nvSpPr>
        <p:spPr>
          <a:xfrm>
            <a:off x="700500" y="3783803"/>
            <a:ext cx="5250000" cy="1028939"/>
          </a:xfrm>
          <a:custGeom>
            <a:avLst/>
            <a:gdLst/>
            <a:ahLst/>
            <a:cxnLst/>
            <a:rect l="0" t="0" r="0" b="0"/>
            <a:pathLst>
              <a:path w="5250000" h="1028939">
                <a:moveTo>
                  <a:pt x="0" y="1028939"/>
                </a:moveTo>
                <a:lnTo>
                  <a:pt x="72917" y="1028006"/>
                </a:lnTo>
                <a:lnTo>
                  <a:pt x="72917" y="1026996"/>
                </a:lnTo>
                <a:lnTo>
                  <a:pt x="97222" y="1026685"/>
                </a:lnTo>
                <a:lnTo>
                  <a:pt x="97222" y="1025339"/>
                </a:lnTo>
                <a:lnTo>
                  <a:pt x="125000" y="1025028"/>
                </a:lnTo>
                <a:lnTo>
                  <a:pt x="125000" y="1023296"/>
                </a:lnTo>
                <a:lnTo>
                  <a:pt x="145833" y="1022985"/>
                </a:lnTo>
                <a:lnTo>
                  <a:pt x="145833" y="1019955"/>
                </a:lnTo>
                <a:lnTo>
                  <a:pt x="159091" y="1019644"/>
                </a:lnTo>
                <a:lnTo>
                  <a:pt x="159091" y="1017440"/>
                </a:lnTo>
                <a:lnTo>
                  <a:pt x="175000" y="1017440"/>
                </a:lnTo>
                <a:lnTo>
                  <a:pt x="175000" y="1015016"/>
                </a:lnTo>
                <a:lnTo>
                  <a:pt x="194444" y="1014705"/>
                </a:lnTo>
                <a:lnTo>
                  <a:pt x="194444" y="1013358"/>
                </a:lnTo>
                <a:lnTo>
                  <a:pt x="250000" y="1012425"/>
                </a:lnTo>
                <a:lnTo>
                  <a:pt x="250000" y="1007230"/>
                </a:lnTo>
                <a:lnTo>
                  <a:pt x="291667" y="1006920"/>
                </a:lnTo>
                <a:lnTo>
                  <a:pt x="291667" y="988426"/>
                </a:lnTo>
                <a:lnTo>
                  <a:pt x="318182" y="988115"/>
                </a:lnTo>
                <a:lnTo>
                  <a:pt x="318182" y="983707"/>
                </a:lnTo>
                <a:lnTo>
                  <a:pt x="350000" y="983396"/>
                </a:lnTo>
                <a:lnTo>
                  <a:pt x="350000" y="971275"/>
                </a:lnTo>
                <a:lnTo>
                  <a:pt x="375000" y="969954"/>
                </a:lnTo>
                <a:lnTo>
                  <a:pt x="375000" y="968222"/>
                </a:lnTo>
                <a:lnTo>
                  <a:pt x="437500" y="967289"/>
                </a:lnTo>
                <a:lnTo>
                  <a:pt x="437500" y="930924"/>
                </a:lnTo>
                <a:lnTo>
                  <a:pt x="477273" y="930302"/>
                </a:lnTo>
                <a:lnTo>
                  <a:pt x="477273" y="925894"/>
                </a:lnTo>
                <a:lnTo>
                  <a:pt x="500000" y="925584"/>
                </a:lnTo>
                <a:lnTo>
                  <a:pt x="500000" y="920388"/>
                </a:lnTo>
                <a:lnTo>
                  <a:pt x="525000" y="920078"/>
                </a:lnTo>
                <a:lnTo>
                  <a:pt x="525000" y="917653"/>
                </a:lnTo>
                <a:lnTo>
                  <a:pt x="583333" y="917032"/>
                </a:lnTo>
                <a:lnTo>
                  <a:pt x="583333" y="888437"/>
                </a:lnTo>
                <a:lnTo>
                  <a:pt x="625000" y="888126"/>
                </a:lnTo>
                <a:lnTo>
                  <a:pt x="625000" y="886394"/>
                </a:lnTo>
                <a:lnTo>
                  <a:pt x="636364" y="886083"/>
                </a:lnTo>
                <a:lnTo>
                  <a:pt x="636364" y="881675"/>
                </a:lnTo>
                <a:lnTo>
                  <a:pt x="700000" y="880743"/>
                </a:lnTo>
                <a:lnTo>
                  <a:pt x="700000" y="863772"/>
                </a:lnTo>
                <a:lnTo>
                  <a:pt x="750000" y="863151"/>
                </a:lnTo>
                <a:lnTo>
                  <a:pt x="750000" y="859687"/>
                </a:lnTo>
                <a:lnTo>
                  <a:pt x="795455" y="859066"/>
                </a:lnTo>
                <a:lnTo>
                  <a:pt x="795455" y="854658"/>
                </a:lnTo>
                <a:lnTo>
                  <a:pt x="875000" y="853725"/>
                </a:lnTo>
                <a:lnTo>
                  <a:pt x="875000" y="717938"/>
                </a:lnTo>
                <a:lnTo>
                  <a:pt x="954545" y="717006"/>
                </a:lnTo>
                <a:lnTo>
                  <a:pt x="954545" y="712598"/>
                </a:lnTo>
                <a:lnTo>
                  <a:pt x="1000000" y="711976"/>
                </a:lnTo>
                <a:lnTo>
                  <a:pt x="1000000" y="706781"/>
                </a:lnTo>
                <a:lnTo>
                  <a:pt x="1020833" y="706470"/>
                </a:lnTo>
                <a:lnTo>
                  <a:pt x="1020833" y="704450"/>
                </a:lnTo>
                <a:lnTo>
                  <a:pt x="1050000" y="704139"/>
                </a:lnTo>
                <a:lnTo>
                  <a:pt x="1050000" y="692018"/>
                </a:lnTo>
                <a:lnTo>
                  <a:pt x="1113636" y="691085"/>
                </a:lnTo>
                <a:lnTo>
                  <a:pt x="1113636" y="688881"/>
                </a:lnTo>
                <a:lnTo>
                  <a:pt x="1166667" y="688259"/>
                </a:lnTo>
                <a:lnTo>
                  <a:pt x="1166667" y="657644"/>
                </a:lnTo>
                <a:lnTo>
                  <a:pt x="1225000" y="657022"/>
                </a:lnTo>
                <a:lnTo>
                  <a:pt x="1225000" y="654598"/>
                </a:lnTo>
                <a:lnTo>
                  <a:pt x="1250000" y="654287"/>
                </a:lnTo>
                <a:lnTo>
                  <a:pt x="1250000" y="649092"/>
                </a:lnTo>
                <a:lnTo>
                  <a:pt x="1272727" y="648781"/>
                </a:lnTo>
                <a:lnTo>
                  <a:pt x="1272727" y="644373"/>
                </a:lnTo>
                <a:lnTo>
                  <a:pt x="1312500" y="643752"/>
                </a:lnTo>
                <a:lnTo>
                  <a:pt x="1312500" y="619508"/>
                </a:lnTo>
                <a:lnTo>
                  <a:pt x="1375000" y="618576"/>
                </a:lnTo>
                <a:lnTo>
                  <a:pt x="1375000" y="616844"/>
                </a:lnTo>
                <a:lnTo>
                  <a:pt x="1400000" y="616533"/>
                </a:lnTo>
                <a:lnTo>
                  <a:pt x="1400000" y="604411"/>
                </a:lnTo>
                <a:lnTo>
                  <a:pt x="1431818" y="604100"/>
                </a:lnTo>
                <a:lnTo>
                  <a:pt x="1431818" y="599693"/>
                </a:lnTo>
                <a:lnTo>
                  <a:pt x="1458333" y="599382"/>
                </a:lnTo>
                <a:lnTo>
                  <a:pt x="1458333" y="578868"/>
                </a:lnTo>
                <a:lnTo>
                  <a:pt x="1500000" y="578557"/>
                </a:lnTo>
                <a:lnTo>
                  <a:pt x="1500000" y="573362"/>
                </a:lnTo>
                <a:lnTo>
                  <a:pt x="1575000" y="572119"/>
                </a:lnTo>
                <a:lnTo>
                  <a:pt x="1575000" y="569694"/>
                </a:lnTo>
                <a:lnTo>
                  <a:pt x="1590909" y="569694"/>
                </a:lnTo>
                <a:lnTo>
                  <a:pt x="1590909" y="567490"/>
                </a:lnTo>
                <a:lnTo>
                  <a:pt x="1682692" y="566247"/>
                </a:lnTo>
                <a:lnTo>
                  <a:pt x="1682692" y="565936"/>
                </a:lnTo>
                <a:lnTo>
                  <a:pt x="1750000" y="565315"/>
                </a:lnTo>
                <a:lnTo>
                  <a:pt x="1750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46" name="03_small_GT_pose1_rmsd2_1887">
            <a:extLst>
              <a:ext uri="{FF2B5EF4-FFF2-40B4-BE49-F238E27FC236}">
                <a16:creationId xmlns:a16="http://schemas.microsoft.com/office/drawing/2014/main" id="{2F0B4D64-7217-4737-8266-40E94248362D}"/>
              </a:ext>
            </a:extLst>
          </p:cNvPr>
          <p:cNvSpPr>
            <a:spLocks noGrp="1"/>
          </p:cNvSpPr>
          <p:nvPr/>
        </p:nvSpPr>
        <p:spPr>
          <a:xfrm>
            <a:off x="700500" y="3412669"/>
            <a:ext cx="5250000" cy="1400073"/>
          </a:xfrm>
          <a:custGeom>
            <a:avLst/>
            <a:gdLst/>
            <a:ahLst/>
            <a:cxnLst/>
            <a:rect l="0" t="0" r="0" b="0"/>
            <a:pathLst>
              <a:path w="5250000" h="1400073">
                <a:moveTo>
                  <a:pt x="0" y="1400073"/>
                </a:moveTo>
                <a:lnTo>
                  <a:pt x="1750000" y="1400073"/>
                </a:lnTo>
                <a:lnTo>
                  <a:pt x="1750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47" name="03_small_GT_pose1_rmsd2_1888">
            <a:extLst>
              <a:ext uri="{FF2B5EF4-FFF2-40B4-BE49-F238E27FC236}">
                <a16:creationId xmlns:a16="http://schemas.microsoft.com/office/drawing/2014/main" id="{11E9CB29-F22D-4AE4-A70D-5FCC1AE41812}"/>
              </a:ext>
            </a:extLst>
          </p:cNvPr>
          <p:cNvSpPr>
            <a:spLocks noGrp="1"/>
          </p:cNvSpPr>
          <p:nvPr/>
        </p:nvSpPr>
        <p:spPr>
          <a:xfrm>
            <a:off x="1553910" y="4480151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8" name="03_small_GT_pose1_rmsd2_1889">
            <a:extLst>
              <a:ext uri="{FF2B5EF4-FFF2-40B4-BE49-F238E27FC236}">
                <a16:creationId xmlns:a16="http://schemas.microsoft.com/office/drawing/2014/main" id="{7ABB2491-A7C3-4342-B7D9-A8FBEB1E4188}"/>
              </a:ext>
            </a:extLst>
          </p:cNvPr>
          <p:cNvSpPr>
            <a:spLocks noGrp="1"/>
          </p:cNvSpPr>
          <p:nvPr/>
        </p:nvSpPr>
        <p:spPr>
          <a:xfrm>
            <a:off x="2428910" y="376221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9" name="03_small_GT_pose1_rmsd2_1890">
            <a:extLst>
              <a:ext uri="{FF2B5EF4-FFF2-40B4-BE49-F238E27FC236}">
                <a16:creationId xmlns:a16="http://schemas.microsoft.com/office/drawing/2014/main" id="{EAA45445-FB70-479F-B69A-234A0F6B1C4F}"/>
              </a:ext>
            </a:extLst>
          </p:cNvPr>
          <p:cNvSpPr>
            <a:spLocks noGrp="1"/>
          </p:cNvSpPr>
          <p:nvPr/>
        </p:nvSpPr>
        <p:spPr>
          <a:xfrm>
            <a:off x="4178910" y="376221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0" name="03_small_GT_pose1_rmsd2_1891">
            <a:extLst>
              <a:ext uri="{FF2B5EF4-FFF2-40B4-BE49-F238E27FC236}">
                <a16:creationId xmlns:a16="http://schemas.microsoft.com/office/drawing/2014/main" id="{CFC5701B-4101-434A-83F3-076C3A956FD9}"/>
              </a:ext>
            </a:extLst>
          </p:cNvPr>
          <p:cNvSpPr>
            <a:spLocks noGrp="1"/>
          </p:cNvSpPr>
          <p:nvPr/>
        </p:nvSpPr>
        <p:spPr>
          <a:xfrm>
            <a:off x="5928910" y="376221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1" name="03_small_GT_pose1_rmsd2_1892">
            <a:extLst>
              <a:ext uri="{FF2B5EF4-FFF2-40B4-BE49-F238E27FC236}">
                <a16:creationId xmlns:a16="http://schemas.microsoft.com/office/drawing/2014/main" id="{9F385B65-E7B6-4FE6-B678-54105CD461BB}"/>
              </a:ext>
            </a:extLst>
          </p:cNvPr>
          <p:cNvSpPr>
            <a:spLocks noGrp="1"/>
          </p:cNvSpPr>
          <p:nvPr/>
        </p:nvSpPr>
        <p:spPr>
          <a:xfrm>
            <a:off x="1539579" y="477682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2" name="03_small_GT_pose1_rmsd2_1893">
            <a:extLst>
              <a:ext uri="{FF2B5EF4-FFF2-40B4-BE49-F238E27FC236}">
                <a16:creationId xmlns:a16="http://schemas.microsoft.com/office/drawing/2014/main" id="{EEDEBF0E-6E49-473C-9E79-87F31BE58E12}"/>
              </a:ext>
            </a:extLst>
          </p:cNvPr>
          <p:cNvSpPr>
            <a:spLocks noGrp="1"/>
          </p:cNvSpPr>
          <p:nvPr/>
        </p:nvSpPr>
        <p:spPr>
          <a:xfrm>
            <a:off x="2414579" y="337674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3" name="03_small_GT_pose1_rmsd2_1894">
            <a:extLst>
              <a:ext uri="{FF2B5EF4-FFF2-40B4-BE49-F238E27FC236}">
                <a16:creationId xmlns:a16="http://schemas.microsoft.com/office/drawing/2014/main" id="{D3701742-2E2B-4814-9DED-599F03DEC249}"/>
              </a:ext>
            </a:extLst>
          </p:cNvPr>
          <p:cNvSpPr>
            <a:spLocks noGrp="1"/>
          </p:cNvSpPr>
          <p:nvPr/>
        </p:nvSpPr>
        <p:spPr>
          <a:xfrm>
            <a:off x="4164579" y="337674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4" name="03_small_GT_pose1_rmsd2_1895">
            <a:extLst>
              <a:ext uri="{FF2B5EF4-FFF2-40B4-BE49-F238E27FC236}">
                <a16:creationId xmlns:a16="http://schemas.microsoft.com/office/drawing/2014/main" id="{AF02B3CE-45EC-4DE5-B38A-865DA5F9859E}"/>
              </a:ext>
            </a:extLst>
          </p:cNvPr>
          <p:cNvSpPr>
            <a:spLocks noGrp="1"/>
          </p:cNvSpPr>
          <p:nvPr/>
        </p:nvSpPr>
        <p:spPr>
          <a:xfrm>
            <a:off x="5914579" y="337674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5" name="text_1896">
            <a:extLst>
              <a:ext uri="{FF2B5EF4-FFF2-40B4-BE49-F238E27FC236}">
                <a16:creationId xmlns:a16="http://schemas.microsoft.com/office/drawing/2014/main" id="{697F35C0-ED82-4497-BCB9-56A7892364C5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961610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Small-molecule reconstruction</a:t>
            </a:r>
          </a:p>
        </p:txBody>
      </p:sp>
      <p:sp>
        <p:nvSpPr>
          <p:cNvPr id="356" name="03_small_GT_pose1_rmsd2_1897">
            <a:extLst>
              <a:ext uri="{FF2B5EF4-FFF2-40B4-BE49-F238E27FC236}">
                <a16:creationId xmlns:a16="http://schemas.microsoft.com/office/drawing/2014/main" id="{7BA62F5D-BA47-4E03-AE9B-623E5BAE2736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57" name="03_small_GT_pose1_rmsd2_1898">
            <a:extLst>
              <a:ext uri="{FF2B5EF4-FFF2-40B4-BE49-F238E27FC236}">
                <a16:creationId xmlns:a16="http://schemas.microsoft.com/office/drawing/2014/main" id="{D579C371-EE8F-431A-870E-A834E94D5114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8" name="text_1899">
            <a:extLst>
              <a:ext uri="{FF2B5EF4-FFF2-40B4-BE49-F238E27FC236}">
                <a16:creationId xmlns:a16="http://schemas.microsoft.com/office/drawing/2014/main" id="{F3672D74-51AB-4BE9-ADEC-31BFF2BD9802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359" name="03_small_GT_pose1_rmsd2_1900">
            <a:extLst>
              <a:ext uri="{FF2B5EF4-FFF2-40B4-BE49-F238E27FC236}">
                <a16:creationId xmlns:a16="http://schemas.microsoft.com/office/drawing/2014/main" id="{7D356D99-5672-4A7B-B833-4A38F9CF13CA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60" name="03_small_GT_pose1_rmsd2_1901">
            <a:extLst>
              <a:ext uri="{FF2B5EF4-FFF2-40B4-BE49-F238E27FC236}">
                <a16:creationId xmlns:a16="http://schemas.microsoft.com/office/drawing/2014/main" id="{13031C14-B871-4A61-AF35-7159FE7DA5A2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61" name="text_1902">
            <a:extLst>
              <a:ext uri="{FF2B5EF4-FFF2-40B4-BE49-F238E27FC236}">
                <a16:creationId xmlns:a16="http://schemas.microsoft.com/office/drawing/2014/main" id="{00A35943-BA03-4D40-985A-FBE5CB837283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362" name="03_small_GT_pose1_rmsd2_1903">
            <a:extLst>
              <a:ext uri="{FF2B5EF4-FFF2-40B4-BE49-F238E27FC236}">
                <a16:creationId xmlns:a16="http://schemas.microsoft.com/office/drawing/2014/main" id="{7439F231-07AA-47E2-BC75-4E7E67E92CDE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363" name="text_1904">
            <a:extLst>
              <a:ext uri="{FF2B5EF4-FFF2-40B4-BE49-F238E27FC236}">
                <a16:creationId xmlns:a16="http://schemas.microsoft.com/office/drawing/2014/main" id="{462AA080-AD9A-46C0-B928-822BACABB818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109077064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04_small_CA2_pose1_rmsd2_1905">
            <a:extLst>
              <a:ext uri="{FF2B5EF4-FFF2-40B4-BE49-F238E27FC236}">
                <a16:creationId xmlns:a16="http://schemas.microsoft.com/office/drawing/2014/main" id="{1E3DD395-2A11-4EC0-99D2-4FEB2CE9A466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4_small_CA2_pose1_rmsd2_1906">
            <a:extLst>
              <a:ext uri="{FF2B5EF4-FFF2-40B4-BE49-F238E27FC236}">
                <a16:creationId xmlns:a16="http://schemas.microsoft.com/office/drawing/2014/main" id="{015F72B0-636E-4150-8414-6E53E961E798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4_small_CA2_pose1_rmsd2_1907">
            <a:extLst>
              <a:ext uri="{FF2B5EF4-FFF2-40B4-BE49-F238E27FC236}">
                <a16:creationId xmlns:a16="http://schemas.microsoft.com/office/drawing/2014/main" id="{A64BA8AB-7A4A-417B-9998-AA7669374D32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492" y="1851207"/>
                </a:lnTo>
                <a:lnTo>
                  <a:pt x="9803" y="1835651"/>
                </a:lnTo>
                <a:lnTo>
                  <a:pt x="21448" y="1820095"/>
                </a:lnTo>
                <a:lnTo>
                  <a:pt x="36684" y="1804538"/>
                </a:lnTo>
                <a:lnTo>
                  <a:pt x="54580" y="1788982"/>
                </a:lnTo>
                <a:lnTo>
                  <a:pt x="74116" y="1773425"/>
                </a:lnTo>
                <a:lnTo>
                  <a:pt x="94275" y="1757869"/>
                </a:lnTo>
                <a:lnTo>
                  <a:pt x="114127" y="1742313"/>
                </a:lnTo>
                <a:lnTo>
                  <a:pt x="132897" y="1726756"/>
                </a:lnTo>
                <a:lnTo>
                  <a:pt x="149997" y="1711200"/>
                </a:lnTo>
                <a:lnTo>
                  <a:pt x="165048" y="1695644"/>
                </a:lnTo>
                <a:lnTo>
                  <a:pt x="177864" y="1680087"/>
                </a:lnTo>
                <a:lnTo>
                  <a:pt x="188429" y="1664531"/>
                </a:lnTo>
                <a:lnTo>
                  <a:pt x="196860" y="1648975"/>
                </a:lnTo>
                <a:lnTo>
                  <a:pt x="203360" y="1633418"/>
                </a:lnTo>
                <a:lnTo>
                  <a:pt x="208187" y="1617862"/>
                </a:lnTo>
                <a:lnTo>
                  <a:pt x="211614" y="1602305"/>
                </a:lnTo>
                <a:lnTo>
                  <a:pt x="213908" y="1586749"/>
                </a:lnTo>
                <a:lnTo>
                  <a:pt x="215307" y="1571193"/>
                </a:lnTo>
                <a:lnTo>
                  <a:pt x="216021" y="1555636"/>
                </a:lnTo>
                <a:lnTo>
                  <a:pt x="216220" y="1540080"/>
                </a:lnTo>
                <a:lnTo>
                  <a:pt x="216042" y="1524524"/>
                </a:lnTo>
                <a:lnTo>
                  <a:pt x="215599" y="1508967"/>
                </a:lnTo>
                <a:lnTo>
                  <a:pt x="214978" y="1493411"/>
                </a:lnTo>
                <a:lnTo>
                  <a:pt x="214253" y="1477855"/>
                </a:lnTo>
                <a:lnTo>
                  <a:pt x="213489" y="1462298"/>
                </a:lnTo>
                <a:lnTo>
                  <a:pt x="212741" y="1446742"/>
                </a:lnTo>
                <a:lnTo>
                  <a:pt x="212058" y="1431185"/>
                </a:lnTo>
                <a:lnTo>
                  <a:pt x="211482" y="1415629"/>
                </a:lnTo>
                <a:lnTo>
                  <a:pt x="211048" y="1400073"/>
                </a:lnTo>
                <a:lnTo>
                  <a:pt x="210779" y="1384516"/>
                </a:lnTo>
                <a:lnTo>
                  <a:pt x="210688" y="1368960"/>
                </a:lnTo>
                <a:lnTo>
                  <a:pt x="210773" y="1353404"/>
                </a:lnTo>
                <a:lnTo>
                  <a:pt x="211021" y="1337847"/>
                </a:lnTo>
                <a:lnTo>
                  <a:pt x="211410" y="1322291"/>
                </a:lnTo>
                <a:lnTo>
                  <a:pt x="211905" y="1306735"/>
                </a:lnTo>
                <a:lnTo>
                  <a:pt x="212470" y="1291178"/>
                </a:lnTo>
                <a:lnTo>
                  <a:pt x="213062" y="1275622"/>
                </a:lnTo>
                <a:lnTo>
                  <a:pt x="213641" y="1260065"/>
                </a:lnTo>
                <a:lnTo>
                  <a:pt x="214165" y="1244509"/>
                </a:lnTo>
                <a:lnTo>
                  <a:pt x="214594" y="1228953"/>
                </a:lnTo>
                <a:lnTo>
                  <a:pt x="214893" y="1213396"/>
                </a:lnTo>
                <a:lnTo>
                  <a:pt x="215024" y="1197840"/>
                </a:lnTo>
                <a:lnTo>
                  <a:pt x="214954" y="1182284"/>
                </a:lnTo>
                <a:lnTo>
                  <a:pt x="214651" y="1166727"/>
                </a:lnTo>
                <a:lnTo>
                  <a:pt x="214082" y="1151171"/>
                </a:lnTo>
                <a:lnTo>
                  <a:pt x="213223" y="1135615"/>
                </a:lnTo>
                <a:lnTo>
                  <a:pt x="212054" y="1120058"/>
                </a:lnTo>
                <a:lnTo>
                  <a:pt x="210570" y="1104502"/>
                </a:lnTo>
                <a:lnTo>
                  <a:pt x="208782" y="1088945"/>
                </a:lnTo>
                <a:lnTo>
                  <a:pt x="206723" y="1073389"/>
                </a:lnTo>
                <a:lnTo>
                  <a:pt x="204453" y="1057833"/>
                </a:lnTo>
                <a:lnTo>
                  <a:pt x="202058" y="1042276"/>
                </a:lnTo>
                <a:lnTo>
                  <a:pt x="199650" y="1026720"/>
                </a:lnTo>
                <a:lnTo>
                  <a:pt x="197360" y="1011164"/>
                </a:lnTo>
                <a:lnTo>
                  <a:pt x="195331" y="995607"/>
                </a:lnTo>
                <a:lnTo>
                  <a:pt x="193703" y="980051"/>
                </a:lnTo>
                <a:lnTo>
                  <a:pt x="192602" y="964495"/>
                </a:lnTo>
                <a:lnTo>
                  <a:pt x="192125" y="948938"/>
                </a:lnTo>
                <a:lnTo>
                  <a:pt x="192332" y="933382"/>
                </a:lnTo>
                <a:lnTo>
                  <a:pt x="193234" y="917825"/>
                </a:lnTo>
                <a:lnTo>
                  <a:pt x="194798" y="902269"/>
                </a:lnTo>
                <a:lnTo>
                  <a:pt x="196943" y="886713"/>
                </a:lnTo>
                <a:lnTo>
                  <a:pt x="199555" y="871156"/>
                </a:lnTo>
                <a:lnTo>
                  <a:pt x="202493" y="855600"/>
                </a:lnTo>
                <a:lnTo>
                  <a:pt x="205609" y="840044"/>
                </a:lnTo>
                <a:lnTo>
                  <a:pt x="208757" y="824487"/>
                </a:lnTo>
                <a:lnTo>
                  <a:pt x="211805" y="808931"/>
                </a:lnTo>
                <a:lnTo>
                  <a:pt x="214648" y="793375"/>
                </a:lnTo>
                <a:lnTo>
                  <a:pt x="217211" y="777818"/>
                </a:lnTo>
                <a:lnTo>
                  <a:pt x="219446" y="762262"/>
                </a:lnTo>
                <a:lnTo>
                  <a:pt x="221336" y="746705"/>
                </a:lnTo>
                <a:lnTo>
                  <a:pt x="222889" y="731149"/>
                </a:lnTo>
                <a:lnTo>
                  <a:pt x="224127" y="715593"/>
                </a:lnTo>
                <a:lnTo>
                  <a:pt x="225089" y="700036"/>
                </a:lnTo>
                <a:lnTo>
                  <a:pt x="225815" y="684480"/>
                </a:lnTo>
                <a:lnTo>
                  <a:pt x="226349" y="668924"/>
                </a:lnTo>
                <a:lnTo>
                  <a:pt x="226731" y="653367"/>
                </a:lnTo>
                <a:lnTo>
                  <a:pt x="226998" y="637811"/>
                </a:lnTo>
                <a:lnTo>
                  <a:pt x="227180" y="622255"/>
                </a:lnTo>
                <a:lnTo>
                  <a:pt x="227300" y="606698"/>
                </a:lnTo>
                <a:lnTo>
                  <a:pt x="227378" y="591142"/>
                </a:lnTo>
                <a:lnTo>
                  <a:pt x="227428" y="575585"/>
                </a:lnTo>
                <a:lnTo>
                  <a:pt x="227458" y="560029"/>
                </a:lnTo>
                <a:lnTo>
                  <a:pt x="227476" y="544473"/>
                </a:lnTo>
                <a:lnTo>
                  <a:pt x="227487" y="528916"/>
                </a:lnTo>
                <a:lnTo>
                  <a:pt x="227493" y="513360"/>
                </a:lnTo>
                <a:lnTo>
                  <a:pt x="227496" y="497804"/>
                </a:lnTo>
                <a:lnTo>
                  <a:pt x="227498" y="482247"/>
                </a:lnTo>
                <a:lnTo>
                  <a:pt x="227499" y="466691"/>
                </a:lnTo>
                <a:lnTo>
                  <a:pt x="227499" y="451135"/>
                </a:lnTo>
                <a:lnTo>
                  <a:pt x="227500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0" y="435578"/>
                </a:lnTo>
                <a:lnTo>
                  <a:pt x="227501" y="451135"/>
                </a:lnTo>
                <a:lnTo>
                  <a:pt x="227501" y="466691"/>
                </a:lnTo>
                <a:lnTo>
                  <a:pt x="227502" y="482247"/>
                </a:lnTo>
                <a:lnTo>
                  <a:pt x="227504" y="497804"/>
                </a:lnTo>
                <a:lnTo>
                  <a:pt x="227507" y="513360"/>
                </a:lnTo>
                <a:lnTo>
                  <a:pt x="227513" y="528916"/>
                </a:lnTo>
                <a:lnTo>
                  <a:pt x="227524" y="544473"/>
                </a:lnTo>
                <a:lnTo>
                  <a:pt x="227542" y="560029"/>
                </a:lnTo>
                <a:lnTo>
                  <a:pt x="227572" y="575585"/>
                </a:lnTo>
                <a:lnTo>
                  <a:pt x="227622" y="591142"/>
                </a:lnTo>
                <a:lnTo>
                  <a:pt x="227700" y="606698"/>
                </a:lnTo>
                <a:lnTo>
                  <a:pt x="227820" y="622255"/>
                </a:lnTo>
                <a:lnTo>
                  <a:pt x="228002" y="637811"/>
                </a:lnTo>
                <a:lnTo>
                  <a:pt x="228269" y="653367"/>
                </a:lnTo>
                <a:lnTo>
                  <a:pt x="228651" y="668924"/>
                </a:lnTo>
                <a:lnTo>
                  <a:pt x="229185" y="684480"/>
                </a:lnTo>
                <a:lnTo>
                  <a:pt x="229911" y="700036"/>
                </a:lnTo>
                <a:lnTo>
                  <a:pt x="230873" y="715593"/>
                </a:lnTo>
                <a:lnTo>
                  <a:pt x="232111" y="731149"/>
                </a:lnTo>
                <a:lnTo>
                  <a:pt x="233664" y="746705"/>
                </a:lnTo>
                <a:lnTo>
                  <a:pt x="235554" y="762262"/>
                </a:lnTo>
                <a:lnTo>
                  <a:pt x="237789" y="777818"/>
                </a:lnTo>
                <a:lnTo>
                  <a:pt x="240352" y="793375"/>
                </a:lnTo>
                <a:lnTo>
                  <a:pt x="243195" y="808931"/>
                </a:lnTo>
                <a:lnTo>
                  <a:pt x="246244" y="824487"/>
                </a:lnTo>
                <a:lnTo>
                  <a:pt x="249391" y="840044"/>
                </a:lnTo>
                <a:lnTo>
                  <a:pt x="252507" y="855600"/>
                </a:lnTo>
                <a:lnTo>
                  <a:pt x="255445" y="871156"/>
                </a:lnTo>
                <a:lnTo>
                  <a:pt x="258057" y="886713"/>
                </a:lnTo>
                <a:lnTo>
                  <a:pt x="260202" y="902269"/>
                </a:lnTo>
                <a:lnTo>
                  <a:pt x="261766" y="917825"/>
                </a:lnTo>
                <a:lnTo>
                  <a:pt x="262668" y="933382"/>
                </a:lnTo>
                <a:lnTo>
                  <a:pt x="262875" y="948938"/>
                </a:lnTo>
                <a:lnTo>
                  <a:pt x="262398" y="964495"/>
                </a:lnTo>
                <a:lnTo>
                  <a:pt x="261297" y="980051"/>
                </a:lnTo>
                <a:lnTo>
                  <a:pt x="259669" y="995607"/>
                </a:lnTo>
                <a:lnTo>
                  <a:pt x="257640" y="1011164"/>
                </a:lnTo>
                <a:lnTo>
                  <a:pt x="255350" y="1026720"/>
                </a:lnTo>
                <a:lnTo>
                  <a:pt x="252942" y="1042276"/>
                </a:lnTo>
                <a:lnTo>
                  <a:pt x="250547" y="1057833"/>
                </a:lnTo>
                <a:lnTo>
                  <a:pt x="248277" y="1073389"/>
                </a:lnTo>
                <a:lnTo>
                  <a:pt x="246218" y="1088945"/>
                </a:lnTo>
                <a:lnTo>
                  <a:pt x="244430" y="1104502"/>
                </a:lnTo>
                <a:lnTo>
                  <a:pt x="242946" y="1120058"/>
                </a:lnTo>
                <a:lnTo>
                  <a:pt x="241777" y="1135615"/>
                </a:lnTo>
                <a:lnTo>
                  <a:pt x="240918" y="1151171"/>
                </a:lnTo>
                <a:lnTo>
                  <a:pt x="240349" y="1166727"/>
                </a:lnTo>
                <a:lnTo>
                  <a:pt x="240046" y="1182284"/>
                </a:lnTo>
                <a:lnTo>
                  <a:pt x="239976" y="1197840"/>
                </a:lnTo>
                <a:lnTo>
                  <a:pt x="240107" y="1213396"/>
                </a:lnTo>
                <a:lnTo>
                  <a:pt x="240406" y="1228953"/>
                </a:lnTo>
                <a:lnTo>
                  <a:pt x="240835" y="1244509"/>
                </a:lnTo>
                <a:lnTo>
                  <a:pt x="241359" y="1260065"/>
                </a:lnTo>
                <a:lnTo>
                  <a:pt x="241938" y="1275622"/>
                </a:lnTo>
                <a:lnTo>
                  <a:pt x="242530" y="1291178"/>
                </a:lnTo>
                <a:lnTo>
                  <a:pt x="243095" y="1306735"/>
                </a:lnTo>
                <a:lnTo>
                  <a:pt x="243590" y="1322291"/>
                </a:lnTo>
                <a:lnTo>
                  <a:pt x="243979" y="1337847"/>
                </a:lnTo>
                <a:lnTo>
                  <a:pt x="244227" y="1353404"/>
                </a:lnTo>
                <a:lnTo>
                  <a:pt x="244312" y="1368960"/>
                </a:lnTo>
                <a:lnTo>
                  <a:pt x="244221" y="1384516"/>
                </a:lnTo>
                <a:lnTo>
                  <a:pt x="243952" y="1400073"/>
                </a:lnTo>
                <a:lnTo>
                  <a:pt x="243518" y="1415629"/>
                </a:lnTo>
                <a:lnTo>
                  <a:pt x="242942" y="1431185"/>
                </a:lnTo>
                <a:lnTo>
                  <a:pt x="242259" y="1446742"/>
                </a:lnTo>
                <a:lnTo>
                  <a:pt x="241511" y="1462298"/>
                </a:lnTo>
                <a:lnTo>
                  <a:pt x="240747" y="1477855"/>
                </a:lnTo>
                <a:lnTo>
                  <a:pt x="240022" y="1493411"/>
                </a:lnTo>
                <a:lnTo>
                  <a:pt x="239401" y="1508967"/>
                </a:lnTo>
                <a:lnTo>
                  <a:pt x="238958" y="1524524"/>
                </a:lnTo>
                <a:lnTo>
                  <a:pt x="238780" y="1540080"/>
                </a:lnTo>
                <a:lnTo>
                  <a:pt x="238979" y="1555636"/>
                </a:lnTo>
                <a:lnTo>
                  <a:pt x="239693" y="1571193"/>
                </a:lnTo>
                <a:lnTo>
                  <a:pt x="241092" y="1586749"/>
                </a:lnTo>
                <a:lnTo>
                  <a:pt x="243386" y="1602305"/>
                </a:lnTo>
                <a:lnTo>
                  <a:pt x="246813" y="1617862"/>
                </a:lnTo>
                <a:lnTo>
                  <a:pt x="251640" y="1633418"/>
                </a:lnTo>
                <a:lnTo>
                  <a:pt x="258140" y="1648975"/>
                </a:lnTo>
                <a:lnTo>
                  <a:pt x="266571" y="1664531"/>
                </a:lnTo>
                <a:lnTo>
                  <a:pt x="277136" y="1680087"/>
                </a:lnTo>
                <a:lnTo>
                  <a:pt x="289952" y="1695644"/>
                </a:lnTo>
                <a:lnTo>
                  <a:pt x="305003" y="1711200"/>
                </a:lnTo>
                <a:lnTo>
                  <a:pt x="322103" y="1726756"/>
                </a:lnTo>
                <a:lnTo>
                  <a:pt x="340873" y="1742313"/>
                </a:lnTo>
                <a:lnTo>
                  <a:pt x="360725" y="1757869"/>
                </a:lnTo>
                <a:lnTo>
                  <a:pt x="380884" y="1773425"/>
                </a:lnTo>
                <a:lnTo>
                  <a:pt x="400420" y="1788982"/>
                </a:lnTo>
                <a:lnTo>
                  <a:pt x="418316" y="1804538"/>
                </a:lnTo>
                <a:lnTo>
                  <a:pt x="433552" y="1820095"/>
                </a:lnTo>
                <a:lnTo>
                  <a:pt x="445197" y="1835651"/>
                </a:lnTo>
                <a:lnTo>
                  <a:pt x="452508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4" name="04_small_CA2_pose1_rmsd2_1908">
            <a:extLst>
              <a:ext uri="{FF2B5EF4-FFF2-40B4-BE49-F238E27FC236}">
                <a16:creationId xmlns:a16="http://schemas.microsoft.com/office/drawing/2014/main" id="{8C67139A-E0F7-4607-AAA5-F80B640D38F7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09" y="1851207"/>
                </a:lnTo>
                <a:lnTo>
                  <a:pt x="9866" y="1835651"/>
                </a:lnTo>
                <a:lnTo>
                  <a:pt x="21584" y="1820095"/>
                </a:lnTo>
                <a:lnTo>
                  <a:pt x="36908" y="1804538"/>
                </a:lnTo>
                <a:lnTo>
                  <a:pt x="54900" y="1788982"/>
                </a:lnTo>
                <a:lnTo>
                  <a:pt x="74526" y="1773425"/>
                </a:lnTo>
                <a:lnTo>
                  <a:pt x="94756" y="1757869"/>
                </a:lnTo>
                <a:lnTo>
                  <a:pt x="114650" y="1742313"/>
                </a:lnTo>
                <a:lnTo>
                  <a:pt x="133423" y="1726756"/>
                </a:lnTo>
                <a:lnTo>
                  <a:pt x="150482" y="1711200"/>
                </a:lnTo>
                <a:lnTo>
                  <a:pt x="165445" y="1695644"/>
                </a:lnTo>
                <a:lnTo>
                  <a:pt x="178129" y="1680087"/>
                </a:lnTo>
                <a:lnTo>
                  <a:pt x="188527" y="1664531"/>
                </a:lnTo>
                <a:lnTo>
                  <a:pt x="196763" y="1648975"/>
                </a:lnTo>
                <a:lnTo>
                  <a:pt x="203058" y="1633418"/>
                </a:lnTo>
                <a:lnTo>
                  <a:pt x="207684" y="1617862"/>
                </a:lnTo>
                <a:lnTo>
                  <a:pt x="210931" y="1602305"/>
                </a:lnTo>
                <a:lnTo>
                  <a:pt x="213082" y="1586749"/>
                </a:lnTo>
                <a:lnTo>
                  <a:pt x="214389" y="1571193"/>
                </a:lnTo>
                <a:lnTo>
                  <a:pt x="215070" y="1555636"/>
                </a:lnTo>
                <a:lnTo>
                  <a:pt x="215302" y="1540080"/>
                </a:lnTo>
                <a:lnTo>
                  <a:pt x="215225" y="1524524"/>
                </a:lnTo>
                <a:lnTo>
                  <a:pt x="214947" y="1508967"/>
                </a:lnTo>
                <a:lnTo>
                  <a:pt x="214550" y="1493411"/>
                </a:lnTo>
                <a:lnTo>
                  <a:pt x="214099" y="1477855"/>
                </a:lnTo>
                <a:lnTo>
                  <a:pt x="213646" y="1462298"/>
                </a:lnTo>
                <a:lnTo>
                  <a:pt x="213234" y="1446742"/>
                </a:lnTo>
                <a:lnTo>
                  <a:pt x="212901" y="1431185"/>
                </a:lnTo>
                <a:lnTo>
                  <a:pt x="212678" y="1415629"/>
                </a:lnTo>
                <a:lnTo>
                  <a:pt x="212591" y="1400073"/>
                </a:lnTo>
                <a:lnTo>
                  <a:pt x="212658" y="1384516"/>
                </a:lnTo>
                <a:lnTo>
                  <a:pt x="212889" y="1368960"/>
                </a:lnTo>
                <a:lnTo>
                  <a:pt x="213283" y="1353404"/>
                </a:lnTo>
                <a:lnTo>
                  <a:pt x="213831" y="1337847"/>
                </a:lnTo>
                <a:lnTo>
                  <a:pt x="214516" y="1322291"/>
                </a:lnTo>
                <a:lnTo>
                  <a:pt x="215314" y="1306735"/>
                </a:lnTo>
                <a:lnTo>
                  <a:pt x="216196" y="1291178"/>
                </a:lnTo>
                <a:lnTo>
                  <a:pt x="217131" y="1275622"/>
                </a:lnTo>
                <a:lnTo>
                  <a:pt x="218084" y="1260065"/>
                </a:lnTo>
                <a:lnTo>
                  <a:pt x="219023" y="1244509"/>
                </a:lnTo>
                <a:lnTo>
                  <a:pt x="219917" y="1228953"/>
                </a:lnTo>
                <a:lnTo>
                  <a:pt x="220733" y="1213396"/>
                </a:lnTo>
                <a:lnTo>
                  <a:pt x="221442" y="1197840"/>
                </a:lnTo>
                <a:lnTo>
                  <a:pt x="222013" y="1182284"/>
                </a:lnTo>
                <a:lnTo>
                  <a:pt x="222420" y="1166727"/>
                </a:lnTo>
                <a:lnTo>
                  <a:pt x="222636" y="1151171"/>
                </a:lnTo>
                <a:lnTo>
                  <a:pt x="222640" y="1135615"/>
                </a:lnTo>
                <a:lnTo>
                  <a:pt x="222416" y="1120058"/>
                </a:lnTo>
                <a:lnTo>
                  <a:pt x="221957" y="1104502"/>
                </a:lnTo>
                <a:lnTo>
                  <a:pt x="221266" y="1088945"/>
                </a:lnTo>
                <a:lnTo>
                  <a:pt x="220363" y="1073389"/>
                </a:lnTo>
                <a:lnTo>
                  <a:pt x="219278" y="1057833"/>
                </a:lnTo>
                <a:lnTo>
                  <a:pt x="218062" y="1042276"/>
                </a:lnTo>
                <a:lnTo>
                  <a:pt x="216777" y="1026720"/>
                </a:lnTo>
                <a:lnTo>
                  <a:pt x="215497" y="1011164"/>
                </a:lnTo>
                <a:lnTo>
                  <a:pt x="214303" y="995607"/>
                </a:lnTo>
                <a:lnTo>
                  <a:pt x="213273" y="980051"/>
                </a:lnTo>
                <a:lnTo>
                  <a:pt x="212482" y="964495"/>
                </a:lnTo>
                <a:lnTo>
                  <a:pt x="211987" y="948938"/>
                </a:lnTo>
                <a:lnTo>
                  <a:pt x="211827" y="933382"/>
                </a:lnTo>
                <a:lnTo>
                  <a:pt x="212016" y="917825"/>
                </a:lnTo>
                <a:lnTo>
                  <a:pt x="212545" y="902269"/>
                </a:lnTo>
                <a:lnTo>
                  <a:pt x="213378" y="886713"/>
                </a:lnTo>
                <a:lnTo>
                  <a:pt x="214462" y="871156"/>
                </a:lnTo>
                <a:lnTo>
                  <a:pt x="215728" y="855600"/>
                </a:lnTo>
                <a:lnTo>
                  <a:pt x="217101" y="840044"/>
                </a:lnTo>
                <a:lnTo>
                  <a:pt x="218505" y="824487"/>
                </a:lnTo>
                <a:lnTo>
                  <a:pt x="219869" y="808931"/>
                </a:lnTo>
                <a:lnTo>
                  <a:pt x="221134" y="793375"/>
                </a:lnTo>
                <a:lnTo>
                  <a:pt x="222252" y="777818"/>
                </a:lnTo>
                <a:lnTo>
                  <a:pt x="223191" y="762262"/>
                </a:lnTo>
                <a:lnTo>
                  <a:pt x="223929" y="746705"/>
                </a:lnTo>
                <a:lnTo>
                  <a:pt x="224462" y="731149"/>
                </a:lnTo>
                <a:lnTo>
                  <a:pt x="224790" y="715593"/>
                </a:lnTo>
                <a:lnTo>
                  <a:pt x="224926" y="700036"/>
                </a:lnTo>
                <a:lnTo>
                  <a:pt x="224886" y="684480"/>
                </a:lnTo>
                <a:lnTo>
                  <a:pt x="224694" y="668924"/>
                </a:lnTo>
                <a:lnTo>
                  <a:pt x="224375" y="653367"/>
                </a:lnTo>
                <a:lnTo>
                  <a:pt x="223962" y="637811"/>
                </a:lnTo>
                <a:lnTo>
                  <a:pt x="223487" y="622255"/>
                </a:lnTo>
                <a:lnTo>
                  <a:pt x="222986" y="606698"/>
                </a:lnTo>
                <a:lnTo>
                  <a:pt x="222496" y="591142"/>
                </a:lnTo>
                <a:lnTo>
                  <a:pt x="222053" y="575585"/>
                </a:lnTo>
                <a:lnTo>
                  <a:pt x="221687" y="560029"/>
                </a:lnTo>
                <a:lnTo>
                  <a:pt x="221427" y="544473"/>
                </a:lnTo>
                <a:lnTo>
                  <a:pt x="221292" y="528916"/>
                </a:lnTo>
                <a:lnTo>
                  <a:pt x="221291" y="513360"/>
                </a:lnTo>
                <a:lnTo>
                  <a:pt x="221424" y="497804"/>
                </a:lnTo>
                <a:lnTo>
                  <a:pt x="221681" y="482247"/>
                </a:lnTo>
                <a:lnTo>
                  <a:pt x="222042" y="466691"/>
                </a:lnTo>
                <a:lnTo>
                  <a:pt x="222480" y="451135"/>
                </a:lnTo>
                <a:lnTo>
                  <a:pt x="222962" y="435578"/>
                </a:lnTo>
                <a:lnTo>
                  <a:pt x="223454" y="420022"/>
                </a:lnTo>
                <a:lnTo>
                  <a:pt x="223917" y="404465"/>
                </a:lnTo>
                <a:lnTo>
                  <a:pt x="224314" y="388909"/>
                </a:lnTo>
                <a:lnTo>
                  <a:pt x="224606" y="373353"/>
                </a:lnTo>
                <a:lnTo>
                  <a:pt x="224755" y="357796"/>
                </a:lnTo>
                <a:lnTo>
                  <a:pt x="224716" y="342240"/>
                </a:lnTo>
                <a:lnTo>
                  <a:pt x="224438" y="326684"/>
                </a:lnTo>
                <a:lnTo>
                  <a:pt x="223855" y="311127"/>
                </a:lnTo>
                <a:lnTo>
                  <a:pt x="222888" y="295571"/>
                </a:lnTo>
                <a:lnTo>
                  <a:pt x="221432" y="280015"/>
                </a:lnTo>
                <a:lnTo>
                  <a:pt x="219362" y="264458"/>
                </a:lnTo>
                <a:lnTo>
                  <a:pt x="216527" y="248902"/>
                </a:lnTo>
                <a:lnTo>
                  <a:pt x="212759" y="233345"/>
                </a:lnTo>
                <a:lnTo>
                  <a:pt x="207880" y="217789"/>
                </a:lnTo>
                <a:lnTo>
                  <a:pt x="201721" y="202233"/>
                </a:lnTo>
                <a:lnTo>
                  <a:pt x="194143" y="186676"/>
                </a:lnTo>
                <a:lnTo>
                  <a:pt x="185065" y="171120"/>
                </a:lnTo>
                <a:lnTo>
                  <a:pt x="174490" y="155564"/>
                </a:lnTo>
                <a:lnTo>
                  <a:pt x="162539" y="140007"/>
                </a:lnTo>
                <a:lnTo>
                  <a:pt x="149464" y="124451"/>
                </a:lnTo>
                <a:lnTo>
                  <a:pt x="135659" y="108895"/>
                </a:lnTo>
                <a:lnTo>
                  <a:pt x="121654" y="93338"/>
                </a:lnTo>
                <a:lnTo>
                  <a:pt x="108087" y="77782"/>
                </a:lnTo>
                <a:lnTo>
                  <a:pt x="95659" y="62225"/>
                </a:lnTo>
                <a:lnTo>
                  <a:pt x="85077" y="46669"/>
                </a:lnTo>
                <a:lnTo>
                  <a:pt x="76986" y="31113"/>
                </a:lnTo>
                <a:lnTo>
                  <a:pt x="71907" y="15556"/>
                </a:lnTo>
                <a:lnTo>
                  <a:pt x="70175" y="0"/>
                </a:lnTo>
                <a:lnTo>
                  <a:pt x="384825" y="0"/>
                </a:lnTo>
                <a:lnTo>
                  <a:pt x="384825" y="0"/>
                </a:lnTo>
                <a:lnTo>
                  <a:pt x="383093" y="15556"/>
                </a:lnTo>
                <a:lnTo>
                  <a:pt x="378014" y="31113"/>
                </a:lnTo>
                <a:lnTo>
                  <a:pt x="369923" y="46669"/>
                </a:lnTo>
                <a:lnTo>
                  <a:pt x="359341" y="62225"/>
                </a:lnTo>
                <a:lnTo>
                  <a:pt x="346913" y="77782"/>
                </a:lnTo>
                <a:lnTo>
                  <a:pt x="333346" y="93338"/>
                </a:lnTo>
                <a:lnTo>
                  <a:pt x="319341" y="108895"/>
                </a:lnTo>
                <a:lnTo>
                  <a:pt x="305536" y="124451"/>
                </a:lnTo>
                <a:lnTo>
                  <a:pt x="292461" y="140007"/>
                </a:lnTo>
                <a:lnTo>
                  <a:pt x="280510" y="155564"/>
                </a:lnTo>
                <a:lnTo>
                  <a:pt x="269935" y="171120"/>
                </a:lnTo>
                <a:lnTo>
                  <a:pt x="260857" y="186676"/>
                </a:lnTo>
                <a:lnTo>
                  <a:pt x="253279" y="202233"/>
                </a:lnTo>
                <a:lnTo>
                  <a:pt x="247120" y="217789"/>
                </a:lnTo>
                <a:lnTo>
                  <a:pt x="242241" y="233345"/>
                </a:lnTo>
                <a:lnTo>
                  <a:pt x="238473" y="248902"/>
                </a:lnTo>
                <a:lnTo>
                  <a:pt x="235638" y="264458"/>
                </a:lnTo>
                <a:lnTo>
                  <a:pt x="233568" y="280015"/>
                </a:lnTo>
                <a:lnTo>
                  <a:pt x="232112" y="295571"/>
                </a:lnTo>
                <a:lnTo>
                  <a:pt x="231145" y="311127"/>
                </a:lnTo>
                <a:lnTo>
                  <a:pt x="230562" y="326684"/>
                </a:lnTo>
                <a:lnTo>
                  <a:pt x="230284" y="342240"/>
                </a:lnTo>
                <a:lnTo>
                  <a:pt x="230245" y="357796"/>
                </a:lnTo>
                <a:lnTo>
                  <a:pt x="230394" y="373353"/>
                </a:lnTo>
                <a:lnTo>
                  <a:pt x="230686" y="388909"/>
                </a:lnTo>
                <a:lnTo>
                  <a:pt x="231083" y="404465"/>
                </a:lnTo>
                <a:lnTo>
                  <a:pt x="231546" y="420022"/>
                </a:lnTo>
                <a:lnTo>
                  <a:pt x="232038" y="435578"/>
                </a:lnTo>
                <a:lnTo>
                  <a:pt x="232520" y="451135"/>
                </a:lnTo>
                <a:lnTo>
                  <a:pt x="232958" y="466691"/>
                </a:lnTo>
                <a:lnTo>
                  <a:pt x="233319" y="482247"/>
                </a:lnTo>
                <a:lnTo>
                  <a:pt x="233576" y="497804"/>
                </a:lnTo>
                <a:lnTo>
                  <a:pt x="233709" y="513360"/>
                </a:lnTo>
                <a:lnTo>
                  <a:pt x="233708" y="528916"/>
                </a:lnTo>
                <a:lnTo>
                  <a:pt x="233573" y="544473"/>
                </a:lnTo>
                <a:lnTo>
                  <a:pt x="233313" y="560029"/>
                </a:lnTo>
                <a:lnTo>
                  <a:pt x="232947" y="575585"/>
                </a:lnTo>
                <a:lnTo>
                  <a:pt x="232504" y="591142"/>
                </a:lnTo>
                <a:lnTo>
                  <a:pt x="232014" y="606698"/>
                </a:lnTo>
                <a:lnTo>
                  <a:pt x="231513" y="622255"/>
                </a:lnTo>
                <a:lnTo>
                  <a:pt x="231038" y="637811"/>
                </a:lnTo>
                <a:lnTo>
                  <a:pt x="230625" y="653367"/>
                </a:lnTo>
                <a:lnTo>
                  <a:pt x="230306" y="668924"/>
                </a:lnTo>
                <a:lnTo>
                  <a:pt x="230114" y="684480"/>
                </a:lnTo>
                <a:lnTo>
                  <a:pt x="230074" y="700036"/>
                </a:lnTo>
                <a:lnTo>
                  <a:pt x="230210" y="715593"/>
                </a:lnTo>
                <a:lnTo>
                  <a:pt x="230538" y="731149"/>
                </a:lnTo>
                <a:lnTo>
                  <a:pt x="231071" y="746705"/>
                </a:lnTo>
                <a:lnTo>
                  <a:pt x="231809" y="762262"/>
                </a:lnTo>
                <a:lnTo>
                  <a:pt x="232748" y="777818"/>
                </a:lnTo>
                <a:lnTo>
                  <a:pt x="233866" y="793375"/>
                </a:lnTo>
                <a:lnTo>
                  <a:pt x="235131" y="808931"/>
                </a:lnTo>
                <a:lnTo>
                  <a:pt x="236495" y="824487"/>
                </a:lnTo>
                <a:lnTo>
                  <a:pt x="237899" y="840044"/>
                </a:lnTo>
                <a:lnTo>
                  <a:pt x="239272" y="855600"/>
                </a:lnTo>
                <a:lnTo>
                  <a:pt x="240538" y="871156"/>
                </a:lnTo>
                <a:lnTo>
                  <a:pt x="241622" y="886713"/>
                </a:lnTo>
                <a:lnTo>
                  <a:pt x="242455" y="902269"/>
                </a:lnTo>
                <a:lnTo>
                  <a:pt x="242984" y="917825"/>
                </a:lnTo>
                <a:lnTo>
                  <a:pt x="243173" y="933382"/>
                </a:lnTo>
                <a:lnTo>
                  <a:pt x="243013" y="948938"/>
                </a:lnTo>
                <a:lnTo>
                  <a:pt x="242518" y="964495"/>
                </a:lnTo>
                <a:lnTo>
                  <a:pt x="241727" y="980051"/>
                </a:lnTo>
                <a:lnTo>
                  <a:pt x="240697" y="995607"/>
                </a:lnTo>
                <a:lnTo>
                  <a:pt x="239503" y="1011164"/>
                </a:lnTo>
                <a:lnTo>
                  <a:pt x="238223" y="1026720"/>
                </a:lnTo>
                <a:lnTo>
                  <a:pt x="236938" y="1042276"/>
                </a:lnTo>
                <a:lnTo>
                  <a:pt x="235722" y="1057833"/>
                </a:lnTo>
                <a:lnTo>
                  <a:pt x="234637" y="1073389"/>
                </a:lnTo>
                <a:lnTo>
                  <a:pt x="233734" y="1088945"/>
                </a:lnTo>
                <a:lnTo>
                  <a:pt x="233043" y="1104502"/>
                </a:lnTo>
                <a:lnTo>
                  <a:pt x="232584" y="1120058"/>
                </a:lnTo>
                <a:lnTo>
                  <a:pt x="232360" y="1135615"/>
                </a:lnTo>
                <a:lnTo>
                  <a:pt x="232364" y="1151171"/>
                </a:lnTo>
                <a:lnTo>
                  <a:pt x="232580" y="1166727"/>
                </a:lnTo>
                <a:lnTo>
                  <a:pt x="232987" y="1182284"/>
                </a:lnTo>
                <a:lnTo>
                  <a:pt x="233558" y="1197840"/>
                </a:lnTo>
                <a:lnTo>
                  <a:pt x="234267" y="1213396"/>
                </a:lnTo>
                <a:lnTo>
                  <a:pt x="235083" y="1228953"/>
                </a:lnTo>
                <a:lnTo>
                  <a:pt x="235977" y="1244509"/>
                </a:lnTo>
                <a:lnTo>
                  <a:pt x="236916" y="1260065"/>
                </a:lnTo>
                <a:lnTo>
                  <a:pt x="237869" y="1275622"/>
                </a:lnTo>
                <a:lnTo>
                  <a:pt x="238804" y="1291178"/>
                </a:lnTo>
                <a:lnTo>
                  <a:pt x="239686" y="1306735"/>
                </a:lnTo>
                <a:lnTo>
                  <a:pt x="240484" y="1322291"/>
                </a:lnTo>
                <a:lnTo>
                  <a:pt x="241169" y="1337847"/>
                </a:lnTo>
                <a:lnTo>
                  <a:pt x="241717" y="1353404"/>
                </a:lnTo>
                <a:lnTo>
                  <a:pt x="242111" y="1368960"/>
                </a:lnTo>
                <a:lnTo>
                  <a:pt x="242342" y="1384516"/>
                </a:lnTo>
                <a:lnTo>
                  <a:pt x="242409" y="1400073"/>
                </a:lnTo>
                <a:lnTo>
                  <a:pt x="242322" y="1415629"/>
                </a:lnTo>
                <a:lnTo>
                  <a:pt x="242099" y="1431185"/>
                </a:lnTo>
                <a:lnTo>
                  <a:pt x="241766" y="1446742"/>
                </a:lnTo>
                <a:lnTo>
                  <a:pt x="241354" y="1462298"/>
                </a:lnTo>
                <a:lnTo>
                  <a:pt x="240901" y="1477855"/>
                </a:lnTo>
                <a:lnTo>
                  <a:pt x="240450" y="1493411"/>
                </a:lnTo>
                <a:lnTo>
                  <a:pt x="240053" y="1508967"/>
                </a:lnTo>
                <a:lnTo>
                  <a:pt x="239775" y="1524524"/>
                </a:lnTo>
                <a:lnTo>
                  <a:pt x="239698" y="1540080"/>
                </a:lnTo>
                <a:lnTo>
                  <a:pt x="239930" y="1555636"/>
                </a:lnTo>
                <a:lnTo>
                  <a:pt x="240611" y="1571193"/>
                </a:lnTo>
                <a:lnTo>
                  <a:pt x="241918" y="1586749"/>
                </a:lnTo>
                <a:lnTo>
                  <a:pt x="244069" y="1602305"/>
                </a:lnTo>
                <a:lnTo>
                  <a:pt x="247316" y="1617862"/>
                </a:lnTo>
                <a:lnTo>
                  <a:pt x="251942" y="1633418"/>
                </a:lnTo>
                <a:lnTo>
                  <a:pt x="258237" y="1648975"/>
                </a:lnTo>
                <a:lnTo>
                  <a:pt x="266473" y="1664531"/>
                </a:lnTo>
                <a:lnTo>
                  <a:pt x="276871" y="1680087"/>
                </a:lnTo>
                <a:lnTo>
                  <a:pt x="289555" y="1695644"/>
                </a:lnTo>
                <a:lnTo>
                  <a:pt x="304518" y="1711200"/>
                </a:lnTo>
                <a:lnTo>
                  <a:pt x="321577" y="1726756"/>
                </a:lnTo>
                <a:lnTo>
                  <a:pt x="340350" y="1742313"/>
                </a:lnTo>
                <a:lnTo>
                  <a:pt x="360244" y="1757869"/>
                </a:lnTo>
                <a:lnTo>
                  <a:pt x="380474" y="1773425"/>
                </a:lnTo>
                <a:lnTo>
                  <a:pt x="400100" y="1788982"/>
                </a:lnTo>
                <a:lnTo>
                  <a:pt x="418092" y="1804538"/>
                </a:lnTo>
                <a:lnTo>
                  <a:pt x="433416" y="1820095"/>
                </a:lnTo>
                <a:lnTo>
                  <a:pt x="445134" y="1835651"/>
                </a:lnTo>
                <a:lnTo>
                  <a:pt x="452491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5" name="04_small_CA2_pose1_rmsd2_1909">
            <a:extLst>
              <a:ext uri="{FF2B5EF4-FFF2-40B4-BE49-F238E27FC236}">
                <a16:creationId xmlns:a16="http://schemas.microsoft.com/office/drawing/2014/main" id="{9166C3E2-9BD3-45E3-BF5B-D4B7397BBF6C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499" y="1851207"/>
                </a:lnTo>
                <a:lnTo>
                  <a:pt x="9829" y="1835651"/>
                </a:lnTo>
                <a:lnTo>
                  <a:pt x="21502" y="1820095"/>
                </a:lnTo>
                <a:lnTo>
                  <a:pt x="36768" y="1804538"/>
                </a:lnTo>
                <a:lnTo>
                  <a:pt x="54686" y="1788982"/>
                </a:lnTo>
                <a:lnTo>
                  <a:pt x="74226" y="1773425"/>
                </a:lnTo>
                <a:lnTo>
                  <a:pt x="94358" y="1757869"/>
                </a:lnTo>
                <a:lnTo>
                  <a:pt x="114140" y="1742313"/>
                </a:lnTo>
                <a:lnTo>
                  <a:pt x="132783" y="1726756"/>
                </a:lnTo>
                <a:lnTo>
                  <a:pt x="149692" y="1711200"/>
                </a:lnTo>
                <a:lnTo>
                  <a:pt x="164478" y="1695644"/>
                </a:lnTo>
                <a:lnTo>
                  <a:pt x="176956" y="1680087"/>
                </a:lnTo>
                <a:lnTo>
                  <a:pt x="187113" y="1664531"/>
                </a:lnTo>
                <a:lnTo>
                  <a:pt x="195074" y="1648975"/>
                </a:lnTo>
                <a:lnTo>
                  <a:pt x="201059" y="1633418"/>
                </a:lnTo>
                <a:lnTo>
                  <a:pt x="205346" y="1617862"/>
                </a:lnTo>
                <a:lnTo>
                  <a:pt x="208234" y="1602305"/>
                </a:lnTo>
                <a:lnTo>
                  <a:pt x="210014" y="1586749"/>
                </a:lnTo>
                <a:lnTo>
                  <a:pt x="210956" y="1571193"/>
                </a:lnTo>
                <a:lnTo>
                  <a:pt x="211289" y="1555636"/>
                </a:lnTo>
                <a:lnTo>
                  <a:pt x="211208" y="1540080"/>
                </a:lnTo>
                <a:lnTo>
                  <a:pt x="210863" y="1524524"/>
                </a:lnTo>
                <a:lnTo>
                  <a:pt x="210373" y="1508967"/>
                </a:lnTo>
                <a:lnTo>
                  <a:pt x="209825" y="1493411"/>
                </a:lnTo>
                <a:lnTo>
                  <a:pt x="209284" y="1477855"/>
                </a:lnTo>
                <a:lnTo>
                  <a:pt x="208795" y="1462298"/>
                </a:lnTo>
                <a:lnTo>
                  <a:pt x="208393" y="1446742"/>
                </a:lnTo>
                <a:lnTo>
                  <a:pt x="208102" y="1431185"/>
                </a:lnTo>
                <a:lnTo>
                  <a:pt x="207940" y="1415629"/>
                </a:lnTo>
                <a:lnTo>
                  <a:pt x="207916" y="1400073"/>
                </a:lnTo>
                <a:lnTo>
                  <a:pt x="208038" y="1384516"/>
                </a:lnTo>
                <a:lnTo>
                  <a:pt x="208307" y="1368960"/>
                </a:lnTo>
                <a:lnTo>
                  <a:pt x="208719" y="1353404"/>
                </a:lnTo>
                <a:lnTo>
                  <a:pt x="209268" y="1337847"/>
                </a:lnTo>
                <a:lnTo>
                  <a:pt x="209944" y="1322291"/>
                </a:lnTo>
                <a:lnTo>
                  <a:pt x="210735" y="1306735"/>
                </a:lnTo>
                <a:lnTo>
                  <a:pt x="211625" y="1291178"/>
                </a:lnTo>
                <a:lnTo>
                  <a:pt x="212597" y="1275622"/>
                </a:lnTo>
                <a:lnTo>
                  <a:pt x="213632" y="1260065"/>
                </a:lnTo>
                <a:lnTo>
                  <a:pt x="214707" y="1244509"/>
                </a:lnTo>
                <a:lnTo>
                  <a:pt x="215797" y="1228953"/>
                </a:lnTo>
                <a:lnTo>
                  <a:pt x="216870" y="1213396"/>
                </a:lnTo>
                <a:lnTo>
                  <a:pt x="217893" y="1197840"/>
                </a:lnTo>
                <a:lnTo>
                  <a:pt x="218829" y="1182284"/>
                </a:lnTo>
                <a:lnTo>
                  <a:pt x="219641" y="1166727"/>
                </a:lnTo>
                <a:lnTo>
                  <a:pt x="220290" y="1151171"/>
                </a:lnTo>
                <a:lnTo>
                  <a:pt x="220743" y="1135615"/>
                </a:lnTo>
                <a:lnTo>
                  <a:pt x="220972" y="1120058"/>
                </a:lnTo>
                <a:lnTo>
                  <a:pt x="220961" y="1104502"/>
                </a:lnTo>
                <a:lnTo>
                  <a:pt x="220705" y="1088945"/>
                </a:lnTo>
                <a:lnTo>
                  <a:pt x="220216" y="1073389"/>
                </a:lnTo>
                <a:lnTo>
                  <a:pt x="219521" y="1057833"/>
                </a:lnTo>
                <a:lnTo>
                  <a:pt x="218666" y="1042276"/>
                </a:lnTo>
                <a:lnTo>
                  <a:pt x="217708" y="1026720"/>
                </a:lnTo>
                <a:lnTo>
                  <a:pt x="216717" y="1011164"/>
                </a:lnTo>
                <a:lnTo>
                  <a:pt x="215768" y="995607"/>
                </a:lnTo>
                <a:lnTo>
                  <a:pt x="214938" y="980051"/>
                </a:lnTo>
                <a:lnTo>
                  <a:pt x="214293" y="964495"/>
                </a:lnTo>
                <a:lnTo>
                  <a:pt x="213888" y="948938"/>
                </a:lnTo>
                <a:lnTo>
                  <a:pt x="213760" y="933382"/>
                </a:lnTo>
                <a:lnTo>
                  <a:pt x="213922" y="917825"/>
                </a:lnTo>
                <a:lnTo>
                  <a:pt x="214366" y="902269"/>
                </a:lnTo>
                <a:lnTo>
                  <a:pt x="215061" y="886713"/>
                </a:lnTo>
                <a:lnTo>
                  <a:pt x="215957" y="871156"/>
                </a:lnTo>
                <a:lnTo>
                  <a:pt x="216993" y="855600"/>
                </a:lnTo>
                <a:lnTo>
                  <a:pt x="218100" y="840044"/>
                </a:lnTo>
                <a:lnTo>
                  <a:pt x="219209" y="824487"/>
                </a:lnTo>
                <a:lnTo>
                  <a:pt x="220258" y="808931"/>
                </a:lnTo>
                <a:lnTo>
                  <a:pt x="221195" y="793375"/>
                </a:lnTo>
                <a:lnTo>
                  <a:pt x="221981" y="777818"/>
                </a:lnTo>
                <a:lnTo>
                  <a:pt x="222592" y="762262"/>
                </a:lnTo>
                <a:lnTo>
                  <a:pt x="223020" y="746705"/>
                </a:lnTo>
                <a:lnTo>
                  <a:pt x="223269" y="731149"/>
                </a:lnTo>
                <a:lnTo>
                  <a:pt x="223357" y="715593"/>
                </a:lnTo>
                <a:lnTo>
                  <a:pt x="223306" y="700036"/>
                </a:lnTo>
                <a:lnTo>
                  <a:pt x="223149" y="684480"/>
                </a:lnTo>
                <a:lnTo>
                  <a:pt x="222917" y="668924"/>
                </a:lnTo>
                <a:lnTo>
                  <a:pt x="222643" y="653367"/>
                </a:lnTo>
                <a:lnTo>
                  <a:pt x="222360" y="637811"/>
                </a:lnTo>
                <a:lnTo>
                  <a:pt x="222096" y="622255"/>
                </a:lnTo>
                <a:lnTo>
                  <a:pt x="221874" y="606698"/>
                </a:lnTo>
                <a:lnTo>
                  <a:pt x="221714" y="591142"/>
                </a:lnTo>
                <a:lnTo>
                  <a:pt x="221629" y="575585"/>
                </a:lnTo>
                <a:lnTo>
                  <a:pt x="221628" y="560029"/>
                </a:lnTo>
                <a:lnTo>
                  <a:pt x="221715" y="544473"/>
                </a:lnTo>
                <a:lnTo>
                  <a:pt x="221886" y="528916"/>
                </a:lnTo>
                <a:lnTo>
                  <a:pt x="222136" y="513360"/>
                </a:lnTo>
                <a:lnTo>
                  <a:pt x="222453" y="497804"/>
                </a:lnTo>
                <a:lnTo>
                  <a:pt x="222824" y="482247"/>
                </a:lnTo>
                <a:lnTo>
                  <a:pt x="223230" y="466691"/>
                </a:lnTo>
                <a:lnTo>
                  <a:pt x="223651" y="451135"/>
                </a:lnTo>
                <a:lnTo>
                  <a:pt x="224066" y="435578"/>
                </a:lnTo>
                <a:lnTo>
                  <a:pt x="224450" y="420022"/>
                </a:lnTo>
                <a:lnTo>
                  <a:pt x="224779" y="404465"/>
                </a:lnTo>
                <a:lnTo>
                  <a:pt x="225026" y="388909"/>
                </a:lnTo>
                <a:lnTo>
                  <a:pt x="225159" y="373353"/>
                </a:lnTo>
                <a:lnTo>
                  <a:pt x="225143" y="357796"/>
                </a:lnTo>
                <a:lnTo>
                  <a:pt x="224933" y="342240"/>
                </a:lnTo>
                <a:lnTo>
                  <a:pt x="224472" y="326684"/>
                </a:lnTo>
                <a:lnTo>
                  <a:pt x="223682" y="311127"/>
                </a:lnTo>
                <a:lnTo>
                  <a:pt x="222469" y="295571"/>
                </a:lnTo>
                <a:lnTo>
                  <a:pt x="220705" y="280015"/>
                </a:lnTo>
                <a:lnTo>
                  <a:pt x="218239" y="264458"/>
                </a:lnTo>
                <a:lnTo>
                  <a:pt x="214888" y="248902"/>
                </a:lnTo>
                <a:lnTo>
                  <a:pt x="210449" y="233345"/>
                </a:lnTo>
                <a:lnTo>
                  <a:pt x="204709" y="217789"/>
                </a:lnTo>
                <a:lnTo>
                  <a:pt x="197463" y="202233"/>
                </a:lnTo>
                <a:lnTo>
                  <a:pt x="188546" y="186676"/>
                </a:lnTo>
                <a:lnTo>
                  <a:pt x="177859" y="171120"/>
                </a:lnTo>
                <a:lnTo>
                  <a:pt x="165405" y="155564"/>
                </a:lnTo>
                <a:lnTo>
                  <a:pt x="151324" y="140007"/>
                </a:lnTo>
                <a:lnTo>
                  <a:pt x="135913" y="124451"/>
                </a:lnTo>
                <a:lnTo>
                  <a:pt x="119639" y="108895"/>
                </a:lnTo>
                <a:lnTo>
                  <a:pt x="103125" y="93338"/>
                </a:lnTo>
                <a:lnTo>
                  <a:pt x="87125" y="77782"/>
                </a:lnTo>
                <a:lnTo>
                  <a:pt x="72466" y="62225"/>
                </a:lnTo>
                <a:lnTo>
                  <a:pt x="59984" y="46669"/>
                </a:lnTo>
                <a:lnTo>
                  <a:pt x="50440" y="31113"/>
                </a:lnTo>
                <a:lnTo>
                  <a:pt x="44448" y="15556"/>
                </a:lnTo>
                <a:lnTo>
                  <a:pt x="42405" y="0"/>
                </a:lnTo>
                <a:lnTo>
                  <a:pt x="412595" y="0"/>
                </a:lnTo>
                <a:lnTo>
                  <a:pt x="412595" y="0"/>
                </a:lnTo>
                <a:lnTo>
                  <a:pt x="410552" y="15556"/>
                </a:lnTo>
                <a:lnTo>
                  <a:pt x="404560" y="31113"/>
                </a:lnTo>
                <a:lnTo>
                  <a:pt x="395016" y="46669"/>
                </a:lnTo>
                <a:lnTo>
                  <a:pt x="382534" y="62225"/>
                </a:lnTo>
                <a:lnTo>
                  <a:pt x="367875" y="77782"/>
                </a:lnTo>
                <a:lnTo>
                  <a:pt x="351875" y="93338"/>
                </a:lnTo>
                <a:lnTo>
                  <a:pt x="335361" y="108895"/>
                </a:lnTo>
                <a:lnTo>
                  <a:pt x="319087" y="124451"/>
                </a:lnTo>
                <a:lnTo>
                  <a:pt x="303676" y="140007"/>
                </a:lnTo>
                <a:lnTo>
                  <a:pt x="289595" y="155564"/>
                </a:lnTo>
                <a:lnTo>
                  <a:pt x="277141" y="171120"/>
                </a:lnTo>
                <a:lnTo>
                  <a:pt x="266454" y="186676"/>
                </a:lnTo>
                <a:lnTo>
                  <a:pt x="257537" y="202233"/>
                </a:lnTo>
                <a:lnTo>
                  <a:pt x="250291" y="217789"/>
                </a:lnTo>
                <a:lnTo>
                  <a:pt x="244551" y="233345"/>
                </a:lnTo>
                <a:lnTo>
                  <a:pt x="240112" y="248902"/>
                </a:lnTo>
                <a:lnTo>
                  <a:pt x="236761" y="264458"/>
                </a:lnTo>
                <a:lnTo>
                  <a:pt x="234295" y="280015"/>
                </a:lnTo>
                <a:lnTo>
                  <a:pt x="232531" y="295571"/>
                </a:lnTo>
                <a:lnTo>
                  <a:pt x="231317" y="311127"/>
                </a:lnTo>
                <a:lnTo>
                  <a:pt x="230528" y="326684"/>
                </a:lnTo>
                <a:lnTo>
                  <a:pt x="230067" y="342240"/>
                </a:lnTo>
                <a:lnTo>
                  <a:pt x="229857" y="357796"/>
                </a:lnTo>
                <a:lnTo>
                  <a:pt x="229841" y="373353"/>
                </a:lnTo>
                <a:lnTo>
                  <a:pt x="229974" y="388909"/>
                </a:lnTo>
                <a:lnTo>
                  <a:pt x="230220" y="404465"/>
                </a:lnTo>
                <a:lnTo>
                  <a:pt x="230550" y="420022"/>
                </a:lnTo>
                <a:lnTo>
                  <a:pt x="230934" y="435578"/>
                </a:lnTo>
                <a:lnTo>
                  <a:pt x="231349" y="451135"/>
                </a:lnTo>
                <a:lnTo>
                  <a:pt x="231770" y="466691"/>
                </a:lnTo>
                <a:lnTo>
                  <a:pt x="232176" y="482247"/>
                </a:lnTo>
                <a:lnTo>
                  <a:pt x="232547" y="497804"/>
                </a:lnTo>
                <a:lnTo>
                  <a:pt x="232864" y="513360"/>
                </a:lnTo>
                <a:lnTo>
                  <a:pt x="233114" y="528916"/>
                </a:lnTo>
                <a:lnTo>
                  <a:pt x="233285" y="544473"/>
                </a:lnTo>
                <a:lnTo>
                  <a:pt x="233372" y="560029"/>
                </a:lnTo>
                <a:lnTo>
                  <a:pt x="233371" y="575585"/>
                </a:lnTo>
                <a:lnTo>
                  <a:pt x="233286" y="591142"/>
                </a:lnTo>
                <a:lnTo>
                  <a:pt x="233126" y="606698"/>
                </a:lnTo>
                <a:lnTo>
                  <a:pt x="232904" y="622255"/>
                </a:lnTo>
                <a:lnTo>
                  <a:pt x="232640" y="637811"/>
                </a:lnTo>
                <a:lnTo>
                  <a:pt x="232357" y="653367"/>
                </a:lnTo>
                <a:lnTo>
                  <a:pt x="232083" y="668924"/>
                </a:lnTo>
                <a:lnTo>
                  <a:pt x="231851" y="684480"/>
                </a:lnTo>
                <a:lnTo>
                  <a:pt x="231694" y="700036"/>
                </a:lnTo>
                <a:lnTo>
                  <a:pt x="231643" y="715593"/>
                </a:lnTo>
                <a:lnTo>
                  <a:pt x="231731" y="731149"/>
                </a:lnTo>
                <a:lnTo>
                  <a:pt x="231980" y="746705"/>
                </a:lnTo>
                <a:lnTo>
                  <a:pt x="232408" y="762262"/>
                </a:lnTo>
                <a:lnTo>
                  <a:pt x="233019" y="777818"/>
                </a:lnTo>
                <a:lnTo>
                  <a:pt x="233805" y="793375"/>
                </a:lnTo>
                <a:lnTo>
                  <a:pt x="234742" y="808931"/>
                </a:lnTo>
                <a:lnTo>
                  <a:pt x="235791" y="824487"/>
                </a:lnTo>
                <a:lnTo>
                  <a:pt x="236900" y="840044"/>
                </a:lnTo>
                <a:lnTo>
                  <a:pt x="238007" y="855600"/>
                </a:lnTo>
                <a:lnTo>
                  <a:pt x="239043" y="871156"/>
                </a:lnTo>
                <a:lnTo>
                  <a:pt x="239939" y="886713"/>
                </a:lnTo>
                <a:lnTo>
                  <a:pt x="240634" y="902269"/>
                </a:lnTo>
                <a:lnTo>
                  <a:pt x="241078" y="917825"/>
                </a:lnTo>
                <a:lnTo>
                  <a:pt x="241240" y="933382"/>
                </a:lnTo>
                <a:lnTo>
                  <a:pt x="241112" y="948938"/>
                </a:lnTo>
                <a:lnTo>
                  <a:pt x="240707" y="964495"/>
                </a:lnTo>
                <a:lnTo>
                  <a:pt x="240062" y="980051"/>
                </a:lnTo>
                <a:lnTo>
                  <a:pt x="239232" y="995607"/>
                </a:lnTo>
                <a:lnTo>
                  <a:pt x="238283" y="1011164"/>
                </a:lnTo>
                <a:lnTo>
                  <a:pt x="237292" y="1026720"/>
                </a:lnTo>
                <a:lnTo>
                  <a:pt x="236334" y="1042276"/>
                </a:lnTo>
                <a:lnTo>
                  <a:pt x="235479" y="1057833"/>
                </a:lnTo>
                <a:lnTo>
                  <a:pt x="234784" y="1073389"/>
                </a:lnTo>
                <a:lnTo>
                  <a:pt x="234295" y="1088945"/>
                </a:lnTo>
                <a:lnTo>
                  <a:pt x="234039" y="1104502"/>
                </a:lnTo>
                <a:lnTo>
                  <a:pt x="234028" y="1120058"/>
                </a:lnTo>
                <a:lnTo>
                  <a:pt x="234257" y="1135615"/>
                </a:lnTo>
                <a:lnTo>
                  <a:pt x="234710" y="1151171"/>
                </a:lnTo>
                <a:lnTo>
                  <a:pt x="235359" y="1166727"/>
                </a:lnTo>
                <a:lnTo>
                  <a:pt x="236171" y="1182284"/>
                </a:lnTo>
                <a:lnTo>
                  <a:pt x="237107" y="1197840"/>
                </a:lnTo>
                <a:lnTo>
                  <a:pt x="238130" y="1213396"/>
                </a:lnTo>
                <a:lnTo>
                  <a:pt x="239203" y="1228953"/>
                </a:lnTo>
                <a:lnTo>
                  <a:pt x="240293" y="1244509"/>
                </a:lnTo>
                <a:lnTo>
                  <a:pt x="241368" y="1260065"/>
                </a:lnTo>
                <a:lnTo>
                  <a:pt x="242403" y="1275622"/>
                </a:lnTo>
                <a:lnTo>
                  <a:pt x="243375" y="1291178"/>
                </a:lnTo>
                <a:lnTo>
                  <a:pt x="244265" y="1306735"/>
                </a:lnTo>
                <a:lnTo>
                  <a:pt x="245056" y="1322291"/>
                </a:lnTo>
                <a:lnTo>
                  <a:pt x="245732" y="1337847"/>
                </a:lnTo>
                <a:lnTo>
                  <a:pt x="246281" y="1353404"/>
                </a:lnTo>
                <a:lnTo>
                  <a:pt x="246693" y="1368960"/>
                </a:lnTo>
                <a:lnTo>
                  <a:pt x="246962" y="1384516"/>
                </a:lnTo>
                <a:lnTo>
                  <a:pt x="247084" y="1400073"/>
                </a:lnTo>
                <a:lnTo>
                  <a:pt x="247060" y="1415629"/>
                </a:lnTo>
                <a:lnTo>
                  <a:pt x="246898" y="1431185"/>
                </a:lnTo>
                <a:lnTo>
                  <a:pt x="246607" y="1446742"/>
                </a:lnTo>
                <a:lnTo>
                  <a:pt x="246205" y="1462298"/>
                </a:lnTo>
                <a:lnTo>
                  <a:pt x="245716" y="1477855"/>
                </a:lnTo>
                <a:lnTo>
                  <a:pt x="245175" y="1493411"/>
                </a:lnTo>
                <a:lnTo>
                  <a:pt x="244627" y="1508967"/>
                </a:lnTo>
                <a:lnTo>
                  <a:pt x="244137" y="1524524"/>
                </a:lnTo>
                <a:lnTo>
                  <a:pt x="243792" y="1540080"/>
                </a:lnTo>
                <a:lnTo>
                  <a:pt x="243711" y="1555636"/>
                </a:lnTo>
                <a:lnTo>
                  <a:pt x="244044" y="1571193"/>
                </a:lnTo>
                <a:lnTo>
                  <a:pt x="244986" y="1586749"/>
                </a:lnTo>
                <a:lnTo>
                  <a:pt x="246766" y="1602305"/>
                </a:lnTo>
                <a:lnTo>
                  <a:pt x="249654" y="1617862"/>
                </a:lnTo>
                <a:lnTo>
                  <a:pt x="253941" y="1633418"/>
                </a:lnTo>
                <a:lnTo>
                  <a:pt x="259926" y="1648975"/>
                </a:lnTo>
                <a:lnTo>
                  <a:pt x="267887" y="1664531"/>
                </a:lnTo>
                <a:lnTo>
                  <a:pt x="278044" y="1680087"/>
                </a:lnTo>
                <a:lnTo>
                  <a:pt x="290522" y="1695644"/>
                </a:lnTo>
                <a:lnTo>
                  <a:pt x="305308" y="1711200"/>
                </a:lnTo>
                <a:lnTo>
                  <a:pt x="322217" y="1726756"/>
                </a:lnTo>
                <a:lnTo>
                  <a:pt x="340860" y="1742313"/>
                </a:lnTo>
                <a:lnTo>
                  <a:pt x="360642" y="1757869"/>
                </a:lnTo>
                <a:lnTo>
                  <a:pt x="380774" y="1773425"/>
                </a:lnTo>
                <a:lnTo>
                  <a:pt x="400314" y="1788982"/>
                </a:lnTo>
                <a:lnTo>
                  <a:pt x="418232" y="1804538"/>
                </a:lnTo>
                <a:lnTo>
                  <a:pt x="433498" y="1820095"/>
                </a:lnTo>
                <a:lnTo>
                  <a:pt x="445171" y="1835651"/>
                </a:lnTo>
                <a:lnTo>
                  <a:pt x="452501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6" name="04_small_CA2_pose1_rmsd2_1910">
            <a:extLst>
              <a:ext uri="{FF2B5EF4-FFF2-40B4-BE49-F238E27FC236}">
                <a16:creationId xmlns:a16="http://schemas.microsoft.com/office/drawing/2014/main" id="{8F0772B0-8D90-49F7-AD11-DCE31E9E1C3D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496" y="1851207"/>
                </a:lnTo>
                <a:lnTo>
                  <a:pt x="9817" y="1835651"/>
                </a:lnTo>
                <a:lnTo>
                  <a:pt x="21477" y="1820095"/>
                </a:lnTo>
                <a:lnTo>
                  <a:pt x="36724" y="1804538"/>
                </a:lnTo>
                <a:lnTo>
                  <a:pt x="54622" y="1788982"/>
                </a:lnTo>
                <a:lnTo>
                  <a:pt x="74140" y="1773425"/>
                </a:lnTo>
                <a:lnTo>
                  <a:pt x="94250" y="1757869"/>
                </a:lnTo>
                <a:lnTo>
                  <a:pt x="114009" y="1742313"/>
                </a:lnTo>
                <a:lnTo>
                  <a:pt x="132631" y="1726756"/>
                </a:lnTo>
                <a:lnTo>
                  <a:pt x="149518" y="1711200"/>
                </a:lnTo>
                <a:lnTo>
                  <a:pt x="164284" y="1695644"/>
                </a:lnTo>
                <a:lnTo>
                  <a:pt x="176741" y="1680087"/>
                </a:lnTo>
                <a:lnTo>
                  <a:pt x="186876" y="1664531"/>
                </a:lnTo>
                <a:lnTo>
                  <a:pt x="194813" y="1648975"/>
                </a:lnTo>
                <a:lnTo>
                  <a:pt x="200774" y="1633418"/>
                </a:lnTo>
                <a:lnTo>
                  <a:pt x="205034" y="1617862"/>
                </a:lnTo>
                <a:lnTo>
                  <a:pt x="207894" y="1602305"/>
                </a:lnTo>
                <a:lnTo>
                  <a:pt x="209645" y="1586749"/>
                </a:lnTo>
                <a:lnTo>
                  <a:pt x="210556" y="1571193"/>
                </a:lnTo>
                <a:lnTo>
                  <a:pt x="210860" y="1555636"/>
                </a:lnTo>
                <a:lnTo>
                  <a:pt x="210749" y="1540080"/>
                </a:lnTo>
                <a:lnTo>
                  <a:pt x="210376" y="1524524"/>
                </a:lnTo>
                <a:lnTo>
                  <a:pt x="209860" y="1508967"/>
                </a:lnTo>
                <a:lnTo>
                  <a:pt x="209289" y="1493411"/>
                </a:lnTo>
                <a:lnTo>
                  <a:pt x="208726" y="1477855"/>
                </a:lnTo>
                <a:lnTo>
                  <a:pt x="208220" y="1462298"/>
                </a:lnTo>
                <a:lnTo>
                  <a:pt x="207805" y="1446742"/>
                </a:lnTo>
                <a:lnTo>
                  <a:pt x="207504" y="1431185"/>
                </a:lnTo>
                <a:lnTo>
                  <a:pt x="207336" y="1415629"/>
                </a:lnTo>
                <a:lnTo>
                  <a:pt x="207311" y="1400073"/>
                </a:lnTo>
                <a:lnTo>
                  <a:pt x="207437" y="1384516"/>
                </a:lnTo>
                <a:lnTo>
                  <a:pt x="207714" y="1368960"/>
                </a:lnTo>
                <a:lnTo>
                  <a:pt x="208139" y="1353404"/>
                </a:lnTo>
                <a:lnTo>
                  <a:pt x="208705" y="1337847"/>
                </a:lnTo>
                <a:lnTo>
                  <a:pt x="209402" y="1322291"/>
                </a:lnTo>
                <a:lnTo>
                  <a:pt x="210217" y="1306735"/>
                </a:lnTo>
                <a:lnTo>
                  <a:pt x="211134" y="1291178"/>
                </a:lnTo>
                <a:lnTo>
                  <a:pt x="212137" y="1275622"/>
                </a:lnTo>
                <a:lnTo>
                  <a:pt x="213204" y="1260065"/>
                </a:lnTo>
                <a:lnTo>
                  <a:pt x="214312" y="1244509"/>
                </a:lnTo>
                <a:lnTo>
                  <a:pt x="215435" y="1228953"/>
                </a:lnTo>
                <a:lnTo>
                  <a:pt x="216541" y="1213396"/>
                </a:lnTo>
                <a:lnTo>
                  <a:pt x="217596" y="1197840"/>
                </a:lnTo>
                <a:lnTo>
                  <a:pt x="218562" y="1182284"/>
                </a:lnTo>
                <a:lnTo>
                  <a:pt x="219398" y="1166727"/>
                </a:lnTo>
                <a:lnTo>
                  <a:pt x="220067" y="1151171"/>
                </a:lnTo>
                <a:lnTo>
                  <a:pt x="220534" y="1135615"/>
                </a:lnTo>
                <a:lnTo>
                  <a:pt x="220770" y="1120058"/>
                </a:lnTo>
                <a:lnTo>
                  <a:pt x="220759" y="1104502"/>
                </a:lnTo>
                <a:lnTo>
                  <a:pt x="220495" y="1088945"/>
                </a:lnTo>
                <a:lnTo>
                  <a:pt x="219991" y="1073389"/>
                </a:lnTo>
                <a:lnTo>
                  <a:pt x="219275" y="1057833"/>
                </a:lnTo>
                <a:lnTo>
                  <a:pt x="218393" y="1042276"/>
                </a:lnTo>
                <a:lnTo>
                  <a:pt x="217405" y="1026720"/>
                </a:lnTo>
                <a:lnTo>
                  <a:pt x="216384" y="1011164"/>
                </a:lnTo>
                <a:lnTo>
                  <a:pt x="215406" y="995607"/>
                </a:lnTo>
                <a:lnTo>
                  <a:pt x="214550" y="980051"/>
                </a:lnTo>
                <a:lnTo>
                  <a:pt x="213885" y="964495"/>
                </a:lnTo>
                <a:lnTo>
                  <a:pt x="213467" y="948938"/>
                </a:lnTo>
                <a:lnTo>
                  <a:pt x="213335" y="933382"/>
                </a:lnTo>
                <a:lnTo>
                  <a:pt x="213503" y="917825"/>
                </a:lnTo>
                <a:lnTo>
                  <a:pt x="213960" y="902269"/>
                </a:lnTo>
                <a:lnTo>
                  <a:pt x="214676" y="886713"/>
                </a:lnTo>
                <a:lnTo>
                  <a:pt x="215600" y="871156"/>
                </a:lnTo>
                <a:lnTo>
                  <a:pt x="216668" y="855600"/>
                </a:lnTo>
                <a:lnTo>
                  <a:pt x="217809" y="840044"/>
                </a:lnTo>
                <a:lnTo>
                  <a:pt x="218953" y="824487"/>
                </a:lnTo>
                <a:lnTo>
                  <a:pt x="220035" y="808931"/>
                </a:lnTo>
                <a:lnTo>
                  <a:pt x="221000" y="793375"/>
                </a:lnTo>
                <a:lnTo>
                  <a:pt x="221810" y="777818"/>
                </a:lnTo>
                <a:lnTo>
                  <a:pt x="222440" y="762262"/>
                </a:lnTo>
                <a:lnTo>
                  <a:pt x="222881" y="746705"/>
                </a:lnTo>
                <a:lnTo>
                  <a:pt x="223139" y="731149"/>
                </a:lnTo>
                <a:lnTo>
                  <a:pt x="223229" y="715593"/>
                </a:lnTo>
                <a:lnTo>
                  <a:pt x="223177" y="700036"/>
                </a:lnTo>
                <a:lnTo>
                  <a:pt x="223014" y="684480"/>
                </a:lnTo>
                <a:lnTo>
                  <a:pt x="222775" y="668924"/>
                </a:lnTo>
                <a:lnTo>
                  <a:pt x="222493" y="653367"/>
                </a:lnTo>
                <a:lnTo>
                  <a:pt x="222201" y="637811"/>
                </a:lnTo>
                <a:lnTo>
                  <a:pt x="221929" y="622255"/>
                </a:lnTo>
                <a:lnTo>
                  <a:pt x="221700" y="606698"/>
                </a:lnTo>
                <a:lnTo>
                  <a:pt x="221535" y="591142"/>
                </a:lnTo>
                <a:lnTo>
                  <a:pt x="221448" y="575585"/>
                </a:lnTo>
                <a:lnTo>
                  <a:pt x="221447" y="560029"/>
                </a:lnTo>
                <a:lnTo>
                  <a:pt x="221536" y="544473"/>
                </a:lnTo>
                <a:lnTo>
                  <a:pt x="221712" y="528916"/>
                </a:lnTo>
                <a:lnTo>
                  <a:pt x="221970" y="513360"/>
                </a:lnTo>
                <a:lnTo>
                  <a:pt x="222297" y="497804"/>
                </a:lnTo>
                <a:lnTo>
                  <a:pt x="222679" y="482247"/>
                </a:lnTo>
                <a:lnTo>
                  <a:pt x="223098" y="466691"/>
                </a:lnTo>
                <a:lnTo>
                  <a:pt x="223532" y="451135"/>
                </a:lnTo>
                <a:lnTo>
                  <a:pt x="223959" y="435578"/>
                </a:lnTo>
                <a:lnTo>
                  <a:pt x="224355" y="420022"/>
                </a:lnTo>
                <a:lnTo>
                  <a:pt x="224692" y="404465"/>
                </a:lnTo>
                <a:lnTo>
                  <a:pt x="224944" y="388909"/>
                </a:lnTo>
                <a:lnTo>
                  <a:pt x="225078" y="373353"/>
                </a:lnTo>
                <a:lnTo>
                  <a:pt x="225054" y="357796"/>
                </a:lnTo>
                <a:lnTo>
                  <a:pt x="224827" y="342240"/>
                </a:lnTo>
                <a:lnTo>
                  <a:pt x="224333" y="326684"/>
                </a:lnTo>
                <a:lnTo>
                  <a:pt x="223493" y="311127"/>
                </a:lnTo>
                <a:lnTo>
                  <a:pt x="222202" y="295571"/>
                </a:lnTo>
                <a:lnTo>
                  <a:pt x="220325" y="280015"/>
                </a:lnTo>
                <a:lnTo>
                  <a:pt x="217698" y="264458"/>
                </a:lnTo>
                <a:lnTo>
                  <a:pt x="214126" y="248902"/>
                </a:lnTo>
                <a:lnTo>
                  <a:pt x="209391" y="233345"/>
                </a:lnTo>
                <a:lnTo>
                  <a:pt x="203264" y="217789"/>
                </a:lnTo>
                <a:lnTo>
                  <a:pt x="195526" y="202233"/>
                </a:lnTo>
                <a:lnTo>
                  <a:pt x="185997" y="186676"/>
                </a:lnTo>
                <a:lnTo>
                  <a:pt x="174573" y="171120"/>
                </a:lnTo>
                <a:lnTo>
                  <a:pt x="161257" y="155564"/>
                </a:lnTo>
                <a:lnTo>
                  <a:pt x="146197" y="140007"/>
                </a:lnTo>
                <a:lnTo>
                  <a:pt x="129713" y="124451"/>
                </a:lnTo>
                <a:lnTo>
                  <a:pt x="112302" y="108895"/>
                </a:lnTo>
                <a:lnTo>
                  <a:pt x="94634" y="93338"/>
                </a:lnTo>
                <a:lnTo>
                  <a:pt x="77514" y="77782"/>
                </a:lnTo>
                <a:lnTo>
                  <a:pt x="61828" y="62225"/>
                </a:lnTo>
                <a:lnTo>
                  <a:pt x="48471" y="46669"/>
                </a:lnTo>
                <a:lnTo>
                  <a:pt x="38258" y="31113"/>
                </a:lnTo>
                <a:lnTo>
                  <a:pt x="31846" y="15556"/>
                </a:lnTo>
                <a:lnTo>
                  <a:pt x="29660" y="0"/>
                </a:lnTo>
                <a:lnTo>
                  <a:pt x="425340" y="0"/>
                </a:lnTo>
                <a:lnTo>
                  <a:pt x="425340" y="0"/>
                </a:lnTo>
                <a:lnTo>
                  <a:pt x="423154" y="15556"/>
                </a:lnTo>
                <a:lnTo>
                  <a:pt x="416742" y="31113"/>
                </a:lnTo>
                <a:lnTo>
                  <a:pt x="406529" y="46669"/>
                </a:lnTo>
                <a:lnTo>
                  <a:pt x="393172" y="62225"/>
                </a:lnTo>
                <a:lnTo>
                  <a:pt x="377486" y="77782"/>
                </a:lnTo>
                <a:lnTo>
                  <a:pt x="360366" y="93338"/>
                </a:lnTo>
                <a:lnTo>
                  <a:pt x="342698" y="108895"/>
                </a:lnTo>
                <a:lnTo>
                  <a:pt x="325287" y="124451"/>
                </a:lnTo>
                <a:lnTo>
                  <a:pt x="308803" y="140007"/>
                </a:lnTo>
                <a:lnTo>
                  <a:pt x="293743" y="155564"/>
                </a:lnTo>
                <a:lnTo>
                  <a:pt x="280427" y="171120"/>
                </a:lnTo>
                <a:lnTo>
                  <a:pt x="269003" y="186676"/>
                </a:lnTo>
                <a:lnTo>
                  <a:pt x="259474" y="202233"/>
                </a:lnTo>
                <a:lnTo>
                  <a:pt x="251736" y="217789"/>
                </a:lnTo>
                <a:lnTo>
                  <a:pt x="245609" y="233345"/>
                </a:lnTo>
                <a:lnTo>
                  <a:pt x="240874" y="248902"/>
                </a:lnTo>
                <a:lnTo>
                  <a:pt x="237302" y="264458"/>
                </a:lnTo>
                <a:lnTo>
                  <a:pt x="234675" y="280015"/>
                </a:lnTo>
                <a:lnTo>
                  <a:pt x="232798" y="295571"/>
                </a:lnTo>
                <a:lnTo>
                  <a:pt x="231507" y="311127"/>
                </a:lnTo>
                <a:lnTo>
                  <a:pt x="230667" y="326684"/>
                </a:lnTo>
                <a:lnTo>
                  <a:pt x="230173" y="342240"/>
                </a:lnTo>
                <a:lnTo>
                  <a:pt x="229946" y="357796"/>
                </a:lnTo>
                <a:lnTo>
                  <a:pt x="229922" y="373353"/>
                </a:lnTo>
                <a:lnTo>
                  <a:pt x="230056" y="388909"/>
                </a:lnTo>
                <a:lnTo>
                  <a:pt x="230308" y="404465"/>
                </a:lnTo>
                <a:lnTo>
                  <a:pt x="230645" y="420022"/>
                </a:lnTo>
                <a:lnTo>
                  <a:pt x="231041" y="435578"/>
                </a:lnTo>
                <a:lnTo>
                  <a:pt x="231468" y="451135"/>
                </a:lnTo>
                <a:lnTo>
                  <a:pt x="231902" y="466691"/>
                </a:lnTo>
                <a:lnTo>
                  <a:pt x="232321" y="482247"/>
                </a:lnTo>
                <a:lnTo>
                  <a:pt x="232703" y="497804"/>
                </a:lnTo>
                <a:lnTo>
                  <a:pt x="233030" y="513360"/>
                </a:lnTo>
                <a:lnTo>
                  <a:pt x="233288" y="528916"/>
                </a:lnTo>
                <a:lnTo>
                  <a:pt x="233464" y="544473"/>
                </a:lnTo>
                <a:lnTo>
                  <a:pt x="233553" y="560029"/>
                </a:lnTo>
                <a:lnTo>
                  <a:pt x="233552" y="575585"/>
                </a:lnTo>
                <a:lnTo>
                  <a:pt x="233465" y="591142"/>
                </a:lnTo>
                <a:lnTo>
                  <a:pt x="233300" y="606698"/>
                </a:lnTo>
                <a:lnTo>
                  <a:pt x="233071" y="622255"/>
                </a:lnTo>
                <a:lnTo>
                  <a:pt x="232799" y="637811"/>
                </a:lnTo>
                <a:lnTo>
                  <a:pt x="232507" y="653367"/>
                </a:lnTo>
                <a:lnTo>
                  <a:pt x="232225" y="668924"/>
                </a:lnTo>
                <a:lnTo>
                  <a:pt x="231986" y="684480"/>
                </a:lnTo>
                <a:lnTo>
                  <a:pt x="231823" y="700036"/>
                </a:lnTo>
                <a:lnTo>
                  <a:pt x="231771" y="715593"/>
                </a:lnTo>
                <a:lnTo>
                  <a:pt x="231861" y="731149"/>
                </a:lnTo>
                <a:lnTo>
                  <a:pt x="232119" y="746705"/>
                </a:lnTo>
                <a:lnTo>
                  <a:pt x="232560" y="762262"/>
                </a:lnTo>
                <a:lnTo>
                  <a:pt x="233190" y="777818"/>
                </a:lnTo>
                <a:lnTo>
                  <a:pt x="234000" y="793375"/>
                </a:lnTo>
                <a:lnTo>
                  <a:pt x="234965" y="808931"/>
                </a:lnTo>
                <a:lnTo>
                  <a:pt x="236047" y="824487"/>
                </a:lnTo>
                <a:lnTo>
                  <a:pt x="237191" y="840044"/>
                </a:lnTo>
                <a:lnTo>
                  <a:pt x="238332" y="855600"/>
                </a:lnTo>
                <a:lnTo>
                  <a:pt x="239400" y="871156"/>
                </a:lnTo>
                <a:lnTo>
                  <a:pt x="240324" y="886713"/>
                </a:lnTo>
                <a:lnTo>
                  <a:pt x="241040" y="902269"/>
                </a:lnTo>
                <a:lnTo>
                  <a:pt x="241497" y="917825"/>
                </a:lnTo>
                <a:lnTo>
                  <a:pt x="241665" y="933382"/>
                </a:lnTo>
                <a:lnTo>
                  <a:pt x="241533" y="948938"/>
                </a:lnTo>
                <a:lnTo>
                  <a:pt x="241115" y="964495"/>
                </a:lnTo>
                <a:lnTo>
                  <a:pt x="240450" y="980051"/>
                </a:lnTo>
                <a:lnTo>
                  <a:pt x="239594" y="995607"/>
                </a:lnTo>
                <a:lnTo>
                  <a:pt x="238616" y="1011164"/>
                </a:lnTo>
                <a:lnTo>
                  <a:pt x="237595" y="1026720"/>
                </a:lnTo>
                <a:lnTo>
                  <a:pt x="236607" y="1042276"/>
                </a:lnTo>
                <a:lnTo>
                  <a:pt x="235725" y="1057833"/>
                </a:lnTo>
                <a:lnTo>
                  <a:pt x="235009" y="1073389"/>
                </a:lnTo>
                <a:lnTo>
                  <a:pt x="234505" y="1088945"/>
                </a:lnTo>
                <a:lnTo>
                  <a:pt x="234241" y="1104502"/>
                </a:lnTo>
                <a:lnTo>
                  <a:pt x="234230" y="1120058"/>
                </a:lnTo>
                <a:lnTo>
                  <a:pt x="234466" y="1135615"/>
                </a:lnTo>
                <a:lnTo>
                  <a:pt x="234933" y="1151171"/>
                </a:lnTo>
                <a:lnTo>
                  <a:pt x="235602" y="1166727"/>
                </a:lnTo>
                <a:lnTo>
                  <a:pt x="236438" y="1182284"/>
                </a:lnTo>
                <a:lnTo>
                  <a:pt x="237404" y="1197840"/>
                </a:lnTo>
                <a:lnTo>
                  <a:pt x="238459" y="1213396"/>
                </a:lnTo>
                <a:lnTo>
                  <a:pt x="239565" y="1228953"/>
                </a:lnTo>
                <a:lnTo>
                  <a:pt x="240688" y="1244509"/>
                </a:lnTo>
                <a:lnTo>
                  <a:pt x="241796" y="1260065"/>
                </a:lnTo>
                <a:lnTo>
                  <a:pt x="242863" y="1275622"/>
                </a:lnTo>
                <a:lnTo>
                  <a:pt x="243866" y="1291178"/>
                </a:lnTo>
                <a:lnTo>
                  <a:pt x="244783" y="1306735"/>
                </a:lnTo>
                <a:lnTo>
                  <a:pt x="245598" y="1322291"/>
                </a:lnTo>
                <a:lnTo>
                  <a:pt x="246295" y="1337847"/>
                </a:lnTo>
                <a:lnTo>
                  <a:pt x="246861" y="1353404"/>
                </a:lnTo>
                <a:lnTo>
                  <a:pt x="247286" y="1368960"/>
                </a:lnTo>
                <a:lnTo>
                  <a:pt x="247563" y="1384516"/>
                </a:lnTo>
                <a:lnTo>
                  <a:pt x="247689" y="1400073"/>
                </a:lnTo>
                <a:lnTo>
                  <a:pt x="247664" y="1415629"/>
                </a:lnTo>
                <a:lnTo>
                  <a:pt x="247496" y="1431185"/>
                </a:lnTo>
                <a:lnTo>
                  <a:pt x="247195" y="1446742"/>
                </a:lnTo>
                <a:lnTo>
                  <a:pt x="246780" y="1462298"/>
                </a:lnTo>
                <a:lnTo>
                  <a:pt x="246274" y="1477855"/>
                </a:lnTo>
                <a:lnTo>
                  <a:pt x="245711" y="1493411"/>
                </a:lnTo>
                <a:lnTo>
                  <a:pt x="245140" y="1508967"/>
                </a:lnTo>
                <a:lnTo>
                  <a:pt x="244624" y="1524524"/>
                </a:lnTo>
                <a:lnTo>
                  <a:pt x="244251" y="1540080"/>
                </a:lnTo>
                <a:lnTo>
                  <a:pt x="244140" y="1555636"/>
                </a:lnTo>
                <a:lnTo>
                  <a:pt x="244444" y="1571193"/>
                </a:lnTo>
                <a:lnTo>
                  <a:pt x="245355" y="1586749"/>
                </a:lnTo>
                <a:lnTo>
                  <a:pt x="247106" y="1602305"/>
                </a:lnTo>
                <a:lnTo>
                  <a:pt x="249966" y="1617862"/>
                </a:lnTo>
                <a:lnTo>
                  <a:pt x="254226" y="1633418"/>
                </a:lnTo>
                <a:lnTo>
                  <a:pt x="260187" y="1648975"/>
                </a:lnTo>
                <a:lnTo>
                  <a:pt x="268124" y="1664531"/>
                </a:lnTo>
                <a:lnTo>
                  <a:pt x="278259" y="1680087"/>
                </a:lnTo>
                <a:lnTo>
                  <a:pt x="290716" y="1695644"/>
                </a:lnTo>
                <a:lnTo>
                  <a:pt x="305482" y="1711200"/>
                </a:lnTo>
                <a:lnTo>
                  <a:pt x="322369" y="1726756"/>
                </a:lnTo>
                <a:lnTo>
                  <a:pt x="340991" y="1742313"/>
                </a:lnTo>
                <a:lnTo>
                  <a:pt x="360750" y="1757869"/>
                </a:lnTo>
                <a:lnTo>
                  <a:pt x="380860" y="1773425"/>
                </a:lnTo>
                <a:lnTo>
                  <a:pt x="400378" y="1788982"/>
                </a:lnTo>
                <a:lnTo>
                  <a:pt x="418276" y="1804538"/>
                </a:lnTo>
                <a:lnTo>
                  <a:pt x="433523" y="1820095"/>
                </a:lnTo>
                <a:lnTo>
                  <a:pt x="445183" y="1835651"/>
                </a:lnTo>
                <a:lnTo>
                  <a:pt x="452504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" name="04_small_CA2_pose1_rmsd2_1911">
            <a:extLst>
              <a:ext uri="{FF2B5EF4-FFF2-40B4-BE49-F238E27FC236}">
                <a16:creationId xmlns:a16="http://schemas.microsoft.com/office/drawing/2014/main" id="{807C2706-2E8D-46FE-8C93-256A5AEF1CA3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1912">
            <a:extLst>
              <a:ext uri="{FF2B5EF4-FFF2-40B4-BE49-F238E27FC236}">
                <a16:creationId xmlns:a16="http://schemas.microsoft.com/office/drawing/2014/main" id="{DA8685DA-24BE-444A-BFFB-297DB477769A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4_small_CA2_pose1_rmsd2_1913">
            <a:extLst>
              <a:ext uri="{FF2B5EF4-FFF2-40B4-BE49-F238E27FC236}">
                <a16:creationId xmlns:a16="http://schemas.microsoft.com/office/drawing/2014/main" id="{62C4AA83-4160-4C42-B1F6-80ED9F6506F7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1914">
            <a:extLst>
              <a:ext uri="{FF2B5EF4-FFF2-40B4-BE49-F238E27FC236}">
                <a16:creationId xmlns:a16="http://schemas.microsoft.com/office/drawing/2014/main" id="{14466DF4-BB3D-421E-97D9-E648F6C14586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4_small_CA2_pose1_rmsd2_1915">
            <a:extLst>
              <a:ext uri="{FF2B5EF4-FFF2-40B4-BE49-F238E27FC236}">
                <a16:creationId xmlns:a16="http://schemas.microsoft.com/office/drawing/2014/main" id="{088D22CE-98B2-4154-9210-51249AD7AE8A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1916">
            <a:extLst>
              <a:ext uri="{FF2B5EF4-FFF2-40B4-BE49-F238E27FC236}">
                <a16:creationId xmlns:a16="http://schemas.microsoft.com/office/drawing/2014/main" id="{05998235-CBEB-45F1-8709-D684FD1A62DB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4_small_CA2_pose1_rmsd2_1917">
            <a:extLst>
              <a:ext uri="{FF2B5EF4-FFF2-40B4-BE49-F238E27FC236}">
                <a16:creationId xmlns:a16="http://schemas.microsoft.com/office/drawing/2014/main" id="{4BC3D81D-B29E-41CF-AAFA-BFC6FB56DC45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1918">
            <a:extLst>
              <a:ext uri="{FF2B5EF4-FFF2-40B4-BE49-F238E27FC236}">
                <a16:creationId xmlns:a16="http://schemas.microsoft.com/office/drawing/2014/main" id="{7E1E61B6-6FC1-4641-9877-82644094A1C8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4_small_CA2_pose1_rmsd2_1919">
            <a:extLst>
              <a:ext uri="{FF2B5EF4-FFF2-40B4-BE49-F238E27FC236}">
                <a16:creationId xmlns:a16="http://schemas.microsoft.com/office/drawing/2014/main" id="{5E1967FA-AA66-477C-826A-E672B1627FB9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1920">
            <a:extLst>
              <a:ext uri="{FF2B5EF4-FFF2-40B4-BE49-F238E27FC236}">
                <a16:creationId xmlns:a16="http://schemas.microsoft.com/office/drawing/2014/main" id="{51964CE4-6E68-4642-A5F9-A5DB6E831081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1921">
            <a:extLst>
              <a:ext uri="{FF2B5EF4-FFF2-40B4-BE49-F238E27FC236}">
                <a16:creationId xmlns:a16="http://schemas.microsoft.com/office/drawing/2014/main" id="{9CC96305-6A0F-4E0E-A89C-FE3206E443DF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4_small_CA2_pose1_rmsd2_1922">
            <a:extLst>
              <a:ext uri="{FF2B5EF4-FFF2-40B4-BE49-F238E27FC236}">
                <a16:creationId xmlns:a16="http://schemas.microsoft.com/office/drawing/2014/main" id="{7FD81B24-E1C3-4A60-B14F-819134AFFD4E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4_small_CA2_pose1_rmsd2_1923">
            <a:extLst>
              <a:ext uri="{FF2B5EF4-FFF2-40B4-BE49-F238E27FC236}">
                <a16:creationId xmlns:a16="http://schemas.microsoft.com/office/drawing/2014/main" id="{2A9E3D5E-62E0-4BB4-A79C-1F212A97FCFA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1924">
            <a:extLst>
              <a:ext uri="{FF2B5EF4-FFF2-40B4-BE49-F238E27FC236}">
                <a16:creationId xmlns:a16="http://schemas.microsoft.com/office/drawing/2014/main" id="{7ECA8774-6CC3-4107-959A-869920C59721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4_small_CA2_pose1_rmsd2_1925">
            <a:extLst>
              <a:ext uri="{FF2B5EF4-FFF2-40B4-BE49-F238E27FC236}">
                <a16:creationId xmlns:a16="http://schemas.microsoft.com/office/drawing/2014/main" id="{B35BA39E-63FA-4377-A743-C087A60CAEC3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4_small_CA2_pose1_rmsd2_1926">
            <a:extLst>
              <a:ext uri="{FF2B5EF4-FFF2-40B4-BE49-F238E27FC236}">
                <a16:creationId xmlns:a16="http://schemas.microsoft.com/office/drawing/2014/main" id="{1E0FF52C-6B1B-407F-92FC-4D32B22B3F9D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1927">
            <a:extLst>
              <a:ext uri="{FF2B5EF4-FFF2-40B4-BE49-F238E27FC236}">
                <a16:creationId xmlns:a16="http://schemas.microsoft.com/office/drawing/2014/main" id="{DAC115B7-B81A-48DA-933D-5551AFF89001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4_small_CA2_pose1_rmsd2_1928">
            <a:extLst>
              <a:ext uri="{FF2B5EF4-FFF2-40B4-BE49-F238E27FC236}">
                <a16:creationId xmlns:a16="http://schemas.microsoft.com/office/drawing/2014/main" id="{1B4C1064-F275-45F5-9427-F8164E119782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4_small_CA2_pose1_rmsd2_1929">
            <a:extLst>
              <a:ext uri="{FF2B5EF4-FFF2-40B4-BE49-F238E27FC236}">
                <a16:creationId xmlns:a16="http://schemas.microsoft.com/office/drawing/2014/main" id="{8410652E-DBEF-4AE5-90F1-EC7D05843596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1930">
            <a:extLst>
              <a:ext uri="{FF2B5EF4-FFF2-40B4-BE49-F238E27FC236}">
                <a16:creationId xmlns:a16="http://schemas.microsoft.com/office/drawing/2014/main" id="{340C63F5-D832-498F-87C0-4E0220B25881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4_small_CA2_pose1_rmsd2_1931">
            <a:extLst>
              <a:ext uri="{FF2B5EF4-FFF2-40B4-BE49-F238E27FC236}">
                <a16:creationId xmlns:a16="http://schemas.microsoft.com/office/drawing/2014/main" id="{A4E3A445-1266-41AE-96B0-A170B995471D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4_small_CA2_pose1_rmsd2_1932">
            <a:extLst>
              <a:ext uri="{FF2B5EF4-FFF2-40B4-BE49-F238E27FC236}">
                <a16:creationId xmlns:a16="http://schemas.microsoft.com/office/drawing/2014/main" id="{7C405AC8-902F-46D7-A090-2AD9CFB473BB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1933">
            <a:extLst>
              <a:ext uri="{FF2B5EF4-FFF2-40B4-BE49-F238E27FC236}">
                <a16:creationId xmlns:a16="http://schemas.microsoft.com/office/drawing/2014/main" id="{665284C8-789E-4A9D-BB53-D52355FFF695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4_small_CA2_pose1_rmsd2_1934">
            <a:extLst>
              <a:ext uri="{FF2B5EF4-FFF2-40B4-BE49-F238E27FC236}">
                <a16:creationId xmlns:a16="http://schemas.microsoft.com/office/drawing/2014/main" id="{55A98885-AA3F-4216-93BC-87A3F32CF863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4_small_CA2_pose1_rmsd2_1935">
            <a:extLst>
              <a:ext uri="{FF2B5EF4-FFF2-40B4-BE49-F238E27FC236}">
                <a16:creationId xmlns:a16="http://schemas.microsoft.com/office/drawing/2014/main" id="{5BBB6246-1B8C-40C4-BCC8-1AE5692423C4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1936">
            <a:extLst>
              <a:ext uri="{FF2B5EF4-FFF2-40B4-BE49-F238E27FC236}">
                <a16:creationId xmlns:a16="http://schemas.microsoft.com/office/drawing/2014/main" id="{AE21D5C7-B146-4C3F-90B3-41D11C77978C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1937">
            <a:extLst>
              <a:ext uri="{FF2B5EF4-FFF2-40B4-BE49-F238E27FC236}">
                <a16:creationId xmlns:a16="http://schemas.microsoft.com/office/drawing/2014/main" id="{595063B1-56E5-4373-A3C1-2D1A661B4479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4_small_CA2_pose1_rmsd2_1938">
            <a:extLst>
              <a:ext uri="{FF2B5EF4-FFF2-40B4-BE49-F238E27FC236}">
                <a16:creationId xmlns:a16="http://schemas.microsoft.com/office/drawing/2014/main" id="{A07C1D36-21AA-47D1-BA8E-EE37E9BF7B69}"/>
              </a:ext>
            </a:extLst>
          </p:cNvPr>
          <p:cNvSpPr>
            <a:spLocks noGrp="1"/>
          </p:cNvSpPr>
          <p:nvPr/>
        </p:nvSpPr>
        <p:spPr>
          <a:xfrm>
            <a:off x="1484881" y="388533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4_small_CA2_pose1_rmsd2_1939">
            <a:extLst>
              <a:ext uri="{FF2B5EF4-FFF2-40B4-BE49-F238E27FC236}">
                <a16:creationId xmlns:a16="http://schemas.microsoft.com/office/drawing/2014/main" id="{E6F38F84-68A6-4960-9E1B-8BAFEE28AC7F}"/>
              </a:ext>
            </a:extLst>
          </p:cNvPr>
          <p:cNvSpPr>
            <a:spLocks noGrp="1"/>
          </p:cNvSpPr>
          <p:nvPr/>
        </p:nvSpPr>
        <p:spPr>
          <a:xfrm>
            <a:off x="1718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4_small_CA2_pose1_rmsd2_1940">
            <a:extLst>
              <a:ext uri="{FF2B5EF4-FFF2-40B4-BE49-F238E27FC236}">
                <a16:creationId xmlns:a16="http://schemas.microsoft.com/office/drawing/2014/main" id="{78FF2CAA-3E12-41D8-B4E9-5E1731230CCB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4_small_CA2_pose1_rmsd2_1941">
            <a:extLst>
              <a:ext uri="{FF2B5EF4-FFF2-40B4-BE49-F238E27FC236}">
                <a16:creationId xmlns:a16="http://schemas.microsoft.com/office/drawing/2014/main" id="{BCC10BE4-9DE9-4326-A640-6C9BE64624FD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4_small_CA2_pose1_rmsd2_1942">
            <a:extLst>
              <a:ext uri="{FF2B5EF4-FFF2-40B4-BE49-F238E27FC236}">
                <a16:creationId xmlns:a16="http://schemas.microsoft.com/office/drawing/2014/main" id="{205E17DD-8CD9-4CBE-BD0D-9006D0A5AFDF}"/>
              </a:ext>
            </a:extLst>
          </p:cNvPr>
          <p:cNvSpPr>
            <a:spLocks noGrp="1"/>
          </p:cNvSpPr>
          <p:nvPr/>
        </p:nvSpPr>
        <p:spPr>
          <a:xfrm>
            <a:off x="1721426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4_small_CA2_pose1_rmsd2_1943">
            <a:extLst>
              <a:ext uri="{FF2B5EF4-FFF2-40B4-BE49-F238E27FC236}">
                <a16:creationId xmlns:a16="http://schemas.microsoft.com/office/drawing/2014/main" id="{242EC8EA-7F38-46D2-A6DC-E228D7CE0FB8}"/>
              </a:ext>
            </a:extLst>
          </p:cNvPr>
          <p:cNvSpPr>
            <a:spLocks noGrp="1"/>
          </p:cNvSpPr>
          <p:nvPr/>
        </p:nvSpPr>
        <p:spPr>
          <a:xfrm>
            <a:off x="1653376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4_small_CA2_pose1_rmsd2_1944">
            <a:extLst>
              <a:ext uri="{FF2B5EF4-FFF2-40B4-BE49-F238E27FC236}">
                <a16:creationId xmlns:a16="http://schemas.microsoft.com/office/drawing/2014/main" id="{BA0D5126-50A9-413B-8F90-87F755E31FFE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4_small_CA2_pose1_rmsd2_1945">
            <a:extLst>
              <a:ext uri="{FF2B5EF4-FFF2-40B4-BE49-F238E27FC236}">
                <a16:creationId xmlns:a16="http://schemas.microsoft.com/office/drawing/2014/main" id="{A75E21DB-C115-484D-B600-36B77840A055}"/>
              </a:ext>
            </a:extLst>
          </p:cNvPr>
          <p:cNvSpPr>
            <a:spLocks noGrp="1"/>
          </p:cNvSpPr>
          <p:nvPr/>
        </p:nvSpPr>
        <p:spPr>
          <a:xfrm>
            <a:off x="1518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4_small_CA2_pose1_rmsd2_1946">
            <a:extLst>
              <a:ext uri="{FF2B5EF4-FFF2-40B4-BE49-F238E27FC236}">
                <a16:creationId xmlns:a16="http://schemas.microsoft.com/office/drawing/2014/main" id="{0B6477FE-3C91-4144-90F6-3A31057B7E25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4_small_CA2_pose1_rmsd2_1947">
            <a:extLst>
              <a:ext uri="{FF2B5EF4-FFF2-40B4-BE49-F238E27FC236}">
                <a16:creationId xmlns:a16="http://schemas.microsoft.com/office/drawing/2014/main" id="{B1DDDEFF-D0B9-4256-BA36-18E4F31844E6}"/>
              </a:ext>
            </a:extLst>
          </p:cNvPr>
          <p:cNvSpPr>
            <a:spLocks noGrp="1"/>
          </p:cNvSpPr>
          <p:nvPr/>
        </p:nvSpPr>
        <p:spPr>
          <a:xfrm>
            <a:off x="1522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4_small_CA2_pose1_rmsd2_1948">
            <a:extLst>
              <a:ext uri="{FF2B5EF4-FFF2-40B4-BE49-F238E27FC236}">
                <a16:creationId xmlns:a16="http://schemas.microsoft.com/office/drawing/2014/main" id="{131A3A26-2AB3-416B-BD8B-991D11176FB1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4_small_CA2_pose1_rmsd2_1949">
            <a:extLst>
              <a:ext uri="{FF2B5EF4-FFF2-40B4-BE49-F238E27FC236}">
                <a16:creationId xmlns:a16="http://schemas.microsoft.com/office/drawing/2014/main" id="{4592096E-7BCB-448C-8988-B24ECE629FB1}"/>
              </a:ext>
            </a:extLst>
          </p:cNvPr>
          <p:cNvSpPr>
            <a:spLocks noGrp="1"/>
          </p:cNvSpPr>
          <p:nvPr/>
        </p:nvSpPr>
        <p:spPr>
          <a:xfrm>
            <a:off x="1429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4_small_CA2_pose1_rmsd2_1950">
            <a:extLst>
              <a:ext uri="{FF2B5EF4-FFF2-40B4-BE49-F238E27FC236}">
                <a16:creationId xmlns:a16="http://schemas.microsoft.com/office/drawing/2014/main" id="{909E79E1-B447-451F-9EEE-0AB99B3DE93E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4_small_CA2_pose1_rmsd2_1951">
            <a:extLst>
              <a:ext uri="{FF2B5EF4-FFF2-40B4-BE49-F238E27FC236}">
                <a16:creationId xmlns:a16="http://schemas.microsoft.com/office/drawing/2014/main" id="{71F78C7A-54DF-4B6C-A2C9-DC430EE70B8E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4_small_CA2_pose1_rmsd2_1952">
            <a:extLst>
              <a:ext uri="{FF2B5EF4-FFF2-40B4-BE49-F238E27FC236}">
                <a16:creationId xmlns:a16="http://schemas.microsoft.com/office/drawing/2014/main" id="{7FFF7A65-A4C0-4246-8A37-F8A6F2B2E240}"/>
              </a:ext>
            </a:extLst>
          </p:cNvPr>
          <p:cNvSpPr>
            <a:spLocks noGrp="1"/>
          </p:cNvSpPr>
          <p:nvPr/>
        </p:nvSpPr>
        <p:spPr>
          <a:xfrm>
            <a:off x="17083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4_small_CA2_pose1_rmsd2_1953">
            <a:extLst>
              <a:ext uri="{FF2B5EF4-FFF2-40B4-BE49-F238E27FC236}">
                <a16:creationId xmlns:a16="http://schemas.microsoft.com/office/drawing/2014/main" id="{D48B0327-35A4-46F3-ABC6-A7D58EE6CFB7}"/>
              </a:ext>
            </a:extLst>
          </p:cNvPr>
          <p:cNvSpPr>
            <a:spLocks noGrp="1"/>
          </p:cNvSpPr>
          <p:nvPr/>
        </p:nvSpPr>
        <p:spPr>
          <a:xfrm>
            <a:off x="1468350" y="46910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4_small_CA2_pose1_rmsd2_1954">
            <a:extLst>
              <a:ext uri="{FF2B5EF4-FFF2-40B4-BE49-F238E27FC236}">
                <a16:creationId xmlns:a16="http://schemas.microsoft.com/office/drawing/2014/main" id="{1A4438E0-159B-409E-BB18-060BBBD9ABFB}"/>
              </a:ext>
            </a:extLst>
          </p:cNvPr>
          <p:cNvSpPr>
            <a:spLocks noGrp="1"/>
          </p:cNvSpPr>
          <p:nvPr/>
        </p:nvSpPr>
        <p:spPr>
          <a:xfrm>
            <a:off x="145640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4_small_CA2_pose1_rmsd2_1955">
            <a:extLst>
              <a:ext uri="{FF2B5EF4-FFF2-40B4-BE49-F238E27FC236}">
                <a16:creationId xmlns:a16="http://schemas.microsoft.com/office/drawing/2014/main" id="{BA00A3E7-6C14-4FDC-9210-B8796FBF2045}"/>
              </a:ext>
            </a:extLst>
          </p:cNvPr>
          <p:cNvSpPr>
            <a:spLocks noGrp="1"/>
          </p:cNvSpPr>
          <p:nvPr/>
        </p:nvSpPr>
        <p:spPr>
          <a:xfrm>
            <a:off x="1565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4_small_CA2_pose1_rmsd2_1956">
            <a:extLst>
              <a:ext uri="{FF2B5EF4-FFF2-40B4-BE49-F238E27FC236}">
                <a16:creationId xmlns:a16="http://schemas.microsoft.com/office/drawing/2014/main" id="{B7EBFAE8-F8A9-4D2C-83D8-082FBC672C59}"/>
              </a:ext>
            </a:extLst>
          </p:cNvPr>
          <p:cNvSpPr>
            <a:spLocks noGrp="1"/>
          </p:cNvSpPr>
          <p:nvPr/>
        </p:nvSpPr>
        <p:spPr>
          <a:xfrm>
            <a:off x="1469478" y="428566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4_small_CA2_pose1_rmsd2_1957">
            <a:extLst>
              <a:ext uri="{FF2B5EF4-FFF2-40B4-BE49-F238E27FC236}">
                <a16:creationId xmlns:a16="http://schemas.microsoft.com/office/drawing/2014/main" id="{F2CA539D-57B5-4C4C-BCA5-C01EF8F39361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4_small_CA2_pose1_rmsd2_1958">
            <a:extLst>
              <a:ext uri="{FF2B5EF4-FFF2-40B4-BE49-F238E27FC236}">
                <a16:creationId xmlns:a16="http://schemas.microsoft.com/office/drawing/2014/main" id="{919AA4EC-CA94-4A0B-95B7-AEFAD37EDEA7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4_small_CA2_pose1_rmsd2_1959">
            <a:extLst>
              <a:ext uri="{FF2B5EF4-FFF2-40B4-BE49-F238E27FC236}">
                <a16:creationId xmlns:a16="http://schemas.microsoft.com/office/drawing/2014/main" id="{1C5F4576-683B-44A5-8DBC-937FB945F9FC}"/>
              </a:ext>
            </a:extLst>
          </p:cNvPr>
          <p:cNvSpPr>
            <a:spLocks noGrp="1"/>
          </p:cNvSpPr>
          <p:nvPr/>
        </p:nvSpPr>
        <p:spPr>
          <a:xfrm>
            <a:off x="152860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4_small_CA2_pose1_rmsd2_1960">
            <a:extLst>
              <a:ext uri="{FF2B5EF4-FFF2-40B4-BE49-F238E27FC236}">
                <a16:creationId xmlns:a16="http://schemas.microsoft.com/office/drawing/2014/main" id="{EF9AD60E-8C2F-45D2-ABBF-69112FC1EEC3}"/>
              </a:ext>
            </a:extLst>
          </p:cNvPr>
          <p:cNvSpPr>
            <a:spLocks noGrp="1"/>
          </p:cNvSpPr>
          <p:nvPr/>
        </p:nvSpPr>
        <p:spPr>
          <a:xfrm>
            <a:off x="139969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4_small_CA2_pose1_rmsd2_1961">
            <a:extLst>
              <a:ext uri="{FF2B5EF4-FFF2-40B4-BE49-F238E27FC236}">
                <a16:creationId xmlns:a16="http://schemas.microsoft.com/office/drawing/2014/main" id="{82BD34D7-A171-4C71-A239-EA24C4E2DD71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4_small_CA2_pose1_rmsd2_1962">
            <a:extLst>
              <a:ext uri="{FF2B5EF4-FFF2-40B4-BE49-F238E27FC236}">
                <a16:creationId xmlns:a16="http://schemas.microsoft.com/office/drawing/2014/main" id="{FA2C8DFB-2F73-454D-B023-F27D553C7F15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4_small_CA2_pose1_rmsd2_1963">
            <a:extLst>
              <a:ext uri="{FF2B5EF4-FFF2-40B4-BE49-F238E27FC236}">
                <a16:creationId xmlns:a16="http://schemas.microsoft.com/office/drawing/2014/main" id="{4BE405D6-02F6-4A14-BB45-B3B412816684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4_small_CA2_pose1_rmsd2_1964">
            <a:extLst>
              <a:ext uri="{FF2B5EF4-FFF2-40B4-BE49-F238E27FC236}">
                <a16:creationId xmlns:a16="http://schemas.microsoft.com/office/drawing/2014/main" id="{D9FC0388-97A1-4235-9C4E-97DBB34E378D}"/>
              </a:ext>
            </a:extLst>
          </p:cNvPr>
          <p:cNvSpPr>
            <a:spLocks noGrp="1"/>
          </p:cNvSpPr>
          <p:nvPr/>
        </p:nvSpPr>
        <p:spPr>
          <a:xfrm>
            <a:off x="1500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4_small_CA2_pose1_rmsd2_1965">
            <a:extLst>
              <a:ext uri="{FF2B5EF4-FFF2-40B4-BE49-F238E27FC236}">
                <a16:creationId xmlns:a16="http://schemas.microsoft.com/office/drawing/2014/main" id="{1D603291-83E3-4BC1-BED1-EBCA0327C26A}"/>
              </a:ext>
            </a:extLst>
          </p:cNvPr>
          <p:cNvSpPr>
            <a:spLocks noGrp="1"/>
          </p:cNvSpPr>
          <p:nvPr/>
        </p:nvSpPr>
        <p:spPr>
          <a:xfrm>
            <a:off x="1628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4_small_CA2_pose1_rmsd2_1966">
            <a:extLst>
              <a:ext uri="{FF2B5EF4-FFF2-40B4-BE49-F238E27FC236}">
                <a16:creationId xmlns:a16="http://schemas.microsoft.com/office/drawing/2014/main" id="{3255B6B5-F84B-4FC5-9997-AC0163B530F9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4_small_CA2_pose1_rmsd2_1967">
            <a:extLst>
              <a:ext uri="{FF2B5EF4-FFF2-40B4-BE49-F238E27FC236}">
                <a16:creationId xmlns:a16="http://schemas.microsoft.com/office/drawing/2014/main" id="{1E276302-FCD1-4DC9-B004-D01D1FEC1AE8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4_small_CA2_pose1_rmsd2_1968">
            <a:extLst>
              <a:ext uri="{FF2B5EF4-FFF2-40B4-BE49-F238E27FC236}">
                <a16:creationId xmlns:a16="http://schemas.microsoft.com/office/drawing/2014/main" id="{9D8C814A-9D2C-4A2E-A7B6-89538E6ED0DB}"/>
              </a:ext>
            </a:extLst>
          </p:cNvPr>
          <p:cNvSpPr>
            <a:spLocks noGrp="1"/>
          </p:cNvSpPr>
          <p:nvPr/>
        </p:nvSpPr>
        <p:spPr>
          <a:xfrm>
            <a:off x="16392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4_small_CA2_pose1_rmsd2_1969">
            <a:extLst>
              <a:ext uri="{FF2B5EF4-FFF2-40B4-BE49-F238E27FC236}">
                <a16:creationId xmlns:a16="http://schemas.microsoft.com/office/drawing/2014/main" id="{A227864A-ABCA-4BE5-8710-4867B6E82521}"/>
              </a:ext>
            </a:extLst>
          </p:cNvPr>
          <p:cNvSpPr>
            <a:spLocks noGrp="1"/>
          </p:cNvSpPr>
          <p:nvPr/>
        </p:nvSpPr>
        <p:spPr>
          <a:xfrm>
            <a:off x="1415967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4_small_CA2_pose1_rmsd2_1970">
            <a:extLst>
              <a:ext uri="{FF2B5EF4-FFF2-40B4-BE49-F238E27FC236}">
                <a16:creationId xmlns:a16="http://schemas.microsoft.com/office/drawing/2014/main" id="{46DD3661-58BD-4113-9CEF-7E69A4210AD0}"/>
              </a:ext>
            </a:extLst>
          </p:cNvPr>
          <p:cNvSpPr>
            <a:spLocks noGrp="1"/>
          </p:cNvSpPr>
          <p:nvPr/>
        </p:nvSpPr>
        <p:spPr>
          <a:xfrm>
            <a:off x="1408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4_small_CA2_pose1_rmsd2_1971">
            <a:extLst>
              <a:ext uri="{FF2B5EF4-FFF2-40B4-BE49-F238E27FC236}">
                <a16:creationId xmlns:a16="http://schemas.microsoft.com/office/drawing/2014/main" id="{FBCCA086-AB91-4493-B9CD-46A4CB40C8C3}"/>
              </a:ext>
            </a:extLst>
          </p:cNvPr>
          <p:cNvSpPr>
            <a:spLocks noGrp="1"/>
          </p:cNvSpPr>
          <p:nvPr/>
        </p:nvSpPr>
        <p:spPr>
          <a:xfrm>
            <a:off x="16870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4_small_CA2_pose1_rmsd2_1972">
            <a:extLst>
              <a:ext uri="{FF2B5EF4-FFF2-40B4-BE49-F238E27FC236}">
                <a16:creationId xmlns:a16="http://schemas.microsoft.com/office/drawing/2014/main" id="{90ACAA64-AD70-4CA1-B211-CA11A4DB432C}"/>
              </a:ext>
            </a:extLst>
          </p:cNvPr>
          <p:cNvSpPr>
            <a:spLocks noGrp="1"/>
          </p:cNvSpPr>
          <p:nvPr/>
        </p:nvSpPr>
        <p:spPr>
          <a:xfrm>
            <a:off x="1406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4_small_CA2_pose1_rmsd2_1973">
            <a:extLst>
              <a:ext uri="{FF2B5EF4-FFF2-40B4-BE49-F238E27FC236}">
                <a16:creationId xmlns:a16="http://schemas.microsoft.com/office/drawing/2014/main" id="{86008932-4304-4AD8-B351-0CF0A867275C}"/>
              </a:ext>
            </a:extLst>
          </p:cNvPr>
          <p:cNvSpPr>
            <a:spLocks noGrp="1"/>
          </p:cNvSpPr>
          <p:nvPr/>
        </p:nvSpPr>
        <p:spPr>
          <a:xfrm>
            <a:off x="1511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4_small_CA2_pose1_rmsd2_1974">
            <a:extLst>
              <a:ext uri="{FF2B5EF4-FFF2-40B4-BE49-F238E27FC236}">
                <a16:creationId xmlns:a16="http://schemas.microsoft.com/office/drawing/2014/main" id="{10CB6CE9-7A93-4F0F-8195-C8713D0D6BF3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4_small_CA2_pose1_rmsd2_1975">
            <a:extLst>
              <a:ext uri="{FF2B5EF4-FFF2-40B4-BE49-F238E27FC236}">
                <a16:creationId xmlns:a16="http://schemas.microsoft.com/office/drawing/2014/main" id="{6C0DE54D-D4D1-4F39-8BEF-BE5B72FB892B}"/>
              </a:ext>
            </a:extLst>
          </p:cNvPr>
          <p:cNvSpPr>
            <a:spLocks noGrp="1"/>
          </p:cNvSpPr>
          <p:nvPr/>
        </p:nvSpPr>
        <p:spPr>
          <a:xfrm>
            <a:off x="1440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4_small_CA2_pose1_rmsd2_1976">
            <a:extLst>
              <a:ext uri="{FF2B5EF4-FFF2-40B4-BE49-F238E27FC236}">
                <a16:creationId xmlns:a16="http://schemas.microsoft.com/office/drawing/2014/main" id="{A08DCF97-1FA7-4619-BFF1-A84FEB9D3805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4_small_CA2_pose1_rmsd2_1977">
            <a:extLst>
              <a:ext uri="{FF2B5EF4-FFF2-40B4-BE49-F238E27FC236}">
                <a16:creationId xmlns:a16="http://schemas.microsoft.com/office/drawing/2014/main" id="{4B3F85DA-923B-443C-8914-5A8627427380}"/>
              </a:ext>
            </a:extLst>
          </p:cNvPr>
          <p:cNvSpPr>
            <a:spLocks noGrp="1"/>
          </p:cNvSpPr>
          <p:nvPr/>
        </p:nvSpPr>
        <p:spPr>
          <a:xfrm>
            <a:off x="1494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4_small_CA2_pose1_rmsd2_1978">
            <a:extLst>
              <a:ext uri="{FF2B5EF4-FFF2-40B4-BE49-F238E27FC236}">
                <a16:creationId xmlns:a16="http://schemas.microsoft.com/office/drawing/2014/main" id="{C58EC73B-EC24-4660-BF6B-72E0289ACED4}"/>
              </a:ext>
            </a:extLst>
          </p:cNvPr>
          <p:cNvSpPr>
            <a:spLocks noGrp="1"/>
          </p:cNvSpPr>
          <p:nvPr/>
        </p:nvSpPr>
        <p:spPr>
          <a:xfrm>
            <a:off x="16970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4_small_CA2_pose1_rmsd2_1979">
            <a:extLst>
              <a:ext uri="{FF2B5EF4-FFF2-40B4-BE49-F238E27FC236}">
                <a16:creationId xmlns:a16="http://schemas.microsoft.com/office/drawing/2014/main" id="{21E3A1A2-6551-4150-B4AE-99F892273D63}"/>
              </a:ext>
            </a:extLst>
          </p:cNvPr>
          <p:cNvSpPr>
            <a:spLocks noGrp="1"/>
          </p:cNvSpPr>
          <p:nvPr/>
        </p:nvSpPr>
        <p:spPr>
          <a:xfrm>
            <a:off x="1586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4_small_CA2_pose1_rmsd2_1980">
            <a:extLst>
              <a:ext uri="{FF2B5EF4-FFF2-40B4-BE49-F238E27FC236}">
                <a16:creationId xmlns:a16="http://schemas.microsoft.com/office/drawing/2014/main" id="{2CE69C6D-47B4-491F-A497-F1F7054E4136}"/>
              </a:ext>
            </a:extLst>
          </p:cNvPr>
          <p:cNvSpPr>
            <a:spLocks noGrp="1"/>
          </p:cNvSpPr>
          <p:nvPr/>
        </p:nvSpPr>
        <p:spPr>
          <a:xfrm>
            <a:off x="1579624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4_small_CA2_pose1_rmsd2_1981">
            <a:extLst>
              <a:ext uri="{FF2B5EF4-FFF2-40B4-BE49-F238E27FC236}">
                <a16:creationId xmlns:a16="http://schemas.microsoft.com/office/drawing/2014/main" id="{94085F7D-9B79-48EB-83FE-8264408F761E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4_small_CA2_pose1_rmsd2_1982">
            <a:extLst>
              <a:ext uri="{FF2B5EF4-FFF2-40B4-BE49-F238E27FC236}">
                <a16:creationId xmlns:a16="http://schemas.microsoft.com/office/drawing/2014/main" id="{D8B2306A-38A9-4B97-800B-4526078C7AB1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4_small_CA2_pose1_rmsd2_1983">
            <a:extLst>
              <a:ext uri="{FF2B5EF4-FFF2-40B4-BE49-F238E27FC236}">
                <a16:creationId xmlns:a16="http://schemas.microsoft.com/office/drawing/2014/main" id="{2D0139BA-6C2E-4E44-AE36-91267C17FAA1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4_small_CA2_pose1_rmsd2_1984">
            <a:extLst>
              <a:ext uri="{FF2B5EF4-FFF2-40B4-BE49-F238E27FC236}">
                <a16:creationId xmlns:a16="http://schemas.microsoft.com/office/drawing/2014/main" id="{5BDAF59A-91B7-4AB4-9234-EF2A9B0A21EA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4_small_CA2_pose1_rmsd2_1985">
            <a:extLst>
              <a:ext uri="{FF2B5EF4-FFF2-40B4-BE49-F238E27FC236}">
                <a16:creationId xmlns:a16="http://schemas.microsoft.com/office/drawing/2014/main" id="{59C37543-618D-4450-8200-4EF67DB22CEB}"/>
              </a:ext>
            </a:extLst>
          </p:cNvPr>
          <p:cNvSpPr>
            <a:spLocks noGrp="1"/>
          </p:cNvSpPr>
          <p:nvPr/>
        </p:nvSpPr>
        <p:spPr>
          <a:xfrm>
            <a:off x="1478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4_small_CA2_pose1_rmsd2_1986">
            <a:extLst>
              <a:ext uri="{FF2B5EF4-FFF2-40B4-BE49-F238E27FC236}">
                <a16:creationId xmlns:a16="http://schemas.microsoft.com/office/drawing/2014/main" id="{3304EF54-C8E1-4B0D-A030-1455F5DFD303}"/>
              </a:ext>
            </a:extLst>
          </p:cNvPr>
          <p:cNvSpPr>
            <a:spLocks noGrp="1"/>
          </p:cNvSpPr>
          <p:nvPr/>
        </p:nvSpPr>
        <p:spPr>
          <a:xfrm>
            <a:off x="1394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4_small_CA2_pose1_rmsd2_1987">
            <a:extLst>
              <a:ext uri="{FF2B5EF4-FFF2-40B4-BE49-F238E27FC236}">
                <a16:creationId xmlns:a16="http://schemas.microsoft.com/office/drawing/2014/main" id="{20FAAA37-A602-4B14-BD6A-5188624DC82A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4_small_CA2_pose1_rmsd2_1988">
            <a:extLst>
              <a:ext uri="{FF2B5EF4-FFF2-40B4-BE49-F238E27FC236}">
                <a16:creationId xmlns:a16="http://schemas.microsoft.com/office/drawing/2014/main" id="{6B3F2447-B445-4E97-B8C4-E6C953747BAD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4_small_CA2_pose1_rmsd2_1989">
            <a:extLst>
              <a:ext uri="{FF2B5EF4-FFF2-40B4-BE49-F238E27FC236}">
                <a16:creationId xmlns:a16="http://schemas.microsoft.com/office/drawing/2014/main" id="{37ED0E4A-544A-4525-AF69-F6F9C767A61F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4_small_CA2_pose1_rmsd2_1990">
            <a:extLst>
              <a:ext uri="{FF2B5EF4-FFF2-40B4-BE49-F238E27FC236}">
                <a16:creationId xmlns:a16="http://schemas.microsoft.com/office/drawing/2014/main" id="{531D3E18-24C4-421B-B962-415ADEB1E7C4}"/>
              </a:ext>
            </a:extLst>
          </p:cNvPr>
          <p:cNvSpPr>
            <a:spLocks noGrp="1"/>
          </p:cNvSpPr>
          <p:nvPr/>
        </p:nvSpPr>
        <p:spPr>
          <a:xfrm>
            <a:off x="166519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4_small_CA2_pose1_rmsd2_1991">
            <a:extLst>
              <a:ext uri="{FF2B5EF4-FFF2-40B4-BE49-F238E27FC236}">
                <a16:creationId xmlns:a16="http://schemas.microsoft.com/office/drawing/2014/main" id="{FA864319-EB87-45EA-A000-4D78C107805B}"/>
              </a:ext>
            </a:extLst>
          </p:cNvPr>
          <p:cNvSpPr>
            <a:spLocks noGrp="1"/>
          </p:cNvSpPr>
          <p:nvPr/>
        </p:nvSpPr>
        <p:spPr>
          <a:xfrm>
            <a:off x="16532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4_small_CA2_pose1_rmsd2_1992">
            <a:extLst>
              <a:ext uri="{FF2B5EF4-FFF2-40B4-BE49-F238E27FC236}">
                <a16:creationId xmlns:a16="http://schemas.microsoft.com/office/drawing/2014/main" id="{491118FE-1EAC-4A8B-AB08-F13864CEF6AA}"/>
              </a:ext>
            </a:extLst>
          </p:cNvPr>
          <p:cNvSpPr>
            <a:spLocks noGrp="1"/>
          </p:cNvSpPr>
          <p:nvPr/>
        </p:nvSpPr>
        <p:spPr>
          <a:xfrm>
            <a:off x="1446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4_small_CA2_pose1_rmsd2_1993">
            <a:extLst>
              <a:ext uri="{FF2B5EF4-FFF2-40B4-BE49-F238E27FC236}">
                <a16:creationId xmlns:a16="http://schemas.microsoft.com/office/drawing/2014/main" id="{5EC4103E-ECF8-4C5C-A259-9FCE81BCB7F2}"/>
              </a:ext>
            </a:extLst>
          </p:cNvPr>
          <p:cNvSpPr>
            <a:spLocks noGrp="1"/>
          </p:cNvSpPr>
          <p:nvPr/>
        </p:nvSpPr>
        <p:spPr>
          <a:xfrm>
            <a:off x="1582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4_small_CA2_pose1_rmsd2_1994">
            <a:extLst>
              <a:ext uri="{FF2B5EF4-FFF2-40B4-BE49-F238E27FC236}">
                <a16:creationId xmlns:a16="http://schemas.microsoft.com/office/drawing/2014/main" id="{01B3760E-7D6C-43CA-BDD2-10CDD41B807D}"/>
              </a:ext>
            </a:extLst>
          </p:cNvPr>
          <p:cNvSpPr>
            <a:spLocks noGrp="1"/>
          </p:cNvSpPr>
          <p:nvPr/>
        </p:nvSpPr>
        <p:spPr>
          <a:xfrm>
            <a:off x="1592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4_small_CA2_pose1_rmsd2_1995">
            <a:extLst>
              <a:ext uri="{FF2B5EF4-FFF2-40B4-BE49-F238E27FC236}">
                <a16:creationId xmlns:a16="http://schemas.microsoft.com/office/drawing/2014/main" id="{CC35C656-63F8-4221-A5E4-71712018A4D3}"/>
              </a:ext>
            </a:extLst>
          </p:cNvPr>
          <p:cNvSpPr>
            <a:spLocks noGrp="1"/>
          </p:cNvSpPr>
          <p:nvPr/>
        </p:nvSpPr>
        <p:spPr>
          <a:xfrm>
            <a:off x="1674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4_small_CA2_pose1_rmsd2_1996">
            <a:extLst>
              <a:ext uri="{FF2B5EF4-FFF2-40B4-BE49-F238E27FC236}">
                <a16:creationId xmlns:a16="http://schemas.microsoft.com/office/drawing/2014/main" id="{F45205F8-CE76-4C4B-8B6C-C05EECC04326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4_small_CA2_pose1_rmsd2_1997">
            <a:extLst>
              <a:ext uri="{FF2B5EF4-FFF2-40B4-BE49-F238E27FC236}">
                <a16:creationId xmlns:a16="http://schemas.microsoft.com/office/drawing/2014/main" id="{17B626E5-0F33-4A7A-A958-BE9C7569CCF6}"/>
              </a:ext>
            </a:extLst>
          </p:cNvPr>
          <p:cNvSpPr>
            <a:spLocks noGrp="1"/>
          </p:cNvSpPr>
          <p:nvPr/>
        </p:nvSpPr>
        <p:spPr>
          <a:xfrm>
            <a:off x="1685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4_small_CA2_pose1_rmsd2_1998">
            <a:extLst>
              <a:ext uri="{FF2B5EF4-FFF2-40B4-BE49-F238E27FC236}">
                <a16:creationId xmlns:a16="http://schemas.microsoft.com/office/drawing/2014/main" id="{FBA5C6E2-4228-4AB6-A37A-0028F9A23778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4_small_CA2_pose1_rmsd2_1999">
            <a:extLst>
              <a:ext uri="{FF2B5EF4-FFF2-40B4-BE49-F238E27FC236}">
                <a16:creationId xmlns:a16="http://schemas.microsoft.com/office/drawing/2014/main" id="{BF7EE485-D006-452C-9B07-229BC9ECA178}"/>
              </a:ext>
            </a:extLst>
          </p:cNvPr>
          <p:cNvSpPr>
            <a:spLocks noGrp="1"/>
          </p:cNvSpPr>
          <p:nvPr/>
        </p:nvSpPr>
        <p:spPr>
          <a:xfrm>
            <a:off x="165367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4_small_CA2_pose1_rmsd2_2000">
            <a:extLst>
              <a:ext uri="{FF2B5EF4-FFF2-40B4-BE49-F238E27FC236}">
                <a16:creationId xmlns:a16="http://schemas.microsoft.com/office/drawing/2014/main" id="{2320FB79-9354-4F9C-AD1B-07BD6FD8D9E9}"/>
              </a:ext>
            </a:extLst>
          </p:cNvPr>
          <p:cNvSpPr>
            <a:spLocks noGrp="1"/>
          </p:cNvSpPr>
          <p:nvPr/>
        </p:nvSpPr>
        <p:spPr>
          <a:xfrm>
            <a:off x="1610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4_small_CA2_pose1_rmsd2_2001">
            <a:extLst>
              <a:ext uri="{FF2B5EF4-FFF2-40B4-BE49-F238E27FC236}">
                <a16:creationId xmlns:a16="http://schemas.microsoft.com/office/drawing/2014/main" id="{A635C9F9-79E2-45CE-8A9B-07710C3DE978}"/>
              </a:ext>
            </a:extLst>
          </p:cNvPr>
          <p:cNvSpPr>
            <a:spLocks noGrp="1"/>
          </p:cNvSpPr>
          <p:nvPr/>
        </p:nvSpPr>
        <p:spPr>
          <a:xfrm>
            <a:off x="1475488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4_small_CA2_pose1_rmsd2_2002">
            <a:extLst>
              <a:ext uri="{FF2B5EF4-FFF2-40B4-BE49-F238E27FC236}">
                <a16:creationId xmlns:a16="http://schemas.microsoft.com/office/drawing/2014/main" id="{47A45F0C-85D1-411A-BEB5-D1523C22C493}"/>
              </a:ext>
            </a:extLst>
          </p:cNvPr>
          <p:cNvSpPr>
            <a:spLocks noGrp="1"/>
          </p:cNvSpPr>
          <p:nvPr/>
        </p:nvSpPr>
        <p:spPr>
          <a:xfrm>
            <a:off x="14368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4_small_CA2_pose1_rmsd2_2003">
            <a:extLst>
              <a:ext uri="{FF2B5EF4-FFF2-40B4-BE49-F238E27FC236}">
                <a16:creationId xmlns:a16="http://schemas.microsoft.com/office/drawing/2014/main" id="{3B76916F-D222-44F6-88FF-1CD3BEE09E94}"/>
              </a:ext>
            </a:extLst>
          </p:cNvPr>
          <p:cNvSpPr>
            <a:spLocks noGrp="1"/>
          </p:cNvSpPr>
          <p:nvPr/>
        </p:nvSpPr>
        <p:spPr>
          <a:xfrm>
            <a:off x="157400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4_small_CA2_pose1_rmsd2_2004">
            <a:extLst>
              <a:ext uri="{FF2B5EF4-FFF2-40B4-BE49-F238E27FC236}">
                <a16:creationId xmlns:a16="http://schemas.microsoft.com/office/drawing/2014/main" id="{8105B74F-6259-4BFE-85C2-91DFAADF5817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4_small_CA2_pose1_rmsd2_2005">
            <a:extLst>
              <a:ext uri="{FF2B5EF4-FFF2-40B4-BE49-F238E27FC236}">
                <a16:creationId xmlns:a16="http://schemas.microsoft.com/office/drawing/2014/main" id="{379A042F-682C-4B66-9F5A-DB6F57326867}"/>
              </a:ext>
            </a:extLst>
          </p:cNvPr>
          <p:cNvSpPr>
            <a:spLocks noGrp="1"/>
          </p:cNvSpPr>
          <p:nvPr/>
        </p:nvSpPr>
        <p:spPr>
          <a:xfrm>
            <a:off x="1649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4_small_CA2_pose1_rmsd2_2006">
            <a:extLst>
              <a:ext uri="{FF2B5EF4-FFF2-40B4-BE49-F238E27FC236}">
                <a16:creationId xmlns:a16="http://schemas.microsoft.com/office/drawing/2014/main" id="{DC337246-6209-4B9F-B079-ED467CE49A96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4_small_CA2_pose1_rmsd2_2007">
            <a:extLst>
              <a:ext uri="{FF2B5EF4-FFF2-40B4-BE49-F238E27FC236}">
                <a16:creationId xmlns:a16="http://schemas.microsoft.com/office/drawing/2014/main" id="{F260E865-DD9B-4C22-A07A-EC7955FDBC69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4_small_CA2_pose1_rmsd2_2008">
            <a:extLst>
              <a:ext uri="{FF2B5EF4-FFF2-40B4-BE49-F238E27FC236}">
                <a16:creationId xmlns:a16="http://schemas.microsoft.com/office/drawing/2014/main" id="{15B6CB58-DF38-4C72-B2B4-DFD4CB46C961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4_small_CA2_pose1_rmsd2_2009">
            <a:extLst>
              <a:ext uri="{FF2B5EF4-FFF2-40B4-BE49-F238E27FC236}">
                <a16:creationId xmlns:a16="http://schemas.microsoft.com/office/drawing/2014/main" id="{CB3B0887-EB83-450F-94B6-599B642219F9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4_small_CA2_pose1_rmsd2_2010">
            <a:extLst>
              <a:ext uri="{FF2B5EF4-FFF2-40B4-BE49-F238E27FC236}">
                <a16:creationId xmlns:a16="http://schemas.microsoft.com/office/drawing/2014/main" id="{ED124405-B7B5-4243-9183-77574AF0905E}"/>
              </a:ext>
            </a:extLst>
          </p:cNvPr>
          <p:cNvSpPr>
            <a:spLocks noGrp="1"/>
          </p:cNvSpPr>
          <p:nvPr/>
        </p:nvSpPr>
        <p:spPr>
          <a:xfrm>
            <a:off x="1719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4_small_CA2_pose1_rmsd2_2011">
            <a:extLst>
              <a:ext uri="{FF2B5EF4-FFF2-40B4-BE49-F238E27FC236}">
                <a16:creationId xmlns:a16="http://schemas.microsoft.com/office/drawing/2014/main" id="{DB08F33C-11DD-4E21-BA49-01454D14D87B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4_small_CA2_pose1_rmsd2_2012">
            <a:extLst>
              <a:ext uri="{FF2B5EF4-FFF2-40B4-BE49-F238E27FC236}">
                <a16:creationId xmlns:a16="http://schemas.microsoft.com/office/drawing/2014/main" id="{CF07F3E8-184F-4959-A63B-1065EB64D4B5}"/>
              </a:ext>
            </a:extLst>
          </p:cNvPr>
          <p:cNvSpPr>
            <a:spLocks noGrp="1"/>
          </p:cNvSpPr>
          <p:nvPr/>
        </p:nvSpPr>
        <p:spPr>
          <a:xfrm>
            <a:off x="1539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4_small_CA2_pose1_rmsd2_2013">
            <a:extLst>
              <a:ext uri="{FF2B5EF4-FFF2-40B4-BE49-F238E27FC236}">
                <a16:creationId xmlns:a16="http://schemas.microsoft.com/office/drawing/2014/main" id="{F4447A56-3E2B-4642-A3F5-34E864FB9C07}"/>
              </a:ext>
            </a:extLst>
          </p:cNvPr>
          <p:cNvSpPr>
            <a:spLocks noGrp="1"/>
          </p:cNvSpPr>
          <p:nvPr/>
        </p:nvSpPr>
        <p:spPr>
          <a:xfrm>
            <a:off x="15699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4_small_CA2_pose1_rmsd2_2014">
            <a:extLst>
              <a:ext uri="{FF2B5EF4-FFF2-40B4-BE49-F238E27FC236}">
                <a16:creationId xmlns:a16="http://schemas.microsoft.com/office/drawing/2014/main" id="{C2FCFA71-850E-4132-A492-E61AB72D7704}"/>
              </a:ext>
            </a:extLst>
          </p:cNvPr>
          <p:cNvSpPr>
            <a:spLocks noGrp="1"/>
          </p:cNvSpPr>
          <p:nvPr/>
        </p:nvSpPr>
        <p:spPr>
          <a:xfrm>
            <a:off x="1475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4_small_CA2_pose1_rmsd2_2015">
            <a:extLst>
              <a:ext uri="{FF2B5EF4-FFF2-40B4-BE49-F238E27FC236}">
                <a16:creationId xmlns:a16="http://schemas.microsoft.com/office/drawing/2014/main" id="{3EC2D7DA-60F4-4A2B-813B-8F642F7055CC}"/>
              </a:ext>
            </a:extLst>
          </p:cNvPr>
          <p:cNvSpPr>
            <a:spLocks noGrp="1"/>
          </p:cNvSpPr>
          <p:nvPr/>
        </p:nvSpPr>
        <p:spPr>
          <a:xfrm>
            <a:off x="2359881" y="297588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4_small_CA2_pose1_rmsd2_2016">
            <a:extLst>
              <a:ext uri="{FF2B5EF4-FFF2-40B4-BE49-F238E27FC236}">
                <a16:creationId xmlns:a16="http://schemas.microsoft.com/office/drawing/2014/main" id="{8451ED58-47C8-45DF-BD4C-74B50074C3F5}"/>
              </a:ext>
            </a:extLst>
          </p:cNvPr>
          <p:cNvSpPr>
            <a:spLocks noGrp="1"/>
          </p:cNvSpPr>
          <p:nvPr/>
        </p:nvSpPr>
        <p:spPr>
          <a:xfrm>
            <a:off x="2593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4_small_CA2_pose1_rmsd2_2017">
            <a:extLst>
              <a:ext uri="{FF2B5EF4-FFF2-40B4-BE49-F238E27FC236}">
                <a16:creationId xmlns:a16="http://schemas.microsoft.com/office/drawing/2014/main" id="{F81C6A45-96A4-4F7D-A3F5-C895541809D4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4_small_CA2_pose1_rmsd2_2018">
            <a:extLst>
              <a:ext uri="{FF2B5EF4-FFF2-40B4-BE49-F238E27FC236}">
                <a16:creationId xmlns:a16="http://schemas.microsoft.com/office/drawing/2014/main" id="{08F97EAF-59A4-461A-B8E2-A9C69309A26A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4_small_CA2_pose1_rmsd2_2019">
            <a:extLst>
              <a:ext uri="{FF2B5EF4-FFF2-40B4-BE49-F238E27FC236}">
                <a16:creationId xmlns:a16="http://schemas.microsoft.com/office/drawing/2014/main" id="{BA744CEA-248B-4D5A-AC55-AF4402D2FC86}"/>
              </a:ext>
            </a:extLst>
          </p:cNvPr>
          <p:cNvSpPr>
            <a:spLocks noGrp="1"/>
          </p:cNvSpPr>
          <p:nvPr/>
        </p:nvSpPr>
        <p:spPr>
          <a:xfrm>
            <a:off x="2596426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4_small_CA2_pose1_rmsd2_2020">
            <a:extLst>
              <a:ext uri="{FF2B5EF4-FFF2-40B4-BE49-F238E27FC236}">
                <a16:creationId xmlns:a16="http://schemas.microsoft.com/office/drawing/2014/main" id="{001AD447-136E-437E-96EC-93200398203B}"/>
              </a:ext>
            </a:extLst>
          </p:cNvPr>
          <p:cNvSpPr>
            <a:spLocks noGrp="1"/>
          </p:cNvSpPr>
          <p:nvPr/>
        </p:nvSpPr>
        <p:spPr>
          <a:xfrm>
            <a:off x="25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4_small_CA2_pose1_rmsd2_2021">
            <a:extLst>
              <a:ext uri="{FF2B5EF4-FFF2-40B4-BE49-F238E27FC236}">
                <a16:creationId xmlns:a16="http://schemas.microsoft.com/office/drawing/2014/main" id="{3CCF60A5-53D1-485E-8483-1ED88D909DA4}"/>
              </a:ext>
            </a:extLst>
          </p:cNvPr>
          <p:cNvSpPr>
            <a:spLocks noGrp="1"/>
          </p:cNvSpPr>
          <p:nvPr/>
        </p:nvSpPr>
        <p:spPr>
          <a:xfrm>
            <a:off x="232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4_small_CA2_pose1_rmsd2_2022">
            <a:extLst>
              <a:ext uri="{FF2B5EF4-FFF2-40B4-BE49-F238E27FC236}">
                <a16:creationId xmlns:a16="http://schemas.microsoft.com/office/drawing/2014/main" id="{F57C44DE-15BC-4AF7-9FFC-96D020BCB1E1}"/>
              </a:ext>
            </a:extLst>
          </p:cNvPr>
          <p:cNvSpPr>
            <a:spLocks noGrp="1"/>
          </p:cNvSpPr>
          <p:nvPr/>
        </p:nvSpPr>
        <p:spPr>
          <a:xfrm>
            <a:off x="239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4_small_CA2_pose1_rmsd2_2023">
            <a:extLst>
              <a:ext uri="{FF2B5EF4-FFF2-40B4-BE49-F238E27FC236}">
                <a16:creationId xmlns:a16="http://schemas.microsoft.com/office/drawing/2014/main" id="{A93B68E2-EA34-43FB-AB53-8BA3168656A6}"/>
              </a:ext>
            </a:extLst>
          </p:cNvPr>
          <p:cNvSpPr>
            <a:spLocks noGrp="1"/>
          </p:cNvSpPr>
          <p:nvPr/>
        </p:nvSpPr>
        <p:spPr>
          <a:xfrm>
            <a:off x="24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4_small_CA2_pose1_rmsd2_2024">
            <a:extLst>
              <a:ext uri="{FF2B5EF4-FFF2-40B4-BE49-F238E27FC236}">
                <a16:creationId xmlns:a16="http://schemas.microsoft.com/office/drawing/2014/main" id="{CB44D6C1-254B-496C-8BB3-CA352848E393}"/>
              </a:ext>
            </a:extLst>
          </p:cNvPr>
          <p:cNvSpPr>
            <a:spLocks noGrp="1"/>
          </p:cNvSpPr>
          <p:nvPr/>
        </p:nvSpPr>
        <p:spPr>
          <a:xfrm>
            <a:off x="239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4_small_CA2_pose1_rmsd2_2025">
            <a:extLst>
              <a:ext uri="{FF2B5EF4-FFF2-40B4-BE49-F238E27FC236}">
                <a16:creationId xmlns:a16="http://schemas.microsoft.com/office/drawing/2014/main" id="{8618E8E2-208E-497B-A9A6-F1B5856FF3DD}"/>
              </a:ext>
            </a:extLst>
          </p:cNvPr>
          <p:cNvSpPr>
            <a:spLocks noGrp="1"/>
          </p:cNvSpPr>
          <p:nvPr/>
        </p:nvSpPr>
        <p:spPr>
          <a:xfrm>
            <a:off x="2517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4_small_CA2_pose1_rmsd2_2026">
            <a:extLst>
              <a:ext uri="{FF2B5EF4-FFF2-40B4-BE49-F238E27FC236}">
                <a16:creationId xmlns:a16="http://schemas.microsoft.com/office/drawing/2014/main" id="{7D6FA565-F6BE-4FD4-B411-1C6B66BC27DA}"/>
              </a:ext>
            </a:extLst>
          </p:cNvPr>
          <p:cNvSpPr>
            <a:spLocks noGrp="1"/>
          </p:cNvSpPr>
          <p:nvPr/>
        </p:nvSpPr>
        <p:spPr>
          <a:xfrm>
            <a:off x="23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4_small_CA2_pose1_rmsd2_2027">
            <a:extLst>
              <a:ext uri="{FF2B5EF4-FFF2-40B4-BE49-F238E27FC236}">
                <a16:creationId xmlns:a16="http://schemas.microsoft.com/office/drawing/2014/main" id="{D7608A52-9EA8-4D00-931D-68214B9301D6}"/>
              </a:ext>
            </a:extLst>
          </p:cNvPr>
          <p:cNvSpPr>
            <a:spLocks noGrp="1"/>
          </p:cNvSpPr>
          <p:nvPr/>
        </p:nvSpPr>
        <p:spPr>
          <a:xfrm>
            <a:off x="2395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4_small_CA2_pose1_rmsd2_2028">
            <a:extLst>
              <a:ext uri="{FF2B5EF4-FFF2-40B4-BE49-F238E27FC236}">
                <a16:creationId xmlns:a16="http://schemas.microsoft.com/office/drawing/2014/main" id="{F3A2BBF7-CF1B-47C7-80FD-A10E7978AC24}"/>
              </a:ext>
            </a:extLst>
          </p:cNvPr>
          <p:cNvSpPr>
            <a:spLocks noGrp="1"/>
          </p:cNvSpPr>
          <p:nvPr/>
        </p:nvSpPr>
        <p:spPr>
          <a:xfrm>
            <a:off x="22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4_small_CA2_pose1_rmsd2_2029">
            <a:extLst>
              <a:ext uri="{FF2B5EF4-FFF2-40B4-BE49-F238E27FC236}">
                <a16:creationId xmlns:a16="http://schemas.microsoft.com/office/drawing/2014/main" id="{2273B2DE-3657-49C3-85BD-6852256E81B2}"/>
              </a:ext>
            </a:extLst>
          </p:cNvPr>
          <p:cNvSpPr>
            <a:spLocks noGrp="1"/>
          </p:cNvSpPr>
          <p:nvPr/>
        </p:nvSpPr>
        <p:spPr>
          <a:xfrm>
            <a:off x="25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4_small_CA2_pose1_rmsd2_2030">
            <a:extLst>
              <a:ext uri="{FF2B5EF4-FFF2-40B4-BE49-F238E27FC236}">
                <a16:creationId xmlns:a16="http://schemas.microsoft.com/office/drawing/2014/main" id="{81616891-61B9-4052-9461-32409949953A}"/>
              </a:ext>
            </a:extLst>
          </p:cNvPr>
          <p:cNvSpPr>
            <a:spLocks noGrp="1"/>
          </p:cNvSpPr>
          <p:nvPr/>
        </p:nvSpPr>
        <p:spPr>
          <a:xfrm>
            <a:off x="2343350" y="46910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4_small_CA2_pose1_rmsd2_2031">
            <a:extLst>
              <a:ext uri="{FF2B5EF4-FFF2-40B4-BE49-F238E27FC236}">
                <a16:creationId xmlns:a16="http://schemas.microsoft.com/office/drawing/2014/main" id="{BD834651-EEE9-405B-A243-7DDA44AEA688}"/>
              </a:ext>
            </a:extLst>
          </p:cNvPr>
          <p:cNvSpPr>
            <a:spLocks noGrp="1"/>
          </p:cNvSpPr>
          <p:nvPr/>
        </p:nvSpPr>
        <p:spPr>
          <a:xfrm>
            <a:off x="233140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4_small_CA2_pose1_rmsd2_2032">
            <a:extLst>
              <a:ext uri="{FF2B5EF4-FFF2-40B4-BE49-F238E27FC236}">
                <a16:creationId xmlns:a16="http://schemas.microsoft.com/office/drawing/2014/main" id="{C1E14D81-3988-4BC0-A419-72CCC4803AD8}"/>
              </a:ext>
            </a:extLst>
          </p:cNvPr>
          <p:cNvSpPr>
            <a:spLocks noGrp="1"/>
          </p:cNvSpPr>
          <p:nvPr/>
        </p:nvSpPr>
        <p:spPr>
          <a:xfrm>
            <a:off x="2440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4_small_CA2_pose1_rmsd2_2033">
            <a:extLst>
              <a:ext uri="{FF2B5EF4-FFF2-40B4-BE49-F238E27FC236}">
                <a16:creationId xmlns:a16="http://schemas.microsoft.com/office/drawing/2014/main" id="{461A651E-BE39-4208-A89B-9A3D72A7E356}"/>
              </a:ext>
            </a:extLst>
          </p:cNvPr>
          <p:cNvSpPr>
            <a:spLocks noGrp="1"/>
          </p:cNvSpPr>
          <p:nvPr/>
        </p:nvSpPr>
        <p:spPr>
          <a:xfrm>
            <a:off x="2344478" y="343713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4_small_CA2_pose1_rmsd2_2034">
            <a:extLst>
              <a:ext uri="{FF2B5EF4-FFF2-40B4-BE49-F238E27FC236}">
                <a16:creationId xmlns:a16="http://schemas.microsoft.com/office/drawing/2014/main" id="{F995BEAC-5B29-4496-BBDD-FC47E5140E88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4_small_CA2_pose1_rmsd2_2035">
            <a:extLst>
              <a:ext uri="{FF2B5EF4-FFF2-40B4-BE49-F238E27FC236}">
                <a16:creationId xmlns:a16="http://schemas.microsoft.com/office/drawing/2014/main" id="{57C6F7E6-D87D-4783-874E-90004C76FF36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4_small_CA2_pose1_rmsd2_2036">
            <a:extLst>
              <a:ext uri="{FF2B5EF4-FFF2-40B4-BE49-F238E27FC236}">
                <a16:creationId xmlns:a16="http://schemas.microsoft.com/office/drawing/2014/main" id="{76174FD4-1795-48F9-AD60-728130379146}"/>
              </a:ext>
            </a:extLst>
          </p:cNvPr>
          <p:cNvSpPr>
            <a:spLocks noGrp="1"/>
          </p:cNvSpPr>
          <p:nvPr/>
        </p:nvSpPr>
        <p:spPr>
          <a:xfrm>
            <a:off x="24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4_small_CA2_pose1_rmsd2_2037">
            <a:extLst>
              <a:ext uri="{FF2B5EF4-FFF2-40B4-BE49-F238E27FC236}">
                <a16:creationId xmlns:a16="http://schemas.microsoft.com/office/drawing/2014/main" id="{90A5544A-85F4-47E2-BE49-7DAA745EF432}"/>
              </a:ext>
            </a:extLst>
          </p:cNvPr>
          <p:cNvSpPr>
            <a:spLocks noGrp="1"/>
          </p:cNvSpPr>
          <p:nvPr/>
        </p:nvSpPr>
        <p:spPr>
          <a:xfrm>
            <a:off x="227469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4_small_CA2_pose1_rmsd2_2038">
            <a:extLst>
              <a:ext uri="{FF2B5EF4-FFF2-40B4-BE49-F238E27FC236}">
                <a16:creationId xmlns:a16="http://schemas.microsoft.com/office/drawing/2014/main" id="{85522BAD-E7E8-4804-AB3B-6914FF37B1EC}"/>
              </a:ext>
            </a:extLst>
          </p:cNvPr>
          <p:cNvSpPr>
            <a:spLocks noGrp="1"/>
          </p:cNvSpPr>
          <p:nvPr/>
        </p:nvSpPr>
        <p:spPr>
          <a:xfrm>
            <a:off x="25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4_small_CA2_pose1_rmsd2_2039">
            <a:extLst>
              <a:ext uri="{FF2B5EF4-FFF2-40B4-BE49-F238E27FC236}">
                <a16:creationId xmlns:a16="http://schemas.microsoft.com/office/drawing/2014/main" id="{E79C61D8-08B3-493D-B150-9338AECEFEFA}"/>
              </a:ext>
            </a:extLst>
          </p:cNvPr>
          <p:cNvSpPr>
            <a:spLocks noGrp="1"/>
          </p:cNvSpPr>
          <p:nvPr/>
        </p:nvSpPr>
        <p:spPr>
          <a:xfrm>
            <a:off x="23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4_small_CA2_pose1_rmsd2_2040">
            <a:extLst>
              <a:ext uri="{FF2B5EF4-FFF2-40B4-BE49-F238E27FC236}">
                <a16:creationId xmlns:a16="http://schemas.microsoft.com/office/drawing/2014/main" id="{CC919377-0241-4AAE-B933-B53557FEF097}"/>
              </a:ext>
            </a:extLst>
          </p:cNvPr>
          <p:cNvSpPr>
            <a:spLocks noGrp="1"/>
          </p:cNvSpPr>
          <p:nvPr/>
        </p:nvSpPr>
        <p:spPr>
          <a:xfrm>
            <a:off x="25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4_small_CA2_pose1_rmsd2_2041">
            <a:extLst>
              <a:ext uri="{FF2B5EF4-FFF2-40B4-BE49-F238E27FC236}">
                <a16:creationId xmlns:a16="http://schemas.microsoft.com/office/drawing/2014/main" id="{DAFC52AD-15FB-49C5-AA42-8FCE8001490F}"/>
              </a:ext>
            </a:extLst>
          </p:cNvPr>
          <p:cNvSpPr>
            <a:spLocks noGrp="1"/>
          </p:cNvSpPr>
          <p:nvPr/>
        </p:nvSpPr>
        <p:spPr>
          <a:xfrm>
            <a:off x="23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4_small_CA2_pose1_rmsd2_2042">
            <a:extLst>
              <a:ext uri="{FF2B5EF4-FFF2-40B4-BE49-F238E27FC236}">
                <a16:creationId xmlns:a16="http://schemas.microsoft.com/office/drawing/2014/main" id="{F6C5007E-2D60-4C16-AC52-4BD1F0320DB3}"/>
              </a:ext>
            </a:extLst>
          </p:cNvPr>
          <p:cNvSpPr>
            <a:spLocks noGrp="1"/>
          </p:cNvSpPr>
          <p:nvPr/>
        </p:nvSpPr>
        <p:spPr>
          <a:xfrm>
            <a:off x="25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4_small_CA2_pose1_rmsd2_2043">
            <a:extLst>
              <a:ext uri="{FF2B5EF4-FFF2-40B4-BE49-F238E27FC236}">
                <a16:creationId xmlns:a16="http://schemas.microsoft.com/office/drawing/2014/main" id="{D7DA9FF0-EDC2-4FF5-A74C-4EC032B0B0F7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4_small_CA2_pose1_rmsd2_2044">
            <a:extLst>
              <a:ext uri="{FF2B5EF4-FFF2-40B4-BE49-F238E27FC236}">
                <a16:creationId xmlns:a16="http://schemas.microsoft.com/office/drawing/2014/main" id="{3754E279-39CE-4601-96B3-628AE1531523}"/>
              </a:ext>
            </a:extLst>
          </p:cNvPr>
          <p:cNvSpPr>
            <a:spLocks noGrp="1"/>
          </p:cNvSpPr>
          <p:nvPr/>
        </p:nvSpPr>
        <p:spPr>
          <a:xfrm>
            <a:off x="23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4_small_CA2_pose1_rmsd2_2045">
            <a:extLst>
              <a:ext uri="{FF2B5EF4-FFF2-40B4-BE49-F238E27FC236}">
                <a16:creationId xmlns:a16="http://schemas.microsoft.com/office/drawing/2014/main" id="{676E354B-4D1A-46F6-88E2-3403548463C0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4_small_CA2_pose1_rmsd2_2046">
            <a:extLst>
              <a:ext uri="{FF2B5EF4-FFF2-40B4-BE49-F238E27FC236}">
                <a16:creationId xmlns:a16="http://schemas.microsoft.com/office/drawing/2014/main" id="{8B5A95E8-E34F-4EE6-947B-B8CFDDF451DE}"/>
              </a:ext>
            </a:extLst>
          </p:cNvPr>
          <p:cNvSpPr>
            <a:spLocks noGrp="1"/>
          </p:cNvSpPr>
          <p:nvPr/>
        </p:nvSpPr>
        <p:spPr>
          <a:xfrm>
            <a:off x="22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4_small_CA2_pose1_rmsd2_2047">
            <a:extLst>
              <a:ext uri="{FF2B5EF4-FFF2-40B4-BE49-F238E27FC236}">
                <a16:creationId xmlns:a16="http://schemas.microsoft.com/office/drawing/2014/main" id="{A48C64E1-EB4F-4DE0-AC34-5B25C4BF777C}"/>
              </a:ext>
            </a:extLst>
          </p:cNvPr>
          <p:cNvSpPr>
            <a:spLocks noGrp="1"/>
          </p:cNvSpPr>
          <p:nvPr/>
        </p:nvSpPr>
        <p:spPr>
          <a:xfrm>
            <a:off x="22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4_small_CA2_pose1_rmsd2_2048">
            <a:extLst>
              <a:ext uri="{FF2B5EF4-FFF2-40B4-BE49-F238E27FC236}">
                <a16:creationId xmlns:a16="http://schemas.microsoft.com/office/drawing/2014/main" id="{850AECF4-E6FF-47E7-A083-C29C2EF258E5}"/>
              </a:ext>
            </a:extLst>
          </p:cNvPr>
          <p:cNvSpPr>
            <a:spLocks noGrp="1"/>
          </p:cNvSpPr>
          <p:nvPr/>
        </p:nvSpPr>
        <p:spPr>
          <a:xfrm>
            <a:off x="25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4_small_CA2_pose1_rmsd2_2049">
            <a:extLst>
              <a:ext uri="{FF2B5EF4-FFF2-40B4-BE49-F238E27FC236}">
                <a16:creationId xmlns:a16="http://schemas.microsoft.com/office/drawing/2014/main" id="{CFB16914-C3A5-480A-B653-FE4DF9547B07}"/>
              </a:ext>
            </a:extLst>
          </p:cNvPr>
          <p:cNvSpPr>
            <a:spLocks noGrp="1"/>
          </p:cNvSpPr>
          <p:nvPr/>
        </p:nvSpPr>
        <p:spPr>
          <a:xfrm>
            <a:off x="22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4_small_CA2_pose1_rmsd2_2050">
            <a:extLst>
              <a:ext uri="{FF2B5EF4-FFF2-40B4-BE49-F238E27FC236}">
                <a16:creationId xmlns:a16="http://schemas.microsoft.com/office/drawing/2014/main" id="{8C1951A3-16FC-4AF2-9EDB-BB91298E75A7}"/>
              </a:ext>
            </a:extLst>
          </p:cNvPr>
          <p:cNvSpPr>
            <a:spLocks noGrp="1"/>
          </p:cNvSpPr>
          <p:nvPr/>
        </p:nvSpPr>
        <p:spPr>
          <a:xfrm>
            <a:off x="2386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4_small_CA2_pose1_rmsd2_2051">
            <a:extLst>
              <a:ext uri="{FF2B5EF4-FFF2-40B4-BE49-F238E27FC236}">
                <a16:creationId xmlns:a16="http://schemas.microsoft.com/office/drawing/2014/main" id="{6A42C39D-C018-4F3C-BD27-4045EF215DC0}"/>
              </a:ext>
            </a:extLst>
          </p:cNvPr>
          <p:cNvSpPr>
            <a:spLocks noGrp="1"/>
          </p:cNvSpPr>
          <p:nvPr/>
        </p:nvSpPr>
        <p:spPr>
          <a:xfrm>
            <a:off x="242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4_small_CA2_pose1_rmsd2_2052">
            <a:extLst>
              <a:ext uri="{FF2B5EF4-FFF2-40B4-BE49-F238E27FC236}">
                <a16:creationId xmlns:a16="http://schemas.microsoft.com/office/drawing/2014/main" id="{418094CF-3F03-4A3E-931D-755BDE9BFC52}"/>
              </a:ext>
            </a:extLst>
          </p:cNvPr>
          <p:cNvSpPr>
            <a:spLocks noGrp="1"/>
          </p:cNvSpPr>
          <p:nvPr/>
        </p:nvSpPr>
        <p:spPr>
          <a:xfrm>
            <a:off x="23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4_small_CA2_pose1_rmsd2_2053">
            <a:extLst>
              <a:ext uri="{FF2B5EF4-FFF2-40B4-BE49-F238E27FC236}">
                <a16:creationId xmlns:a16="http://schemas.microsoft.com/office/drawing/2014/main" id="{CFA32FF9-051C-48BF-AAAC-FED7BCF62F9D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4_small_CA2_pose1_rmsd2_2054">
            <a:extLst>
              <a:ext uri="{FF2B5EF4-FFF2-40B4-BE49-F238E27FC236}">
                <a16:creationId xmlns:a16="http://schemas.microsoft.com/office/drawing/2014/main" id="{D69E178C-A4F3-451D-B4E9-6F5A37B3BECA}"/>
              </a:ext>
            </a:extLst>
          </p:cNvPr>
          <p:cNvSpPr>
            <a:spLocks noGrp="1"/>
          </p:cNvSpPr>
          <p:nvPr/>
        </p:nvSpPr>
        <p:spPr>
          <a:xfrm>
            <a:off x="23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4_small_CA2_pose1_rmsd2_2055">
            <a:extLst>
              <a:ext uri="{FF2B5EF4-FFF2-40B4-BE49-F238E27FC236}">
                <a16:creationId xmlns:a16="http://schemas.microsoft.com/office/drawing/2014/main" id="{B4C557C3-65DD-4CF4-A2D9-F52402BCEB9B}"/>
              </a:ext>
            </a:extLst>
          </p:cNvPr>
          <p:cNvSpPr>
            <a:spLocks noGrp="1"/>
          </p:cNvSpPr>
          <p:nvPr/>
        </p:nvSpPr>
        <p:spPr>
          <a:xfrm>
            <a:off x="25720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4_small_CA2_pose1_rmsd2_2056">
            <a:extLst>
              <a:ext uri="{FF2B5EF4-FFF2-40B4-BE49-F238E27FC236}">
                <a16:creationId xmlns:a16="http://schemas.microsoft.com/office/drawing/2014/main" id="{F419DF75-B65D-4400-91AA-9C115794FF22}"/>
              </a:ext>
            </a:extLst>
          </p:cNvPr>
          <p:cNvSpPr>
            <a:spLocks noGrp="1"/>
          </p:cNvSpPr>
          <p:nvPr/>
        </p:nvSpPr>
        <p:spPr>
          <a:xfrm>
            <a:off x="246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4_small_CA2_pose1_rmsd2_2057">
            <a:extLst>
              <a:ext uri="{FF2B5EF4-FFF2-40B4-BE49-F238E27FC236}">
                <a16:creationId xmlns:a16="http://schemas.microsoft.com/office/drawing/2014/main" id="{EEA58DA7-E730-45D9-8EE4-49883DF048BA}"/>
              </a:ext>
            </a:extLst>
          </p:cNvPr>
          <p:cNvSpPr>
            <a:spLocks noGrp="1"/>
          </p:cNvSpPr>
          <p:nvPr/>
        </p:nvSpPr>
        <p:spPr>
          <a:xfrm>
            <a:off x="2454624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4_small_CA2_pose1_rmsd2_2058">
            <a:extLst>
              <a:ext uri="{FF2B5EF4-FFF2-40B4-BE49-F238E27FC236}">
                <a16:creationId xmlns:a16="http://schemas.microsoft.com/office/drawing/2014/main" id="{8D4CD285-7D20-41DB-A80C-2C24E277A04B}"/>
              </a:ext>
            </a:extLst>
          </p:cNvPr>
          <p:cNvSpPr>
            <a:spLocks noGrp="1"/>
          </p:cNvSpPr>
          <p:nvPr/>
        </p:nvSpPr>
        <p:spPr>
          <a:xfrm>
            <a:off x="25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4_small_CA2_pose1_rmsd2_2059">
            <a:extLst>
              <a:ext uri="{FF2B5EF4-FFF2-40B4-BE49-F238E27FC236}">
                <a16:creationId xmlns:a16="http://schemas.microsoft.com/office/drawing/2014/main" id="{C42C5960-BB48-4DED-A826-B49D4FE99AE5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4_small_CA2_pose1_rmsd2_2060">
            <a:extLst>
              <a:ext uri="{FF2B5EF4-FFF2-40B4-BE49-F238E27FC236}">
                <a16:creationId xmlns:a16="http://schemas.microsoft.com/office/drawing/2014/main" id="{C5766A6A-F6A4-46B9-97FD-36C5901380FA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4_small_CA2_pose1_rmsd2_2061">
            <a:extLst>
              <a:ext uri="{FF2B5EF4-FFF2-40B4-BE49-F238E27FC236}">
                <a16:creationId xmlns:a16="http://schemas.microsoft.com/office/drawing/2014/main" id="{8BA64422-5CED-46D3-9BE0-D7AC463FE0F4}"/>
              </a:ext>
            </a:extLst>
          </p:cNvPr>
          <p:cNvSpPr>
            <a:spLocks noGrp="1"/>
          </p:cNvSpPr>
          <p:nvPr/>
        </p:nvSpPr>
        <p:spPr>
          <a:xfrm>
            <a:off x="25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4_small_CA2_pose1_rmsd2_2062">
            <a:extLst>
              <a:ext uri="{FF2B5EF4-FFF2-40B4-BE49-F238E27FC236}">
                <a16:creationId xmlns:a16="http://schemas.microsoft.com/office/drawing/2014/main" id="{DECC3895-05BF-4FBB-B614-5FEAE5E99C27}"/>
              </a:ext>
            </a:extLst>
          </p:cNvPr>
          <p:cNvSpPr>
            <a:spLocks noGrp="1"/>
          </p:cNvSpPr>
          <p:nvPr/>
        </p:nvSpPr>
        <p:spPr>
          <a:xfrm>
            <a:off x="23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4_small_CA2_pose1_rmsd2_2063">
            <a:extLst>
              <a:ext uri="{FF2B5EF4-FFF2-40B4-BE49-F238E27FC236}">
                <a16:creationId xmlns:a16="http://schemas.microsoft.com/office/drawing/2014/main" id="{E2397E92-60C3-4F96-86E0-150E40644735}"/>
              </a:ext>
            </a:extLst>
          </p:cNvPr>
          <p:cNvSpPr>
            <a:spLocks noGrp="1"/>
          </p:cNvSpPr>
          <p:nvPr/>
        </p:nvSpPr>
        <p:spPr>
          <a:xfrm>
            <a:off x="22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4_small_CA2_pose1_rmsd2_2064">
            <a:extLst>
              <a:ext uri="{FF2B5EF4-FFF2-40B4-BE49-F238E27FC236}">
                <a16:creationId xmlns:a16="http://schemas.microsoft.com/office/drawing/2014/main" id="{0E1E7798-B846-4FFA-A52F-077783D36C24}"/>
              </a:ext>
            </a:extLst>
          </p:cNvPr>
          <p:cNvSpPr>
            <a:spLocks noGrp="1"/>
          </p:cNvSpPr>
          <p:nvPr/>
        </p:nvSpPr>
        <p:spPr>
          <a:xfrm>
            <a:off x="25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4_small_CA2_pose1_rmsd2_2065">
            <a:extLst>
              <a:ext uri="{FF2B5EF4-FFF2-40B4-BE49-F238E27FC236}">
                <a16:creationId xmlns:a16="http://schemas.microsoft.com/office/drawing/2014/main" id="{FF1638EA-30BB-4979-8C3D-C7379E172B18}"/>
              </a:ext>
            </a:extLst>
          </p:cNvPr>
          <p:cNvSpPr>
            <a:spLocks noGrp="1"/>
          </p:cNvSpPr>
          <p:nvPr/>
        </p:nvSpPr>
        <p:spPr>
          <a:xfrm>
            <a:off x="25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4_small_CA2_pose1_rmsd2_2066">
            <a:extLst>
              <a:ext uri="{FF2B5EF4-FFF2-40B4-BE49-F238E27FC236}">
                <a16:creationId xmlns:a16="http://schemas.microsoft.com/office/drawing/2014/main" id="{433375D8-21FB-4F1A-9ABC-3A3677E00B87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4_small_CA2_pose1_rmsd2_2067">
            <a:extLst>
              <a:ext uri="{FF2B5EF4-FFF2-40B4-BE49-F238E27FC236}">
                <a16:creationId xmlns:a16="http://schemas.microsoft.com/office/drawing/2014/main" id="{62031C7C-669F-4AA6-8541-BAA034040291}"/>
              </a:ext>
            </a:extLst>
          </p:cNvPr>
          <p:cNvSpPr>
            <a:spLocks noGrp="1"/>
          </p:cNvSpPr>
          <p:nvPr/>
        </p:nvSpPr>
        <p:spPr>
          <a:xfrm>
            <a:off x="254019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4_small_CA2_pose1_rmsd2_2068">
            <a:extLst>
              <a:ext uri="{FF2B5EF4-FFF2-40B4-BE49-F238E27FC236}">
                <a16:creationId xmlns:a16="http://schemas.microsoft.com/office/drawing/2014/main" id="{C34253E5-77BD-44E9-9016-E66DFCE130B9}"/>
              </a:ext>
            </a:extLst>
          </p:cNvPr>
          <p:cNvSpPr>
            <a:spLocks noGrp="1"/>
          </p:cNvSpPr>
          <p:nvPr/>
        </p:nvSpPr>
        <p:spPr>
          <a:xfrm>
            <a:off x="25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4_small_CA2_pose1_rmsd2_2069">
            <a:extLst>
              <a:ext uri="{FF2B5EF4-FFF2-40B4-BE49-F238E27FC236}">
                <a16:creationId xmlns:a16="http://schemas.microsoft.com/office/drawing/2014/main" id="{A0211135-3D09-41EF-9432-13D8A4D03016}"/>
              </a:ext>
            </a:extLst>
          </p:cNvPr>
          <p:cNvSpPr>
            <a:spLocks noGrp="1"/>
          </p:cNvSpPr>
          <p:nvPr/>
        </p:nvSpPr>
        <p:spPr>
          <a:xfrm>
            <a:off x="232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4_small_CA2_pose1_rmsd2_2070">
            <a:extLst>
              <a:ext uri="{FF2B5EF4-FFF2-40B4-BE49-F238E27FC236}">
                <a16:creationId xmlns:a16="http://schemas.microsoft.com/office/drawing/2014/main" id="{455838E2-AB53-4BE1-B3D3-A6259E20295F}"/>
              </a:ext>
            </a:extLst>
          </p:cNvPr>
          <p:cNvSpPr>
            <a:spLocks noGrp="1"/>
          </p:cNvSpPr>
          <p:nvPr/>
        </p:nvSpPr>
        <p:spPr>
          <a:xfrm>
            <a:off x="24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4_small_CA2_pose1_rmsd2_2071">
            <a:extLst>
              <a:ext uri="{FF2B5EF4-FFF2-40B4-BE49-F238E27FC236}">
                <a16:creationId xmlns:a16="http://schemas.microsoft.com/office/drawing/2014/main" id="{5F158420-0E83-48FB-A7B2-8DEC9168B873}"/>
              </a:ext>
            </a:extLst>
          </p:cNvPr>
          <p:cNvSpPr>
            <a:spLocks noGrp="1"/>
          </p:cNvSpPr>
          <p:nvPr/>
        </p:nvSpPr>
        <p:spPr>
          <a:xfrm>
            <a:off x="24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4_small_CA2_pose1_rmsd2_2072">
            <a:extLst>
              <a:ext uri="{FF2B5EF4-FFF2-40B4-BE49-F238E27FC236}">
                <a16:creationId xmlns:a16="http://schemas.microsoft.com/office/drawing/2014/main" id="{2CD768BE-15EF-424D-92AC-79BFAB2BF122}"/>
              </a:ext>
            </a:extLst>
          </p:cNvPr>
          <p:cNvSpPr>
            <a:spLocks noGrp="1"/>
          </p:cNvSpPr>
          <p:nvPr/>
        </p:nvSpPr>
        <p:spPr>
          <a:xfrm>
            <a:off x="2549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4_small_CA2_pose1_rmsd2_2073">
            <a:extLst>
              <a:ext uri="{FF2B5EF4-FFF2-40B4-BE49-F238E27FC236}">
                <a16:creationId xmlns:a16="http://schemas.microsoft.com/office/drawing/2014/main" id="{0046D9D7-A257-4C8C-9201-13A69745BD94}"/>
              </a:ext>
            </a:extLst>
          </p:cNvPr>
          <p:cNvSpPr>
            <a:spLocks noGrp="1"/>
          </p:cNvSpPr>
          <p:nvPr/>
        </p:nvSpPr>
        <p:spPr>
          <a:xfrm>
            <a:off x="25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4_small_CA2_pose1_rmsd2_2074">
            <a:extLst>
              <a:ext uri="{FF2B5EF4-FFF2-40B4-BE49-F238E27FC236}">
                <a16:creationId xmlns:a16="http://schemas.microsoft.com/office/drawing/2014/main" id="{666396C2-E5C8-41F9-9EE1-6653A83DB4BC}"/>
              </a:ext>
            </a:extLst>
          </p:cNvPr>
          <p:cNvSpPr>
            <a:spLocks noGrp="1"/>
          </p:cNvSpPr>
          <p:nvPr/>
        </p:nvSpPr>
        <p:spPr>
          <a:xfrm>
            <a:off x="25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4_small_CA2_pose1_rmsd2_2075">
            <a:extLst>
              <a:ext uri="{FF2B5EF4-FFF2-40B4-BE49-F238E27FC236}">
                <a16:creationId xmlns:a16="http://schemas.microsoft.com/office/drawing/2014/main" id="{6B86B6C7-C100-4F02-9841-F84CBCF98716}"/>
              </a:ext>
            </a:extLst>
          </p:cNvPr>
          <p:cNvSpPr>
            <a:spLocks noGrp="1"/>
          </p:cNvSpPr>
          <p:nvPr/>
        </p:nvSpPr>
        <p:spPr>
          <a:xfrm>
            <a:off x="24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4_small_CA2_pose1_rmsd2_2076">
            <a:extLst>
              <a:ext uri="{FF2B5EF4-FFF2-40B4-BE49-F238E27FC236}">
                <a16:creationId xmlns:a16="http://schemas.microsoft.com/office/drawing/2014/main" id="{FB5652FD-83CE-4EB5-8293-3C85FB14F729}"/>
              </a:ext>
            </a:extLst>
          </p:cNvPr>
          <p:cNvSpPr>
            <a:spLocks noGrp="1"/>
          </p:cNvSpPr>
          <p:nvPr/>
        </p:nvSpPr>
        <p:spPr>
          <a:xfrm>
            <a:off x="252867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4_small_CA2_pose1_rmsd2_2077">
            <a:extLst>
              <a:ext uri="{FF2B5EF4-FFF2-40B4-BE49-F238E27FC236}">
                <a16:creationId xmlns:a16="http://schemas.microsoft.com/office/drawing/2014/main" id="{0ECF623F-9F2B-4444-9E88-E2348C5423A4}"/>
              </a:ext>
            </a:extLst>
          </p:cNvPr>
          <p:cNvSpPr>
            <a:spLocks noGrp="1"/>
          </p:cNvSpPr>
          <p:nvPr/>
        </p:nvSpPr>
        <p:spPr>
          <a:xfrm>
            <a:off x="24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4_small_CA2_pose1_rmsd2_2078">
            <a:extLst>
              <a:ext uri="{FF2B5EF4-FFF2-40B4-BE49-F238E27FC236}">
                <a16:creationId xmlns:a16="http://schemas.microsoft.com/office/drawing/2014/main" id="{F0154C0A-03EB-4020-BC7F-F2421B435451}"/>
              </a:ext>
            </a:extLst>
          </p:cNvPr>
          <p:cNvSpPr>
            <a:spLocks noGrp="1"/>
          </p:cNvSpPr>
          <p:nvPr/>
        </p:nvSpPr>
        <p:spPr>
          <a:xfrm>
            <a:off x="235048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4_small_CA2_pose1_rmsd2_2079">
            <a:extLst>
              <a:ext uri="{FF2B5EF4-FFF2-40B4-BE49-F238E27FC236}">
                <a16:creationId xmlns:a16="http://schemas.microsoft.com/office/drawing/2014/main" id="{FD5F8AA6-2D3A-415C-BEAD-1ADE52CC7629}"/>
              </a:ext>
            </a:extLst>
          </p:cNvPr>
          <p:cNvSpPr>
            <a:spLocks noGrp="1"/>
          </p:cNvSpPr>
          <p:nvPr/>
        </p:nvSpPr>
        <p:spPr>
          <a:xfrm>
            <a:off x="23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4_small_CA2_pose1_rmsd2_2080">
            <a:extLst>
              <a:ext uri="{FF2B5EF4-FFF2-40B4-BE49-F238E27FC236}">
                <a16:creationId xmlns:a16="http://schemas.microsoft.com/office/drawing/2014/main" id="{B66CFD2B-4717-454B-BCAC-DC6E5C4B43C6}"/>
              </a:ext>
            </a:extLst>
          </p:cNvPr>
          <p:cNvSpPr>
            <a:spLocks noGrp="1"/>
          </p:cNvSpPr>
          <p:nvPr/>
        </p:nvSpPr>
        <p:spPr>
          <a:xfrm>
            <a:off x="244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4_small_CA2_pose1_rmsd2_2081">
            <a:extLst>
              <a:ext uri="{FF2B5EF4-FFF2-40B4-BE49-F238E27FC236}">
                <a16:creationId xmlns:a16="http://schemas.microsoft.com/office/drawing/2014/main" id="{2A9AC1E3-9AC4-4892-8C24-9701D722ABAE}"/>
              </a:ext>
            </a:extLst>
          </p:cNvPr>
          <p:cNvSpPr>
            <a:spLocks noGrp="1"/>
          </p:cNvSpPr>
          <p:nvPr/>
        </p:nvSpPr>
        <p:spPr>
          <a:xfrm>
            <a:off x="2491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4_small_CA2_pose1_rmsd2_2082">
            <a:extLst>
              <a:ext uri="{FF2B5EF4-FFF2-40B4-BE49-F238E27FC236}">
                <a16:creationId xmlns:a16="http://schemas.microsoft.com/office/drawing/2014/main" id="{DDADA422-73EA-488A-94D5-BBBC8E015927}"/>
              </a:ext>
            </a:extLst>
          </p:cNvPr>
          <p:cNvSpPr>
            <a:spLocks noGrp="1"/>
          </p:cNvSpPr>
          <p:nvPr/>
        </p:nvSpPr>
        <p:spPr>
          <a:xfrm>
            <a:off x="25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4_small_CA2_pose1_rmsd2_2083">
            <a:extLst>
              <a:ext uri="{FF2B5EF4-FFF2-40B4-BE49-F238E27FC236}">
                <a16:creationId xmlns:a16="http://schemas.microsoft.com/office/drawing/2014/main" id="{EE28E7D7-8E7C-427B-9654-7C74134FA2E2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4_small_CA2_pose1_rmsd2_2084">
            <a:extLst>
              <a:ext uri="{FF2B5EF4-FFF2-40B4-BE49-F238E27FC236}">
                <a16:creationId xmlns:a16="http://schemas.microsoft.com/office/drawing/2014/main" id="{357517E4-33EE-41FD-9DB2-FAA2BFC15429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4_small_CA2_pose1_rmsd2_2085">
            <a:extLst>
              <a:ext uri="{FF2B5EF4-FFF2-40B4-BE49-F238E27FC236}">
                <a16:creationId xmlns:a16="http://schemas.microsoft.com/office/drawing/2014/main" id="{D57246CE-6096-4E0D-A509-EBA8022AC0C4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4_small_CA2_pose1_rmsd2_2086">
            <a:extLst>
              <a:ext uri="{FF2B5EF4-FFF2-40B4-BE49-F238E27FC236}">
                <a16:creationId xmlns:a16="http://schemas.microsoft.com/office/drawing/2014/main" id="{E0399E40-7FC3-44A7-A5A0-BB3784AD7CED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4_small_CA2_pose1_rmsd2_2087">
            <a:extLst>
              <a:ext uri="{FF2B5EF4-FFF2-40B4-BE49-F238E27FC236}">
                <a16:creationId xmlns:a16="http://schemas.microsoft.com/office/drawing/2014/main" id="{472DADC1-4E59-410D-B4ED-8F8CA9A571E3}"/>
              </a:ext>
            </a:extLst>
          </p:cNvPr>
          <p:cNvSpPr>
            <a:spLocks noGrp="1"/>
          </p:cNvSpPr>
          <p:nvPr/>
        </p:nvSpPr>
        <p:spPr>
          <a:xfrm>
            <a:off x="25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4_small_CA2_pose1_rmsd2_2088">
            <a:extLst>
              <a:ext uri="{FF2B5EF4-FFF2-40B4-BE49-F238E27FC236}">
                <a16:creationId xmlns:a16="http://schemas.microsoft.com/office/drawing/2014/main" id="{4D2BB4A5-5DAA-42C9-80FA-E74A7EEE46DB}"/>
              </a:ext>
            </a:extLst>
          </p:cNvPr>
          <p:cNvSpPr>
            <a:spLocks noGrp="1"/>
          </p:cNvSpPr>
          <p:nvPr/>
        </p:nvSpPr>
        <p:spPr>
          <a:xfrm>
            <a:off x="25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4_small_CA2_pose1_rmsd2_2089">
            <a:extLst>
              <a:ext uri="{FF2B5EF4-FFF2-40B4-BE49-F238E27FC236}">
                <a16:creationId xmlns:a16="http://schemas.microsoft.com/office/drawing/2014/main" id="{130552F5-BD04-4294-BB68-280845C1B781}"/>
              </a:ext>
            </a:extLst>
          </p:cNvPr>
          <p:cNvSpPr>
            <a:spLocks noGrp="1"/>
          </p:cNvSpPr>
          <p:nvPr/>
        </p:nvSpPr>
        <p:spPr>
          <a:xfrm>
            <a:off x="24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4_small_CA2_pose1_rmsd2_2090">
            <a:extLst>
              <a:ext uri="{FF2B5EF4-FFF2-40B4-BE49-F238E27FC236}">
                <a16:creationId xmlns:a16="http://schemas.microsoft.com/office/drawing/2014/main" id="{1FF43930-B275-47B9-BBA7-C3BCCC3FD896}"/>
              </a:ext>
            </a:extLst>
          </p:cNvPr>
          <p:cNvSpPr>
            <a:spLocks noGrp="1"/>
          </p:cNvSpPr>
          <p:nvPr/>
        </p:nvSpPr>
        <p:spPr>
          <a:xfrm>
            <a:off x="24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4_small_CA2_pose1_rmsd2_2091">
            <a:extLst>
              <a:ext uri="{FF2B5EF4-FFF2-40B4-BE49-F238E27FC236}">
                <a16:creationId xmlns:a16="http://schemas.microsoft.com/office/drawing/2014/main" id="{2C324D5F-618E-4C2C-9E1F-2C6C26530981}"/>
              </a:ext>
            </a:extLst>
          </p:cNvPr>
          <p:cNvSpPr>
            <a:spLocks noGrp="1"/>
          </p:cNvSpPr>
          <p:nvPr/>
        </p:nvSpPr>
        <p:spPr>
          <a:xfrm>
            <a:off x="23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4_small_CA2_pose1_rmsd2_2092">
            <a:extLst>
              <a:ext uri="{FF2B5EF4-FFF2-40B4-BE49-F238E27FC236}">
                <a16:creationId xmlns:a16="http://schemas.microsoft.com/office/drawing/2014/main" id="{1806787F-8FE5-4334-BD2B-7C2E580DA310}"/>
              </a:ext>
            </a:extLst>
          </p:cNvPr>
          <p:cNvSpPr>
            <a:spLocks noGrp="1"/>
          </p:cNvSpPr>
          <p:nvPr/>
        </p:nvSpPr>
        <p:spPr>
          <a:xfrm>
            <a:off x="4109881" y="297588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4_small_CA2_pose1_rmsd2_2093">
            <a:extLst>
              <a:ext uri="{FF2B5EF4-FFF2-40B4-BE49-F238E27FC236}">
                <a16:creationId xmlns:a16="http://schemas.microsoft.com/office/drawing/2014/main" id="{5883C9B6-44DE-488E-9FB3-1139DD5087D2}"/>
              </a:ext>
            </a:extLst>
          </p:cNvPr>
          <p:cNvSpPr>
            <a:spLocks noGrp="1"/>
          </p:cNvSpPr>
          <p:nvPr/>
        </p:nvSpPr>
        <p:spPr>
          <a:xfrm>
            <a:off x="4343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4_small_CA2_pose1_rmsd2_2094">
            <a:extLst>
              <a:ext uri="{FF2B5EF4-FFF2-40B4-BE49-F238E27FC236}">
                <a16:creationId xmlns:a16="http://schemas.microsoft.com/office/drawing/2014/main" id="{22A53C41-1106-4281-8C40-072C2F5FBF99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4_small_CA2_pose1_rmsd2_2095">
            <a:extLst>
              <a:ext uri="{FF2B5EF4-FFF2-40B4-BE49-F238E27FC236}">
                <a16:creationId xmlns:a16="http://schemas.microsoft.com/office/drawing/2014/main" id="{D1F25CD5-E052-418C-B64A-74D26CB834D3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4_small_CA2_pose1_rmsd2_2096">
            <a:extLst>
              <a:ext uri="{FF2B5EF4-FFF2-40B4-BE49-F238E27FC236}">
                <a16:creationId xmlns:a16="http://schemas.microsoft.com/office/drawing/2014/main" id="{B7C07B09-5664-4B89-84E9-69F9DD260ACC}"/>
              </a:ext>
            </a:extLst>
          </p:cNvPr>
          <p:cNvSpPr>
            <a:spLocks noGrp="1"/>
          </p:cNvSpPr>
          <p:nvPr/>
        </p:nvSpPr>
        <p:spPr>
          <a:xfrm>
            <a:off x="434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4_small_CA2_pose1_rmsd2_2097">
            <a:extLst>
              <a:ext uri="{FF2B5EF4-FFF2-40B4-BE49-F238E27FC236}">
                <a16:creationId xmlns:a16="http://schemas.microsoft.com/office/drawing/2014/main" id="{654B08B8-4492-44A2-800E-3EBB83A0B268}"/>
              </a:ext>
            </a:extLst>
          </p:cNvPr>
          <p:cNvSpPr>
            <a:spLocks noGrp="1"/>
          </p:cNvSpPr>
          <p:nvPr/>
        </p:nvSpPr>
        <p:spPr>
          <a:xfrm>
            <a:off x="427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4_small_CA2_pose1_rmsd2_2098">
            <a:extLst>
              <a:ext uri="{FF2B5EF4-FFF2-40B4-BE49-F238E27FC236}">
                <a16:creationId xmlns:a16="http://schemas.microsoft.com/office/drawing/2014/main" id="{00CEDAB8-F4B1-469E-B53C-AB2AB9BBB879}"/>
              </a:ext>
            </a:extLst>
          </p:cNvPr>
          <p:cNvSpPr>
            <a:spLocks noGrp="1"/>
          </p:cNvSpPr>
          <p:nvPr/>
        </p:nvSpPr>
        <p:spPr>
          <a:xfrm>
            <a:off x="407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4_small_CA2_pose1_rmsd2_2099">
            <a:extLst>
              <a:ext uri="{FF2B5EF4-FFF2-40B4-BE49-F238E27FC236}">
                <a16:creationId xmlns:a16="http://schemas.microsoft.com/office/drawing/2014/main" id="{52FE4DE8-F9F9-4D03-91B5-0E93A11C8303}"/>
              </a:ext>
            </a:extLst>
          </p:cNvPr>
          <p:cNvSpPr>
            <a:spLocks noGrp="1"/>
          </p:cNvSpPr>
          <p:nvPr/>
        </p:nvSpPr>
        <p:spPr>
          <a:xfrm>
            <a:off x="414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4_small_CA2_pose1_rmsd2_2100">
            <a:extLst>
              <a:ext uri="{FF2B5EF4-FFF2-40B4-BE49-F238E27FC236}">
                <a16:creationId xmlns:a16="http://schemas.microsoft.com/office/drawing/2014/main" id="{17CDDD70-8EB6-4E51-AA71-9CBE6D4FA9C8}"/>
              </a:ext>
            </a:extLst>
          </p:cNvPr>
          <p:cNvSpPr>
            <a:spLocks noGrp="1"/>
          </p:cNvSpPr>
          <p:nvPr/>
        </p:nvSpPr>
        <p:spPr>
          <a:xfrm>
            <a:off x="418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4_small_CA2_pose1_rmsd2_2101">
            <a:extLst>
              <a:ext uri="{FF2B5EF4-FFF2-40B4-BE49-F238E27FC236}">
                <a16:creationId xmlns:a16="http://schemas.microsoft.com/office/drawing/2014/main" id="{FC9391F6-A8BB-44C7-B3F4-E07DC5BC7359}"/>
              </a:ext>
            </a:extLst>
          </p:cNvPr>
          <p:cNvSpPr>
            <a:spLocks noGrp="1"/>
          </p:cNvSpPr>
          <p:nvPr/>
        </p:nvSpPr>
        <p:spPr>
          <a:xfrm>
            <a:off x="414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4_small_CA2_pose1_rmsd2_2102">
            <a:extLst>
              <a:ext uri="{FF2B5EF4-FFF2-40B4-BE49-F238E27FC236}">
                <a16:creationId xmlns:a16="http://schemas.microsoft.com/office/drawing/2014/main" id="{70DB6635-1D2D-4CC6-8CFE-37230523F6AD}"/>
              </a:ext>
            </a:extLst>
          </p:cNvPr>
          <p:cNvSpPr>
            <a:spLocks noGrp="1"/>
          </p:cNvSpPr>
          <p:nvPr/>
        </p:nvSpPr>
        <p:spPr>
          <a:xfrm>
            <a:off x="4267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4_small_CA2_pose1_rmsd2_2103">
            <a:extLst>
              <a:ext uri="{FF2B5EF4-FFF2-40B4-BE49-F238E27FC236}">
                <a16:creationId xmlns:a16="http://schemas.microsoft.com/office/drawing/2014/main" id="{349A3739-D5B1-4A69-B527-41AEEAF18318}"/>
              </a:ext>
            </a:extLst>
          </p:cNvPr>
          <p:cNvSpPr>
            <a:spLocks noGrp="1"/>
          </p:cNvSpPr>
          <p:nvPr/>
        </p:nvSpPr>
        <p:spPr>
          <a:xfrm>
            <a:off x="405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4_small_CA2_pose1_rmsd2_2104">
            <a:extLst>
              <a:ext uri="{FF2B5EF4-FFF2-40B4-BE49-F238E27FC236}">
                <a16:creationId xmlns:a16="http://schemas.microsoft.com/office/drawing/2014/main" id="{13EB487D-D23B-4594-B0BD-E4785AFC644E}"/>
              </a:ext>
            </a:extLst>
          </p:cNvPr>
          <p:cNvSpPr>
            <a:spLocks noGrp="1"/>
          </p:cNvSpPr>
          <p:nvPr/>
        </p:nvSpPr>
        <p:spPr>
          <a:xfrm>
            <a:off x="4145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4_small_CA2_pose1_rmsd2_2105">
            <a:extLst>
              <a:ext uri="{FF2B5EF4-FFF2-40B4-BE49-F238E27FC236}">
                <a16:creationId xmlns:a16="http://schemas.microsoft.com/office/drawing/2014/main" id="{12301546-8C12-4D38-8F96-876C5D8C2C10}"/>
              </a:ext>
            </a:extLst>
          </p:cNvPr>
          <p:cNvSpPr>
            <a:spLocks noGrp="1"/>
          </p:cNvSpPr>
          <p:nvPr/>
        </p:nvSpPr>
        <p:spPr>
          <a:xfrm>
            <a:off x="404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4_small_CA2_pose1_rmsd2_2106">
            <a:extLst>
              <a:ext uri="{FF2B5EF4-FFF2-40B4-BE49-F238E27FC236}">
                <a16:creationId xmlns:a16="http://schemas.microsoft.com/office/drawing/2014/main" id="{79BD8F31-3F75-46B1-9860-B17706A38643}"/>
              </a:ext>
            </a:extLst>
          </p:cNvPr>
          <p:cNvSpPr>
            <a:spLocks noGrp="1"/>
          </p:cNvSpPr>
          <p:nvPr/>
        </p:nvSpPr>
        <p:spPr>
          <a:xfrm>
            <a:off x="433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4_small_CA2_pose1_rmsd2_2107">
            <a:extLst>
              <a:ext uri="{FF2B5EF4-FFF2-40B4-BE49-F238E27FC236}">
                <a16:creationId xmlns:a16="http://schemas.microsoft.com/office/drawing/2014/main" id="{41908F33-CD8A-47CB-8EBC-E5942608B9B4}"/>
              </a:ext>
            </a:extLst>
          </p:cNvPr>
          <p:cNvSpPr>
            <a:spLocks noGrp="1"/>
          </p:cNvSpPr>
          <p:nvPr/>
        </p:nvSpPr>
        <p:spPr>
          <a:xfrm>
            <a:off x="4093350" y="46910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4_small_CA2_pose1_rmsd2_2108">
            <a:extLst>
              <a:ext uri="{FF2B5EF4-FFF2-40B4-BE49-F238E27FC236}">
                <a16:creationId xmlns:a16="http://schemas.microsoft.com/office/drawing/2014/main" id="{F9DC38A5-4F70-4F41-B7F7-BC4086EDF313}"/>
              </a:ext>
            </a:extLst>
          </p:cNvPr>
          <p:cNvSpPr>
            <a:spLocks noGrp="1"/>
          </p:cNvSpPr>
          <p:nvPr/>
        </p:nvSpPr>
        <p:spPr>
          <a:xfrm>
            <a:off x="408140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4_small_CA2_pose1_rmsd2_2109">
            <a:extLst>
              <a:ext uri="{FF2B5EF4-FFF2-40B4-BE49-F238E27FC236}">
                <a16:creationId xmlns:a16="http://schemas.microsoft.com/office/drawing/2014/main" id="{DD43DF72-1D40-461C-BE9D-12F19D3D70C4}"/>
              </a:ext>
            </a:extLst>
          </p:cNvPr>
          <p:cNvSpPr>
            <a:spLocks noGrp="1"/>
          </p:cNvSpPr>
          <p:nvPr/>
        </p:nvSpPr>
        <p:spPr>
          <a:xfrm>
            <a:off x="4190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4_small_CA2_pose1_rmsd2_2110">
            <a:extLst>
              <a:ext uri="{FF2B5EF4-FFF2-40B4-BE49-F238E27FC236}">
                <a16:creationId xmlns:a16="http://schemas.microsoft.com/office/drawing/2014/main" id="{5DEE1908-DC77-41AC-928C-017BABB7E219}"/>
              </a:ext>
            </a:extLst>
          </p:cNvPr>
          <p:cNvSpPr>
            <a:spLocks noGrp="1"/>
          </p:cNvSpPr>
          <p:nvPr/>
        </p:nvSpPr>
        <p:spPr>
          <a:xfrm>
            <a:off x="4094478" y="343713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4_small_CA2_pose1_rmsd2_2111">
            <a:extLst>
              <a:ext uri="{FF2B5EF4-FFF2-40B4-BE49-F238E27FC236}">
                <a16:creationId xmlns:a16="http://schemas.microsoft.com/office/drawing/2014/main" id="{F5ED79ED-DD41-47A8-A635-7805E67A9001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4_small_CA2_pose1_rmsd2_2112">
            <a:extLst>
              <a:ext uri="{FF2B5EF4-FFF2-40B4-BE49-F238E27FC236}">
                <a16:creationId xmlns:a16="http://schemas.microsoft.com/office/drawing/2014/main" id="{34AA6321-72DC-47F3-BA38-56FB6561AFE3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4_small_CA2_pose1_rmsd2_2113">
            <a:extLst>
              <a:ext uri="{FF2B5EF4-FFF2-40B4-BE49-F238E27FC236}">
                <a16:creationId xmlns:a16="http://schemas.microsoft.com/office/drawing/2014/main" id="{B5780BF5-FEE7-4FE8-AC28-2484DECF4A42}"/>
              </a:ext>
            </a:extLst>
          </p:cNvPr>
          <p:cNvSpPr>
            <a:spLocks noGrp="1"/>
          </p:cNvSpPr>
          <p:nvPr/>
        </p:nvSpPr>
        <p:spPr>
          <a:xfrm>
            <a:off x="415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4_small_CA2_pose1_rmsd2_2114">
            <a:extLst>
              <a:ext uri="{FF2B5EF4-FFF2-40B4-BE49-F238E27FC236}">
                <a16:creationId xmlns:a16="http://schemas.microsoft.com/office/drawing/2014/main" id="{46EA1A8A-9658-4EFE-99D6-3F163A28361C}"/>
              </a:ext>
            </a:extLst>
          </p:cNvPr>
          <p:cNvSpPr>
            <a:spLocks noGrp="1"/>
          </p:cNvSpPr>
          <p:nvPr/>
        </p:nvSpPr>
        <p:spPr>
          <a:xfrm>
            <a:off x="402469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4_small_CA2_pose1_rmsd2_2115">
            <a:extLst>
              <a:ext uri="{FF2B5EF4-FFF2-40B4-BE49-F238E27FC236}">
                <a16:creationId xmlns:a16="http://schemas.microsoft.com/office/drawing/2014/main" id="{6D879E06-50BC-4E0D-ABD9-63A0A4F83D1C}"/>
              </a:ext>
            </a:extLst>
          </p:cNvPr>
          <p:cNvSpPr>
            <a:spLocks noGrp="1"/>
          </p:cNvSpPr>
          <p:nvPr/>
        </p:nvSpPr>
        <p:spPr>
          <a:xfrm>
            <a:off x="426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4_small_CA2_pose1_rmsd2_2116">
            <a:extLst>
              <a:ext uri="{FF2B5EF4-FFF2-40B4-BE49-F238E27FC236}">
                <a16:creationId xmlns:a16="http://schemas.microsoft.com/office/drawing/2014/main" id="{0D0FBA4A-F578-4ABD-BCF6-DF3F659132E1}"/>
              </a:ext>
            </a:extLst>
          </p:cNvPr>
          <p:cNvSpPr>
            <a:spLocks noGrp="1"/>
          </p:cNvSpPr>
          <p:nvPr/>
        </p:nvSpPr>
        <p:spPr>
          <a:xfrm>
            <a:off x="413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4_small_CA2_pose1_rmsd2_2117">
            <a:extLst>
              <a:ext uri="{FF2B5EF4-FFF2-40B4-BE49-F238E27FC236}">
                <a16:creationId xmlns:a16="http://schemas.microsoft.com/office/drawing/2014/main" id="{665A7EC4-03FC-4747-93B9-72438B12FD07}"/>
              </a:ext>
            </a:extLst>
          </p:cNvPr>
          <p:cNvSpPr>
            <a:spLocks noGrp="1"/>
          </p:cNvSpPr>
          <p:nvPr/>
        </p:nvSpPr>
        <p:spPr>
          <a:xfrm>
            <a:off x="432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4_small_CA2_pose1_rmsd2_2118">
            <a:extLst>
              <a:ext uri="{FF2B5EF4-FFF2-40B4-BE49-F238E27FC236}">
                <a16:creationId xmlns:a16="http://schemas.microsoft.com/office/drawing/2014/main" id="{BF0A7EC9-744A-44F6-B296-E7F43F67AF55}"/>
              </a:ext>
            </a:extLst>
          </p:cNvPr>
          <p:cNvSpPr>
            <a:spLocks noGrp="1"/>
          </p:cNvSpPr>
          <p:nvPr/>
        </p:nvSpPr>
        <p:spPr>
          <a:xfrm>
            <a:off x="412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4_small_CA2_pose1_rmsd2_2119">
            <a:extLst>
              <a:ext uri="{FF2B5EF4-FFF2-40B4-BE49-F238E27FC236}">
                <a16:creationId xmlns:a16="http://schemas.microsoft.com/office/drawing/2014/main" id="{61376FFF-58EA-40D3-9538-7550E85A04C3}"/>
              </a:ext>
            </a:extLst>
          </p:cNvPr>
          <p:cNvSpPr>
            <a:spLocks noGrp="1"/>
          </p:cNvSpPr>
          <p:nvPr/>
        </p:nvSpPr>
        <p:spPr>
          <a:xfrm>
            <a:off x="425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4_small_CA2_pose1_rmsd2_2120">
            <a:extLst>
              <a:ext uri="{FF2B5EF4-FFF2-40B4-BE49-F238E27FC236}">
                <a16:creationId xmlns:a16="http://schemas.microsoft.com/office/drawing/2014/main" id="{F3CC04EA-2DC9-4F53-BB3B-F1897D42541C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4_small_CA2_pose1_rmsd2_2121">
            <a:extLst>
              <a:ext uri="{FF2B5EF4-FFF2-40B4-BE49-F238E27FC236}">
                <a16:creationId xmlns:a16="http://schemas.microsoft.com/office/drawing/2014/main" id="{BAFC5BED-1FCB-4515-B7AD-71707D6625E6}"/>
              </a:ext>
            </a:extLst>
          </p:cNvPr>
          <p:cNvSpPr>
            <a:spLocks noGrp="1"/>
          </p:cNvSpPr>
          <p:nvPr/>
        </p:nvSpPr>
        <p:spPr>
          <a:xfrm>
            <a:off x="413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4_small_CA2_pose1_rmsd2_2122">
            <a:extLst>
              <a:ext uri="{FF2B5EF4-FFF2-40B4-BE49-F238E27FC236}">
                <a16:creationId xmlns:a16="http://schemas.microsoft.com/office/drawing/2014/main" id="{74443BAC-91CA-421A-B1BC-638560072C8D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4_small_CA2_pose1_rmsd2_2123">
            <a:extLst>
              <a:ext uri="{FF2B5EF4-FFF2-40B4-BE49-F238E27FC236}">
                <a16:creationId xmlns:a16="http://schemas.microsoft.com/office/drawing/2014/main" id="{248860FF-7F26-4EF9-ABE6-A74485C53B62}"/>
              </a:ext>
            </a:extLst>
          </p:cNvPr>
          <p:cNvSpPr>
            <a:spLocks noGrp="1"/>
          </p:cNvSpPr>
          <p:nvPr/>
        </p:nvSpPr>
        <p:spPr>
          <a:xfrm>
            <a:off x="404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4_small_CA2_pose1_rmsd2_2124">
            <a:extLst>
              <a:ext uri="{FF2B5EF4-FFF2-40B4-BE49-F238E27FC236}">
                <a16:creationId xmlns:a16="http://schemas.microsoft.com/office/drawing/2014/main" id="{F580EB48-C191-4355-AC19-69820ECEEFCF}"/>
              </a:ext>
            </a:extLst>
          </p:cNvPr>
          <p:cNvSpPr>
            <a:spLocks noGrp="1"/>
          </p:cNvSpPr>
          <p:nvPr/>
        </p:nvSpPr>
        <p:spPr>
          <a:xfrm>
            <a:off x="403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4_small_CA2_pose1_rmsd2_2125">
            <a:extLst>
              <a:ext uri="{FF2B5EF4-FFF2-40B4-BE49-F238E27FC236}">
                <a16:creationId xmlns:a16="http://schemas.microsoft.com/office/drawing/2014/main" id="{21762477-A8C8-4DC4-9CB1-A08F62EA4D3D}"/>
              </a:ext>
            </a:extLst>
          </p:cNvPr>
          <p:cNvSpPr>
            <a:spLocks noGrp="1"/>
          </p:cNvSpPr>
          <p:nvPr/>
        </p:nvSpPr>
        <p:spPr>
          <a:xfrm>
            <a:off x="431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4_small_CA2_pose1_rmsd2_2126">
            <a:extLst>
              <a:ext uri="{FF2B5EF4-FFF2-40B4-BE49-F238E27FC236}">
                <a16:creationId xmlns:a16="http://schemas.microsoft.com/office/drawing/2014/main" id="{13A4D259-D781-42A2-83FF-8E68ECFEA91B}"/>
              </a:ext>
            </a:extLst>
          </p:cNvPr>
          <p:cNvSpPr>
            <a:spLocks noGrp="1"/>
          </p:cNvSpPr>
          <p:nvPr/>
        </p:nvSpPr>
        <p:spPr>
          <a:xfrm>
            <a:off x="403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4_small_CA2_pose1_rmsd2_2127">
            <a:extLst>
              <a:ext uri="{FF2B5EF4-FFF2-40B4-BE49-F238E27FC236}">
                <a16:creationId xmlns:a16="http://schemas.microsoft.com/office/drawing/2014/main" id="{B58CD585-888D-4E6D-B010-F99752D72E41}"/>
              </a:ext>
            </a:extLst>
          </p:cNvPr>
          <p:cNvSpPr>
            <a:spLocks noGrp="1"/>
          </p:cNvSpPr>
          <p:nvPr/>
        </p:nvSpPr>
        <p:spPr>
          <a:xfrm>
            <a:off x="413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4_small_CA2_pose1_rmsd2_2128">
            <a:extLst>
              <a:ext uri="{FF2B5EF4-FFF2-40B4-BE49-F238E27FC236}">
                <a16:creationId xmlns:a16="http://schemas.microsoft.com/office/drawing/2014/main" id="{C38C5DC5-16E6-4C15-8AAC-8FD2BC5C29FA}"/>
              </a:ext>
            </a:extLst>
          </p:cNvPr>
          <p:cNvSpPr>
            <a:spLocks noGrp="1"/>
          </p:cNvSpPr>
          <p:nvPr/>
        </p:nvSpPr>
        <p:spPr>
          <a:xfrm>
            <a:off x="417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4_small_CA2_pose1_rmsd2_2129">
            <a:extLst>
              <a:ext uri="{FF2B5EF4-FFF2-40B4-BE49-F238E27FC236}">
                <a16:creationId xmlns:a16="http://schemas.microsoft.com/office/drawing/2014/main" id="{744141B1-CB00-417E-9674-7559778605EC}"/>
              </a:ext>
            </a:extLst>
          </p:cNvPr>
          <p:cNvSpPr>
            <a:spLocks noGrp="1"/>
          </p:cNvSpPr>
          <p:nvPr/>
        </p:nvSpPr>
        <p:spPr>
          <a:xfrm>
            <a:off x="406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4_small_CA2_pose1_rmsd2_2130">
            <a:extLst>
              <a:ext uri="{FF2B5EF4-FFF2-40B4-BE49-F238E27FC236}">
                <a16:creationId xmlns:a16="http://schemas.microsoft.com/office/drawing/2014/main" id="{5122B8C9-BDD2-4CFD-9B75-6FFB48A53AC2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4_small_CA2_pose1_rmsd2_2131">
            <a:extLst>
              <a:ext uri="{FF2B5EF4-FFF2-40B4-BE49-F238E27FC236}">
                <a16:creationId xmlns:a16="http://schemas.microsoft.com/office/drawing/2014/main" id="{712C103A-8A7E-4112-8F77-1FFDA4D35BB3}"/>
              </a:ext>
            </a:extLst>
          </p:cNvPr>
          <p:cNvSpPr>
            <a:spLocks noGrp="1"/>
          </p:cNvSpPr>
          <p:nvPr/>
        </p:nvSpPr>
        <p:spPr>
          <a:xfrm>
            <a:off x="411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4_small_CA2_pose1_rmsd2_2132">
            <a:extLst>
              <a:ext uri="{FF2B5EF4-FFF2-40B4-BE49-F238E27FC236}">
                <a16:creationId xmlns:a16="http://schemas.microsoft.com/office/drawing/2014/main" id="{0D973A6E-02EF-4CD0-B3B6-415B1641D16D}"/>
              </a:ext>
            </a:extLst>
          </p:cNvPr>
          <p:cNvSpPr>
            <a:spLocks noGrp="1"/>
          </p:cNvSpPr>
          <p:nvPr/>
        </p:nvSpPr>
        <p:spPr>
          <a:xfrm>
            <a:off x="432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4_small_CA2_pose1_rmsd2_2133">
            <a:extLst>
              <a:ext uri="{FF2B5EF4-FFF2-40B4-BE49-F238E27FC236}">
                <a16:creationId xmlns:a16="http://schemas.microsoft.com/office/drawing/2014/main" id="{4B175D32-2D08-43AB-B58C-1CCE47025726}"/>
              </a:ext>
            </a:extLst>
          </p:cNvPr>
          <p:cNvSpPr>
            <a:spLocks noGrp="1"/>
          </p:cNvSpPr>
          <p:nvPr/>
        </p:nvSpPr>
        <p:spPr>
          <a:xfrm>
            <a:off x="421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4_small_CA2_pose1_rmsd2_2134">
            <a:extLst>
              <a:ext uri="{FF2B5EF4-FFF2-40B4-BE49-F238E27FC236}">
                <a16:creationId xmlns:a16="http://schemas.microsoft.com/office/drawing/2014/main" id="{06711BF3-FEA3-49F5-A5A7-0C48EAACDEDA}"/>
              </a:ext>
            </a:extLst>
          </p:cNvPr>
          <p:cNvSpPr>
            <a:spLocks noGrp="1"/>
          </p:cNvSpPr>
          <p:nvPr/>
        </p:nvSpPr>
        <p:spPr>
          <a:xfrm>
            <a:off x="4204624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4_small_CA2_pose1_rmsd2_2135">
            <a:extLst>
              <a:ext uri="{FF2B5EF4-FFF2-40B4-BE49-F238E27FC236}">
                <a16:creationId xmlns:a16="http://schemas.microsoft.com/office/drawing/2014/main" id="{59A0E8E7-D862-42FE-9635-98014CB70EA4}"/>
              </a:ext>
            </a:extLst>
          </p:cNvPr>
          <p:cNvSpPr>
            <a:spLocks noGrp="1"/>
          </p:cNvSpPr>
          <p:nvPr/>
        </p:nvSpPr>
        <p:spPr>
          <a:xfrm>
            <a:off x="429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4_small_CA2_pose1_rmsd2_2136">
            <a:extLst>
              <a:ext uri="{FF2B5EF4-FFF2-40B4-BE49-F238E27FC236}">
                <a16:creationId xmlns:a16="http://schemas.microsoft.com/office/drawing/2014/main" id="{2EB8CB28-E6CE-4579-9F94-D8CB68D267B3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4_small_CA2_pose1_rmsd2_2137">
            <a:extLst>
              <a:ext uri="{FF2B5EF4-FFF2-40B4-BE49-F238E27FC236}">
                <a16:creationId xmlns:a16="http://schemas.microsoft.com/office/drawing/2014/main" id="{176ED244-FD72-4803-81F2-1251ACEDA8E6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4_small_CA2_pose1_rmsd2_2138">
            <a:extLst>
              <a:ext uri="{FF2B5EF4-FFF2-40B4-BE49-F238E27FC236}">
                <a16:creationId xmlns:a16="http://schemas.microsoft.com/office/drawing/2014/main" id="{24FB1945-81AC-4260-A302-5F89FFC02E8A}"/>
              </a:ext>
            </a:extLst>
          </p:cNvPr>
          <p:cNvSpPr>
            <a:spLocks noGrp="1"/>
          </p:cNvSpPr>
          <p:nvPr/>
        </p:nvSpPr>
        <p:spPr>
          <a:xfrm>
            <a:off x="425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4_small_CA2_pose1_rmsd2_2139">
            <a:extLst>
              <a:ext uri="{FF2B5EF4-FFF2-40B4-BE49-F238E27FC236}">
                <a16:creationId xmlns:a16="http://schemas.microsoft.com/office/drawing/2014/main" id="{DA56B7AA-D984-4641-A6B3-4DA1ADC03F35}"/>
              </a:ext>
            </a:extLst>
          </p:cNvPr>
          <p:cNvSpPr>
            <a:spLocks noGrp="1"/>
          </p:cNvSpPr>
          <p:nvPr/>
        </p:nvSpPr>
        <p:spPr>
          <a:xfrm>
            <a:off x="410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4_small_CA2_pose1_rmsd2_2140">
            <a:extLst>
              <a:ext uri="{FF2B5EF4-FFF2-40B4-BE49-F238E27FC236}">
                <a16:creationId xmlns:a16="http://schemas.microsoft.com/office/drawing/2014/main" id="{F2A72ACA-E694-480B-9AC9-0B9C1CB6D993}"/>
              </a:ext>
            </a:extLst>
          </p:cNvPr>
          <p:cNvSpPr>
            <a:spLocks noGrp="1"/>
          </p:cNvSpPr>
          <p:nvPr/>
        </p:nvSpPr>
        <p:spPr>
          <a:xfrm>
            <a:off x="401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4_small_CA2_pose1_rmsd2_2141">
            <a:extLst>
              <a:ext uri="{FF2B5EF4-FFF2-40B4-BE49-F238E27FC236}">
                <a16:creationId xmlns:a16="http://schemas.microsoft.com/office/drawing/2014/main" id="{4902252C-B88A-4AAC-81F7-8F1EC4153629}"/>
              </a:ext>
            </a:extLst>
          </p:cNvPr>
          <p:cNvSpPr>
            <a:spLocks noGrp="1"/>
          </p:cNvSpPr>
          <p:nvPr/>
        </p:nvSpPr>
        <p:spPr>
          <a:xfrm>
            <a:off x="430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4_small_CA2_pose1_rmsd2_2142">
            <a:extLst>
              <a:ext uri="{FF2B5EF4-FFF2-40B4-BE49-F238E27FC236}">
                <a16:creationId xmlns:a16="http://schemas.microsoft.com/office/drawing/2014/main" id="{1F9A6F96-F022-48B7-9230-32B8C98F0330}"/>
              </a:ext>
            </a:extLst>
          </p:cNvPr>
          <p:cNvSpPr>
            <a:spLocks noGrp="1"/>
          </p:cNvSpPr>
          <p:nvPr/>
        </p:nvSpPr>
        <p:spPr>
          <a:xfrm>
            <a:off x="433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4_small_CA2_pose1_rmsd2_2143">
            <a:extLst>
              <a:ext uri="{FF2B5EF4-FFF2-40B4-BE49-F238E27FC236}">
                <a16:creationId xmlns:a16="http://schemas.microsoft.com/office/drawing/2014/main" id="{CD027F16-69D9-4619-80A0-719F748925C5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4_small_CA2_pose1_rmsd2_2144">
            <a:extLst>
              <a:ext uri="{FF2B5EF4-FFF2-40B4-BE49-F238E27FC236}">
                <a16:creationId xmlns:a16="http://schemas.microsoft.com/office/drawing/2014/main" id="{01EE502E-FECB-4DDF-ACFF-E0363E24CD18}"/>
              </a:ext>
            </a:extLst>
          </p:cNvPr>
          <p:cNvSpPr>
            <a:spLocks noGrp="1"/>
          </p:cNvSpPr>
          <p:nvPr/>
        </p:nvSpPr>
        <p:spPr>
          <a:xfrm>
            <a:off x="429019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4_small_CA2_pose1_rmsd2_2145">
            <a:extLst>
              <a:ext uri="{FF2B5EF4-FFF2-40B4-BE49-F238E27FC236}">
                <a16:creationId xmlns:a16="http://schemas.microsoft.com/office/drawing/2014/main" id="{FCCC51A1-27EE-45C6-99F1-1FDC0C5CBD62}"/>
              </a:ext>
            </a:extLst>
          </p:cNvPr>
          <p:cNvSpPr>
            <a:spLocks noGrp="1"/>
          </p:cNvSpPr>
          <p:nvPr/>
        </p:nvSpPr>
        <p:spPr>
          <a:xfrm>
            <a:off x="427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4_small_CA2_pose1_rmsd2_2146">
            <a:extLst>
              <a:ext uri="{FF2B5EF4-FFF2-40B4-BE49-F238E27FC236}">
                <a16:creationId xmlns:a16="http://schemas.microsoft.com/office/drawing/2014/main" id="{9F40B4E9-C18D-4160-82A0-D5EB55C6A738}"/>
              </a:ext>
            </a:extLst>
          </p:cNvPr>
          <p:cNvSpPr>
            <a:spLocks noGrp="1"/>
          </p:cNvSpPr>
          <p:nvPr/>
        </p:nvSpPr>
        <p:spPr>
          <a:xfrm>
            <a:off x="407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4_small_CA2_pose1_rmsd2_2147">
            <a:extLst>
              <a:ext uri="{FF2B5EF4-FFF2-40B4-BE49-F238E27FC236}">
                <a16:creationId xmlns:a16="http://schemas.microsoft.com/office/drawing/2014/main" id="{B370777C-9477-4FEF-BAD5-020FAEE1AB27}"/>
              </a:ext>
            </a:extLst>
          </p:cNvPr>
          <p:cNvSpPr>
            <a:spLocks noGrp="1"/>
          </p:cNvSpPr>
          <p:nvPr/>
        </p:nvSpPr>
        <p:spPr>
          <a:xfrm>
            <a:off x="420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4_small_CA2_pose1_rmsd2_2148">
            <a:extLst>
              <a:ext uri="{FF2B5EF4-FFF2-40B4-BE49-F238E27FC236}">
                <a16:creationId xmlns:a16="http://schemas.microsoft.com/office/drawing/2014/main" id="{4FF91601-7E17-418D-9A9B-B55A51F964E5}"/>
              </a:ext>
            </a:extLst>
          </p:cNvPr>
          <p:cNvSpPr>
            <a:spLocks noGrp="1"/>
          </p:cNvSpPr>
          <p:nvPr/>
        </p:nvSpPr>
        <p:spPr>
          <a:xfrm>
            <a:off x="421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4_small_CA2_pose1_rmsd2_2149">
            <a:extLst>
              <a:ext uri="{FF2B5EF4-FFF2-40B4-BE49-F238E27FC236}">
                <a16:creationId xmlns:a16="http://schemas.microsoft.com/office/drawing/2014/main" id="{A58AE471-BE2C-4292-ACC2-947654AABC8D}"/>
              </a:ext>
            </a:extLst>
          </p:cNvPr>
          <p:cNvSpPr>
            <a:spLocks noGrp="1"/>
          </p:cNvSpPr>
          <p:nvPr/>
        </p:nvSpPr>
        <p:spPr>
          <a:xfrm>
            <a:off x="4299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4_small_CA2_pose1_rmsd2_2150">
            <a:extLst>
              <a:ext uri="{FF2B5EF4-FFF2-40B4-BE49-F238E27FC236}">
                <a16:creationId xmlns:a16="http://schemas.microsoft.com/office/drawing/2014/main" id="{1CB68560-D90A-4C07-99FE-009A5B14FE25}"/>
              </a:ext>
            </a:extLst>
          </p:cNvPr>
          <p:cNvSpPr>
            <a:spLocks noGrp="1"/>
          </p:cNvSpPr>
          <p:nvPr/>
        </p:nvSpPr>
        <p:spPr>
          <a:xfrm>
            <a:off x="432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4_small_CA2_pose1_rmsd2_2151">
            <a:extLst>
              <a:ext uri="{FF2B5EF4-FFF2-40B4-BE49-F238E27FC236}">
                <a16:creationId xmlns:a16="http://schemas.microsoft.com/office/drawing/2014/main" id="{2D49DE72-893A-4B53-92F6-76D1C42CA6D1}"/>
              </a:ext>
            </a:extLst>
          </p:cNvPr>
          <p:cNvSpPr>
            <a:spLocks noGrp="1"/>
          </p:cNvSpPr>
          <p:nvPr/>
        </p:nvSpPr>
        <p:spPr>
          <a:xfrm>
            <a:off x="431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4_small_CA2_pose1_rmsd2_2152">
            <a:extLst>
              <a:ext uri="{FF2B5EF4-FFF2-40B4-BE49-F238E27FC236}">
                <a16:creationId xmlns:a16="http://schemas.microsoft.com/office/drawing/2014/main" id="{2E3B367E-BD80-4AD2-93EB-0227C1905191}"/>
              </a:ext>
            </a:extLst>
          </p:cNvPr>
          <p:cNvSpPr>
            <a:spLocks noGrp="1"/>
          </p:cNvSpPr>
          <p:nvPr/>
        </p:nvSpPr>
        <p:spPr>
          <a:xfrm>
            <a:off x="417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4_small_CA2_pose1_rmsd2_2153">
            <a:extLst>
              <a:ext uri="{FF2B5EF4-FFF2-40B4-BE49-F238E27FC236}">
                <a16:creationId xmlns:a16="http://schemas.microsoft.com/office/drawing/2014/main" id="{7F0FB0D4-48F5-462F-BC61-BBECEE791CC5}"/>
              </a:ext>
            </a:extLst>
          </p:cNvPr>
          <p:cNvSpPr>
            <a:spLocks noGrp="1"/>
          </p:cNvSpPr>
          <p:nvPr/>
        </p:nvSpPr>
        <p:spPr>
          <a:xfrm>
            <a:off x="427867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4_small_CA2_pose1_rmsd2_2154">
            <a:extLst>
              <a:ext uri="{FF2B5EF4-FFF2-40B4-BE49-F238E27FC236}">
                <a16:creationId xmlns:a16="http://schemas.microsoft.com/office/drawing/2014/main" id="{F9245BE3-5BB8-485F-B8D8-FC843DBC82C0}"/>
              </a:ext>
            </a:extLst>
          </p:cNvPr>
          <p:cNvSpPr>
            <a:spLocks noGrp="1"/>
          </p:cNvSpPr>
          <p:nvPr/>
        </p:nvSpPr>
        <p:spPr>
          <a:xfrm>
            <a:off x="423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4_small_CA2_pose1_rmsd2_2155">
            <a:extLst>
              <a:ext uri="{FF2B5EF4-FFF2-40B4-BE49-F238E27FC236}">
                <a16:creationId xmlns:a16="http://schemas.microsoft.com/office/drawing/2014/main" id="{B0891C54-466D-47A3-A4EE-729E003C7FBC}"/>
              </a:ext>
            </a:extLst>
          </p:cNvPr>
          <p:cNvSpPr>
            <a:spLocks noGrp="1"/>
          </p:cNvSpPr>
          <p:nvPr/>
        </p:nvSpPr>
        <p:spPr>
          <a:xfrm>
            <a:off x="410048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4_small_CA2_pose1_rmsd2_2156">
            <a:extLst>
              <a:ext uri="{FF2B5EF4-FFF2-40B4-BE49-F238E27FC236}">
                <a16:creationId xmlns:a16="http://schemas.microsoft.com/office/drawing/2014/main" id="{3C90B9BF-AFA8-40DC-A367-5812EF5E4335}"/>
              </a:ext>
            </a:extLst>
          </p:cNvPr>
          <p:cNvSpPr>
            <a:spLocks noGrp="1"/>
          </p:cNvSpPr>
          <p:nvPr/>
        </p:nvSpPr>
        <p:spPr>
          <a:xfrm>
            <a:off x="406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4_small_CA2_pose1_rmsd2_2157">
            <a:extLst>
              <a:ext uri="{FF2B5EF4-FFF2-40B4-BE49-F238E27FC236}">
                <a16:creationId xmlns:a16="http://schemas.microsoft.com/office/drawing/2014/main" id="{AF3362EE-4F63-4282-A97C-1A27C2E7549B}"/>
              </a:ext>
            </a:extLst>
          </p:cNvPr>
          <p:cNvSpPr>
            <a:spLocks noGrp="1"/>
          </p:cNvSpPr>
          <p:nvPr/>
        </p:nvSpPr>
        <p:spPr>
          <a:xfrm>
            <a:off x="419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4_small_CA2_pose1_rmsd2_2158">
            <a:extLst>
              <a:ext uri="{FF2B5EF4-FFF2-40B4-BE49-F238E27FC236}">
                <a16:creationId xmlns:a16="http://schemas.microsoft.com/office/drawing/2014/main" id="{C2710FBC-3A32-496C-B082-5345C83054F1}"/>
              </a:ext>
            </a:extLst>
          </p:cNvPr>
          <p:cNvSpPr>
            <a:spLocks noGrp="1"/>
          </p:cNvSpPr>
          <p:nvPr/>
        </p:nvSpPr>
        <p:spPr>
          <a:xfrm>
            <a:off x="424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4_small_CA2_pose1_rmsd2_2159">
            <a:extLst>
              <a:ext uri="{FF2B5EF4-FFF2-40B4-BE49-F238E27FC236}">
                <a16:creationId xmlns:a16="http://schemas.microsoft.com/office/drawing/2014/main" id="{C7ECA5E2-5848-4ECD-B5C6-A954B2A34007}"/>
              </a:ext>
            </a:extLst>
          </p:cNvPr>
          <p:cNvSpPr>
            <a:spLocks noGrp="1"/>
          </p:cNvSpPr>
          <p:nvPr/>
        </p:nvSpPr>
        <p:spPr>
          <a:xfrm>
            <a:off x="427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4_small_CA2_pose1_rmsd2_2160">
            <a:extLst>
              <a:ext uri="{FF2B5EF4-FFF2-40B4-BE49-F238E27FC236}">
                <a16:creationId xmlns:a16="http://schemas.microsoft.com/office/drawing/2014/main" id="{30C4B57B-FD4B-4D9D-B956-8B97E4265FF5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4_small_CA2_pose1_rmsd2_2161">
            <a:extLst>
              <a:ext uri="{FF2B5EF4-FFF2-40B4-BE49-F238E27FC236}">
                <a16:creationId xmlns:a16="http://schemas.microsoft.com/office/drawing/2014/main" id="{53613C75-5DFB-4DA0-9B26-227685CAADD4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4_small_CA2_pose1_rmsd2_2162">
            <a:extLst>
              <a:ext uri="{FF2B5EF4-FFF2-40B4-BE49-F238E27FC236}">
                <a16:creationId xmlns:a16="http://schemas.microsoft.com/office/drawing/2014/main" id="{0C452CEB-DBB2-4FB2-A0E6-B09AF5C94F39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4_small_CA2_pose1_rmsd2_2163">
            <a:extLst>
              <a:ext uri="{FF2B5EF4-FFF2-40B4-BE49-F238E27FC236}">
                <a16:creationId xmlns:a16="http://schemas.microsoft.com/office/drawing/2014/main" id="{1ACE5B04-87FA-4501-8590-15C926C6C4A5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4_small_CA2_pose1_rmsd2_2164">
            <a:extLst>
              <a:ext uri="{FF2B5EF4-FFF2-40B4-BE49-F238E27FC236}">
                <a16:creationId xmlns:a16="http://schemas.microsoft.com/office/drawing/2014/main" id="{682D3917-ED84-4154-904F-1A7FF3BC7B65}"/>
              </a:ext>
            </a:extLst>
          </p:cNvPr>
          <p:cNvSpPr>
            <a:spLocks noGrp="1"/>
          </p:cNvSpPr>
          <p:nvPr/>
        </p:nvSpPr>
        <p:spPr>
          <a:xfrm>
            <a:off x="434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4_small_CA2_pose1_rmsd2_2165">
            <a:extLst>
              <a:ext uri="{FF2B5EF4-FFF2-40B4-BE49-F238E27FC236}">
                <a16:creationId xmlns:a16="http://schemas.microsoft.com/office/drawing/2014/main" id="{7D59E0D2-D33D-48D9-9816-C3C22042FB2E}"/>
              </a:ext>
            </a:extLst>
          </p:cNvPr>
          <p:cNvSpPr>
            <a:spLocks noGrp="1"/>
          </p:cNvSpPr>
          <p:nvPr/>
        </p:nvSpPr>
        <p:spPr>
          <a:xfrm>
            <a:off x="434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4_small_CA2_pose1_rmsd2_2166">
            <a:extLst>
              <a:ext uri="{FF2B5EF4-FFF2-40B4-BE49-F238E27FC236}">
                <a16:creationId xmlns:a16="http://schemas.microsoft.com/office/drawing/2014/main" id="{DF6FDE79-4028-47CB-A8A5-46E34E9FCD15}"/>
              </a:ext>
            </a:extLst>
          </p:cNvPr>
          <p:cNvSpPr>
            <a:spLocks noGrp="1"/>
          </p:cNvSpPr>
          <p:nvPr/>
        </p:nvSpPr>
        <p:spPr>
          <a:xfrm>
            <a:off x="416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4_small_CA2_pose1_rmsd2_2167">
            <a:extLst>
              <a:ext uri="{FF2B5EF4-FFF2-40B4-BE49-F238E27FC236}">
                <a16:creationId xmlns:a16="http://schemas.microsoft.com/office/drawing/2014/main" id="{27DDE510-C4E0-441B-AE1A-248F47E099C7}"/>
              </a:ext>
            </a:extLst>
          </p:cNvPr>
          <p:cNvSpPr>
            <a:spLocks noGrp="1"/>
          </p:cNvSpPr>
          <p:nvPr/>
        </p:nvSpPr>
        <p:spPr>
          <a:xfrm>
            <a:off x="419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4_small_CA2_pose1_rmsd2_2168">
            <a:extLst>
              <a:ext uri="{FF2B5EF4-FFF2-40B4-BE49-F238E27FC236}">
                <a16:creationId xmlns:a16="http://schemas.microsoft.com/office/drawing/2014/main" id="{3474DA7F-B7E3-4EF5-94E0-F668002AEFA9}"/>
              </a:ext>
            </a:extLst>
          </p:cNvPr>
          <p:cNvSpPr>
            <a:spLocks noGrp="1"/>
          </p:cNvSpPr>
          <p:nvPr/>
        </p:nvSpPr>
        <p:spPr>
          <a:xfrm>
            <a:off x="410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4_small_CA2_pose1_rmsd2_2169">
            <a:extLst>
              <a:ext uri="{FF2B5EF4-FFF2-40B4-BE49-F238E27FC236}">
                <a16:creationId xmlns:a16="http://schemas.microsoft.com/office/drawing/2014/main" id="{B7CB8124-4CAF-4644-B938-1FB7FBA91DC2}"/>
              </a:ext>
            </a:extLst>
          </p:cNvPr>
          <p:cNvSpPr>
            <a:spLocks noGrp="1"/>
          </p:cNvSpPr>
          <p:nvPr/>
        </p:nvSpPr>
        <p:spPr>
          <a:xfrm>
            <a:off x="5859881" y="297588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4_small_CA2_pose1_rmsd2_2170">
            <a:extLst>
              <a:ext uri="{FF2B5EF4-FFF2-40B4-BE49-F238E27FC236}">
                <a16:creationId xmlns:a16="http://schemas.microsoft.com/office/drawing/2014/main" id="{108542FF-691F-4618-9EBE-15724CF64784}"/>
              </a:ext>
            </a:extLst>
          </p:cNvPr>
          <p:cNvSpPr>
            <a:spLocks noGrp="1"/>
          </p:cNvSpPr>
          <p:nvPr/>
        </p:nvSpPr>
        <p:spPr>
          <a:xfrm>
            <a:off x="60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4_small_CA2_pose1_rmsd2_2171">
            <a:extLst>
              <a:ext uri="{FF2B5EF4-FFF2-40B4-BE49-F238E27FC236}">
                <a16:creationId xmlns:a16="http://schemas.microsoft.com/office/drawing/2014/main" id="{2FE70C35-4DEB-4F99-BFE7-CE5E43780E72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4_small_CA2_pose1_rmsd2_2172">
            <a:extLst>
              <a:ext uri="{FF2B5EF4-FFF2-40B4-BE49-F238E27FC236}">
                <a16:creationId xmlns:a16="http://schemas.microsoft.com/office/drawing/2014/main" id="{17DF6C90-A805-40F5-93E9-47A8BD518285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4_small_CA2_pose1_rmsd2_2173">
            <a:extLst>
              <a:ext uri="{FF2B5EF4-FFF2-40B4-BE49-F238E27FC236}">
                <a16:creationId xmlns:a16="http://schemas.microsoft.com/office/drawing/2014/main" id="{DF724757-3F76-4DD3-82A5-1F38C51BD6FE}"/>
              </a:ext>
            </a:extLst>
          </p:cNvPr>
          <p:cNvSpPr>
            <a:spLocks noGrp="1"/>
          </p:cNvSpPr>
          <p:nvPr/>
        </p:nvSpPr>
        <p:spPr>
          <a:xfrm>
            <a:off x="60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4_small_CA2_pose1_rmsd2_2174">
            <a:extLst>
              <a:ext uri="{FF2B5EF4-FFF2-40B4-BE49-F238E27FC236}">
                <a16:creationId xmlns:a16="http://schemas.microsoft.com/office/drawing/2014/main" id="{4A59191E-331D-4DF3-9EBE-31708106F3A9}"/>
              </a:ext>
            </a:extLst>
          </p:cNvPr>
          <p:cNvSpPr>
            <a:spLocks noGrp="1"/>
          </p:cNvSpPr>
          <p:nvPr/>
        </p:nvSpPr>
        <p:spPr>
          <a:xfrm>
            <a:off x="60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4_small_CA2_pose1_rmsd2_2175">
            <a:extLst>
              <a:ext uri="{FF2B5EF4-FFF2-40B4-BE49-F238E27FC236}">
                <a16:creationId xmlns:a16="http://schemas.microsoft.com/office/drawing/2014/main" id="{BC1208B6-8080-4210-ADAD-7A5E6BCA016D}"/>
              </a:ext>
            </a:extLst>
          </p:cNvPr>
          <p:cNvSpPr>
            <a:spLocks noGrp="1"/>
          </p:cNvSpPr>
          <p:nvPr/>
        </p:nvSpPr>
        <p:spPr>
          <a:xfrm>
            <a:off x="582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4_small_CA2_pose1_rmsd2_2176">
            <a:extLst>
              <a:ext uri="{FF2B5EF4-FFF2-40B4-BE49-F238E27FC236}">
                <a16:creationId xmlns:a16="http://schemas.microsoft.com/office/drawing/2014/main" id="{96FDDD37-858D-45DF-BC9A-71C7B29E59BF}"/>
              </a:ext>
            </a:extLst>
          </p:cNvPr>
          <p:cNvSpPr>
            <a:spLocks noGrp="1"/>
          </p:cNvSpPr>
          <p:nvPr/>
        </p:nvSpPr>
        <p:spPr>
          <a:xfrm>
            <a:off x="589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4_small_CA2_pose1_rmsd2_2177">
            <a:extLst>
              <a:ext uri="{FF2B5EF4-FFF2-40B4-BE49-F238E27FC236}">
                <a16:creationId xmlns:a16="http://schemas.microsoft.com/office/drawing/2014/main" id="{B0DB3D0F-FA96-4C56-9865-78E6C6057BC3}"/>
              </a:ext>
            </a:extLst>
          </p:cNvPr>
          <p:cNvSpPr>
            <a:spLocks noGrp="1"/>
          </p:cNvSpPr>
          <p:nvPr/>
        </p:nvSpPr>
        <p:spPr>
          <a:xfrm>
            <a:off x="59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4_small_CA2_pose1_rmsd2_2178">
            <a:extLst>
              <a:ext uri="{FF2B5EF4-FFF2-40B4-BE49-F238E27FC236}">
                <a16:creationId xmlns:a16="http://schemas.microsoft.com/office/drawing/2014/main" id="{0C2B6465-66D5-46CC-B8CF-5A43629FBB0E}"/>
              </a:ext>
            </a:extLst>
          </p:cNvPr>
          <p:cNvSpPr>
            <a:spLocks noGrp="1"/>
          </p:cNvSpPr>
          <p:nvPr/>
        </p:nvSpPr>
        <p:spPr>
          <a:xfrm>
            <a:off x="589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4_small_CA2_pose1_rmsd2_2179">
            <a:extLst>
              <a:ext uri="{FF2B5EF4-FFF2-40B4-BE49-F238E27FC236}">
                <a16:creationId xmlns:a16="http://schemas.microsoft.com/office/drawing/2014/main" id="{CBD6CE0C-46DC-4554-93F4-5B0C33F18868}"/>
              </a:ext>
            </a:extLst>
          </p:cNvPr>
          <p:cNvSpPr>
            <a:spLocks noGrp="1"/>
          </p:cNvSpPr>
          <p:nvPr/>
        </p:nvSpPr>
        <p:spPr>
          <a:xfrm>
            <a:off x="6017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4_small_CA2_pose1_rmsd2_2180">
            <a:extLst>
              <a:ext uri="{FF2B5EF4-FFF2-40B4-BE49-F238E27FC236}">
                <a16:creationId xmlns:a16="http://schemas.microsoft.com/office/drawing/2014/main" id="{061BEB00-597A-4D41-96B2-2C855C02DBF5}"/>
              </a:ext>
            </a:extLst>
          </p:cNvPr>
          <p:cNvSpPr>
            <a:spLocks noGrp="1"/>
          </p:cNvSpPr>
          <p:nvPr/>
        </p:nvSpPr>
        <p:spPr>
          <a:xfrm>
            <a:off x="58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4_small_CA2_pose1_rmsd2_2181">
            <a:extLst>
              <a:ext uri="{FF2B5EF4-FFF2-40B4-BE49-F238E27FC236}">
                <a16:creationId xmlns:a16="http://schemas.microsoft.com/office/drawing/2014/main" id="{0C8262BB-9DFF-4878-AA67-3F990E5D5D89}"/>
              </a:ext>
            </a:extLst>
          </p:cNvPr>
          <p:cNvSpPr>
            <a:spLocks noGrp="1"/>
          </p:cNvSpPr>
          <p:nvPr/>
        </p:nvSpPr>
        <p:spPr>
          <a:xfrm>
            <a:off x="5895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4_small_CA2_pose1_rmsd2_2182">
            <a:extLst>
              <a:ext uri="{FF2B5EF4-FFF2-40B4-BE49-F238E27FC236}">
                <a16:creationId xmlns:a16="http://schemas.microsoft.com/office/drawing/2014/main" id="{678BD71C-95B5-4279-9F3F-99B890B2220E}"/>
              </a:ext>
            </a:extLst>
          </p:cNvPr>
          <p:cNvSpPr>
            <a:spLocks noGrp="1"/>
          </p:cNvSpPr>
          <p:nvPr/>
        </p:nvSpPr>
        <p:spPr>
          <a:xfrm>
            <a:off x="57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4_small_CA2_pose1_rmsd2_2183">
            <a:extLst>
              <a:ext uri="{FF2B5EF4-FFF2-40B4-BE49-F238E27FC236}">
                <a16:creationId xmlns:a16="http://schemas.microsoft.com/office/drawing/2014/main" id="{3E572D11-B70A-461D-9B98-12D7AFC58F6A}"/>
              </a:ext>
            </a:extLst>
          </p:cNvPr>
          <p:cNvSpPr>
            <a:spLocks noGrp="1"/>
          </p:cNvSpPr>
          <p:nvPr/>
        </p:nvSpPr>
        <p:spPr>
          <a:xfrm>
            <a:off x="60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4_small_CA2_pose1_rmsd2_2184">
            <a:extLst>
              <a:ext uri="{FF2B5EF4-FFF2-40B4-BE49-F238E27FC236}">
                <a16:creationId xmlns:a16="http://schemas.microsoft.com/office/drawing/2014/main" id="{9457115E-9E10-41AF-87C8-4BE16F027196}"/>
              </a:ext>
            </a:extLst>
          </p:cNvPr>
          <p:cNvSpPr>
            <a:spLocks noGrp="1"/>
          </p:cNvSpPr>
          <p:nvPr/>
        </p:nvSpPr>
        <p:spPr>
          <a:xfrm>
            <a:off x="5843350" y="46910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4_small_CA2_pose1_rmsd2_2185">
            <a:extLst>
              <a:ext uri="{FF2B5EF4-FFF2-40B4-BE49-F238E27FC236}">
                <a16:creationId xmlns:a16="http://schemas.microsoft.com/office/drawing/2014/main" id="{9B7C8018-8988-4389-8CF4-2D3F47960F5E}"/>
              </a:ext>
            </a:extLst>
          </p:cNvPr>
          <p:cNvSpPr>
            <a:spLocks noGrp="1"/>
          </p:cNvSpPr>
          <p:nvPr/>
        </p:nvSpPr>
        <p:spPr>
          <a:xfrm>
            <a:off x="5831403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4_small_CA2_pose1_rmsd2_2186">
            <a:extLst>
              <a:ext uri="{FF2B5EF4-FFF2-40B4-BE49-F238E27FC236}">
                <a16:creationId xmlns:a16="http://schemas.microsoft.com/office/drawing/2014/main" id="{4108A1B7-35B8-4DCE-94B9-B0D449F1F7B8}"/>
              </a:ext>
            </a:extLst>
          </p:cNvPr>
          <p:cNvSpPr>
            <a:spLocks noGrp="1"/>
          </p:cNvSpPr>
          <p:nvPr/>
        </p:nvSpPr>
        <p:spPr>
          <a:xfrm>
            <a:off x="5940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4_small_CA2_pose1_rmsd2_2187">
            <a:extLst>
              <a:ext uri="{FF2B5EF4-FFF2-40B4-BE49-F238E27FC236}">
                <a16:creationId xmlns:a16="http://schemas.microsoft.com/office/drawing/2014/main" id="{597BA23C-CD52-4D62-902F-9B0F6D7A3393}"/>
              </a:ext>
            </a:extLst>
          </p:cNvPr>
          <p:cNvSpPr>
            <a:spLocks noGrp="1"/>
          </p:cNvSpPr>
          <p:nvPr/>
        </p:nvSpPr>
        <p:spPr>
          <a:xfrm>
            <a:off x="5844478" y="343713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4_small_CA2_pose1_rmsd2_2188">
            <a:extLst>
              <a:ext uri="{FF2B5EF4-FFF2-40B4-BE49-F238E27FC236}">
                <a16:creationId xmlns:a16="http://schemas.microsoft.com/office/drawing/2014/main" id="{4A18A05C-FEE2-470D-AC43-3B1E0DCA4FC2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4_small_CA2_pose1_rmsd2_2189">
            <a:extLst>
              <a:ext uri="{FF2B5EF4-FFF2-40B4-BE49-F238E27FC236}">
                <a16:creationId xmlns:a16="http://schemas.microsoft.com/office/drawing/2014/main" id="{24513F7A-2160-4D38-9901-8F19E149E288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4_small_CA2_pose1_rmsd2_2190">
            <a:extLst>
              <a:ext uri="{FF2B5EF4-FFF2-40B4-BE49-F238E27FC236}">
                <a16:creationId xmlns:a16="http://schemas.microsoft.com/office/drawing/2014/main" id="{0295AD7A-82B0-44A3-AEAD-94D17E4FD847}"/>
              </a:ext>
            </a:extLst>
          </p:cNvPr>
          <p:cNvSpPr>
            <a:spLocks noGrp="1"/>
          </p:cNvSpPr>
          <p:nvPr/>
        </p:nvSpPr>
        <p:spPr>
          <a:xfrm>
            <a:off x="59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4_small_CA2_pose1_rmsd2_2191">
            <a:extLst>
              <a:ext uri="{FF2B5EF4-FFF2-40B4-BE49-F238E27FC236}">
                <a16:creationId xmlns:a16="http://schemas.microsoft.com/office/drawing/2014/main" id="{3B7FA362-7DBB-4AFE-B973-39BD69DC4E66}"/>
              </a:ext>
            </a:extLst>
          </p:cNvPr>
          <p:cNvSpPr>
            <a:spLocks noGrp="1"/>
          </p:cNvSpPr>
          <p:nvPr/>
        </p:nvSpPr>
        <p:spPr>
          <a:xfrm>
            <a:off x="577469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4_small_CA2_pose1_rmsd2_2192">
            <a:extLst>
              <a:ext uri="{FF2B5EF4-FFF2-40B4-BE49-F238E27FC236}">
                <a16:creationId xmlns:a16="http://schemas.microsoft.com/office/drawing/2014/main" id="{7F9CA832-EFF8-4BA4-87F2-C1B2AFD161CD}"/>
              </a:ext>
            </a:extLst>
          </p:cNvPr>
          <p:cNvSpPr>
            <a:spLocks noGrp="1"/>
          </p:cNvSpPr>
          <p:nvPr/>
        </p:nvSpPr>
        <p:spPr>
          <a:xfrm>
            <a:off x="60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4_small_CA2_pose1_rmsd2_2193">
            <a:extLst>
              <a:ext uri="{FF2B5EF4-FFF2-40B4-BE49-F238E27FC236}">
                <a16:creationId xmlns:a16="http://schemas.microsoft.com/office/drawing/2014/main" id="{3C8B63AD-DA0E-412B-88A8-0D1A0190F159}"/>
              </a:ext>
            </a:extLst>
          </p:cNvPr>
          <p:cNvSpPr>
            <a:spLocks noGrp="1"/>
          </p:cNvSpPr>
          <p:nvPr/>
        </p:nvSpPr>
        <p:spPr>
          <a:xfrm>
            <a:off x="58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4_small_CA2_pose1_rmsd2_2194">
            <a:extLst>
              <a:ext uri="{FF2B5EF4-FFF2-40B4-BE49-F238E27FC236}">
                <a16:creationId xmlns:a16="http://schemas.microsoft.com/office/drawing/2014/main" id="{4E8FDE17-D1AA-4716-891C-85FADA96768E}"/>
              </a:ext>
            </a:extLst>
          </p:cNvPr>
          <p:cNvSpPr>
            <a:spLocks noGrp="1"/>
          </p:cNvSpPr>
          <p:nvPr/>
        </p:nvSpPr>
        <p:spPr>
          <a:xfrm>
            <a:off x="60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4_small_CA2_pose1_rmsd2_2195">
            <a:extLst>
              <a:ext uri="{FF2B5EF4-FFF2-40B4-BE49-F238E27FC236}">
                <a16:creationId xmlns:a16="http://schemas.microsoft.com/office/drawing/2014/main" id="{FD78FD11-3978-4214-832D-51B7772BBC2D}"/>
              </a:ext>
            </a:extLst>
          </p:cNvPr>
          <p:cNvSpPr>
            <a:spLocks noGrp="1"/>
          </p:cNvSpPr>
          <p:nvPr/>
        </p:nvSpPr>
        <p:spPr>
          <a:xfrm>
            <a:off x="58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4_small_CA2_pose1_rmsd2_2196">
            <a:extLst>
              <a:ext uri="{FF2B5EF4-FFF2-40B4-BE49-F238E27FC236}">
                <a16:creationId xmlns:a16="http://schemas.microsoft.com/office/drawing/2014/main" id="{150B8655-863D-4AFF-91D0-C557F5BAD948}"/>
              </a:ext>
            </a:extLst>
          </p:cNvPr>
          <p:cNvSpPr>
            <a:spLocks noGrp="1"/>
          </p:cNvSpPr>
          <p:nvPr/>
        </p:nvSpPr>
        <p:spPr>
          <a:xfrm>
            <a:off x="60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4_small_CA2_pose1_rmsd2_2197">
            <a:extLst>
              <a:ext uri="{FF2B5EF4-FFF2-40B4-BE49-F238E27FC236}">
                <a16:creationId xmlns:a16="http://schemas.microsoft.com/office/drawing/2014/main" id="{1405DD1B-33BF-45FD-83A7-476B94CE82A4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4_small_CA2_pose1_rmsd2_2198">
            <a:extLst>
              <a:ext uri="{FF2B5EF4-FFF2-40B4-BE49-F238E27FC236}">
                <a16:creationId xmlns:a16="http://schemas.microsoft.com/office/drawing/2014/main" id="{B3B8C80D-4C3F-46CA-96FE-E206043B78F0}"/>
              </a:ext>
            </a:extLst>
          </p:cNvPr>
          <p:cNvSpPr>
            <a:spLocks noGrp="1"/>
          </p:cNvSpPr>
          <p:nvPr/>
        </p:nvSpPr>
        <p:spPr>
          <a:xfrm>
            <a:off x="58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4_small_CA2_pose1_rmsd2_2199">
            <a:extLst>
              <a:ext uri="{FF2B5EF4-FFF2-40B4-BE49-F238E27FC236}">
                <a16:creationId xmlns:a16="http://schemas.microsoft.com/office/drawing/2014/main" id="{3CE97F3F-5A8A-4779-8170-00A1F495F7DA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4_small_CA2_pose1_rmsd2_2200">
            <a:extLst>
              <a:ext uri="{FF2B5EF4-FFF2-40B4-BE49-F238E27FC236}">
                <a16:creationId xmlns:a16="http://schemas.microsoft.com/office/drawing/2014/main" id="{B5050CEC-C575-4A3F-B9BE-E3116ABE84DB}"/>
              </a:ext>
            </a:extLst>
          </p:cNvPr>
          <p:cNvSpPr>
            <a:spLocks noGrp="1"/>
          </p:cNvSpPr>
          <p:nvPr/>
        </p:nvSpPr>
        <p:spPr>
          <a:xfrm>
            <a:off x="57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4_small_CA2_pose1_rmsd2_2201">
            <a:extLst>
              <a:ext uri="{FF2B5EF4-FFF2-40B4-BE49-F238E27FC236}">
                <a16:creationId xmlns:a16="http://schemas.microsoft.com/office/drawing/2014/main" id="{AB7238E8-BD29-42B4-8157-71FD9FBEBE53}"/>
              </a:ext>
            </a:extLst>
          </p:cNvPr>
          <p:cNvSpPr>
            <a:spLocks noGrp="1"/>
          </p:cNvSpPr>
          <p:nvPr/>
        </p:nvSpPr>
        <p:spPr>
          <a:xfrm>
            <a:off x="57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4_small_CA2_pose1_rmsd2_2202">
            <a:extLst>
              <a:ext uri="{FF2B5EF4-FFF2-40B4-BE49-F238E27FC236}">
                <a16:creationId xmlns:a16="http://schemas.microsoft.com/office/drawing/2014/main" id="{B93C356C-D6C4-4749-916B-9BD2A5F17972}"/>
              </a:ext>
            </a:extLst>
          </p:cNvPr>
          <p:cNvSpPr>
            <a:spLocks noGrp="1"/>
          </p:cNvSpPr>
          <p:nvPr/>
        </p:nvSpPr>
        <p:spPr>
          <a:xfrm>
            <a:off x="60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4_small_CA2_pose1_rmsd2_2203">
            <a:extLst>
              <a:ext uri="{FF2B5EF4-FFF2-40B4-BE49-F238E27FC236}">
                <a16:creationId xmlns:a16="http://schemas.microsoft.com/office/drawing/2014/main" id="{25882E4D-6EF3-4F96-BDBB-DCBAE4C20DE0}"/>
              </a:ext>
            </a:extLst>
          </p:cNvPr>
          <p:cNvSpPr>
            <a:spLocks noGrp="1"/>
          </p:cNvSpPr>
          <p:nvPr/>
        </p:nvSpPr>
        <p:spPr>
          <a:xfrm>
            <a:off x="57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4_small_CA2_pose1_rmsd2_2204">
            <a:extLst>
              <a:ext uri="{FF2B5EF4-FFF2-40B4-BE49-F238E27FC236}">
                <a16:creationId xmlns:a16="http://schemas.microsoft.com/office/drawing/2014/main" id="{65541DF4-D93A-4CD4-9150-5921DB3FA192}"/>
              </a:ext>
            </a:extLst>
          </p:cNvPr>
          <p:cNvSpPr>
            <a:spLocks noGrp="1"/>
          </p:cNvSpPr>
          <p:nvPr/>
        </p:nvSpPr>
        <p:spPr>
          <a:xfrm>
            <a:off x="58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4_small_CA2_pose1_rmsd2_2205">
            <a:extLst>
              <a:ext uri="{FF2B5EF4-FFF2-40B4-BE49-F238E27FC236}">
                <a16:creationId xmlns:a16="http://schemas.microsoft.com/office/drawing/2014/main" id="{8D64040D-91C9-4D3D-B1E0-DBC7F853F0D2}"/>
              </a:ext>
            </a:extLst>
          </p:cNvPr>
          <p:cNvSpPr>
            <a:spLocks noGrp="1"/>
          </p:cNvSpPr>
          <p:nvPr/>
        </p:nvSpPr>
        <p:spPr>
          <a:xfrm>
            <a:off x="592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4_small_CA2_pose1_rmsd2_2206">
            <a:extLst>
              <a:ext uri="{FF2B5EF4-FFF2-40B4-BE49-F238E27FC236}">
                <a16:creationId xmlns:a16="http://schemas.microsoft.com/office/drawing/2014/main" id="{7B74F80B-3B3F-4AA2-A9B6-4913E2A89C78}"/>
              </a:ext>
            </a:extLst>
          </p:cNvPr>
          <p:cNvSpPr>
            <a:spLocks noGrp="1"/>
          </p:cNvSpPr>
          <p:nvPr/>
        </p:nvSpPr>
        <p:spPr>
          <a:xfrm>
            <a:off x="58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4_small_CA2_pose1_rmsd2_2207">
            <a:extLst>
              <a:ext uri="{FF2B5EF4-FFF2-40B4-BE49-F238E27FC236}">
                <a16:creationId xmlns:a16="http://schemas.microsoft.com/office/drawing/2014/main" id="{DF95DE3F-6FB1-4173-86A3-818ED65B12DE}"/>
              </a:ext>
            </a:extLst>
          </p:cNvPr>
          <p:cNvSpPr>
            <a:spLocks noGrp="1"/>
          </p:cNvSpPr>
          <p:nvPr/>
        </p:nvSpPr>
        <p:spPr>
          <a:xfrm>
            <a:off x="58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4_small_CA2_pose1_rmsd2_2208">
            <a:extLst>
              <a:ext uri="{FF2B5EF4-FFF2-40B4-BE49-F238E27FC236}">
                <a16:creationId xmlns:a16="http://schemas.microsoft.com/office/drawing/2014/main" id="{4C1AD288-B8AD-4786-B894-C220BDE053C8}"/>
              </a:ext>
            </a:extLst>
          </p:cNvPr>
          <p:cNvSpPr>
            <a:spLocks noGrp="1"/>
          </p:cNvSpPr>
          <p:nvPr/>
        </p:nvSpPr>
        <p:spPr>
          <a:xfrm>
            <a:off x="58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4_small_CA2_pose1_rmsd2_2209">
            <a:extLst>
              <a:ext uri="{FF2B5EF4-FFF2-40B4-BE49-F238E27FC236}">
                <a16:creationId xmlns:a16="http://schemas.microsoft.com/office/drawing/2014/main" id="{4CE19E37-CEAA-4069-9E82-CDBD7A50B535}"/>
              </a:ext>
            </a:extLst>
          </p:cNvPr>
          <p:cNvSpPr>
            <a:spLocks noGrp="1"/>
          </p:cNvSpPr>
          <p:nvPr/>
        </p:nvSpPr>
        <p:spPr>
          <a:xfrm>
            <a:off x="607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4_small_CA2_pose1_rmsd2_2210">
            <a:extLst>
              <a:ext uri="{FF2B5EF4-FFF2-40B4-BE49-F238E27FC236}">
                <a16:creationId xmlns:a16="http://schemas.microsoft.com/office/drawing/2014/main" id="{34C83E47-1401-4AC6-8A25-A00EF9503F8A}"/>
              </a:ext>
            </a:extLst>
          </p:cNvPr>
          <p:cNvSpPr>
            <a:spLocks noGrp="1"/>
          </p:cNvSpPr>
          <p:nvPr/>
        </p:nvSpPr>
        <p:spPr>
          <a:xfrm>
            <a:off x="596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4_small_CA2_pose1_rmsd2_2211">
            <a:extLst>
              <a:ext uri="{FF2B5EF4-FFF2-40B4-BE49-F238E27FC236}">
                <a16:creationId xmlns:a16="http://schemas.microsoft.com/office/drawing/2014/main" id="{D3027EB9-9980-4276-8FDE-4B21EA37B689}"/>
              </a:ext>
            </a:extLst>
          </p:cNvPr>
          <p:cNvSpPr>
            <a:spLocks noGrp="1"/>
          </p:cNvSpPr>
          <p:nvPr/>
        </p:nvSpPr>
        <p:spPr>
          <a:xfrm>
            <a:off x="5954624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4_small_CA2_pose1_rmsd2_2212">
            <a:extLst>
              <a:ext uri="{FF2B5EF4-FFF2-40B4-BE49-F238E27FC236}">
                <a16:creationId xmlns:a16="http://schemas.microsoft.com/office/drawing/2014/main" id="{607FDCFB-A856-4C8B-AF77-4844CECF354C}"/>
              </a:ext>
            </a:extLst>
          </p:cNvPr>
          <p:cNvSpPr>
            <a:spLocks noGrp="1"/>
          </p:cNvSpPr>
          <p:nvPr/>
        </p:nvSpPr>
        <p:spPr>
          <a:xfrm>
            <a:off x="60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4_small_CA2_pose1_rmsd2_2213">
            <a:extLst>
              <a:ext uri="{FF2B5EF4-FFF2-40B4-BE49-F238E27FC236}">
                <a16:creationId xmlns:a16="http://schemas.microsoft.com/office/drawing/2014/main" id="{592631EC-E1A3-4186-B2B4-2D3B676D4383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4_small_CA2_pose1_rmsd2_2214">
            <a:extLst>
              <a:ext uri="{FF2B5EF4-FFF2-40B4-BE49-F238E27FC236}">
                <a16:creationId xmlns:a16="http://schemas.microsoft.com/office/drawing/2014/main" id="{33FC70FF-3217-4ECA-B377-778F4B96B272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4_small_CA2_pose1_rmsd2_2215">
            <a:extLst>
              <a:ext uri="{FF2B5EF4-FFF2-40B4-BE49-F238E27FC236}">
                <a16:creationId xmlns:a16="http://schemas.microsoft.com/office/drawing/2014/main" id="{63F41470-1799-4749-851D-F37A05802C9E}"/>
              </a:ext>
            </a:extLst>
          </p:cNvPr>
          <p:cNvSpPr>
            <a:spLocks noGrp="1"/>
          </p:cNvSpPr>
          <p:nvPr/>
        </p:nvSpPr>
        <p:spPr>
          <a:xfrm>
            <a:off x="60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4_small_CA2_pose1_rmsd2_2216">
            <a:extLst>
              <a:ext uri="{FF2B5EF4-FFF2-40B4-BE49-F238E27FC236}">
                <a16:creationId xmlns:a16="http://schemas.microsoft.com/office/drawing/2014/main" id="{C7B86B85-1829-4C55-A7CB-556CD16CF10F}"/>
              </a:ext>
            </a:extLst>
          </p:cNvPr>
          <p:cNvSpPr>
            <a:spLocks noGrp="1"/>
          </p:cNvSpPr>
          <p:nvPr/>
        </p:nvSpPr>
        <p:spPr>
          <a:xfrm>
            <a:off x="58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4_small_CA2_pose1_rmsd2_2217">
            <a:extLst>
              <a:ext uri="{FF2B5EF4-FFF2-40B4-BE49-F238E27FC236}">
                <a16:creationId xmlns:a16="http://schemas.microsoft.com/office/drawing/2014/main" id="{5CDB936A-E775-49F8-9276-CA5AF4DBF33F}"/>
              </a:ext>
            </a:extLst>
          </p:cNvPr>
          <p:cNvSpPr>
            <a:spLocks noGrp="1"/>
          </p:cNvSpPr>
          <p:nvPr/>
        </p:nvSpPr>
        <p:spPr>
          <a:xfrm>
            <a:off x="57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4_small_CA2_pose1_rmsd2_2218">
            <a:extLst>
              <a:ext uri="{FF2B5EF4-FFF2-40B4-BE49-F238E27FC236}">
                <a16:creationId xmlns:a16="http://schemas.microsoft.com/office/drawing/2014/main" id="{67FAA73E-8997-4CE9-B8A0-DFF3BEF33B14}"/>
              </a:ext>
            </a:extLst>
          </p:cNvPr>
          <p:cNvSpPr>
            <a:spLocks noGrp="1"/>
          </p:cNvSpPr>
          <p:nvPr/>
        </p:nvSpPr>
        <p:spPr>
          <a:xfrm>
            <a:off x="60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4_small_CA2_pose1_rmsd2_2219">
            <a:extLst>
              <a:ext uri="{FF2B5EF4-FFF2-40B4-BE49-F238E27FC236}">
                <a16:creationId xmlns:a16="http://schemas.microsoft.com/office/drawing/2014/main" id="{D6A88AE5-EFD0-4721-BA02-53FCA7F55EBF}"/>
              </a:ext>
            </a:extLst>
          </p:cNvPr>
          <p:cNvSpPr>
            <a:spLocks noGrp="1"/>
          </p:cNvSpPr>
          <p:nvPr/>
        </p:nvSpPr>
        <p:spPr>
          <a:xfrm>
            <a:off x="60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4_small_CA2_pose1_rmsd2_2220">
            <a:extLst>
              <a:ext uri="{FF2B5EF4-FFF2-40B4-BE49-F238E27FC236}">
                <a16:creationId xmlns:a16="http://schemas.microsoft.com/office/drawing/2014/main" id="{58C98090-DC0B-4037-8B64-503A2570EB90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4_small_CA2_pose1_rmsd2_2221">
            <a:extLst>
              <a:ext uri="{FF2B5EF4-FFF2-40B4-BE49-F238E27FC236}">
                <a16:creationId xmlns:a16="http://schemas.microsoft.com/office/drawing/2014/main" id="{26600D2D-7F18-4380-AFC5-9BF11A3407D1}"/>
              </a:ext>
            </a:extLst>
          </p:cNvPr>
          <p:cNvSpPr>
            <a:spLocks noGrp="1"/>
          </p:cNvSpPr>
          <p:nvPr/>
        </p:nvSpPr>
        <p:spPr>
          <a:xfrm>
            <a:off x="604019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4_small_CA2_pose1_rmsd2_2222">
            <a:extLst>
              <a:ext uri="{FF2B5EF4-FFF2-40B4-BE49-F238E27FC236}">
                <a16:creationId xmlns:a16="http://schemas.microsoft.com/office/drawing/2014/main" id="{241B7E80-6599-42EF-80BD-621F62EBA09B}"/>
              </a:ext>
            </a:extLst>
          </p:cNvPr>
          <p:cNvSpPr>
            <a:spLocks noGrp="1"/>
          </p:cNvSpPr>
          <p:nvPr/>
        </p:nvSpPr>
        <p:spPr>
          <a:xfrm>
            <a:off x="60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4_small_CA2_pose1_rmsd2_2223">
            <a:extLst>
              <a:ext uri="{FF2B5EF4-FFF2-40B4-BE49-F238E27FC236}">
                <a16:creationId xmlns:a16="http://schemas.microsoft.com/office/drawing/2014/main" id="{D1BAD613-6928-476C-A900-A184BB0973B6}"/>
              </a:ext>
            </a:extLst>
          </p:cNvPr>
          <p:cNvSpPr>
            <a:spLocks noGrp="1"/>
          </p:cNvSpPr>
          <p:nvPr/>
        </p:nvSpPr>
        <p:spPr>
          <a:xfrm>
            <a:off x="582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4_small_CA2_pose1_rmsd2_2224">
            <a:extLst>
              <a:ext uri="{FF2B5EF4-FFF2-40B4-BE49-F238E27FC236}">
                <a16:creationId xmlns:a16="http://schemas.microsoft.com/office/drawing/2014/main" id="{CB53B4E9-D39F-42CD-97FE-C0BA49924D50}"/>
              </a:ext>
            </a:extLst>
          </p:cNvPr>
          <p:cNvSpPr>
            <a:spLocks noGrp="1"/>
          </p:cNvSpPr>
          <p:nvPr/>
        </p:nvSpPr>
        <p:spPr>
          <a:xfrm>
            <a:off x="59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4_small_CA2_pose1_rmsd2_2225">
            <a:extLst>
              <a:ext uri="{FF2B5EF4-FFF2-40B4-BE49-F238E27FC236}">
                <a16:creationId xmlns:a16="http://schemas.microsoft.com/office/drawing/2014/main" id="{1F7F0D36-6CBA-4443-910F-2E88A3A16FAD}"/>
              </a:ext>
            </a:extLst>
          </p:cNvPr>
          <p:cNvSpPr>
            <a:spLocks noGrp="1"/>
          </p:cNvSpPr>
          <p:nvPr/>
        </p:nvSpPr>
        <p:spPr>
          <a:xfrm>
            <a:off x="59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4_small_CA2_pose1_rmsd2_2226">
            <a:extLst>
              <a:ext uri="{FF2B5EF4-FFF2-40B4-BE49-F238E27FC236}">
                <a16:creationId xmlns:a16="http://schemas.microsoft.com/office/drawing/2014/main" id="{D87582EC-5F25-45F0-8E9C-601D70A015B2}"/>
              </a:ext>
            </a:extLst>
          </p:cNvPr>
          <p:cNvSpPr>
            <a:spLocks noGrp="1"/>
          </p:cNvSpPr>
          <p:nvPr/>
        </p:nvSpPr>
        <p:spPr>
          <a:xfrm>
            <a:off x="6049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4_small_CA2_pose1_rmsd2_2227">
            <a:extLst>
              <a:ext uri="{FF2B5EF4-FFF2-40B4-BE49-F238E27FC236}">
                <a16:creationId xmlns:a16="http://schemas.microsoft.com/office/drawing/2014/main" id="{12C6E526-0DBE-462A-81FE-E2DE1B2AA458}"/>
              </a:ext>
            </a:extLst>
          </p:cNvPr>
          <p:cNvSpPr>
            <a:spLocks noGrp="1"/>
          </p:cNvSpPr>
          <p:nvPr/>
        </p:nvSpPr>
        <p:spPr>
          <a:xfrm>
            <a:off x="60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4_small_CA2_pose1_rmsd2_2228">
            <a:extLst>
              <a:ext uri="{FF2B5EF4-FFF2-40B4-BE49-F238E27FC236}">
                <a16:creationId xmlns:a16="http://schemas.microsoft.com/office/drawing/2014/main" id="{147DAB65-2EE8-4DD9-9996-BE493E5CE7F2}"/>
              </a:ext>
            </a:extLst>
          </p:cNvPr>
          <p:cNvSpPr>
            <a:spLocks noGrp="1"/>
          </p:cNvSpPr>
          <p:nvPr/>
        </p:nvSpPr>
        <p:spPr>
          <a:xfrm>
            <a:off x="60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4_small_CA2_pose1_rmsd2_2229">
            <a:extLst>
              <a:ext uri="{FF2B5EF4-FFF2-40B4-BE49-F238E27FC236}">
                <a16:creationId xmlns:a16="http://schemas.microsoft.com/office/drawing/2014/main" id="{7486D3F9-E9DB-4A59-991A-A7DE446EBB4B}"/>
              </a:ext>
            </a:extLst>
          </p:cNvPr>
          <p:cNvSpPr>
            <a:spLocks noGrp="1"/>
          </p:cNvSpPr>
          <p:nvPr/>
        </p:nvSpPr>
        <p:spPr>
          <a:xfrm>
            <a:off x="59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4_small_CA2_pose1_rmsd2_2230">
            <a:extLst>
              <a:ext uri="{FF2B5EF4-FFF2-40B4-BE49-F238E27FC236}">
                <a16:creationId xmlns:a16="http://schemas.microsoft.com/office/drawing/2014/main" id="{B2405436-BC3E-46FA-854E-50AB2B16B218}"/>
              </a:ext>
            </a:extLst>
          </p:cNvPr>
          <p:cNvSpPr>
            <a:spLocks noGrp="1"/>
          </p:cNvSpPr>
          <p:nvPr/>
        </p:nvSpPr>
        <p:spPr>
          <a:xfrm>
            <a:off x="602867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4_small_CA2_pose1_rmsd2_2231">
            <a:extLst>
              <a:ext uri="{FF2B5EF4-FFF2-40B4-BE49-F238E27FC236}">
                <a16:creationId xmlns:a16="http://schemas.microsoft.com/office/drawing/2014/main" id="{A08E70FB-43E0-45F6-90FC-AAAEE70F31BA}"/>
              </a:ext>
            </a:extLst>
          </p:cNvPr>
          <p:cNvSpPr>
            <a:spLocks noGrp="1"/>
          </p:cNvSpPr>
          <p:nvPr/>
        </p:nvSpPr>
        <p:spPr>
          <a:xfrm>
            <a:off x="59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4_small_CA2_pose1_rmsd2_2232">
            <a:extLst>
              <a:ext uri="{FF2B5EF4-FFF2-40B4-BE49-F238E27FC236}">
                <a16:creationId xmlns:a16="http://schemas.microsoft.com/office/drawing/2014/main" id="{C198B0C6-8899-436D-A7EA-0C70CFF7E2A0}"/>
              </a:ext>
            </a:extLst>
          </p:cNvPr>
          <p:cNvSpPr>
            <a:spLocks noGrp="1"/>
          </p:cNvSpPr>
          <p:nvPr/>
        </p:nvSpPr>
        <p:spPr>
          <a:xfrm>
            <a:off x="585048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4_small_CA2_pose1_rmsd2_2233">
            <a:extLst>
              <a:ext uri="{FF2B5EF4-FFF2-40B4-BE49-F238E27FC236}">
                <a16:creationId xmlns:a16="http://schemas.microsoft.com/office/drawing/2014/main" id="{A8E5B1BC-FB73-4743-9C80-3F12054A2B03}"/>
              </a:ext>
            </a:extLst>
          </p:cNvPr>
          <p:cNvSpPr>
            <a:spLocks noGrp="1"/>
          </p:cNvSpPr>
          <p:nvPr/>
        </p:nvSpPr>
        <p:spPr>
          <a:xfrm>
            <a:off x="58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4_small_CA2_pose1_rmsd2_2234">
            <a:extLst>
              <a:ext uri="{FF2B5EF4-FFF2-40B4-BE49-F238E27FC236}">
                <a16:creationId xmlns:a16="http://schemas.microsoft.com/office/drawing/2014/main" id="{55B5979D-E147-4565-9C7A-50C26317F87C}"/>
              </a:ext>
            </a:extLst>
          </p:cNvPr>
          <p:cNvSpPr>
            <a:spLocks noGrp="1"/>
          </p:cNvSpPr>
          <p:nvPr/>
        </p:nvSpPr>
        <p:spPr>
          <a:xfrm>
            <a:off x="594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4_small_CA2_pose1_rmsd2_2235">
            <a:extLst>
              <a:ext uri="{FF2B5EF4-FFF2-40B4-BE49-F238E27FC236}">
                <a16:creationId xmlns:a16="http://schemas.microsoft.com/office/drawing/2014/main" id="{7C67C0EB-4E22-4438-8C54-7671B38460BF}"/>
              </a:ext>
            </a:extLst>
          </p:cNvPr>
          <p:cNvSpPr>
            <a:spLocks noGrp="1"/>
          </p:cNvSpPr>
          <p:nvPr/>
        </p:nvSpPr>
        <p:spPr>
          <a:xfrm>
            <a:off x="59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4_small_CA2_pose1_rmsd2_2236">
            <a:extLst>
              <a:ext uri="{FF2B5EF4-FFF2-40B4-BE49-F238E27FC236}">
                <a16:creationId xmlns:a16="http://schemas.microsoft.com/office/drawing/2014/main" id="{7B8DCF74-62F3-4D8E-B222-A405ED9DB5EE}"/>
              </a:ext>
            </a:extLst>
          </p:cNvPr>
          <p:cNvSpPr>
            <a:spLocks noGrp="1"/>
          </p:cNvSpPr>
          <p:nvPr/>
        </p:nvSpPr>
        <p:spPr>
          <a:xfrm>
            <a:off x="60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4_small_CA2_pose1_rmsd2_2237">
            <a:extLst>
              <a:ext uri="{FF2B5EF4-FFF2-40B4-BE49-F238E27FC236}">
                <a16:creationId xmlns:a16="http://schemas.microsoft.com/office/drawing/2014/main" id="{44707393-6454-41CC-8E38-55EE9925E8A4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4_small_CA2_pose1_rmsd2_2238">
            <a:extLst>
              <a:ext uri="{FF2B5EF4-FFF2-40B4-BE49-F238E27FC236}">
                <a16:creationId xmlns:a16="http://schemas.microsoft.com/office/drawing/2014/main" id="{09625EE2-F1C8-40DD-831C-6A0958A442D3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4_small_CA2_pose1_rmsd2_2239">
            <a:extLst>
              <a:ext uri="{FF2B5EF4-FFF2-40B4-BE49-F238E27FC236}">
                <a16:creationId xmlns:a16="http://schemas.microsoft.com/office/drawing/2014/main" id="{BA96CECC-AD06-4069-9FD4-D72DBDEF66CD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4_small_CA2_pose1_rmsd2_2240">
            <a:extLst>
              <a:ext uri="{FF2B5EF4-FFF2-40B4-BE49-F238E27FC236}">
                <a16:creationId xmlns:a16="http://schemas.microsoft.com/office/drawing/2014/main" id="{1F7FC0D3-FD4D-4FDB-B952-581614D87EF4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4_small_CA2_pose1_rmsd2_2241">
            <a:extLst>
              <a:ext uri="{FF2B5EF4-FFF2-40B4-BE49-F238E27FC236}">
                <a16:creationId xmlns:a16="http://schemas.microsoft.com/office/drawing/2014/main" id="{8CF23EDC-0E82-4349-A959-384221DBD92B}"/>
              </a:ext>
            </a:extLst>
          </p:cNvPr>
          <p:cNvSpPr>
            <a:spLocks noGrp="1"/>
          </p:cNvSpPr>
          <p:nvPr/>
        </p:nvSpPr>
        <p:spPr>
          <a:xfrm>
            <a:off x="60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4_small_CA2_pose1_rmsd2_2242">
            <a:extLst>
              <a:ext uri="{FF2B5EF4-FFF2-40B4-BE49-F238E27FC236}">
                <a16:creationId xmlns:a16="http://schemas.microsoft.com/office/drawing/2014/main" id="{AB031C8A-7423-470B-AAFA-818DF0BB4064}"/>
              </a:ext>
            </a:extLst>
          </p:cNvPr>
          <p:cNvSpPr>
            <a:spLocks noGrp="1"/>
          </p:cNvSpPr>
          <p:nvPr/>
        </p:nvSpPr>
        <p:spPr>
          <a:xfrm>
            <a:off x="60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4_small_CA2_pose1_rmsd2_2243">
            <a:extLst>
              <a:ext uri="{FF2B5EF4-FFF2-40B4-BE49-F238E27FC236}">
                <a16:creationId xmlns:a16="http://schemas.microsoft.com/office/drawing/2014/main" id="{7809FEDC-4B51-4DDD-AFCF-210DAE519FA7}"/>
              </a:ext>
            </a:extLst>
          </p:cNvPr>
          <p:cNvSpPr>
            <a:spLocks noGrp="1"/>
          </p:cNvSpPr>
          <p:nvPr/>
        </p:nvSpPr>
        <p:spPr>
          <a:xfrm>
            <a:off x="59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4_small_CA2_pose1_rmsd2_2244">
            <a:extLst>
              <a:ext uri="{FF2B5EF4-FFF2-40B4-BE49-F238E27FC236}">
                <a16:creationId xmlns:a16="http://schemas.microsoft.com/office/drawing/2014/main" id="{AE9BE946-E9D1-4D7A-A61A-01466EE2F06E}"/>
              </a:ext>
            </a:extLst>
          </p:cNvPr>
          <p:cNvSpPr>
            <a:spLocks noGrp="1"/>
          </p:cNvSpPr>
          <p:nvPr/>
        </p:nvSpPr>
        <p:spPr>
          <a:xfrm>
            <a:off x="59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4_small_CA2_pose1_rmsd2_2245">
            <a:extLst>
              <a:ext uri="{FF2B5EF4-FFF2-40B4-BE49-F238E27FC236}">
                <a16:creationId xmlns:a16="http://schemas.microsoft.com/office/drawing/2014/main" id="{F1FB8DC7-4536-4B00-8BCF-C4AB9BE65D07}"/>
              </a:ext>
            </a:extLst>
          </p:cNvPr>
          <p:cNvSpPr>
            <a:spLocks noGrp="1"/>
          </p:cNvSpPr>
          <p:nvPr/>
        </p:nvSpPr>
        <p:spPr>
          <a:xfrm>
            <a:off x="58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4_small_CA2_pose1_rmsd2_2246">
            <a:extLst>
              <a:ext uri="{FF2B5EF4-FFF2-40B4-BE49-F238E27FC236}">
                <a16:creationId xmlns:a16="http://schemas.microsoft.com/office/drawing/2014/main" id="{39B55CE6-7E26-4FC8-AF6F-1A7610C40AB9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3" name="04_small_CA2_pose1_rmsd2_2247">
            <a:extLst>
              <a:ext uri="{FF2B5EF4-FFF2-40B4-BE49-F238E27FC236}">
                <a16:creationId xmlns:a16="http://schemas.microsoft.com/office/drawing/2014/main" id="{0FA763BA-190C-42AD-83E5-18B4C16A623E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4" name="text_2248">
            <a:extLst>
              <a:ext uri="{FF2B5EF4-FFF2-40B4-BE49-F238E27FC236}">
                <a16:creationId xmlns:a16="http://schemas.microsoft.com/office/drawing/2014/main" id="{C231ABDB-FD8B-4FEB-8E49-0D6265C5755F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491014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Top-1 · RMSD &lt;2 Å · CA2</a:t>
            </a:r>
          </a:p>
        </p:txBody>
      </p:sp>
      <p:sp>
        <p:nvSpPr>
          <p:cNvPr id="345" name="04_small_CA2_pose1_rmsd2_2249">
            <a:extLst>
              <a:ext uri="{FF2B5EF4-FFF2-40B4-BE49-F238E27FC236}">
                <a16:creationId xmlns:a16="http://schemas.microsoft.com/office/drawing/2014/main" id="{DAD254FC-AC9E-4E22-816A-D795642D3FEE}"/>
              </a:ext>
            </a:extLst>
          </p:cNvPr>
          <p:cNvSpPr>
            <a:spLocks noGrp="1"/>
          </p:cNvSpPr>
          <p:nvPr/>
        </p:nvSpPr>
        <p:spPr>
          <a:xfrm>
            <a:off x="700500" y="3973660"/>
            <a:ext cx="5250000" cy="839082"/>
          </a:xfrm>
          <a:custGeom>
            <a:avLst/>
            <a:gdLst/>
            <a:ahLst/>
            <a:cxnLst/>
            <a:rect l="0" t="0" r="0" b="0"/>
            <a:pathLst>
              <a:path w="5250000" h="839082">
                <a:moveTo>
                  <a:pt x="0" y="839082"/>
                </a:moveTo>
                <a:lnTo>
                  <a:pt x="97222" y="837839"/>
                </a:lnTo>
                <a:lnTo>
                  <a:pt x="97222" y="836492"/>
                </a:lnTo>
                <a:lnTo>
                  <a:pt x="145833" y="835870"/>
                </a:lnTo>
                <a:lnTo>
                  <a:pt x="145833" y="833850"/>
                </a:lnTo>
                <a:lnTo>
                  <a:pt x="159091" y="833539"/>
                </a:lnTo>
                <a:lnTo>
                  <a:pt x="159091" y="831335"/>
                </a:lnTo>
                <a:lnTo>
                  <a:pt x="175000" y="831335"/>
                </a:lnTo>
                <a:lnTo>
                  <a:pt x="175000" y="828911"/>
                </a:lnTo>
                <a:lnTo>
                  <a:pt x="194444" y="828600"/>
                </a:lnTo>
                <a:lnTo>
                  <a:pt x="194444" y="827253"/>
                </a:lnTo>
                <a:lnTo>
                  <a:pt x="224359" y="825932"/>
                </a:lnTo>
                <a:lnTo>
                  <a:pt x="224359" y="825621"/>
                </a:lnTo>
                <a:lnTo>
                  <a:pt x="291667" y="824999"/>
                </a:lnTo>
                <a:lnTo>
                  <a:pt x="291667" y="803812"/>
                </a:lnTo>
                <a:lnTo>
                  <a:pt x="318182" y="803501"/>
                </a:lnTo>
                <a:lnTo>
                  <a:pt x="318182" y="799093"/>
                </a:lnTo>
                <a:lnTo>
                  <a:pt x="350000" y="798783"/>
                </a:lnTo>
                <a:lnTo>
                  <a:pt x="350000" y="786661"/>
                </a:lnTo>
                <a:lnTo>
                  <a:pt x="437500" y="785728"/>
                </a:lnTo>
                <a:lnTo>
                  <a:pt x="437500" y="749363"/>
                </a:lnTo>
                <a:lnTo>
                  <a:pt x="477273" y="748741"/>
                </a:lnTo>
                <a:lnTo>
                  <a:pt x="477273" y="744333"/>
                </a:lnTo>
                <a:lnTo>
                  <a:pt x="500000" y="744022"/>
                </a:lnTo>
                <a:lnTo>
                  <a:pt x="500000" y="740559"/>
                </a:lnTo>
                <a:lnTo>
                  <a:pt x="525000" y="740248"/>
                </a:lnTo>
                <a:lnTo>
                  <a:pt x="525000" y="737824"/>
                </a:lnTo>
                <a:lnTo>
                  <a:pt x="583333" y="737202"/>
                </a:lnTo>
                <a:lnTo>
                  <a:pt x="583333" y="712648"/>
                </a:lnTo>
                <a:lnTo>
                  <a:pt x="636364" y="712026"/>
                </a:lnTo>
                <a:lnTo>
                  <a:pt x="636364" y="709822"/>
                </a:lnTo>
                <a:lnTo>
                  <a:pt x="700000" y="708890"/>
                </a:lnTo>
                <a:lnTo>
                  <a:pt x="700000" y="696768"/>
                </a:lnTo>
                <a:lnTo>
                  <a:pt x="750000" y="696146"/>
                </a:lnTo>
                <a:lnTo>
                  <a:pt x="750000" y="690951"/>
                </a:lnTo>
                <a:lnTo>
                  <a:pt x="795455" y="690329"/>
                </a:lnTo>
                <a:lnTo>
                  <a:pt x="795455" y="685921"/>
                </a:lnTo>
                <a:lnTo>
                  <a:pt x="875000" y="684989"/>
                </a:lnTo>
                <a:lnTo>
                  <a:pt x="875000" y="573157"/>
                </a:lnTo>
                <a:lnTo>
                  <a:pt x="954545" y="572225"/>
                </a:lnTo>
                <a:lnTo>
                  <a:pt x="954545" y="567817"/>
                </a:lnTo>
                <a:lnTo>
                  <a:pt x="1000000" y="567195"/>
                </a:lnTo>
                <a:lnTo>
                  <a:pt x="1000000" y="563732"/>
                </a:lnTo>
                <a:lnTo>
                  <a:pt x="1020833" y="563421"/>
                </a:lnTo>
                <a:lnTo>
                  <a:pt x="1020833" y="561401"/>
                </a:lnTo>
                <a:lnTo>
                  <a:pt x="1050000" y="561090"/>
                </a:lnTo>
                <a:lnTo>
                  <a:pt x="1050000" y="548968"/>
                </a:lnTo>
                <a:lnTo>
                  <a:pt x="1113636" y="548036"/>
                </a:lnTo>
                <a:lnTo>
                  <a:pt x="1113636" y="543628"/>
                </a:lnTo>
                <a:lnTo>
                  <a:pt x="1166667" y="543006"/>
                </a:lnTo>
                <a:lnTo>
                  <a:pt x="1166667" y="518452"/>
                </a:lnTo>
                <a:lnTo>
                  <a:pt x="1225000" y="517830"/>
                </a:lnTo>
                <a:lnTo>
                  <a:pt x="1225000" y="515406"/>
                </a:lnTo>
                <a:lnTo>
                  <a:pt x="1250000" y="515095"/>
                </a:lnTo>
                <a:lnTo>
                  <a:pt x="1250000" y="509900"/>
                </a:lnTo>
                <a:lnTo>
                  <a:pt x="1272727" y="509589"/>
                </a:lnTo>
                <a:lnTo>
                  <a:pt x="1272727" y="507385"/>
                </a:lnTo>
                <a:lnTo>
                  <a:pt x="1312500" y="506763"/>
                </a:lnTo>
                <a:lnTo>
                  <a:pt x="1312500" y="482520"/>
                </a:lnTo>
                <a:lnTo>
                  <a:pt x="1400000" y="481587"/>
                </a:lnTo>
                <a:lnTo>
                  <a:pt x="1400000" y="469465"/>
                </a:lnTo>
                <a:lnTo>
                  <a:pt x="1431818" y="469154"/>
                </a:lnTo>
                <a:lnTo>
                  <a:pt x="1431818" y="464746"/>
                </a:lnTo>
                <a:lnTo>
                  <a:pt x="1458333" y="464436"/>
                </a:lnTo>
                <a:lnTo>
                  <a:pt x="1458333" y="452003"/>
                </a:lnTo>
                <a:lnTo>
                  <a:pt x="1500000" y="451692"/>
                </a:lnTo>
                <a:lnTo>
                  <a:pt x="1500000" y="449961"/>
                </a:lnTo>
                <a:lnTo>
                  <a:pt x="1575000" y="448717"/>
                </a:lnTo>
                <a:lnTo>
                  <a:pt x="1575000" y="446293"/>
                </a:lnTo>
                <a:lnTo>
                  <a:pt x="1590909" y="446293"/>
                </a:lnTo>
                <a:lnTo>
                  <a:pt x="1590909" y="441885"/>
                </a:lnTo>
                <a:lnTo>
                  <a:pt x="1682692" y="440642"/>
                </a:lnTo>
                <a:lnTo>
                  <a:pt x="1682692" y="440331"/>
                </a:lnTo>
                <a:lnTo>
                  <a:pt x="1750000" y="439709"/>
                </a:lnTo>
                <a:lnTo>
                  <a:pt x="1750000" y="72385"/>
                </a:lnTo>
                <a:lnTo>
                  <a:pt x="2000000" y="72385"/>
                </a:lnTo>
                <a:lnTo>
                  <a:pt x="2000000" y="68921"/>
                </a:lnTo>
                <a:lnTo>
                  <a:pt x="2041667" y="68921"/>
                </a:lnTo>
                <a:lnTo>
                  <a:pt x="2041667" y="64881"/>
                </a:lnTo>
                <a:lnTo>
                  <a:pt x="2100000" y="64881"/>
                </a:lnTo>
                <a:lnTo>
                  <a:pt x="2100000" y="60032"/>
                </a:lnTo>
                <a:lnTo>
                  <a:pt x="2333333" y="60032"/>
                </a:lnTo>
                <a:lnTo>
                  <a:pt x="2333333" y="51951"/>
                </a:lnTo>
                <a:lnTo>
                  <a:pt x="2500000" y="51951"/>
                </a:lnTo>
                <a:lnTo>
                  <a:pt x="2500000" y="48487"/>
                </a:lnTo>
                <a:lnTo>
                  <a:pt x="3500000" y="48487"/>
                </a:lnTo>
                <a:lnTo>
                  <a:pt x="3500000" y="24244"/>
                </a:lnTo>
                <a:lnTo>
                  <a:pt x="5250000" y="24244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46" name="04_small_CA2_pose1_rmsd2_2250">
            <a:extLst>
              <a:ext uri="{FF2B5EF4-FFF2-40B4-BE49-F238E27FC236}">
                <a16:creationId xmlns:a16="http://schemas.microsoft.com/office/drawing/2014/main" id="{06D307FD-E777-4FFF-8030-C2FB80C3D8DE}"/>
              </a:ext>
            </a:extLst>
          </p:cNvPr>
          <p:cNvSpPr>
            <a:spLocks noGrp="1"/>
          </p:cNvSpPr>
          <p:nvPr/>
        </p:nvSpPr>
        <p:spPr>
          <a:xfrm>
            <a:off x="700500" y="4346051"/>
            <a:ext cx="5250000" cy="466691"/>
          </a:xfrm>
          <a:custGeom>
            <a:avLst/>
            <a:gdLst/>
            <a:ahLst/>
            <a:cxnLst/>
            <a:rect l="0" t="0" r="0" b="0"/>
            <a:pathLst>
              <a:path w="5250000" h="466691">
                <a:moveTo>
                  <a:pt x="0" y="466691"/>
                </a:moveTo>
                <a:lnTo>
                  <a:pt x="1750000" y="466691"/>
                </a:lnTo>
                <a:lnTo>
                  <a:pt x="1750000" y="155564"/>
                </a:lnTo>
                <a:lnTo>
                  <a:pt x="2100000" y="155564"/>
                </a:lnTo>
                <a:lnTo>
                  <a:pt x="2100000" y="93338"/>
                </a:lnTo>
                <a:lnTo>
                  <a:pt x="2333333" y="93338"/>
                </a:lnTo>
                <a:lnTo>
                  <a:pt x="2333333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47" name="04_small_CA2_pose1_rmsd2_2251">
            <a:extLst>
              <a:ext uri="{FF2B5EF4-FFF2-40B4-BE49-F238E27FC236}">
                <a16:creationId xmlns:a16="http://schemas.microsoft.com/office/drawing/2014/main" id="{19007B7F-6826-4A2D-BA24-05F973DE82A7}"/>
              </a:ext>
            </a:extLst>
          </p:cNvPr>
          <p:cNvSpPr>
            <a:spLocks noGrp="1"/>
          </p:cNvSpPr>
          <p:nvPr/>
        </p:nvSpPr>
        <p:spPr>
          <a:xfrm>
            <a:off x="1553910" y="452522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8" name="04_small_CA2_pose1_rmsd2_2252">
            <a:extLst>
              <a:ext uri="{FF2B5EF4-FFF2-40B4-BE49-F238E27FC236}">
                <a16:creationId xmlns:a16="http://schemas.microsoft.com/office/drawing/2014/main" id="{3267B822-5E09-48D2-9D43-3430DA2DF6ED}"/>
              </a:ext>
            </a:extLst>
          </p:cNvPr>
          <p:cNvSpPr>
            <a:spLocks noGrp="1"/>
          </p:cNvSpPr>
          <p:nvPr/>
        </p:nvSpPr>
        <p:spPr>
          <a:xfrm>
            <a:off x="2428910" y="402445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9" name="04_small_CA2_pose1_rmsd2_2253">
            <a:extLst>
              <a:ext uri="{FF2B5EF4-FFF2-40B4-BE49-F238E27FC236}">
                <a16:creationId xmlns:a16="http://schemas.microsoft.com/office/drawing/2014/main" id="{F51C5EA8-D773-46FE-81B5-CD9DA015A48C}"/>
              </a:ext>
            </a:extLst>
          </p:cNvPr>
          <p:cNvSpPr>
            <a:spLocks noGrp="1"/>
          </p:cNvSpPr>
          <p:nvPr/>
        </p:nvSpPr>
        <p:spPr>
          <a:xfrm>
            <a:off x="4178910" y="3976314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0" name="04_small_CA2_pose1_rmsd2_2254">
            <a:extLst>
              <a:ext uri="{FF2B5EF4-FFF2-40B4-BE49-F238E27FC236}">
                <a16:creationId xmlns:a16="http://schemas.microsoft.com/office/drawing/2014/main" id="{83C8648E-9B3A-4F47-B4DD-D855E8EE2C4A}"/>
              </a:ext>
            </a:extLst>
          </p:cNvPr>
          <p:cNvSpPr>
            <a:spLocks noGrp="1"/>
          </p:cNvSpPr>
          <p:nvPr/>
        </p:nvSpPr>
        <p:spPr>
          <a:xfrm>
            <a:off x="5928910" y="3952070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1" name="04_small_CA2_pose1_rmsd2_2255">
            <a:extLst>
              <a:ext uri="{FF2B5EF4-FFF2-40B4-BE49-F238E27FC236}">
                <a16:creationId xmlns:a16="http://schemas.microsoft.com/office/drawing/2014/main" id="{B1CCAFF3-4185-4ABC-90B4-362359E6366D}"/>
              </a:ext>
            </a:extLst>
          </p:cNvPr>
          <p:cNvSpPr>
            <a:spLocks noGrp="1"/>
          </p:cNvSpPr>
          <p:nvPr/>
        </p:nvSpPr>
        <p:spPr>
          <a:xfrm>
            <a:off x="1539579" y="477682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2" name="04_small_CA2_pose1_rmsd2_2256">
            <a:extLst>
              <a:ext uri="{FF2B5EF4-FFF2-40B4-BE49-F238E27FC236}">
                <a16:creationId xmlns:a16="http://schemas.microsoft.com/office/drawing/2014/main" id="{7FF01B2F-E13C-4F71-97E6-D74A7D9D9FF4}"/>
              </a:ext>
            </a:extLst>
          </p:cNvPr>
          <p:cNvSpPr>
            <a:spLocks noGrp="1"/>
          </p:cNvSpPr>
          <p:nvPr/>
        </p:nvSpPr>
        <p:spPr>
          <a:xfrm>
            <a:off x="2414579" y="4465694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3" name="04_small_CA2_pose1_rmsd2_2257">
            <a:extLst>
              <a:ext uri="{FF2B5EF4-FFF2-40B4-BE49-F238E27FC236}">
                <a16:creationId xmlns:a16="http://schemas.microsoft.com/office/drawing/2014/main" id="{217F7068-6F86-42A6-ABF1-B89E51999A8D}"/>
              </a:ext>
            </a:extLst>
          </p:cNvPr>
          <p:cNvSpPr>
            <a:spLocks noGrp="1"/>
          </p:cNvSpPr>
          <p:nvPr/>
        </p:nvSpPr>
        <p:spPr>
          <a:xfrm>
            <a:off x="4164579" y="4310130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4" name="04_small_CA2_pose1_rmsd2_2258">
            <a:extLst>
              <a:ext uri="{FF2B5EF4-FFF2-40B4-BE49-F238E27FC236}">
                <a16:creationId xmlns:a16="http://schemas.microsoft.com/office/drawing/2014/main" id="{03483386-16E5-4BAC-B957-7781481E6E98}"/>
              </a:ext>
            </a:extLst>
          </p:cNvPr>
          <p:cNvSpPr>
            <a:spLocks noGrp="1"/>
          </p:cNvSpPr>
          <p:nvPr/>
        </p:nvSpPr>
        <p:spPr>
          <a:xfrm>
            <a:off x="5914579" y="4310130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5" name="text_2259">
            <a:extLst>
              <a:ext uri="{FF2B5EF4-FFF2-40B4-BE49-F238E27FC236}">
                <a16:creationId xmlns:a16="http://schemas.microsoft.com/office/drawing/2014/main" id="{D6B2326F-0E2D-4DA1-9E49-351EEDE30F85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961610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Small-molecule reconstruction</a:t>
            </a:r>
          </a:p>
        </p:txBody>
      </p:sp>
      <p:sp>
        <p:nvSpPr>
          <p:cNvPr id="356" name="04_small_CA2_pose1_rmsd2_2260">
            <a:extLst>
              <a:ext uri="{FF2B5EF4-FFF2-40B4-BE49-F238E27FC236}">
                <a16:creationId xmlns:a16="http://schemas.microsoft.com/office/drawing/2014/main" id="{338ADE23-16FD-43EF-AD6F-027E4DCF4CFC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57" name="04_small_CA2_pose1_rmsd2_2261">
            <a:extLst>
              <a:ext uri="{FF2B5EF4-FFF2-40B4-BE49-F238E27FC236}">
                <a16:creationId xmlns:a16="http://schemas.microsoft.com/office/drawing/2014/main" id="{88FA9B41-A847-49E6-9E83-7D8161B2E4D6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8" name="text_2262">
            <a:extLst>
              <a:ext uri="{FF2B5EF4-FFF2-40B4-BE49-F238E27FC236}">
                <a16:creationId xmlns:a16="http://schemas.microsoft.com/office/drawing/2014/main" id="{764C5F98-37F8-47CC-80F4-13E3470A922F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359" name="04_small_CA2_pose1_rmsd2_2263">
            <a:extLst>
              <a:ext uri="{FF2B5EF4-FFF2-40B4-BE49-F238E27FC236}">
                <a16:creationId xmlns:a16="http://schemas.microsoft.com/office/drawing/2014/main" id="{5B0AA39B-7CBF-408E-B033-029EEA5AAC31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60" name="04_small_CA2_pose1_rmsd2_2264">
            <a:extLst>
              <a:ext uri="{FF2B5EF4-FFF2-40B4-BE49-F238E27FC236}">
                <a16:creationId xmlns:a16="http://schemas.microsoft.com/office/drawing/2014/main" id="{F46CBFFA-7578-4729-9B09-7814F1FE8067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61" name="text_2265">
            <a:extLst>
              <a:ext uri="{FF2B5EF4-FFF2-40B4-BE49-F238E27FC236}">
                <a16:creationId xmlns:a16="http://schemas.microsoft.com/office/drawing/2014/main" id="{31C940FC-56A0-41C4-9770-CC861AC8CF1D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362" name="04_small_CA2_pose1_rmsd2_2266">
            <a:extLst>
              <a:ext uri="{FF2B5EF4-FFF2-40B4-BE49-F238E27FC236}">
                <a16:creationId xmlns:a16="http://schemas.microsoft.com/office/drawing/2014/main" id="{299E62F6-3FF2-44AF-9D24-F4899E672C88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363" name="text_2267">
            <a:extLst>
              <a:ext uri="{FF2B5EF4-FFF2-40B4-BE49-F238E27FC236}">
                <a16:creationId xmlns:a16="http://schemas.microsoft.com/office/drawing/2014/main" id="{1DBEAD8E-7EBC-498F-AE60-33F40FBAAE93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2542264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05_small_GT_pose1_rmsd3_2268">
            <a:extLst>
              <a:ext uri="{FF2B5EF4-FFF2-40B4-BE49-F238E27FC236}">
                <a16:creationId xmlns:a16="http://schemas.microsoft.com/office/drawing/2014/main" id="{BAC248F0-8805-48B6-8001-4C51B9B0D0F0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5_small_GT_pose1_rmsd3_2269">
            <a:extLst>
              <a:ext uri="{FF2B5EF4-FFF2-40B4-BE49-F238E27FC236}">
                <a16:creationId xmlns:a16="http://schemas.microsoft.com/office/drawing/2014/main" id="{7688ABC4-DBF5-4E1B-9A36-8F8A6FAF788C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5_small_GT_pose1_rmsd3_2270">
            <a:extLst>
              <a:ext uri="{FF2B5EF4-FFF2-40B4-BE49-F238E27FC236}">
                <a16:creationId xmlns:a16="http://schemas.microsoft.com/office/drawing/2014/main" id="{86F2B7FF-E0BE-4B4B-B01A-FFDBB7374100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34" y="1851207"/>
                </a:lnTo>
                <a:lnTo>
                  <a:pt x="9961" y="1835651"/>
                </a:lnTo>
                <a:lnTo>
                  <a:pt x="21775" y="1820095"/>
                </a:lnTo>
                <a:lnTo>
                  <a:pt x="37196" y="1804538"/>
                </a:lnTo>
                <a:lnTo>
                  <a:pt x="55255" y="1788982"/>
                </a:lnTo>
                <a:lnTo>
                  <a:pt x="74894" y="1773425"/>
                </a:lnTo>
                <a:lnTo>
                  <a:pt x="95063" y="1757869"/>
                </a:lnTo>
                <a:lnTo>
                  <a:pt x="114816" y="1742313"/>
                </a:lnTo>
                <a:lnTo>
                  <a:pt x="133371" y="1726756"/>
                </a:lnTo>
                <a:lnTo>
                  <a:pt x="150153" y="1711200"/>
                </a:lnTo>
                <a:lnTo>
                  <a:pt x="164806" y="1695644"/>
                </a:lnTo>
                <a:lnTo>
                  <a:pt x="177176" y="1680087"/>
                </a:lnTo>
                <a:lnTo>
                  <a:pt x="187284" y="1664531"/>
                </a:lnTo>
                <a:lnTo>
                  <a:pt x="195279" y="1648975"/>
                </a:lnTo>
                <a:lnTo>
                  <a:pt x="201398" y="1633418"/>
                </a:lnTo>
                <a:lnTo>
                  <a:pt x="205917" y="1617862"/>
                </a:lnTo>
                <a:lnTo>
                  <a:pt x="209126" y="1602305"/>
                </a:lnTo>
                <a:lnTo>
                  <a:pt x="211294" y="1586749"/>
                </a:lnTo>
                <a:lnTo>
                  <a:pt x="212662" y="1571193"/>
                </a:lnTo>
                <a:lnTo>
                  <a:pt x="213432" y="1555636"/>
                </a:lnTo>
                <a:lnTo>
                  <a:pt x="213769" y="1540080"/>
                </a:lnTo>
                <a:lnTo>
                  <a:pt x="213805" y="1524524"/>
                </a:lnTo>
                <a:lnTo>
                  <a:pt x="213645" y="1508967"/>
                </a:lnTo>
                <a:lnTo>
                  <a:pt x="213370" y="1493411"/>
                </a:lnTo>
                <a:lnTo>
                  <a:pt x="213048" y="1477855"/>
                </a:lnTo>
                <a:lnTo>
                  <a:pt x="212734" y="1462298"/>
                </a:lnTo>
                <a:lnTo>
                  <a:pt x="212470" y="1446742"/>
                </a:lnTo>
                <a:lnTo>
                  <a:pt x="212289" y="1431185"/>
                </a:lnTo>
                <a:lnTo>
                  <a:pt x="212212" y="1415629"/>
                </a:lnTo>
                <a:lnTo>
                  <a:pt x="212249" y="1400073"/>
                </a:lnTo>
                <a:lnTo>
                  <a:pt x="212395" y="1384516"/>
                </a:lnTo>
                <a:lnTo>
                  <a:pt x="212638" y="1368960"/>
                </a:lnTo>
                <a:lnTo>
                  <a:pt x="212952" y="1353404"/>
                </a:lnTo>
                <a:lnTo>
                  <a:pt x="213304" y="1337847"/>
                </a:lnTo>
                <a:lnTo>
                  <a:pt x="213657" y="1322291"/>
                </a:lnTo>
                <a:lnTo>
                  <a:pt x="213971" y="1306735"/>
                </a:lnTo>
                <a:lnTo>
                  <a:pt x="214207" y="1291178"/>
                </a:lnTo>
                <a:lnTo>
                  <a:pt x="214327" y="1275622"/>
                </a:lnTo>
                <a:lnTo>
                  <a:pt x="214295" y="1260065"/>
                </a:lnTo>
                <a:lnTo>
                  <a:pt x="214081" y="1244509"/>
                </a:lnTo>
                <a:lnTo>
                  <a:pt x="213655" y="1228953"/>
                </a:lnTo>
                <a:lnTo>
                  <a:pt x="212988" y="1213396"/>
                </a:lnTo>
                <a:lnTo>
                  <a:pt x="212054" y="1197840"/>
                </a:lnTo>
                <a:lnTo>
                  <a:pt x="210827" y="1182284"/>
                </a:lnTo>
                <a:lnTo>
                  <a:pt x="209281" y="1166727"/>
                </a:lnTo>
                <a:lnTo>
                  <a:pt x="207396" y="1151171"/>
                </a:lnTo>
                <a:lnTo>
                  <a:pt x="205157" y="1135615"/>
                </a:lnTo>
                <a:lnTo>
                  <a:pt x="202560" y="1120058"/>
                </a:lnTo>
                <a:lnTo>
                  <a:pt x="199618" y="1104502"/>
                </a:lnTo>
                <a:lnTo>
                  <a:pt x="196365" y="1088945"/>
                </a:lnTo>
                <a:lnTo>
                  <a:pt x="192865" y="1073389"/>
                </a:lnTo>
                <a:lnTo>
                  <a:pt x="189213" y="1057833"/>
                </a:lnTo>
                <a:lnTo>
                  <a:pt x="185533" y="1042276"/>
                </a:lnTo>
                <a:lnTo>
                  <a:pt x="181982" y="1026720"/>
                </a:lnTo>
                <a:lnTo>
                  <a:pt x="178737" y="1011164"/>
                </a:lnTo>
                <a:lnTo>
                  <a:pt x="175984" y="995607"/>
                </a:lnTo>
                <a:lnTo>
                  <a:pt x="173904" y="980051"/>
                </a:lnTo>
                <a:lnTo>
                  <a:pt x="172653" y="964495"/>
                </a:lnTo>
                <a:lnTo>
                  <a:pt x="172349" y="948938"/>
                </a:lnTo>
                <a:lnTo>
                  <a:pt x="173055" y="933382"/>
                </a:lnTo>
                <a:lnTo>
                  <a:pt x="174771" y="917825"/>
                </a:lnTo>
                <a:lnTo>
                  <a:pt x="177432" y="902269"/>
                </a:lnTo>
                <a:lnTo>
                  <a:pt x="180914" y="886713"/>
                </a:lnTo>
                <a:lnTo>
                  <a:pt x="185041" y="871156"/>
                </a:lnTo>
                <a:lnTo>
                  <a:pt x="189610" y="855600"/>
                </a:lnTo>
                <a:lnTo>
                  <a:pt x="194402" y="840044"/>
                </a:lnTo>
                <a:lnTo>
                  <a:pt x="199206" y="824487"/>
                </a:lnTo>
                <a:lnTo>
                  <a:pt x="203836" y="808931"/>
                </a:lnTo>
                <a:lnTo>
                  <a:pt x="208138" y="793375"/>
                </a:lnTo>
                <a:lnTo>
                  <a:pt x="212006" y="777818"/>
                </a:lnTo>
                <a:lnTo>
                  <a:pt x="215374" y="762262"/>
                </a:lnTo>
                <a:lnTo>
                  <a:pt x="218220" y="746705"/>
                </a:lnTo>
                <a:lnTo>
                  <a:pt x="220556" y="731149"/>
                </a:lnTo>
                <a:lnTo>
                  <a:pt x="222420" y="715593"/>
                </a:lnTo>
                <a:lnTo>
                  <a:pt x="223866" y="700036"/>
                </a:lnTo>
                <a:lnTo>
                  <a:pt x="224959" y="684480"/>
                </a:lnTo>
                <a:lnTo>
                  <a:pt x="225763" y="668924"/>
                </a:lnTo>
                <a:lnTo>
                  <a:pt x="226339" y="653367"/>
                </a:lnTo>
                <a:lnTo>
                  <a:pt x="226742" y="637811"/>
                </a:lnTo>
                <a:lnTo>
                  <a:pt x="227016" y="622255"/>
                </a:lnTo>
                <a:lnTo>
                  <a:pt x="227198" y="606698"/>
                </a:lnTo>
                <a:lnTo>
                  <a:pt x="227316" y="591142"/>
                </a:lnTo>
                <a:lnTo>
                  <a:pt x="227390" y="575585"/>
                </a:lnTo>
                <a:lnTo>
                  <a:pt x="227436" y="560029"/>
                </a:lnTo>
                <a:lnTo>
                  <a:pt x="227464" y="544473"/>
                </a:lnTo>
                <a:lnTo>
                  <a:pt x="227480" y="528916"/>
                </a:lnTo>
                <a:lnTo>
                  <a:pt x="227489" y="513360"/>
                </a:lnTo>
                <a:lnTo>
                  <a:pt x="227494" y="497804"/>
                </a:lnTo>
                <a:lnTo>
                  <a:pt x="227497" y="482247"/>
                </a:lnTo>
                <a:lnTo>
                  <a:pt x="227498" y="466691"/>
                </a:lnTo>
                <a:lnTo>
                  <a:pt x="227499" y="451135"/>
                </a:lnTo>
                <a:lnTo>
                  <a:pt x="227500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0" y="435578"/>
                </a:lnTo>
                <a:lnTo>
                  <a:pt x="227501" y="451135"/>
                </a:lnTo>
                <a:lnTo>
                  <a:pt x="227502" y="466691"/>
                </a:lnTo>
                <a:lnTo>
                  <a:pt x="227503" y="482247"/>
                </a:lnTo>
                <a:lnTo>
                  <a:pt x="227506" y="497804"/>
                </a:lnTo>
                <a:lnTo>
                  <a:pt x="227511" y="513360"/>
                </a:lnTo>
                <a:lnTo>
                  <a:pt x="227520" y="528916"/>
                </a:lnTo>
                <a:lnTo>
                  <a:pt x="227536" y="544473"/>
                </a:lnTo>
                <a:lnTo>
                  <a:pt x="227564" y="560029"/>
                </a:lnTo>
                <a:lnTo>
                  <a:pt x="227610" y="575585"/>
                </a:lnTo>
                <a:lnTo>
                  <a:pt x="227684" y="591142"/>
                </a:lnTo>
                <a:lnTo>
                  <a:pt x="227802" y="606698"/>
                </a:lnTo>
                <a:lnTo>
                  <a:pt x="227984" y="622255"/>
                </a:lnTo>
                <a:lnTo>
                  <a:pt x="228258" y="637811"/>
                </a:lnTo>
                <a:lnTo>
                  <a:pt x="228661" y="653367"/>
                </a:lnTo>
                <a:lnTo>
                  <a:pt x="229237" y="668924"/>
                </a:lnTo>
                <a:lnTo>
                  <a:pt x="230041" y="684480"/>
                </a:lnTo>
                <a:lnTo>
                  <a:pt x="231134" y="700036"/>
                </a:lnTo>
                <a:lnTo>
                  <a:pt x="232580" y="715593"/>
                </a:lnTo>
                <a:lnTo>
                  <a:pt x="234444" y="731149"/>
                </a:lnTo>
                <a:lnTo>
                  <a:pt x="236780" y="746705"/>
                </a:lnTo>
                <a:lnTo>
                  <a:pt x="239626" y="762262"/>
                </a:lnTo>
                <a:lnTo>
                  <a:pt x="242994" y="777818"/>
                </a:lnTo>
                <a:lnTo>
                  <a:pt x="246862" y="793375"/>
                </a:lnTo>
                <a:lnTo>
                  <a:pt x="251164" y="808931"/>
                </a:lnTo>
                <a:lnTo>
                  <a:pt x="255794" y="824487"/>
                </a:lnTo>
                <a:lnTo>
                  <a:pt x="260598" y="840044"/>
                </a:lnTo>
                <a:lnTo>
                  <a:pt x="265390" y="855600"/>
                </a:lnTo>
                <a:lnTo>
                  <a:pt x="269959" y="871156"/>
                </a:lnTo>
                <a:lnTo>
                  <a:pt x="274086" y="886713"/>
                </a:lnTo>
                <a:lnTo>
                  <a:pt x="277568" y="902269"/>
                </a:lnTo>
                <a:lnTo>
                  <a:pt x="280229" y="917825"/>
                </a:lnTo>
                <a:lnTo>
                  <a:pt x="281945" y="933382"/>
                </a:lnTo>
                <a:lnTo>
                  <a:pt x="282651" y="948938"/>
                </a:lnTo>
                <a:lnTo>
                  <a:pt x="282347" y="964495"/>
                </a:lnTo>
                <a:lnTo>
                  <a:pt x="281096" y="980051"/>
                </a:lnTo>
                <a:lnTo>
                  <a:pt x="279016" y="995607"/>
                </a:lnTo>
                <a:lnTo>
                  <a:pt x="276263" y="1011164"/>
                </a:lnTo>
                <a:lnTo>
                  <a:pt x="273018" y="1026720"/>
                </a:lnTo>
                <a:lnTo>
                  <a:pt x="269467" y="1042276"/>
                </a:lnTo>
                <a:lnTo>
                  <a:pt x="265787" y="1057833"/>
                </a:lnTo>
                <a:lnTo>
                  <a:pt x="262135" y="1073389"/>
                </a:lnTo>
                <a:lnTo>
                  <a:pt x="258635" y="1088945"/>
                </a:lnTo>
                <a:lnTo>
                  <a:pt x="255382" y="1104502"/>
                </a:lnTo>
                <a:lnTo>
                  <a:pt x="252440" y="1120058"/>
                </a:lnTo>
                <a:lnTo>
                  <a:pt x="249843" y="1135615"/>
                </a:lnTo>
                <a:lnTo>
                  <a:pt x="247604" y="1151171"/>
                </a:lnTo>
                <a:lnTo>
                  <a:pt x="245719" y="1166727"/>
                </a:lnTo>
                <a:lnTo>
                  <a:pt x="244173" y="1182284"/>
                </a:lnTo>
                <a:lnTo>
                  <a:pt x="242946" y="1197840"/>
                </a:lnTo>
                <a:lnTo>
                  <a:pt x="242012" y="1213396"/>
                </a:lnTo>
                <a:lnTo>
                  <a:pt x="241345" y="1228953"/>
                </a:lnTo>
                <a:lnTo>
                  <a:pt x="240919" y="1244509"/>
                </a:lnTo>
                <a:lnTo>
                  <a:pt x="240705" y="1260065"/>
                </a:lnTo>
                <a:lnTo>
                  <a:pt x="240673" y="1275622"/>
                </a:lnTo>
                <a:lnTo>
                  <a:pt x="240793" y="1291178"/>
                </a:lnTo>
                <a:lnTo>
                  <a:pt x="241029" y="1306735"/>
                </a:lnTo>
                <a:lnTo>
                  <a:pt x="241343" y="1322291"/>
                </a:lnTo>
                <a:lnTo>
                  <a:pt x="241696" y="1337847"/>
                </a:lnTo>
                <a:lnTo>
                  <a:pt x="242048" y="1353404"/>
                </a:lnTo>
                <a:lnTo>
                  <a:pt x="242362" y="1368960"/>
                </a:lnTo>
                <a:lnTo>
                  <a:pt x="242605" y="1384516"/>
                </a:lnTo>
                <a:lnTo>
                  <a:pt x="242751" y="1400073"/>
                </a:lnTo>
                <a:lnTo>
                  <a:pt x="242788" y="1415629"/>
                </a:lnTo>
                <a:lnTo>
                  <a:pt x="242711" y="1431185"/>
                </a:lnTo>
                <a:lnTo>
                  <a:pt x="242530" y="1446742"/>
                </a:lnTo>
                <a:lnTo>
                  <a:pt x="242266" y="1462298"/>
                </a:lnTo>
                <a:lnTo>
                  <a:pt x="241952" y="1477855"/>
                </a:lnTo>
                <a:lnTo>
                  <a:pt x="241630" y="1493411"/>
                </a:lnTo>
                <a:lnTo>
                  <a:pt x="241355" y="1508967"/>
                </a:lnTo>
                <a:lnTo>
                  <a:pt x="241195" y="1524524"/>
                </a:lnTo>
                <a:lnTo>
                  <a:pt x="241231" y="1540080"/>
                </a:lnTo>
                <a:lnTo>
                  <a:pt x="241568" y="1555636"/>
                </a:lnTo>
                <a:lnTo>
                  <a:pt x="242338" y="1571193"/>
                </a:lnTo>
                <a:lnTo>
                  <a:pt x="243706" y="1586749"/>
                </a:lnTo>
                <a:lnTo>
                  <a:pt x="245874" y="1602305"/>
                </a:lnTo>
                <a:lnTo>
                  <a:pt x="249083" y="1617862"/>
                </a:lnTo>
                <a:lnTo>
                  <a:pt x="253602" y="1633418"/>
                </a:lnTo>
                <a:lnTo>
                  <a:pt x="259721" y="1648975"/>
                </a:lnTo>
                <a:lnTo>
                  <a:pt x="267716" y="1664531"/>
                </a:lnTo>
                <a:lnTo>
                  <a:pt x="277824" y="1680087"/>
                </a:lnTo>
                <a:lnTo>
                  <a:pt x="290194" y="1695644"/>
                </a:lnTo>
                <a:lnTo>
                  <a:pt x="304847" y="1711200"/>
                </a:lnTo>
                <a:lnTo>
                  <a:pt x="321629" y="1726756"/>
                </a:lnTo>
                <a:lnTo>
                  <a:pt x="340184" y="1742313"/>
                </a:lnTo>
                <a:lnTo>
                  <a:pt x="359937" y="1757869"/>
                </a:lnTo>
                <a:lnTo>
                  <a:pt x="380106" y="1773425"/>
                </a:lnTo>
                <a:lnTo>
                  <a:pt x="399745" y="1788982"/>
                </a:lnTo>
                <a:lnTo>
                  <a:pt x="417804" y="1804538"/>
                </a:lnTo>
                <a:lnTo>
                  <a:pt x="433225" y="1820095"/>
                </a:lnTo>
                <a:lnTo>
                  <a:pt x="445039" y="1835651"/>
                </a:lnTo>
                <a:lnTo>
                  <a:pt x="452466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4" name="05_small_GT_pose1_rmsd3_2271">
            <a:extLst>
              <a:ext uri="{FF2B5EF4-FFF2-40B4-BE49-F238E27FC236}">
                <a16:creationId xmlns:a16="http://schemas.microsoft.com/office/drawing/2014/main" id="{6352C74A-4CC5-4F6D-AAD0-D1A6EC7B845D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53000" y="1866764"/>
                </a:moveTo>
                <a:lnTo>
                  <a:pt x="102000" y="1866764"/>
                </a:lnTo>
                <a:lnTo>
                  <a:pt x="103371" y="1851207"/>
                </a:lnTo>
                <a:lnTo>
                  <a:pt x="107390" y="1835651"/>
                </a:lnTo>
                <a:lnTo>
                  <a:pt x="113781" y="1820095"/>
                </a:lnTo>
                <a:lnTo>
                  <a:pt x="122118" y="1804538"/>
                </a:lnTo>
                <a:lnTo>
                  <a:pt x="131875" y="1788982"/>
                </a:lnTo>
                <a:lnTo>
                  <a:pt x="142478" y="1773425"/>
                </a:lnTo>
                <a:lnTo>
                  <a:pt x="153359" y="1757869"/>
                </a:lnTo>
                <a:lnTo>
                  <a:pt x="164007" y="1742313"/>
                </a:lnTo>
                <a:lnTo>
                  <a:pt x="174005" y="1726756"/>
                </a:lnTo>
                <a:lnTo>
                  <a:pt x="183048" y="1711200"/>
                </a:lnTo>
                <a:lnTo>
                  <a:pt x="190946" y="1695644"/>
                </a:lnTo>
                <a:lnTo>
                  <a:pt x="197624" y="1680087"/>
                </a:lnTo>
                <a:lnTo>
                  <a:pt x="203094" y="1664531"/>
                </a:lnTo>
                <a:lnTo>
                  <a:pt x="207438" y="1648975"/>
                </a:lnTo>
                <a:lnTo>
                  <a:pt x="210778" y="1633418"/>
                </a:lnTo>
                <a:lnTo>
                  <a:pt x="213259" y="1617862"/>
                </a:lnTo>
                <a:lnTo>
                  <a:pt x="215024" y="1602305"/>
                </a:lnTo>
                <a:lnTo>
                  <a:pt x="216210" y="1586749"/>
                </a:lnTo>
                <a:lnTo>
                  <a:pt x="216933" y="1571193"/>
                </a:lnTo>
                <a:lnTo>
                  <a:pt x="217295" y="1555636"/>
                </a:lnTo>
                <a:lnTo>
                  <a:pt x="217376" y="1540080"/>
                </a:lnTo>
                <a:lnTo>
                  <a:pt x="217245" y="1524524"/>
                </a:lnTo>
                <a:lnTo>
                  <a:pt x="216960" y="1508967"/>
                </a:lnTo>
                <a:lnTo>
                  <a:pt x="216570" y="1493411"/>
                </a:lnTo>
                <a:lnTo>
                  <a:pt x="216119" y="1477855"/>
                </a:lnTo>
                <a:lnTo>
                  <a:pt x="215647" y="1462298"/>
                </a:lnTo>
                <a:lnTo>
                  <a:pt x="215187" y="1446742"/>
                </a:lnTo>
                <a:lnTo>
                  <a:pt x="214768" y="1431185"/>
                </a:lnTo>
                <a:lnTo>
                  <a:pt x="214410" y="1415629"/>
                </a:lnTo>
                <a:lnTo>
                  <a:pt x="214129" y="1400073"/>
                </a:lnTo>
                <a:lnTo>
                  <a:pt x="213934" y="1384516"/>
                </a:lnTo>
                <a:lnTo>
                  <a:pt x="213826" y="1368960"/>
                </a:lnTo>
                <a:lnTo>
                  <a:pt x="213806" y="1353404"/>
                </a:lnTo>
                <a:lnTo>
                  <a:pt x="213872" y="1337847"/>
                </a:lnTo>
                <a:lnTo>
                  <a:pt x="214025" y="1322291"/>
                </a:lnTo>
                <a:lnTo>
                  <a:pt x="214263" y="1306735"/>
                </a:lnTo>
                <a:lnTo>
                  <a:pt x="214590" y="1291178"/>
                </a:lnTo>
                <a:lnTo>
                  <a:pt x="215008" y="1275622"/>
                </a:lnTo>
                <a:lnTo>
                  <a:pt x="215520" y="1260065"/>
                </a:lnTo>
                <a:lnTo>
                  <a:pt x="216123" y="1244509"/>
                </a:lnTo>
                <a:lnTo>
                  <a:pt x="216812" y="1228953"/>
                </a:lnTo>
                <a:lnTo>
                  <a:pt x="217574" y="1213396"/>
                </a:lnTo>
                <a:lnTo>
                  <a:pt x="218386" y="1197840"/>
                </a:lnTo>
                <a:lnTo>
                  <a:pt x="219223" y="1182284"/>
                </a:lnTo>
                <a:lnTo>
                  <a:pt x="220052" y="1166727"/>
                </a:lnTo>
                <a:lnTo>
                  <a:pt x="220837" y="1151171"/>
                </a:lnTo>
                <a:lnTo>
                  <a:pt x="221544" y="1135615"/>
                </a:lnTo>
                <a:lnTo>
                  <a:pt x="222142" y="1120058"/>
                </a:lnTo>
                <a:lnTo>
                  <a:pt x="222609" y="1104502"/>
                </a:lnTo>
                <a:lnTo>
                  <a:pt x="222930" y="1088945"/>
                </a:lnTo>
                <a:lnTo>
                  <a:pt x="223101" y="1073389"/>
                </a:lnTo>
                <a:lnTo>
                  <a:pt x="223132" y="1057833"/>
                </a:lnTo>
                <a:lnTo>
                  <a:pt x="223041" y="1042276"/>
                </a:lnTo>
                <a:lnTo>
                  <a:pt x="222855" y="1026720"/>
                </a:lnTo>
                <a:lnTo>
                  <a:pt x="222609" y="1011164"/>
                </a:lnTo>
                <a:lnTo>
                  <a:pt x="222341" y="995607"/>
                </a:lnTo>
                <a:lnTo>
                  <a:pt x="222087" y="980051"/>
                </a:lnTo>
                <a:lnTo>
                  <a:pt x="221885" y="964495"/>
                </a:lnTo>
                <a:lnTo>
                  <a:pt x="221760" y="948938"/>
                </a:lnTo>
                <a:lnTo>
                  <a:pt x="221734" y="933382"/>
                </a:lnTo>
                <a:lnTo>
                  <a:pt x="221814" y="917825"/>
                </a:lnTo>
                <a:lnTo>
                  <a:pt x="222000" y="902269"/>
                </a:lnTo>
                <a:lnTo>
                  <a:pt x="222281" y="886713"/>
                </a:lnTo>
                <a:lnTo>
                  <a:pt x="222634" y="871156"/>
                </a:lnTo>
                <a:lnTo>
                  <a:pt x="223036" y="855600"/>
                </a:lnTo>
                <a:lnTo>
                  <a:pt x="223456" y="840044"/>
                </a:lnTo>
                <a:lnTo>
                  <a:pt x="223865" y="824487"/>
                </a:lnTo>
                <a:lnTo>
                  <a:pt x="224235" y="808931"/>
                </a:lnTo>
                <a:lnTo>
                  <a:pt x="224545" y="793375"/>
                </a:lnTo>
                <a:lnTo>
                  <a:pt x="224778" y="777818"/>
                </a:lnTo>
                <a:lnTo>
                  <a:pt x="224925" y="762262"/>
                </a:lnTo>
                <a:lnTo>
                  <a:pt x="224984" y="746705"/>
                </a:lnTo>
                <a:lnTo>
                  <a:pt x="224960" y="731149"/>
                </a:lnTo>
                <a:lnTo>
                  <a:pt x="224860" y="715593"/>
                </a:lnTo>
                <a:lnTo>
                  <a:pt x="224699" y="700036"/>
                </a:lnTo>
                <a:lnTo>
                  <a:pt x="224490" y="684480"/>
                </a:lnTo>
                <a:lnTo>
                  <a:pt x="224249" y="668924"/>
                </a:lnTo>
                <a:lnTo>
                  <a:pt x="223988" y="653367"/>
                </a:lnTo>
                <a:lnTo>
                  <a:pt x="223719" y="637811"/>
                </a:lnTo>
                <a:lnTo>
                  <a:pt x="223449" y="622255"/>
                </a:lnTo>
                <a:lnTo>
                  <a:pt x="223183" y="606698"/>
                </a:lnTo>
                <a:lnTo>
                  <a:pt x="222924" y="591142"/>
                </a:lnTo>
                <a:lnTo>
                  <a:pt x="222672" y="575585"/>
                </a:lnTo>
                <a:lnTo>
                  <a:pt x="222430" y="560029"/>
                </a:lnTo>
                <a:lnTo>
                  <a:pt x="222200" y="544473"/>
                </a:lnTo>
                <a:lnTo>
                  <a:pt x="221985" y="528916"/>
                </a:lnTo>
                <a:lnTo>
                  <a:pt x="221793" y="513360"/>
                </a:lnTo>
                <a:lnTo>
                  <a:pt x="221631" y="497804"/>
                </a:lnTo>
                <a:lnTo>
                  <a:pt x="221509" y="482247"/>
                </a:lnTo>
                <a:lnTo>
                  <a:pt x="221438" y="466691"/>
                </a:lnTo>
                <a:lnTo>
                  <a:pt x="221425" y="451135"/>
                </a:lnTo>
                <a:lnTo>
                  <a:pt x="221472" y="435578"/>
                </a:lnTo>
                <a:lnTo>
                  <a:pt x="221576" y="420022"/>
                </a:lnTo>
                <a:lnTo>
                  <a:pt x="221724" y="404465"/>
                </a:lnTo>
                <a:lnTo>
                  <a:pt x="221894" y="388909"/>
                </a:lnTo>
                <a:lnTo>
                  <a:pt x="222050" y="373353"/>
                </a:lnTo>
                <a:lnTo>
                  <a:pt x="222142" y="357796"/>
                </a:lnTo>
                <a:lnTo>
                  <a:pt x="222102" y="342240"/>
                </a:lnTo>
                <a:lnTo>
                  <a:pt x="221841" y="326684"/>
                </a:lnTo>
                <a:lnTo>
                  <a:pt x="221246" y="311127"/>
                </a:lnTo>
                <a:lnTo>
                  <a:pt x="220174" y="295571"/>
                </a:lnTo>
                <a:lnTo>
                  <a:pt x="218450" y="280015"/>
                </a:lnTo>
                <a:lnTo>
                  <a:pt x="215864" y="264458"/>
                </a:lnTo>
                <a:lnTo>
                  <a:pt x="212174" y="248902"/>
                </a:lnTo>
                <a:lnTo>
                  <a:pt x="207111" y="233345"/>
                </a:lnTo>
                <a:lnTo>
                  <a:pt x="200398" y="217789"/>
                </a:lnTo>
                <a:lnTo>
                  <a:pt x="191774" y="202233"/>
                </a:lnTo>
                <a:lnTo>
                  <a:pt x="181022" y="186676"/>
                </a:lnTo>
                <a:lnTo>
                  <a:pt x="168015" y="171120"/>
                </a:lnTo>
                <a:lnTo>
                  <a:pt x="152756" y="155564"/>
                </a:lnTo>
                <a:lnTo>
                  <a:pt x="135415" y="140007"/>
                </a:lnTo>
                <a:lnTo>
                  <a:pt x="116365" y="124451"/>
                </a:lnTo>
                <a:lnTo>
                  <a:pt x="96191" y="108895"/>
                </a:lnTo>
                <a:lnTo>
                  <a:pt x="75676" y="93338"/>
                </a:lnTo>
                <a:lnTo>
                  <a:pt x="55766" y="77782"/>
                </a:lnTo>
                <a:lnTo>
                  <a:pt x="37504" y="62225"/>
                </a:lnTo>
                <a:lnTo>
                  <a:pt x="21939" y="46669"/>
                </a:lnTo>
                <a:lnTo>
                  <a:pt x="10030" y="31113"/>
                </a:lnTo>
                <a:lnTo>
                  <a:pt x="2551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9" y="15556"/>
                </a:lnTo>
                <a:lnTo>
                  <a:pt x="444970" y="31113"/>
                </a:lnTo>
                <a:lnTo>
                  <a:pt x="433061" y="46669"/>
                </a:lnTo>
                <a:lnTo>
                  <a:pt x="417496" y="62225"/>
                </a:lnTo>
                <a:lnTo>
                  <a:pt x="399234" y="77782"/>
                </a:lnTo>
                <a:lnTo>
                  <a:pt x="379324" y="93338"/>
                </a:lnTo>
                <a:lnTo>
                  <a:pt x="358809" y="108895"/>
                </a:lnTo>
                <a:lnTo>
                  <a:pt x="338635" y="124451"/>
                </a:lnTo>
                <a:lnTo>
                  <a:pt x="319585" y="140007"/>
                </a:lnTo>
                <a:lnTo>
                  <a:pt x="302244" y="155564"/>
                </a:lnTo>
                <a:lnTo>
                  <a:pt x="286985" y="171120"/>
                </a:lnTo>
                <a:lnTo>
                  <a:pt x="273978" y="186676"/>
                </a:lnTo>
                <a:lnTo>
                  <a:pt x="263226" y="202233"/>
                </a:lnTo>
                <a:lnTo>
                  <a:pt x="254602" y="217789"/>
                </a:lnTo>
                <a:lnTo>
                  <a:pt x="247889" y="233345"/>
                </a:lnTo>
                <a:lnTo>
                  <a:pt x="242826" y="248902"/>
                </a:lnTo>
                <a:lnTo>
                  <a:pt x="239136" y="264458"/>
                </a:lnTo>
                <a:lnTo>
                  <a:pt x="236550" y="280015"/>
                </a:lnTo>
                <a:lnTo>
                  <a:pt x="234826" y="295571"/>
                </a:lnTo>
                <a:lnTo>
                  <a:pt x="233754" y="311127"/>
                </a:lnTo>
                <a:lnTo>
                  <a:pt x="233159" y="326684"/>
                </a:lnTo>
                <a:lnTo>
                  <a:pt x="232898" y="342240"/>
                </a:lnTo>
                <a:lnTo>
                  <a:pt x="232858" y="357796"/>
                </a:lnTo>
                <a:lnTo>
                  <a:pt x="232950" y="373353"/>
                </a:lnTo>
                <a:lnTo>
                  <a:pt x="233106" y="388909"/>
                </a:lnTo>
                <a:lnTo>
                  <a:pt x="233276" y="404465"/>
                </a:lnTo>
                <a:lnTo>
                  <a:pt x="233424" y="420022"/>
                </a:lnTo>
                <a:lnTo>
                  <a:pt x="233528" y="435578"/>
                </a:lnTo>
                <a:lnTo>
                  <a:pt x="233575" y="451135"/>
                </a:lnTo>
                <a:lnTo>
                  <a:pt x="233562" y="466691"/>
                </a:lnTo>
                <a:lnTo>
                  <a:pt x="233491" y="482247"/>
                </a:lnTo>
                <a:lnTo>
                  <a:pt x="233369" y="497804"/>
                </a:lnTo>
                <a:lnTo>
                  <a:pt x="233207" y="513360"/>
                </a:lnTo>
                <a:lnTo>
                  <a:pt x="233015" y="528916"/>
                </a:lnTo>
                <a:lnTo>
                  <a:pt x="232800" y="544473"/>
                </a:lnTo>
                <a:lnTo>
                  <a:pt x="232570" y="560029"/>
                </a:lnTo>
                <a:lnTo>
                  <a:pt x="232328" y="575585"/>
                </a:lnTo>
                <a:lnTo>
                  <a:pt x="232076" y="591142"/>
                </a:lnTo>
                <a:lnTo>
                  <a:pt x="231817" y="606698"/>
                </a:lnTo>
                <a:lnTo>
                  <a:pt x="231551" y="622255"/>
                </a:lnTo>
                <a:lnTo>
                  <a:pt x="231281" y="637811"/>
                </a:lnTo>
                <a:lnTo>
                  <a:pt x="231012" y="653367"/>
                </a:lnTo>
                <a:lnTo>
                  <a:pt x="230751" y="668924"/>
                </a:lnTo>
                <a:lnTo>
                  <a:pt x="230510" y="684480"/>
                </a:lnTo>
                <a:lnTo>
                  <a:pt x="230301" y="700036"/>
                </a:lnTo>
                <a:lnTo>
                  <a:pt x="230140" y="715593"/>
                </a:lnTo>
                <a:lnTo>
                  <a:pt x="230040" y="731149"/>
                </a:lnTo>
                <a:lnTo>
                  <a:pt x="230016" y="746705"/>
                </a:lnTo>
                <a:lnTo>
                  <a:pt x="230075" y="762262"/>
                </a:lnTo>
                <a:lnTo>
                  <a:pt x="230222" y="777818"/>
                </a:lnTo>
                <a:lnTo>
                  <a:pt x="230455" y="793375"/>
                </a:lnTo>
                <a:lnTo>
                  <a:pt x="230765" y="808931"/>
                </a:lnTo>
                <a:lnTo>
                  <a:pt x="231135" y="824487"/>
                </a:lnTo>
                <a:lnTo>
                  <a:pt x="231544" y="840044"/>
                </a:lnTo>
                <a:lnTo>
                  <a:pt x="231964" y="855600"/>
                </a:lnTo>
                <a:lnTo>
                  <a:pt x="232366" y="871156"/>
                </a:lnTo>
                <a:lnTo>
                  <a:pt x="232719" y="886713"/>
                </a:lnTo>
                <a:lnTo>
                  <a:pt x="233000" y="902269"/>
                </a:lnTo>
                <a:lnTo>
                  <a:pt x="233186" y="917825"/>
                </a:lnTo>
                <a:lnTo>
                  <a:pt x="233266" y="933382"/>
                </a:lnTo>
                <a:lnTo>
                  <a:pt x="233240" y="948938"/>
                </a:lnTo>
                <a:lnTo>
                  <a:pt x="233115" y="964495"/>
                </a:lnTo>
                <a:lnTo>
                  <a:pt x="232913" y="980051"/>
                </a:lnTo>
                <a:lnTo>
                  <a:pt x="232659" y="995607"/>
                </a:lnTo>
                <a:lnTo>
                  <a:pt x="232391" y="1011164"/>
                </a:lnTo>
                <a:lnTo>
                  <a:pt x="232145" y="1026720"/>
                </a:lnTo>
                <a:lnTo>
                  <a:pt x="231959" y="1042276"/>
                </a:lnTo>
                <a:lnTo>
                  <a:pt x="231868" y="1057833"/>
                </a:lnTo>
                <a:lnTo>
                  <a:pt x="231899" y="1073389"/>
                </a:lnTo>
                <a:lnTo>
                  <a:pt x="232071" y="1088945"/>
                </a:lnTo>
                <a:lnTo>
                  <a:pt x="232391" y="1104502"/>
                </a:lnTo>
                <a:lnTo>
                  <a:pt x="232858" y="1120058"/>
                </a:lnTo>
                <a:lnTo>
                  <a:pt x="233456" y="1135615"/>
                </a:lnTo>
                <a:lnTo>
                  <a:pt x="234163" y="1151171"/>
                </a:lnTo>
                <a:lnTo>
                  <a:pt x="234948" y="1166727"/>
                </a:lnTo>
                <a:lnTo>
                  <a:pt x="235777" y="1182284"/>
                </a:lnTo>
                <a:lnTo>
                  <a:pt x="236614" y="1197840"/>
                </a:lnTo>
                <a:lnTo>
                  <a:pt x="237427" y="1213396"/>
                </a:lnTo>
                <a:lnTo>
                  <a:pt x="238188" y="1228953"/>
                </a:lnTo>
                <a:lnTo>
                  <a:pt x="238877" y="1244509"/>
                </a:lnTo>
                <a:lnTo>
                  <a:pt x="239480" y="1260065"/>
                </a:lnTo>
                <a:lnTo>
                  <a:pt x="239992" y="1275622"/>
                </a:lnTo>
                <a:lnTo>
                  <a:pt x="240410" y="1291178"/>
                </a:lnTo>
                <a:lnTo>
                  <a:pt x="240737" y="1306735"/>
                </a:lnTo>
                <a:lnTo>
                  <a:pt x="240975" y="1322291"/>
                </a:lnTo>
                <a:lnTo>
                  <a:pt x="241128" y="1337847"/>
                </a:lnTo>
                <a:lnTo>
                  <a:pt x="241194" y="1353404"/>
                </a:lnTo>
                <a:lnTo>
                  <a:pt x="241174" y="1368960"/>
                </a:lnTo>
                <a:lnTo>
                  <a:pt x="241066" y="1384516"/>
                </a:lnTo>
                <a:lnTo>
                  <a:pt x="240871" y="1400073"/>
                </a:lnTo>
                <a:lnTo>
                  <a:pt x="240590" y="1415629"/>
                </a:lnTo>
                <a:lnTo>
                  <a:pt x="240232" y="1431185"/>
                </a:lnTo>
                <a:lnTo>
                  <a:pt x="239813" y="1446742"/>
                </a:lnTo>
                <a:lnTo>
                  <a:pt x="239353" y="1462298"/>
                </a:lnTo>
                <a:lnTo>
                  <a:pt x="238881" y="1477855"/>
                </a:lnTo>
                <a:lnTo>
                  <a:pt x="238430" y="1493411"/>
                </a:lnTo>
                <a:lnTo>
                  <a:pt x="238040" y="1508967"/>
                </a:lnTo>
                <a:lnTo>
                  <a:pt x="237755" y="1524524"/>
                </a:lnTo>
                <a:lnTo>
                  <a:pt x="237624" y="1540080"/>
                </a:lnTo>
                <a:lnTo>
                  <a:pt x="237705" y="1555636"/>
                </a:lnTo>
                <a:lnTo>
                  <a:pt x="238067" y="1571193"/>
                </a:lnTo>
                <a:lnTo>
                  <a:pt x="238790" y="1586749"/>
                </a:lnTo>
                <a:lnTo>
                  <a:pt x="239976" y="1602305"/>
                </a:lnTo>
                <a:lnTo>
                  <a:pt x="241741" y="1617862"/>
                </a:lnTo>
                <a:lnTo>
                  <a:pt x="244222" y="1633418"/>
                </a:lnTo>
                <a:lnTo>
                  <a:pt x="247562" y="1648975"/>
                </a:lnTo>
                <a:lnTo>
                  <a:pt x="251906" y="1664531"/>
                </a:lnTo>
                <a:lnTo>
                  <a:pt x="257376" y="1680087"/>
                </a:lnTo>
                <a:lnTo>
                  <a:pt x="264054" y="1695644"/>
                </a:lnTo>
                <a:lnTo>
                  <a:pt x="271952" y="1711200"/>
                </a:lnTo>
                <a:lnTo>
                  <a:pt x="280995" y="1726756"/>
                </a:lnTo>
                <a:lnTo>
                  <a:pt x="290993" y="1742313"/>
                </a:lnTo>
                <a:lnTo>
                  <a:pt x="301641" y="1757869"/>
                </a:lnTo>
                <a:lnTo>
                  <a:pt x="312522" y="1773425"/>
                </a:lnTo>
                <a:lnTo>
                  <a:pt x="323125" y="1788982"/>
                </a:lnTo>
                <a:lnTo>
                  <a:pt x="332882" y="1804538"/>
                </a:lnTo>
                <a:lnTo>
                  <a:pt x="341219" y="1820095"/>
                </a:lnTo>
                <a:lnTo>
                  <a:pt x="347610" y="1835651"/>
                </a:lnTo>
                <a:lnTo>
                  <a:pt x="351629" y="1851207"/>
                </a:lnTo>
                <a:lnTo>
                  <a:pt x="353000" y="1866764"/>
                </a:lnTo>
                <a:lnTo>
                  <a:pt x="35300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5" name="05_small_GT_pose1_rmsd3_2272">
            <a:extLst>
              <a:ext uri="{FF2B5EF4-FFF2-40B4-BE49-F238E27FC236}">
                <a16:creationId xmlns:a16="http://schemas.microsoft.com/office/drawing/2014/main" id="{07F5A37A-7DEE-4EF8-9670-40A71955C2AA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47060" y="1866764"/>
                </a:moveTo>
                <a:lnTo>
                  <a:pt x="107940" y="1866764"/>
                </a:lnTo>
                <a:lnTo>
                  <a:pt x="109246" y="1851207"/>
                </a:lnTo>
                <a:lnTo>
                  <a:pt x="113075" y="1835651"/>
                </a:lnTo>
                <a:lnTo>
                  <a:pt x="119163" y="1820095"/>
                </a:lnTo>
                <a:lnTo>
                  <a:pt x="127106" y="1804538"/>
                </a:lnTo>
                <a:lnTo>
                  <a:pt x="136401" y="1788982"/>
                </a:lnTo>
                <a:lnTo>
                  <a:pt x="146502" y="1773425"/>
                </a:lnTo>
                <a:lnTo>
                  <a:pt x="156868" y="1757869"/>
                </a:lnTo>
                <a:lnTo>
                  <a:pt x="167012" y="1742313"/>
                </a:lnTo>
                <a:lnTo>
                  <a:pt x="176537" y="1726756"/>
                </a:lnTo>
                <a:lnTo>
                  <a:pt x="185151" y="1711200"/>
                </a:lnTo>
                <a:lnTo>
                  <a:pt x="192676" y="1695644"/>
                </a:lnTo>
                <a:lnTo>
                  <a:pt x="199038" y="1680087"/>
                </a:lnTo>
                <a:lnTo>
                  <a:pt x="204250" y="1664531"/>
                </a:lnTo>
                <a:lnTo>
                  <a:pt x="208388" y="1648975"/>
                </a:lnTo>
                <a:lnTo>
                  <a:pt x="211570" y="1633418"/>
                </a:lnTo>
                <a:lnTo>
                  <a:pt x="213933" y="1617862"/>
                </a:lnTo>
                <a:lnTo>
                  <a:pt x="215615" y="1602305"/>
                </a:lnTo>
                <a:lnTo>
                  <a:pt x="216744" y="1586749"/>
                </a:lnTo>
                <a:lnTo>
                  <a:pt x="217433" y="1571193"/>
                </a:lnTo>
                <a:lnTo>
                  <a:pt x="217778" y="1555636"/>
                </a:lnTo>
                <a:lnTo>
                  <a:pt x="217855" y="1540080"/>
                </a:lnTo>
                <a:lnTo>
                  <a:pt x="217731" y="1524524"/>
                </a:lnTo>
                <a:lnTo>
                  <a:pt x="217459" y="1508967"/>
                </a:lnTo>
                <a:lnTo>
                  <a:pt x="217087" y="1493411"/>
                </a:lnTo>
                <a:lnTo>
                  <a:pt x="216658" y="1477855"/>
                </a:lnTo>
                <a:lnTo>
                  <a:pt x="216208" y="1462298"/>
                </a:lnTo>
                <a:lnTo>
                  <a:pt x="215770" y="1446742"/>
                </a:lnTo>
                <a:lnTo>
                  <a:pt x="215370" y="1431185"/>
                </a:lnTo>
                <a:lnTo>
                  <a:pt x="215030" y="1415629"/>
                </a:lnTo>
                <a:lnTo>
                  <a:pt x="214762" y="1400073"/>
                </a:lnTo>
                <a:lnTo>
                  <a:pt x="214576" y="1384516"/>
                </a:lnTo>
                <a:lnTo>
                  <a:pt x="214473" y="1368960"/>
                </a:lnTo>
                <a:lnTo>
                  <a:pt x="214455" y="1353404"/>
                </a:lnTo>
                <a:lnTo>
                  <a:pt x="214519" y="1337847"/>
                </a:lnTo>
                <a:lnTo>
                  <a:pt x="214664" y="1322291"/>
                </a:lnTo>
                <a:lnTo>
                  <a:pt x="214893" y="1306735"/>
                </a:lnTo>
                <a:lnTo>
                  <a:pt x="215207" y="1291178"/>
                </a:lnTo>
                <a:lnTo>
                  <a:pt x="215610" y="1275622"/>
                </a:lnTo>
                <a:lnTo>
                  <a:pt x="216104" y="1260065"/>
                </a:lnTo>
                <a:lnTo>
                  <a:pt x="216689" y="1244509"/>
                </a:lnTo>
                <a:lnTo>
                  <a:pt x="217361" y="1228953"/>
                </a:lnTo>
                <a:lnTo>
                  <a:pt x="218109" y="1213396"/>
                </a:lnTo>
                <a:lnTo>
                  <a:pt x="218915" y="1197840"/>
                </a:lnTo>
                <a:lnTo>
                  <a:pt x="219758" y="1182284"/>
                </a:lnTo>
                <a:lnTo>
                  <a:pt x="220608" y="1166727"/>
                </a:lnTo>
                <a:lnTo>
                  <a:pt x="221436" y="1151171"/>
                </a:lnTo>
                <a:lnTo>
                  <a:pt x="222212" y="1135615"/>
                </a:lnTo>
                <a:lnTo>
                  <a:pt x="222911" y="1120058"/>
                </a:lnTo>
                <a:lnTo>
                  <a:pt x="223511" y="1104502"/>
                </a:lnTo>
                <a:lnTo>
                  <a:pt x="224000" y="1088945"/>
                </a:lnTo>
                <a:lnTo>
                  <a:pt x="224372" y="1073389"/>
                </a:lnTo>
                <a:lnTo>
                  <a:pt x="224630" y="1057833"/>
                </a:lnTo>
                <a:lnTo>
                  <a:pt x="224786" y="1042276"/>
                </a:lnTo>
                <a:lnTo>
                  <a:pt x="224856" y="1026720"/>
                </a:lnTo>
                <a:lnTo>
                  <a:pt x="224861" y="1011164"/>
                </a:lnTo>
                <a:lnTo>
                  <a:pt x="224825" y="995607"/>
                </a:lnTo>
                <a:lnTo>
                  <a:pt x="224771" y="980051"/>
                </a:lnTo>
                <a:lnTo>
                  <a:pt x="224722" y="964495"/>
                </a:lnTo>
                <a:lnTo>
                  <a:pt x="224693" y="948938"/>
                </a:lnTo>
                <a:lnTo>
                  <a:pt x="224699" y="933382"/>
                </a:lnTo>
                <a:lnTo>
                  <a:pt x="224745" y="917825"/>
                </a:lnTo>
                <a:lnTo>
                  <a:pt x="224832" y="902269"/>
                </a:lnTo>
                <a:lnTo>
                  <a:pt x="224956" y="886713"/>
                </a:lnTo>
                <a:lnTo>
                  <a:pt x="225106" y="871156"/>
                </a:lnTo>
                <a:lnTo>
                  <a:pt x="225270" y="855600"/>
                </a:lnTo>
                <a:lnTo>
                  <a:pt x="225432" y="840044"/>
                </a:lnTo>
                <a:lnTo>
                  <a:pt x="225577" y="824487"/>
                </a:lnTo>
                <a:lnTo>
                  <a:pt x="225691" y="808931"/>
                </a:lnTo>
                <a:lnTo>
                  <a:pt x="225764" y="793375"/>
                </a:lnTo>
                <a:lnTo>
                  <a:pt x="225788" y="777818"/>
                </a:lnTo>
                <a:lnTo>
                  <a:pt x="225761" y="762262"/>
                </a:lnTo>
                <a:lnTo>
                  <a:pt x="225684" y="746705"/>
                </a:lnTo>
                <a:lnTo>
                  <a:pt x="225564" y="731149"/>
                </a:lnTo>
                <a:lnTo>
                  <a:pt x="225411" y="715593"/>
                </a:lnTo>
                <a:lnTo>
                  <a:pt x="225238" y="700036"/>
                </a:lnTo>
                <a:lnTo>
                  <a:pt x="225059" y="684480"/>
                </a:lnTo>
                <a:lnTo>
                  <a:pt x="224887" y="668924"/>
                </a:lnTo>
                <a:lnTo>
                  <a:pt x="224735" y="653367"/>
                </a:lnTo>
                <a:lnTo>
                  <a:pt x="224612" y="637811"/>
                </a:lnTo>
                <a:lnTo>
                  <a:pt x="224522" y="622255"/>
                </a:lnTo>
                <a:lnTo>
                  <a:pt x="224466" y="606698"/>
                </a:lnTo>
                <a:lnTo>
                  <a:pt x="224442" y="591142"/>
                </a:lnTo>
                <a:lnTo>
                  <a:pt x="224441" y="575585"/>
                </a:lnTo>
                <a:lnTo>
                  <a:pt x="224455" y="560029"/>
                </a:lnTo>
                <a:lnTo>
                  <a:pt x="224473" y="544473"/>
                </a:lnTo>
                <a:lnTo>
                  <a:pt x="224488" y="528916"/>
                </a:lnTo>
                <a:lnTo>
                  <a:pt x="224491" y="513360"/>
                </a:lnTo>
                <a:lnTo>
                  <a:pt x="224480" y="497804"/>
                </a:lnTo>
                <a:lnTo>
                  <a:pt x="224454" y="482247"/>
                </a:lnTo>
                <a:lnTo>
                  <a:pt x="224417" y="466691"/>
                </a:lnTo>
                <a:lnTo>
                  <a:pt x="224373" y="451135"/>
                </a:lnTo>
                <a:lnTo>
                  <a:pt x="224327" y="435578"/>
                </a:lnTo>
                <a:lnTo>
                  <a:pt x="224281" y="420022"/>
                </a:lnTo>
                <a:lnTo>
                  <a:pt x="224233" y="404465"/>
                </a:lnTo>
                <a:lnTo>
                  <a:pt x="224171" y="388909"/>
                </a:lnTo>
                <a:lnTo>
                  <a:pt x="224074" y="373353"/>
                </a:lnTo>
                <a:lnTo>
                  <a:pt x="223905" y="357796"/>
                </a:lnTo>
                <a:lnTo>
                  <a:pt x="223607" y="342240"/>
                </a:lnTo>
                <a:lnTo>
                  <a:pt x="223103" y="326684"/>
                </a:lnTo>
                <a:lnTo>
                  <a:pt x="222287" y="311127"/>
                </a:lnTo>
                <a:lnTo>
                  <a:pt x="221021" y="295571"/>
                </a:lnTo>
                <a:lnTo>
                  <a:pt x="219133" y="280015"/>
                </a:lnTo>
                <a:lnTo>
                  <a:pt x="216412" y="264458"/>
                </a:lnTo>
                <a:lnTo>
                  <a:pt x="212613" y="248902"/>
                </a:lnTo>
                <a:lnTo>
                  <a:pt x="207465" y="233345"/>
                </a:lnTo>
                <a:lnTo>
                  <a:pt x="200688" y="217789"/>
                </a:lnTo>
                <a:lnTo>
                  <a:pt x="192015" y="202233"/>
                </a:lnTo>
                <a:lnTo>
                  <a:pt x="181225" y="186676"/>
                </a:lnTo>
                <a:lnTo>
                  <a:pt x="168189" y="171120"/>
                </a:lnTo>
                <a:lnTo>
                  <a:pt x="152904" y="155564"/>
                </a:lnTo>
                <a:lnTo>
                  <a:pt x="135541" y="140007"/>
                </a:lnTo>
                <a:lnTo>
                  <a:pt x="116470" y="124451"/>
                </a:lnTo>
                <a:lnTo>
                  <a:pt x="96276" y="108895"/>
                </a:lnTo>
                <a:lnTo>
                  <a:pt x="75742" y="93338"/>
                </a:lnTo>
                <a:lnTo>
                  <a:pt x="55815" y="77782"/>
                </a:lnTo>
                <a:lnTo>
                  <a:pt x="37536" y="62225"/>
                </a:lnTo>
                <a:lnTo>
                  <a:pt x="21958" y="46669"/>
                </a:lnTo>
                <a:lnTo>
                  <a:pt x="10039" y="31113"/>
                </a:lnTo>
                <a:lnTo>
                  <a:pt x="2553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7" y="15556"/>
                </a:lnTo>
                <a:lnTo>
                  <a:pt x="444961" y="31113"/>
                </a:lnTo>
                <a:lnTo>
                  <a:pt x="433042" y="46669"/>
                </a:lnTo>
                <a:lnTo>
                  <a:pt x="417464" y="62225"/>
                </a:lnTo>
                <a:lnTo>
                  <a:pt x="399185" y="77782"/>
                </a:lnTo>
                <a:lnTo>
                  <a:pt x="379258" y="93338"/>
                </a:lnTo>
                <a:lnTo>
                  <a:pt x="358724" y="108895"/>
                </a:lnTo>
                <a:lnTo>
                  <a:pt x="338530" y="124451"/>
                </a:lnTo>
                <a:lnTo>
                  <a:pt x="319459" y="140007"/>
                </a:lnTo>
                <a:lnTo>
                  <a:pt x="302096" y="155564"/>
                </a:lnTo>
                <a:lnTo>
                  <a:pt x="286811" y="171120"/>
                </a:lnTo>
                <a:lnTo>
                  <a:pt x="273775" y="186676"/>
                </a:lnTo>
                <a:lnTo>
                  <a:pt x="262985" y="202233"/>
                </a:lnTo>
                <a:lnTo>
                  <a:pt x="254312" y="217789"/>
                </a:lnTo>
                <a:lnTo>
                  <a:pt x="247535" y="233345"/>
                </a:lnTo>
                <a:lnTo>
                  <a:pt x="242387" y="248902"/>
                </a:lnTo>
                <a:lnTo>
                  <a:pt x="238588" y="264458"/>
                </a:lnTo>
                <a:lnTo>
                  <a:pt x="235867" y="280015"/>
                </a:lnTo>
                <a:lnTo>
                  <a:pt x="233979" y="295571"/>
                </a:lnTo>
                <a:lnTo>
                  <a:pt x="232713" y="311127"/>
                </a:lnTo>
                <a:lnTo>
                  <a:pt x="231897" y="326684"/>
                </a:lnTo>
                <a:lnTo>
                  <a:pt x="231393" y="342240"/>
                </a:lnTo>
                <a:lnTo>
                  <a:pt x="231095" y="357796"/>
                </a:lnTo>
                <a:lnTo>
                  <a:pt x="230926" y="373353"/>
                </a:lnTo>
                <a:lnTo>
                  <a:pt x="230829" y="388909"/>
                </a:lnTo>
                <a:lnTo>
                  <a:pt x="230767" y="404465"/>
                </a:lnTo>
                <a:lnTo>
                  <a:pt x="230719" y="420022"/>
                </a:lnTo>
                <a:lnTo>
                  <a:pt x="230673" y="435578"/>
                </a:lnTo>
                <a:lnTo>
                  <a:pt x="230627" y="451135"/>
                </a:lnTo>
                <a:lnTo>
                  <a:pt x="230583" y="466691"/>
                </a:lnTo>
                <a:lnTo>
                  <a:pt x="230546" y="482247"/>
                </a:lnTo>
                <a:lnTo>
                  <a:pt x="230520" y="497804"/>
                </a:lnTo>
                <a:lnTo>
                  <a:pt x="230509" y="513360"/>
                </a:lnTo>
                <a:lnTo>
                  <a:pt x="230512" y="528916"/>
                </a:lnTo>
                <a:lnTo>
                  <a:pt x="230527" y="544473"/>
                </a:lnTo>
                <a:lnTo>
                  <a:pt x="230545" y="560029"/>
                </a:lnTo>
                <a:lnTo>
                  <a:pt x="230559" y="575585"/>
                </a:lnTo>
                <a:lnTo>
                  <a:pt x="230558" y="591142"/>
                </a:lnTo>
                <a:lnTo>
                  <a:pt x="230534" y="606698"/>
                </a:lnTo>
                <a:lnTo>
                  <a:pt x="230478" y="622255"/>
                </a:lnTo>
                <a:lnTo>
                  <a:pt x="230388" y="637811"/>
                </a:lnTo>
                <a:lnTo>
                  <a:pt x="230265" y="653367"/>
                </a:lnTo>
                <a:lnTo>
                  <a:pt x="230113" y="668924"/>
                </a:lnTo>
                <a:lnTo>
                  <a:pt x="229941" y="684480"/>
                </a:lnTo>
                <a:lnTo>
                  <a:pt x="229762" y="700036"/>
                </a:lnTo>
                <a:lnTo>
                  <a:pt x="229588" y="715593"/>
                </a:lnTo>
                <a:lnTo>
                  <a:pt x="229436" y="731149"/>
                </a:lnTo>
                <a:lnTo>
                  <a:pt x="229316" y="746705"/>
                </a:lnTo>
                <a:lnTo>
                  <a:pt x="229239" y="762262"/>
                </a:lnTo>
                <a:lnTo>
                  <a:pt x="229212" y="777818"/>
                </a:lnTo>
                <a:lnTo>
                  <a:pt x="229236" y="793375"/>
                </a:lnTo>
                <a:lnTo>
                  <a:pt x="229309" y="808931"/>
                </a:lnTo>
                <a:lnTo>
                  <a:pt x="229423" y="824487"/>
                </a:lnTo>
                <a:lnTo>
                  <a:pt x="229568" y="840044"/>
                </a:lnTo>
                <a:lnTo>
                  <a:pt x="229730" y="855600"/>
                </a:lnTo>
                <a:lnTo>
                  <a:pt x="229894" y="871156"/>
                </a:lnTo>
                <a:lnTo>
                  <a:pt x="230044" y="886713"/>
                </a:lnTo>
                <a:lnTo>
                  <a:pt x="230168" y="902269"/>
                </a:lnTo>
                <a:lnTo>
                  <a:pt x="230255" y="917825"/>
                </a:lnTo>
                <a:lnTo>
                  <a:pt x="230301" y="933382"/>
                </a:lnTo>
                <a:lnTo>
                  <a:pt x="230307" y="948938"/>
                </a:lnTo>
                <a:lnTo>
                  <a:pt x="230278" y="964495"/>
                </a:lnTo>
                <a:lnTo>
                  <a:pt x="230229" y="980051"/>
                </a:lnTo>
                <a:lnTo>
                  <a:pt x="230175" y="995607"/>
                </a:lnTo>
                <a:lnTo>
                  <a:pt x="230139" y="1011164"/>
                </a:lnTo>
                <a:lnTo>
                  <a:pt x="230144" y="1026720"/>
                </a:lnTo>
                <a:lnTo>
                  <a:pt x="230214" y="1042276"/>
                </a:lnTo>
                <a:lnTo>
                  <a:pt x="230370" y="1057833"/>
                </a:lnTo>
                <a:lnTo>
                  <a:pt x="230628" y="1073389"/>
                </a:lnTo>
                <a:lnTo>
                  <a:pt x="231000" y="1088945"/>
                </a:lnTo>
                <a:lnTo>
                  <a:pt x="231489" y="1104502"/>
                </a:lnTo>
                <a:lnTo>
                  <a:pt x="232089" y="1120058"/>
                </a:lnTo>
                <a:lnTo>
                  <a:pt x="232788" y="1135615"/>
                </a:lnTo>
                <a:lnTo>
                  <a:pt x="233564" y="1151171"/>
                </a:lnTo>
                <a:lnTo>
                  <a:pt x="234392" y="1166727"/>
                </a:lnTo>
                <a:lnTo>
                  <a:pt x="235242" y="1182284"/>
                </a:lnTo>
                <a:lnTo>
                  <a:pt x="236085" y="1197840"/>
                </a:lnTo>
                <a:lnTo>
                  <a:pt x="236891" y="1213396"/>
                </a:lnTo>
                <a:lnTo>
                  <a:pt x="237639" y="1228953"/>
                </a:lnTo>
                <a:lnTo>
                  <a:pt x="238311" y="1244509"/>
                </a:lnTo>
                <a:lnTo>
                  <a:pt x="238896" y="1260065"/>
                </a:lnTo>
                <a:lnTo>
                  <a:pt x="239390" y="1275622"/>
                </a:lnTo>
                <a:lnTo>
                  <a:pt x="239793" y="1291178"/>
                </a:lnTo>
                <a:lnTo>
                  <a:pt x="240107" y="1306735"/>
                </a:lnTo>
                <a:lnTo>
                  <a:pt x="240335" y="1322291"/>
                </a:lnTo>
                <a:lnTo>
                  <a:pt x="240481" y="1337847"/>
                </a:lnTo>
                <a:lnTo>
                  <a:pt x="240545" y="1353404"/>
                </a:lnTo>
                <a:lnTo>
                  <a:pt x="240527" y="1368960"/>
                </a:lnTo>
                <a:lnTo>
                  <a:pt x="240424" y="1384516"/>
                </a:lnTo>
                <a:lnTo>
                  <a:pt x="240238" y="1400073"/>
                </a:lnTo>
                <a:lnTo>
                  <a:pt x="239970" y="1415629"/>
                </a:lnTo>
                <a:lnTo>
                  <a:pt x="239630" y="1431185"/>
                </a:lnTo>
                <a:lnTo>
                  <a:pt x="239230" y="1446742"/>
                </a:lnTo>
                <a:lnTo>
                  <a:pt x="238792" y="1462298"/>
                </a:lnTo>
                <a:lnTo>
                  <a:pt x="238342" y="1477855"/>
                </a:lnTo>
                <a:lnTo>
                  <a:pt x="237913" y="1493411"/>
                </a:lnTo>
                <a:lnTo>
                  <a:pt x="237541" y="1508967"/>
                </a:lnTo>
                <a:lnTo>
                  <a:pt x="237269" y="1524524"/>
                </a:lnTo>
                <a:lnTo>
                  <a:pt x="237145" y="1540080"/>
                </a:lnTo>
                <a:lnTo>
                  <a:pt x="237222" y="1555636"/>
                </a:lnTo>
                <a:lnTo>
                  <a:pt x="237567" y="1571193"/>
                </a:lnTo>
                <a:lnTo>
                  <a:pt x="238256" y="1586749"/>
                </a:lnTo>
                <a:lnTo>
                  <a:pt x="239385" y="1602305"/>
                </a:lnTo>
                <a:lnTo>
                  <a:pt x="241067" y="1617862"/>
                </a:lnTo>
                <a:lnTo>
                  <a:pt x="243430" y="1633418"/>
                </a:lnTo>
                <a:lnTo>
                  <a:pt x="246612" y="1648975"/>
                </a:lnTo>
                <a:lnTo>
                  <a:pt x="250750" y="1664531"/>
                </a:lnTo>
                <a:lnTo>
                  <a:pt x="255962" y="1680087"/>
                </a:lnTo>
                <a:lnTo>
                  <a:pt x="262324" y="1695644"/>
                </a:lnTo>
                <a:lnTo>
                  <a:pt x="269849" y="1711200"/>
                </a:lnTo>
                <a:lnTo>
                  <a:pt x="278463" y="1726756"/>
                </a:lnTo>
                <a:lnTo>
                  <a:pt x="287988" y="1742313"/>
                </a:lnTo>
                <a:lnTo>
                  <a:pt x="298132" y="1757869"/>
                </a:lnTo>
                <a:lnTo>
                  <a:pt x="308498" y="1773425"/>
                </a:lnTo>
                <a:lnTo>
                  <a:pt x="318599" y="1788982"/>
                </a:lnTo>
                <a:lnTo>
                  <a:pt x="327894" y="1804538"/>
                </a:lnTo>
                <a:lnTo>
                  <a:pt x="335837" y="1820095"/>
                </a:lnTo>
                <a:lnTo>
                  <a:pt x="341925" y="1835651"/>
                </a:lnTo>
                <a:lnTo>
                  <a:pt x="345754" y="1851207"/>
                </a:lnTo>
                <a:lnTo>
                  <a:pt x="347060" y="1866764"/>
                </a:lnTo>
                <a:lnTo>
                  <a:pt x="34706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" name="05_small_GT_pose1_rmsd3_2273">
            <a:extLst>
              <a:ext uri="{FF2B5EF4-FFF2-40B4-BE49-F238E27FC236}">
                <a16:creationId xmlns:a16="http://schemas.microsoft.com/office/drawing/2014/main" id="{EB44B660-1D97-4125-8664-1D87E371B3FB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47060" y="1866764"/>
                </a:moveTo>
                <a:lnTo>
                  <a:pt x="107940" y="1866764"/>
                </a:lnTo>
                <a:lnTo>
                  <a:pt x="109246" y="1851207"/>
                </a:lnTo>
                <a:lnTo>
                  <a:pt x="113075" y="1835651"/>
                </a:lnTo>
                <a:lnTo>
                  <a:pt x="119163" y="1820095"/>
                </a:lnTo>
                <a:lnTo>
                  <a:pt x="127106" y="1804538"/>
                </a:lnTo>
                <a:lnTo>
                  <a:pt x="136401" y="1788982"/>
                </a:lnTo>
                <a:lnTo>
                  <a:pt x="146502" y="1773425"/>
                </a:lnTo>
                <a:lnTo>
                  <a:pt x="156868" y="1757869"/>
                </a:lnTo>
                <a:lnTo>
                  <a:pt x="167012" y="1742313"/>
                </a:lnTo>
                <a:lnTo>
                  <a:pt x="176537" y="1726756"/>
                </a:lnTo>
                <a:lnTo>
                  <a:pt x="185151" y="1711200"/>
                </a:lnTo>
                <a:lnTo>
                  <a:pt x="192676" y="1695644"/>
                </a:lnTo>
                <a:lnTo>
                  <a:pt x="199038" y="1680087"/>
                </a:lnTo>
                <a:lnTo>
                  <a:pt x="204250" y="1664531"/>
                </a:lnTo>
                <a:lnTo>
                  <a:pt x="208388" y="1648975"/>
                </a:lnTo>
                <a:lnTo>
                  <a:pt x="211570" y="1633418"/>
                </a:lnTo>
                <a:lnTo>
                  <a:pt x="213933" y="1617862"/>
                </a:lnTo>
                <a:lnTo>
                  <a:pt x="215615" y="1602305"/>
                </a:lnTo>
                <a:lnTo>
                  <a:pt x="216744" y="1586749"/>
                </a:lnTo>
                <a:lnTo>
                  <a:pt x="217433" y="1571193"/>
                </a:lnTo>
                <a:lnTo>
                  <a:pt x="217778" y="1555636"/>
                </a:lnTo>
                <a:lnTo>
                  <a:pt x="217855" y="1540080"/>
                </a:lnTo>
                <a:lnTo>
                  <a:pt x="217731" y="1524524"/>
                </a:lnTo>
                <a:lnTo>
                  <a:pt x="217459" y="1508967"/>
                </a:lnTo>
                <a:lnTo>
                  <a:pt x="217087" y="1493411"/>
                </a:lnTo>
                <a:lnTo>
                  <a:pt x="216658" y="1477855"/>
                </a:lnTo>
                <a:lnTo>
                  <a:pt x="216208" y="1462298"/>
                </a:lnTo>
                <a:lnTo>
                  <a:pt x="215770" y="1446742"/>
                </a:lnTo>
                <a:lnTo>
                  <a:pt x="215370" y="1431185"/>
                </a:lnTo>
                <a:lnTo>
                  <a:pt x="215030" y="1415629"/>
                </a:lnTo>
                <a:lnTo>
                  <a:pt x="214762" y="1400073"/>
                </a:lnTo>
                <a:lnTo>
                  <a:pt x="214576" y="1384516"/>
                </a:lnTo>
                <a:lnTo>
                  <a:pt x="214473" y="1368960"/>
                </a:lnTo>
                <a:lnTo>
                  <a:pt x="214455" y="1353404"/>
                </a:lnTo>
                <a:lnTo>
                  <a:pt x="214519" y="1337847"/>
                </a:lnTo>
                <a:lnTo>
                  <a:pt x="214664" y="1322291"/>
                </a:lnTo>
                <a:lnTo>
                  <a:pt x="214893" y="1306735"/>
                </a:lnTo>
                <a:lnTo>
                  <a:pt x="215207" y="1291178"/>
                </a:lnTo>
                <a:lnTo>
                  <a:pt x="215610" y="1275622"/>
                </a:lnTo>
                <a:lnTo>
                  <a:pt x="216104" y="1260065"/>
                </a:lnTo>
                <a:lnTo>
                  <a:pt x="216689" y="1244509"/>
                </a:lnTo>
                <a:lnTo>
                  <a:pt x="217361" y="1228953"/>
                </a:lnTo>
                <a:lnTo>
                  <a:pt x="218109" y="1213396"/>
                </a:lnTo>
                <a:lnTo>
                  <a:pt x="218915" y="1197840"/>
                </a:lnTo>
                <a:lnTo>
                  <a:pt x="219758" y="1182284"/>
                </a:lnTo>
                <a:lnTo>
                  <a:pt x="220608" y="1166727"/>
                </a:lnTo>
                <a:lnTo>
                  <a:pt x="221436" y="1151171"/>
                </a:lnTo>
                <a:lnTo>
                  <a:pt x="222212" y="1135615"/>
                </a:lnTo>
                <a:lnTo>
                  <a:pt x="222911" y="1120058"/>
                </a:lnTo>
                <a:lnTo>
                  <a:pt x="223511" y="1104502"/>
                </a:lnTo>
                <a:lnTo>
                  <a:pt x="224000" y="1088945"/>
                </a:lnTo>
                <a:lnTo>
                  <a:pt x="224372" y="1073389"/>
                </a:lnTo>
                <a:lnTo>
                  <a:pt x="224630" y="1057833"/>
                </a:lnTo>
                <a:lnTo>
                  <a:pt x="224786" y="1042276"/>
                </a:lnTo>
                <a:lnTo>
                  <a:pt x="224856" y="1026720"/>
                </a:lnTo>
                <a:lnTo>
                  <a:pt x="224861" y="1011164"/>
                </a:lnTo>
                <a:lnTo>
                  <a:pt x="224825" y="995607"/>
                </a:lnTo>
                <a:lnTo>
                  <a:pt x="224771" y="980051"/>
                </a:lnTo>
                <a:lnTo>
                  <a:pt x="224722" y="964495"/>
                </a:lnTo>
                <a:lnTo>
                  <a:pt x="224693" y="948938"/>
                </a:lnTo>
                <a:lnTo>
                  <a:pt x="224699" y="933382"/>
                </a:lnTo>
                <a:lnTo>
                  <a:pt x="224745" y="917825"/>
                </a:lnTo>
                <a:lnTo>
                  <a:pt x="224832" y="902269"/>
                </a:lnTo>
                <a:lnTo>
                  <a:pt x="224956" y="886713"/>
                </a:lnTo>
                <a:lnTo>
                  <a:pt x="225106" y="871156"/>
                </a:lnTo>
                <a:lnTo>
                  <a:pt x="225270" y="855600"/>
                </a:lnTo>
                <a:lnTo>
                  <a:pt x="225432" y="840044"/>
                </a:lnTo>
                <a:lnTo>
                  <a:pt x="225577" y="824487"/>
                </a:lnTo>
                <a:lnTo>
                  <a:pt x="225691" y="808931"/>
                </a:lnTo>
                <a:lnTo>
                  <a:pt x="225764" y="793375"/>
                </a:lnTo>
                <a:lnTo>
                  <a:pt x="225788" y="777818"/>
                </a:lnTo>
                <a:lnTo>
                  <a:pt x="225761" y="762262"/>
                </a:lnTo>
                <a:lnTo>
                  <a:pt x="225684" y="746705"/>
                </a:lnTo>
                <a:lnTo>
                  <a:pt x="225564" y="731149"/>
                </a:lnTo>
                <a:lnTo>
                  <a:pt x="225412" y="715593"/>
                </a:lnTo>
                <a:lnTo>
                  <a:pt x="225238" y="700036"/>
                </a:lnTo>
                <a:lnTo>
                  <a:pt x="225059" y="684480"/>
                </a:lnTo>
                <a:lnTo>
                  <a:pt x="224887" y="668924"/>
                </a:lnTo>
                <a:lnTo>
                  <a:pt x="224735" y="653367"/>
                </a:lnTo>
                <a:lnTo>
                  <a:pt x="224612" y="637811"/>
                </a:lnTo>
                <a:lnTo>
                  <a:pt x="224522" y="622255"/>
                </a:lnTo>
                <a:lnTo>
                  <a:pt x="224466" y="606698"/>
                </a:lnTo>
                <a:lnTo>
                  <a:pt x="224442" y="591142"/>
                </a:lnTo>
                <a:lnTo>
                  <a:pt x="224441" y="575585"/>
                </a:lnTo>
                <a:lnTo>
                  <a:pt x="224455" y="560029"/>
                </a:lnTo>
                <a:lnTo>
                  <a:pt x="224473" y="544473"/>
                </a:lnTo>
                <a:lnTo>
                  <a:pt x="224488" y="528916"/>
                </a:lnTo>
                <a:lnTo>
                  <a:pt x="224491" y="513360"/>
                </a:lnTo>
                <a:lnTo>
                  <a:pt x="224480" y="497804"/>
                </a:lnTo>
                <a:lnTo>
                  <a:pt x="224454" y="482247"/>
                </a:lnTo>
                <a:lnTo>
                  <a:pt x="224417" y="466691"/>
                </a:lnTo>
                <a:lnTo>
                  <a:pt x="224373" y="451135"/>
                </a:lnTo>
                <a:lnTo>
                  <a:pt x="224327" y="435578"/>
                </a:lnTo>
                <a:lnTo>
                  <a:pt x="224281" y="420022"/>
                </a:lnTo>
                <a:lnTo>
                  <a:pt x="224233" y="404465"/>
                </a:lnTo>
                <a:lnTo>
                  <a:pt x="224171" y="388909"/>
                </a:lnTo>
                <a:lnTo>
                  <a:pt x="224074" y="373353"/>
                </a:lnTo>
                <a:lnTo>
                  <a:pt x="223905" y="357796"/>
                </a:lnTo>
                <a:lnTo>
                  <a:pt x="223607" y="342240"/>
                </a:lnTo>
                <a:lnTo>
                  <a:pt x="223103" y="326684"/>
                </a:lnTo>
                <a:lnTo>
                  <a:pt x="222287" y="311127"/>
                </a:lnTo>
                <a:lnTo>
                  <a:pt x="221021" y="295571"/>
                </a:lnTo>
                <a:lnTo>
                  <a:pt x="219133" y="280015"/>
                </a:lnTo>
                <a:lnTo>
                  <a:pt x="216412" y="264458"/>
                </a:lnTo>
                <a:lnTo>
                  <a:pt x="212613" y="248902"/>
                </a:lnTo>
                <a:lnTo>
                  <a:pt x="207465" y="233345"/>
                </a:lnTo>
                <a:lnTo>
                  <a:pt x="200688" y="217789"/>
                </a:lnTo>
                <a:lnTo>
                  <a:pt x="192015" y="202233"/>
                </a:lnTo>
                <a:lnTo>
                  <a:pt x="181225" y="186676"/>
                </a:lnTo>
                <a:lnTo>
                  <a:pt x="168189" y="171120"/>
                </a:lnTo>
                <a:lnTo>
                  <a:pt x="152904" y="155564"/>
                </a:lnTo>
                <a:lnTo>
                  <a:pt x="135541" y="140007"/>
                </a:lnTo>
                <a:lnTo>
                  <a:pt x="116470" y="124451"/>
                </a:lnTo>
                <a:lnTo>
                  <a:pt x="96276" y="108895"/>
                </a:lnTo>
                <a:lnTo>
                  <a:pt x="75742" y="93338"/>
                </a:lnTo>
                <a:lnTo>
                  <a:pt x="55815" y="77782"/>
                </a:lnTo>
                <a:lnTo>
                  <a:pt x="37536" y="62225"/>
                </a:lnTo>
                <a:lnTo>
                  <a:pt x="21958" y="46669"/>
                </a:lnTo>
                <a:lnTo>
                  <a:pt x="10039" y="31113"/>
                </a:lnTo>
                <a:lnTo>
                  <a:pt x="2553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7" y="15556"/>
                </a:lnTo>
                <a:lnTo>
                  <a:pt x="444961" y="31113"/>
                </a:lnTo>
                <a:lnTo>
                  <a:pt x="433042" y="46669"/>
                </a:lnTo>
                <a:lnTo>
                  <a:pt x="417464" y="62225"/>
                </a:lnTo>
                <a:lnTo>
                  <a:pt x="399185" y="77782"/>
                </a:lnTo>
                <a:lnTo>
                  <a:pt x="379258" y="93338"/>
                </a:lnTo>
                <a:lnTo>
                  <a:pt x="358724" y="108895"/>
                </a:lnTo>
                <a:lnTo>
                  <a:pt x="338530" y="124451"/>
                </a:lnTo>
                <a:lnTo>
                  <a:pt x="319459" y="140007"/>
                </a:lnTo>
                <a:lnTo>
                  <a:pt x="302096" y="155564"/>
                </a:lnTo>
                <a:lnTo>
                  <a:pt x="286811" y="171120"/>
                </a:lnTo>
                <a:lnTo>
                  <a:pt x="273775" y="186676"/>
                </a:lnTo>
                <a:lnTo>
                  <a:pt x="262985" y="202233"/>
                </a:lnTo>
                <a:lnTo>
                  <a:pt x="254312" y="217789"/>
                </a:lnTo>
                <a:lnTo>
                  <a:pt x="247535" y="233345"/>
                </a:lnTo>
                <a:lnTo>
                  <a:pt x="242387" y="248902"/>
                </a:lnTo>
                <a:lnTo>
                  <a:pt x="238588" y="264458"/>
                </a:lnTo>
                <a:lnTo>
                  <a:pt x="235867" y="280015"/>
                </a:lnTo>
                <a:lnTo>
                  <a:pt x="233979" y="295571"/>
                </a:lnTo>
                <a:lnTo>
                  <a:pt x="232713" y="311127"/>
                </a:lnTo>
                <a:lnTo>
                  <a:pt x="231897" y="326684"/>
                </a:lnTo>
                <a:lnTo>
                  <a:pt x="231393" y="342240"/>
                </a:lnTo>
                <a:lnTo>
                  <a:pt x="231095" y="357796"/>
                </a:lnTo>
                <a:lnTo>
                  <a:pt x="230926" y="373353"/>
                </a:lnTo>
                <a:lnTo>
                  <a:pt x="230829" y="388909"/>
                </a:lnTo>
                <a:lnTo>
                  <a:pt x="230767" y="404465"/>
                </a:lnTo>
                <a:lnTo>
                  <a:pt x="230719" y="420022"/>
                </a:lnTo>
                <a:lnTo>
                  <a:pt x="230673" y="435578"/>
                </a:lnTo>
                <a:lnTo>
                  <a:pt x="230627" y="451135"/>
                </a:lnTo>
                <a:lnTo>
                  <a:pt x="230583" y="466691"/>
                </a:lnTo>
                <a:lnTo>
                  <a:pt x="230546" y="482247"/>
                </a:lnTo>
                <a:lnTo>
                  <a:pt x="230520" y="497804"/>
                </a:lnTo>
                <a:lnTo>
                  <a:pt x="230509" y="513360"/>
                </a:lnTo>
                <a:lnTo>
                  <a:pt x="230512" y="528916"/>
                </a:lnTo>
                <a:lnTo>
                  <a:pt x="230527" y="544473"/>
                </a:lnTo>
                <a:lnTo>
                  <a:pt x="230545" y="560029"/>
                </a:lnTo>
                <a:lnTo>
                  <a:pt x="230559" y="575585"/>
                </a:lnTo>
                <a:lnTo>
                  <a:pt x="230558" y="591142"/>
                </a:lnTo>
                <a:lnTo>
                  <a:pt x="230534" y="606698"/>
                </a:lnTo>
                <a:lnTo>
                  <a:pt x="230478" y="622255"/>
                </a:lnTo>
                <a:lnTo>
                  <a:pt x="230388" y="637811"/>
                </a:lnTo>
                <a:lnTo>
                  <a:pt x="230265" y="653367"/>
                </a:lnTo>
                <a:lnTo>
                  <a:pt x="230113" y="668924"/>
                </a:lnTo>
                <a:lnTo>
                  <a:pt x="229941" y="684480"/>
                </a:lnTo>
                <a:lnTo>
                  <a:pt x="229762" y="700036"/>
                </a:lnTo>
                <a:lnTo>
                  <a:pt x="229588" y="715593"/>
                </a:lnTo>
                <a:lnTo>
                  <a:pt x="229436" y="731149"/>
                </a:lnTo>
                <a:lnTo>
                  <a:pt x="229316" y="746705"/>
                </a:lnTo>
                <a:lnTo>
                  <a:pt x="229239" y="762262"/>
                </a:lnTo>
                <a:lnTo>
                  <a:pt x="229212" y="777818"/>
                </a:lnTo>
                <a:lnTo>
                  <a:pt x="229236" y="793375"/>
                </a:lnTo>
                <a:lnTo>
                  <a:pt x="229309" y="808931"/>
                </a:lnTo>
                <a:lnTo>
                  <a:pt x="229423" y="824487"/>
                </a:lnTo>
                <a:lnTo>
                  <a:pt x="229568" y="840044"/>
                </a:lnTo>
                <a:lnTo>
                  <a:pt x="229730" y="855600"/>
                </a:lnTo>
                <a:lnTo>
                  <a:pt x="229894" y="871156"/>
                </a:lnTo>
                <a:lnTo>
                  <a:pt x="230044" y="886713"/>
                </a:lnTo>
                <a:lnTo>
                  <a:pt x="230168" y="902269"/>
                </a:lnTo>
                <a:lnTo>
                  <a:pt x="230255" y="917825"/>
                </a:lnTo>
                <a:lnTo>
                  <a:pt x="230301" y="933382"/>
                </a:lnTo>
                <a:lnTo>
                  <a:pt x="230307" y="948938"/>
                </a:lnTo>
                <a:lnTo>
                  <a:pt x="230278" y="964495"/>
                </a:lnTo>
                <a:lnTo>
                  <a:pt x="230229" y="980051"/>
                </a:lnTo>
                <a:lnTo>
                  <a:pt x="230175" y="995607"/>
                </a:lnTo>
                <a:lnTo>
                  <a:pt x="230139" y="1011164"/>
                </a:lnTo>
                <a:lnTo>
                  <a:pt x="230144" y="1026720"/>
                </a:lnTo>
                <a:lnTo>
                  <a:pt x="230214" y="1042276"/>
                </a:lnTo>
                <a:lnTo>
                  <a:pt x="230370" y="1057833"/>
                </a:lnTo>
                <a:lnTo>
                  <a:pt x="230628" y="1073389"/>
                </a:lnTo>
                <a:lnTo>
                  <a:pt x="231000" y="1088945"/>
                </a:lnTo>
                <a:lnTo>
                  <a:pt x="231489" y="1104502"/>
                </a:lnTo>
                <a:lnTo>
                  <a:pt x="232089" y="1120058"/>
                </a:lnTo>
                <a:lnTo>
                  <a:pt x="232788" y="1135615"/>
                </a:lnTo>
                <a:lnTo>
                  <a:pt x="233564" y="1151171"/>
                </a:lnTo>
                <a:lnTo>
                  <a:pt x="234392" y="1166727"/>
                </a:lnTo>
                <a:lnTo>
                  <a:pt x="235242" y="1182284"/>
                </a:lnTo>
                <a:lnTo>
                  <a:pt x="236085" y="1197840"/>
                </a:lnTo>
                <a:lnTo>
                  <a:pt x="236891" y="1213396"/>
                </a:lnTo>
                <a:lnTo>
                  <a:pt x="237639" y="1228953"/>
                </a:lnTo>
                <a:lnTo>
                  <a:pt x="238311" y="1244509"/>
                </a:lnTo>
                <a:lnTo>
                  <a:pt x="238896" y="1260065"/>
                </a:lnTo>
                <a:lnTo>
                  <a:pt x="239390" y="1275622"/>
                </a:lnTo>
                <a:lnTo>
                  <a:pt x="239793" y="1291178"/>
                </a:lnTo>
                <a:lnTo>
                  <a:pt x="240107" y="1306735"/>
                </a:lnTo>
                <a:lnTo>
                  <a:pt x="240336" y="1322291"/>
                </a:lnTo>
                <a:lnTo>
                  <a:pt x="240481" y="1337847"/>
                </a:lnTo>
                <a:lnTo>
                  <a:pt x="240545" y="1353404"/>
                </a:lnTo>
                <a:lnTo>
                  <a:pt x="240527" y="1368960"/>
                </a:lnTo>
                <a:lnTo>
                  <a:pt x="240424" y="1384516"/>
                </a:lnTo>
                <a:lnTo>
                  <a:pt x="240238" y="1400073"/>
                </a:lnTo>
                <a:lnTo>
                  <a:pt x="239970" y="1415629"/>
                </a:lnTo>
                <a:lnTo>
                  <a:pt x="239630" y="1431185"/>
                </a:lnTo>
                <a:lnTo>
                  <a:pt x="239230" y="1446742"/>
                </a:lnTo>
                <a:lnTo>
                  <a:pt x="238792" y="1462298"/>
                </a:lnTo>
                <a:lnTo>
                  <a:pt x="238342" y="1477855"/>
                </a:lnTo>
                <a:lnTo>
                  <a:pt x="237913" y="1493411"/>
                </a:lnTo>
                <a:lnTo>
                  <a:pt x="237541" y="1508967"/>
                </a:lnTo>
                <a:lnTo>
                  <a:pt x="237269" y="1524524"/>
                </a:lnTo>
                <a:lnTo>
                  <a:pt x="237145" y="1540080"/>
                </a:lnTo>
                <a:lnTo>
                  <a:pt x="237222" y="1555636"/>
                </a:lnTo>
                <a:lnTo>
                  <a:pt x="237567" y="1571193"/>
                </a:lnTo>
                <a:lnTo>
                  <a:pt x="238256" y="1586749"/>
                </a:lnTo>
                <a:lnTo>
                  <a:pt x="239385" y="1602305"/>
                </a:lnTo>
                <a:lnTo>
                  <a:pt x="241067" y="1617862"/>
                </a:lnTo>
                <a:lnTo>
                  <a:pt x="243430" y="1633418"/>
                </a:lnTo>
                <a:lnTo>
                  <a:pt x="246612" y="1648975"/>
                </a:lnTo>
                <a:lnTo>
                  <a:pt x="250750" y="1664531"/>
                </a:lnTo>
                <a:lnTo>
                  <a:pt x="255962" y="1680087"/>
                </a:lnTo>
                <a:lnTo>
                  <a:pt x="262324" y="1695644"/>
                </a:lnTo>
                <a:lnTo>
                  <a:pt x="269849" y="1711200"/>
                </a:lnTo>
                <a:lnTo>
                  <a:pt x="278463" y="1726756"/>
                </a:lnTo>
                <a:lnTo>
                  <a:pt x="287988" y="1742313"/>
                </a:lnTo>
                <a:lnTo>
                  <a:pt x="298132" y="1757869"/>
                </a:lnTo>
                <a:lnTo>
                  <a:pt x="308498" y="1773425"/>
                </a:lnTo>
                <a:lnTo>
                  <a:pt x="318599" y="1788982"/>
                </a:lnTo>
                <a:lnTo>
                  <a:pt x="327894" y="1804538"/>
                </a:lnTo>
                <a:lnTo>
                  <a:pt x="335837" y="1820095"/>
                </a:lnTo>
                <a:lnTo>
                  <a:pt x="341925" y="1835651"/>
                </a:lnTo>
                <a:lnTo>
                  <a:pt x="345754" y="1851207"/>
                </a:lnTo>
                <a:lnTo>
                  <a:pt x="347060" y="1866764"/>
                </a:lnTo>
                <a:lnTo>
                  <a:pt x="34706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7" name="05_small_GT_pose1_rmsd3_2274">
            <a:extLst>
              <a:ext uri="{FF2B5EF4-FFF2-40B4-BE49-F238E27FC236}">
                <a16:creationId xmlns:a16="http://schemas.microsoft.com/office/drawing/2014/main" id="{8CC9792D-336B-4EC4-840E-62D57D699C4B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2275">
            <a:extLst>
              <a:ext uri="{FF2B5EF4-FFF2-40B4-BE49-F238E27FC236}">
                <a16:creationId xmlns:a16="http://schemas.microsoft.com/office/drawing/2014/main" id="{B40B7340-7B0A-4623-9375-43105395EDB8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5_small_GT_pose1_rmsd3_2276">
            <a:extLst>
              <a:ext uri="{FF2B5EF4-FFF2-40B4-BE49-F238E27FC236}">
                <a16:creationId xmlns:a16="http://schemas.microsoft.com/office/drawing/2014/main" id="{588466CC-B076-4410-8047-E28387B3FEBB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2277">
            <a:extLst>
              <a:ext uri="{FF2B5EF4-FFF2-40B4-BE49-F238E27FC236}">
                <a16:creationId xmlns:a16="http://schemas.microsoft.com/office/drawing/2014/main" id="{80825971-8D6F-4751-99D8-D7068B284742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5_small_GT_pose1_rmsd3_2278">
            <a:extLst>
              <a:ext uri="{FF2B5EF4-FFF2-40B4-BE49-F238E27FC236}">
                <a16:creationId xmlns:a16="http://schemas.microsoft.com/office/drawing/2014/main" id="{D2AC9C83-5E3F-4D21-BD6B-0F14116FC7B2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2279">
            <a:extLst>
              <a:ext uri="{FF2B5EF4-FFF2-40B4-BE49-F238E27FC236}">
                <a16:creationId xmlns:a16="http://schemas.microsoft.com/office/drawing/2014/main" id="{208C619E-8E3D-4CFB-AECF-D7B01C0A9634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5_small_GT_pose1_rmsd3_2280">
            <a:extLst>
              <a:ext uri="{FF2B5EF4-FFF2-40B4-BE49-F238E27FC236}">
                <a16:creationId xmlns:a16="http://schemas.microsoft.com/office/drawing/2014/main" id="{F12FD708-415A-407F-8E8F-A1C6F136FACC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2281">
            <a:extLst>
              <a:ext uri="{FF2B5EF4-FFF2-40B4-BE49-F238E27FC236}">
                <a16:creationId xmlns:a16="http://schemas.microsoft.com/office/drawing/2014/main" id="{E1A6C94F-598E-4BCF-9B1C-A620DAD3097C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5_small_GT_pose1_rmsd3_2282">
            <a:extLst>
              <a:ext uri="{FF2B5EF4-FFF2-40B4-BE49-F238E27FC236}">
                <a16:creationId xmlns:a16="http://schemas.microsoft.com/office/drawing/2014/main" id="{7EA7D5B1-E3E4-4ED5-A37A-0C8FA64EE963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2283">
            <a:extLst>
              <a:ext uri="{FF2B5EF4-FFF2-40B4-BE49-F238E27FC236}">
                <a16:creationId xmlns:a16="http://schemas.microsoft.com/office/drawing/2014/main" id="{A5B192A9-B59C-45BD-A316-99B66D8EF66F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2284">
            <a:extLst>
              <a:ext uri="{FF2B5EF4-FFF2-40B4-BE49-F238E27FC236}">
                <a16:creationId xmlns:a16="http://schemas.microsoft.com/office/drawing/2014/main" id="{46341040-27FC-423A-88F0-0F308F070590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5_small_GT_pose1_rmsd3_2285">
            <a:extLst>
              <a:ext uri="{FF2B5EF4-FFF2-40B4-BE49-F238E27FC236}">
                <a16:creationId xmlns:a16="http://schemas.microsoft.com/office/drawing/2014/main" id="{07AFDE81-3488-4FF3-8C42-EBDE6041C4B1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5_small_GT_pose1_rmsd3_2286">
            <a:extLst>
              <a:ext uri="{FF2B5EF4-FFF2-40B4-BE49-F238E27FC236}">
                <a16:creationId xmlns:a16="http://schemas.microsoft.com/office/drawing/2014/main" id="{37555265-3DBE-4932-9255-E4F6C058D1E7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2287">
            <a:extLst>
              <a:ext uri="{FF2B5EF4-FFF2-40B4-BE49-F238E27FC236}">
                <a16:creationId xmlns:a16="http://schemas.microsoft.com/office/drawing/2014/main" id="{F565E23C-C7F5-406C-9504-E55C764927F8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5_small_GT_pose1_rmsd3_2288">
            <a:extLst>
              <a:ext uri="{FF2B5EF4-FFF2-40B4-BE49-F238E27FC236}">
                <a16:creationId xmlns:a16="http://schemas.microsoft.com/office/drawing/2014/main" id="{25B4375E-10BB-45C7-816B-54086A995CD8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5_small_GT_pose1_rmsd3_2289">
            <a:extLst>
              <a:ext uri="{FF2B5EF4-FFF2-40B4-BE49-F238E27FC236}">
                <a16:creationId xmlns:a16="http://schemas.microsoft.com/office/drawing/2014/main" id="{67C175F6-3BC3-4CE4-9655-A5730C45A818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2290">
            <a:extLst>
              <a:ext uri="{FF2B5EF4-FFF2-40B4-BE49-F238E27FC236}">
                <a16:creationId xmlns:a16="http://schemas.microsoft.com/office/drawing/2014/main" id="{A0CBEDE8-F88B-4D11-B195-392587ADF651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5_small_GT_pose1_rmsd3_2291">
            <a:extLst>
              <a:ext uri="{FF2B5EF4-FFF2-40B4-BE49-F238E27FC236}">
                <a16:creationId xmlns:a16="http://schemas.microsoft.com/office/drawing/2014/main" id="{EF37D9E0-4241-47F7-ADD9-A1240C54F009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5_small_GT_pose1_rmsd3_2292">
            <a:extLst>
              <a:ext uri="{FF2B5EF4-FFF2-40B4-BE49-F238E27FC236}">
                <a16:creationId xmlns:a16="http://schemas.microsoft.com/office/drawing/2014/main" id="{42123DAB-A94A-425A-AC87-DFC7314CE56A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2293">
            <a:extLst>
              <a:ext uri="{FF2B5EF4-FFF2-40B4-BE49-F238E27FC236}">
                <a16:creationId xmlns:a16="http://schemas.microsoft.com/office/drawing/2014/main" id="{EC786E5F-EC8F-4499-B50C-CB4A3DD79D6E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5_small_GT_pose1_rmsd3_2294">
            <a:extLst>
              <a:ext uri="{FF2B5EF4-FFF2-40B4-BE49-F238E27FC236}">
                <a16:creationId xmlns:a16="http://schemas.microsoft.com/office/drawing/2014/main" id="{7A8DDAFC-5EA7-4494-AE51-B3028EAC3BDD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5_small_GT_pose1_rmsd3_2295">
            <a:extLst>
              <a:ext uri="{FF2B5EF4-FFF2-40B4-BE49-F238E27FC236}">
                <a16:creationId xmlns:a16="http://schemas.microsoft.com/office/drawing/2014/main" id="{E3BEA039-710B-4498-B1AC-679FBC1167ED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2296">
            <a:extLst>
              <a:ext uri="{FF2B5EF4-FFF2-40B4-BE49-F238E27FC236}">
                <a16:creationId xmlns:a16="http://schemas.microsoft.com/office/drawing/2014/main" id="{4BA00A58-A4FD-47CB-AC23-2887D1AD25D2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5_small_GT_pose1_rmsd3_2297">
            <a:extLst>
              <a:ext uri="{FF2B5EF4-FFF2-40B4-BE49-F238E27FC236}">
                <a16:creationId xmlns:a16="http://schemas.microsoft.com/office/drawing/2014/main" id="{4804C587-162D-47ED-A765-2F69E6F70D97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5_small_GT_pose1_rmsd3_2298">
            <a:extLst>
              <a:ext uri="{FF2B5EF4-FFF2-40B4-BE49-F238E27FC236}">
                <a16:creationId xmlns:a16="http://schemas.microsoft.com/office/drawing/2014/main" id="{5C52BFB9-40C4-4D91-8B9E-24AA5766143C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2299">
            <a:extLst>
              <a:ext uri="{FF2B5EF4-FFF2-40B4-BE49-F238E27FC236}">
                <a16:creationId xmlns:a16="http://schemas.microsoft.com/office/drawing/2014/main" id="{4A3C8D5C-9AE5-4744-9C27-9D546DDBBED8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2300">
            <a:extLst>
              <a:ext uri="{FF2B5EF4-FFF2-40B4-BE49-F238E27FC236}">
                <a16:creationId xmlns:a16="http://schemas.microsoft.com/office/drawing/2014/main" id="{98E47DBE-7D80-42C2-BB2D-8F64C3AA8352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5_small_GT_pose1_rmsd3_2301">
            <a:extLst>
              <a:ext uri="{FF2B5EF4-FFF2-40B4-BE49-F238E27FC236}">
                <a16:creationId xmlns:a16="http://schemas.microsoft.com/office/drawing/2014/main" id="{BDD0A506-1434-4AA5-8381-E11A3073F068}"/>
              </a:ext>
            </a:extLst>
          </p:cNvPr>
          <p:cNvSpPr>
            <a:spLocks noGrp="1"/>
          </p:cNvSpPr>
          <p:nvPr/>
        </p:nvSpPr>
        <p:spPr>
          <a:xfrm>
            <a:off x="14848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5_small_GT_pose1_rmsd3_2302">
            <a:extLst>
              <a:ext uri="{FF2B5EF4-FFF2-40B4-BE49-F238E27FC236}">
                <a16:creationId xmlns:a16="http://schemas.microsoft.com/office/drawing/2014/main" id="{50B554FB-1AFF-4308-8407-ED51817B9DF9}"/>
              </a:ext>
            </a:extLst>
          </p:cNvPr>
          <p:cNvSpPr>
            <a:spLocks noGrp="1"/>
          </p:cNvSpPr>
          <p:nvPr/>
        </p:nvSpPr>
        <p:spPr>
          <a:xfrm>
            <a:off x="1718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5_small_GT_pose1_rmsd3_2303">
            <a:extLst>
              <a:ext uri="{FF2B5EF4-FFF2-40B4-BE49-F238E27FC236}">
                <a16:creationId xmlns:a16="http://schemas.microsoft.com/office/drawing/2014/main" id="{C94A27C7-538C-4D0A-A32D-373EAAFCB30B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5_small_GT_pose1_rmsd3_2304">
            <a:extLst>
              <a:ext uri="{FF2B5EF4-FFF2-40B4-BE49-F238E27FC236}">
                <a16:creationId xmlns:a16="http://schemas.microsoft.com/office/drawing/2014/main" id="{613FDD7E-A5D0-4C78-A5C7-8FFFC1B6D935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5_small_GT_pose1_rmsd3_2305">
            <a:extLst>
              <a:ext uri="{FF2B5EF4-FFF2-40B4-BE49-F238E27FC236}">
                <a16:creationId xmlns:a16="http://schemas.microsoft.com/office/drawing/2014/main" id="{63A5A0A8-0961-4245-8DA7-E0007D06D475}"/>
              </a:ext>
            </a:extLst>
          </p:cNvPr>
          <p:cNvSpPr>
            <a:spLocks noGrp="1"/>
          </p:cNvSpPr>
          <p:nvPr/>
        </p:nvSpPr>
        <p:spPr>
          <a:xfrm>
            <a:off x="1721426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5_small_GT_pose1_rmsd3_2306">
            <a:extLst>
              <a:ext uri="{FF2B5EF4-FFF2-40B4-BE49-F238E27FC236}">
                <a16:creationId xmlns:a16="http://schemas.microsoft.com/office/drawing/2014/main" id="{E98BFDD9-5DA9-4871-937F-DCEC33E31719}"/>
              </a:ext>
            </a:extLst>
          </p:cNvPr>
          <p:cNvSpPr>
            <a:spLocks noGrp="1"/>
          </p:cNvSpPr>
          <p:nvPr/>
        </p:nvSpPr>
        <p:spPr>
          <a:xfrm>
            <a:off x="1653376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5_small_GT_pose1_rmsd3_2307">
            <a:extLst>
              <a:ext uri="{FF2B5EF4-FFF2-40B4-BE49-F238E27FC236}">
                <a16:creationId xmlns:a16="http://schemas.microsoft.com/office/drawing/2014/main" id="{0F20325A-82AB-482C-B843-DE217C6F175D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5_small_GT_pose1_rmsd3_2308">
            <a:extLst>
              <a:ext uri="{FF2B5EF4-FFF2-40B4-BE49-F238E27FC236}">
                <a16:creationId xmlns:a16="http://schemas.microsoft.com/office/drawing/2014/main" id="{090AFF01-9D30-4629-823D-9F714D3FF351}"/>
              </a:ext>
            </a:extLst>
          </p:cNvPr>
          <p:cNvSpPr>
            <a:spLocks noGrp="1"/>
          </p:cNvSpPr>
          <p:nvPr/>
        </p:nvSpPr>
        <p:spPr>
          <a:xfrm>
            <a:off x="1518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5_small_GT_pose1_rmsd3_2309">
            <a:extLst>
              <a:ext uri="{FF2B5EF4-FFF2-40B4-BE49-F238E27FC236}">
                <a16:creationId xmlns:a16="http://schemas.microsoft.com/office/drawing/2014/main" id="{3C205F7B-91D4-4A18-A793-231787D77083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5_small_GT_pose1_rmsd3_2310">
            <a:extLst>
              <a:ext uri="{FF2B5EF4-FFF2-40B4-BE49-F238E27FC236}">
                <a16:creationId xmlns:a16="http://schemas.microsoft.com/office/drawing/2014/main" id="{CB7CCF73-DF19-41BE-BE04-909644246B74}"/>
              </a:ext>
            </a:extLst>
          </p:cNvPr>
          <p:cNvSpPr>
            <a:spLocks noGrp="1"/>
          </p:cNvSpPr>
          <p:nvPr/>
        </p:nvSpPr>
        <p:spPr>
          <a:xfrm>
            <a:off x="1522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5_small_GT_pose1_rmsd3_2311">
            <a:extLst>
              <a:ext uri="{FF2B5EF4-FFF2-40B4-BE49-F238E27FC236}">
                <a16:creationId xmlns:a16="http://schemas.microsoft.com/office/drawing/2014/main" id="{69884677-56F2-458E-8C00-7CC6DDD47735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5_small_GT_pose1_rmsd3_2312">
            <a:extLst>
              <a:ext uri="{FF2B5EF4-FFF2-40B4-BE49-F238E27FC236}">
                <a16:creationId xmlns:a16="http://schemas.microsoft.com/office/drawing/2014/main" id="{437AC5A3-3400-48DE-BA39-E1B229968C1E}"/>
              </a:ext>
            </a:extLst>
          </p:cNvPr>
          <p:cNvSpPr>
            <a:spLocks noGrp="1"/>
          </p:cNvSpPr>
          <p:nvPr/>
        </p:nvSpPr>
        <p:spPr>
          <a:xfrm>
            <a:off x="1429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5_small_GT_pose1_rmsd3_2313">
            <a:extLst>
              <a:ext uri="{FF2B5EF4-FFF2-40B4-BE49-F238E27FC236}">
                <a16:creationId xmlns:a16="http://schemas.microsoft.com/office/drawing/2014/main" id="{37AFBE9E-E444-4194-95CE-C7C42FE27009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5_small_GT_pose1_rmsd3_2314">
            <a:extLst>
              <a:ext uri="{FF2B5EF4-FFF2-40B4-BE49-F238E27FC236}">
                <a16:creationId xmlns:a16="http://schemas.microsoft.com/office/drawing/2014/main" id="{A6DF7463-852A-47D8-A246-E8E3B144C6D1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5_small_GT_pose1_rmsd3_2315">
            <a:extLst>
              <a:ext uri="{FF2B5EF4-FFF2-40B4-BE49-F238E27FC236}">
                <a16:creationId xmlns:a16="http://schemas.microsoft.com/office/drawing/2014/main" id="{0B2CF4FE-C7A0-40EC-BF0B-303057E32964}"/>
              </a:ext>
            </a:extLst>
          </p:cNvPr>
          <p:cNvSpPr>
            <a:spLocks noGrp="1"/>
          </p:cNvSpPr>
          <p:nvPr/>
        </p:nvSpPr>
        <p:spPr>
          <a:xfrm>
            <a:off x="17083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5_small_GT_pose1_rmsd3_2316">
            <a:extLst>
              <a:ext uri="{FF2B5EF4-FFF2-40B4-BE49-F238E27FC236}">
                <a16:creationId xmlns:a16="http://schemas.microsoft.com/office/drawing/2014/main" id="{8B13512A-BFD3-43C6-AC45-1857E5245970}"/>
              </a:ext>
            </a:extLst>
          </p:cNvPr>
          <p:cNvSpPr>
            <a:spLocks noGrp="1"/>
          </p:cNvSpPr>
          <p:nvPr/>
        </p:nvSpPr>
        <p:spPr>
          <a:xfrm>
            <a:off x="146835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5_small_GT_pose1_rmsd3_2317">
            <a:extLst>
              <a:ext uri="{FF2B5EF4-FFF2-40B4-BE49-F238E27FC236}">
                <a16:creationId xmlns:a16="http://schemas.microsoft.com/office/drawing/2014/main" id="{57633EF7-B5E9-4F08-BA6D-3490A7DC23BD}"/>
              </a:ext>
            </a:extLst>
          </p:cNvPr>
          <p:cNvSpPr>
            <a:spLocks noGrp="1"/>
          </p:cNvSpPr>
          <p:nvPr/>
        </p:nvSpPr>
        <p:spPr>
          <a:xfrm>
            <a:off x="1456403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5_small_GT_pose1_rmsd3_2318">
            <a:extLst>
              <a:ext uri="{FF2B5EF4-FFF2-40B4-BE49-F238E27FC236}">
                <a16:creationId xmlns:a16="http://schemas.microsoft.com/office/drawing/2014/main" id="{7163736E-B1F0-4167-9C32-870256BF261B}"/>
              </a:ext>
            </a:extLst>
          </p:cNvPr>
          <p:cNvSpPr>
            <a:spLocks noGrp="1"/>
          </p:cNvSpPr>
          <p:nvPr/>
        </p:nvSpPr>
        <p:spPr>
          <a:xfrm>
            <a:off x="1565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5_small_GT_pose1_rmsd3_2319">
            <a:extLst>
              <a:ext uri="{FF2B5EF4-FFF2-40B4-BE49-F238E27FC236}">
                <a16:creationId xmlns:a16="http://schemas.microsoft.com/office/drawing/2014/main" id="{12A34E52-313C-4F10-A4EB-B9C86511CCA5}"/>
              </a:ext>
            </a:extLst>
          </p:cNvPr>
          <p:cNvSpPr>
            <a:spLocks noGrp="1"/>
          </p:cNvSpPr>
          <p:nvPr/>
        </p:nvSpPr>
        <p:spPr>
          <a:xfrm>
            <a:off x="1469478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5_small_GT_pose1_rmsd3_2320">
            <a:extLst>
              <a:ext uri="{FF2B5EF4-FFF2-40B4-BE49-F238E27FC236}">
                <a16:creationId xmlns:a16="http://schemas.microsoft.com/office/drawing/2014/main" id="{A6612BA5-4AE2-45E1-AE3B-EEAABFC7BA90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5_small_GT_pose1_rmsd3_2321">
            <a:extLst>
              <a:ext uri="{FF2B5EF4-FFF2-40B4-BE49-F238E27FC236}">
                <a16:creationId xmlns:a16="http://schemas.microsoft.com/office/drawing/2014/main" id="{BBB7CE2E-AA58-448D-B2BB-3D461DD64A02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5_small_GT_pose1_rmsd3_2322">
            <a:extLst>
              <a:ext uri="{FF2B5EF4-FFF2-40B4-BE49-F238E27FC236}">
                <a16:creationId xmlns:a16="http://schemas.microsoft.com/office/drawing/2014/main" id="{1BBD1459-7DCA-4E2A-8D6A-D0ED6A6071A6}"/>
              </a:ext>
            </a:extLst>
          </p:cNvPr>
          <p:cNvSpPr>
            <a:spLocks noGrp="1"/>
          </p:cNvSpPr>
          <p:nvPr/>
        </p:nvSpPr>
        <p:spPr>
          <a:xfrm>
            <a:off x="1528608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5_small_GT_pose1_rmsd3_2323">
            <a:extLst>
              <a:ext uri="{FF2B5EF4-FFF2-40B4-BE49-F238E27FC236}">
                <a16:creationId xmlns:a16="http://schemas.microsoft.com/office/drawing/2014/main" id="{F702F82D-3EA5-47A4-9365-CED91365A24E}"/>
              </a:ext>
            </a:extLst>
          </p:cNvPr>
          <p:cNvSpPr>
            <a:spLocks noGrp="1"/>
          </p:cNvSpPr>
          <p:nvPr/>
        </p:nvSpPr>
        <p:spPr>
          <a:xfrm>
            <a:off x="1399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5_small_GT_pose1_rmsd3_2324">
            <a:extLst>
              <a:ext uri="{FF2B5EF4-FFF2-40B4-BE49-F238E27FC236}">
                <a16:creationId xmlns:a16="http://schemas.microsoft.com/office/drawing/2014/main" id="{3A6E5889-8952-4D02-B71F-DFA8026FF53C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5_small_GT_pose1_rmsd3_2325">
            <a:extLst>
              <a:ext uri="{FF2B5EF4-FFF2-40B4-BE49-F238E27FC236}">
                <a16:creationId xmlns:a16="http://schemas.microsoft.com/office/drawing/2014/main" id="{3FBD2030-00BB-4B24-9355-67C31F28A5AE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5_small_GT_pose1_rmsd3_2326">
            <a:extLst>
              <a:ext uri="{FF2B5EF4-FFF2-40B4-BE49-F238E27FC236}">
                <a16:creationId xmlns:a16="http://schemas.microsoft.com/office/drawing/2014/main" id="{4FFD0CF0-D51C-4DC6-8DE9-B95D3CAA6FAD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5_small_GT_pose1_rmsd3_2327">
            <a:extLst>
              <a:ext uri="{FF2B5EF4-FFF2-40B4-BE49-F238E27FC236}">
                <a16:creationId xmlns:a16="http://schemas.microsoft.com/office/drawing/2014/main" id="{347AD76D-ECFE-4621-BB51-6879204942B5}"/>
              </a:ext>
            </a:extLst>
          </p:cNvPr>
          <p:cNvSpPr>
            <a:spLocks noGrp="1"/>
          </p:cNvSpPr>
          <p:nvPr/>
        </p:nvSpPr>
        <p:spPr>
          <a:xfrm>
            <a:off x="1500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5_small_GT_pose1_rmsd3_2328">
            <a:extLst>
              <a:ext uri="{FF2B5EF4-FFF2-40B4-BE49-F238E27FC236}">
                <a16:creationId xmlns:a16="http://schemas.microsoft.com/office/drawing/2014/main" id="{4F06483E-E3FF-4B95-BFD8-743A82A459C7}"/>
              </a:ext>
            </a:extLst>
          </p:cNvPr>
          <p:cNvSpPr>
            <a:spLocks noGrp="1"/>
          </p:cNvSpPr>
          <p:nvPr/>
        </p:nvSpPr>
        <p:spPr>
          <a:xfrm>
            <a:off x="1628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5_small_GT_pose1_rmsd3_2329">
            <a:extLst>
              <a:ext uri="{FF2B5EF4-FFF2-40B4-BE49-F238E27FC236}">
                <a16:creationId xmlns:a16="http://schemas.microsoft.com/office/drawing/2014/main" id="{4B476141-1142-4680-A719-0A870AF4BD51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5_small_GT_pose1_rmsd3_2330">
            <a:extLst>
              <a:ext uri="{FF2B5EF4-FFF2-40B4-BE49-F238E27FC236}">
                <a16:creationId xmlns:a16="http://schemas.microsoft.com/office/drawing/2014/main" id="{EE8D51E1-D52D-4F42-8004-D3F685FECE16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5_small_GT_pose1_rmsd3_2331">
            <a:extLst>
              <a:ext uri="{FF2B5EF4-FFF2-40B4-BE49-F238E27FC236}">
                <a16:creationId xmlns:a16="http://schemas.microsoft.com/office/drawing/2014/main" id="{FCC04B31-32C4-4684-928E-F2BAAB7368B6}"/>
              </a:ext>
            </a:extLst>
          </p:cNvPr>
          <p:cNvSpPr>
            <a:spLocks noGrp="1"/>
          </p:cNvSpPr>
          <p:nvPr/>
        </p:nvSpPr>
        <p:spPr>
          <a:xfrm>
            <a:off x="16392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5_small_GT_pose1_rmsd3_2332">
            <a:extLst>
              <a:ext uri="{FF2B5EF4-FFF2-40B4-BE49-F238E27FC236}">
                <a16:creationId xmlns:a16="http://schemas.microsoft.com/office/drawing/2014/main" id="{1D70215D-48FA-46A0-A177-54D8A5B4EDC8}"/>
              </a:ext>
            </a:extLst>
          </p:cNvPr>
          <p:cNvSpPr>
            <a:spLocks noGrp="1"/>
          </p:cNvSpPr>
          <p:nvPr/>
        </p:nvSpPr>
        <p:spPr>
          <a:xfrm>
            <a:off x="1415967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5_small_GT_pose1_rmsd3_2333">
            <a:extLst>
              <a:ext uri="{FF2B5EF4-FFF2-40B4-BE49-F238E27FC236}">
                <a16:creationId xmlns:a16="http://schemas.microsoft.com/office/drawing/2014/main" id="{F572A589-DF31-4820-A4F4-D7069CECDC14}"/>
              </a:ext>
            </a:extLst>
          </p:cNvPr>
          <p:cNvSpPr>
            <a:spLocks noGrp="1"/>
          </p:cNvSpPr>
          <p:nvPr/>
        </p:nvSpPr>
        <p:spPr>
          <a:xfrm>
            <a:off x="1408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5_small_GT_pose1_rmsd3_2334">
            <a:extLst>
              <a:ext uri="{FF2B5EF4-FFF2-40B4-BE49-F238E27FC236}">
                <a16:creationId xmlns:a16="http://schemas.microsoft.com/office/drawing/2014/main" id="{1991E306-70D2-457B-A87A-3342F8F747C1}"/>
              </a:ext>
            </a:extLst>
          </p:cNvPr>
          <p:cNvSpPr>
            <a:spLocks noGrp="1"/>
          </p:cNvSpPr>
          <p:nvPr/>
        </p:nvSpPr>
        <p:spPr>
          <a:xfrm>
            <a:off x="16870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5_small_GT_pose1_rmsd3_2335">
            <a:extLst>
              <a:ext uri="{FF2B5EF4-FFF2-40B4-BE49-F238E27FC236}">
                <a16:creationId xmlns:a16="http://schemas.microsoft.com/office/drawing/2014/main" id="{8E594F41-60CA-477C-93DE-23EE0FE3E2C4}"/>
              </a:ext>
            </a:extLst>
          </p:cNvPr>
          <p:cNvSpPr>
            <a:spLocks noGrp="1"/>
          </p:cNvSpPr>
          <p:nvPr/>
        </p:nvSpPr>
        <p:spPr>
          <a:xfrm>
            <a:off x="1406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5_small_GT_pose1_rmsd3_2336">
            <a:extLst>
              <a:ext uri="{FF2B5EF4-FFF2-40B4-BE49-F238E27FC236}">
                <a16:creationId xmlns:a16="http://schemas.microsoft.com/office/drawing/2014/main" id="{261A268C-27D3-41F3-8D5C-A2AF1CC67D64}"/>
              </a:ext>
            </a:extLst>
          </p:cNvPr>
          <p:cNvSpPr>
            <a:spLocks noGrp="1"/>
          </p:cNvSpPr>
          <p:nvPr/>
        </p:nvSpPr>
        <p:spPr>
          <a:xfrm>
            <a:off x="1511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5_small_GT_pose1_rmsd3_2337">
            <a:extLst>
              <a:ext uri="{FF2B5EF4-FFF2-40B4-BE49-F238E27FC236}">
                <a16:creationId xmlns:a16="http://schemas.microsoft.com/office/drawing/2014/main" id="{70C0336A-9E23-4F6F-8C73-414BF398CD3B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5_small_GT_pose1_rmsd3_2338">
            <a:extLst>
              <a:ext uri="{FF2B5EF4-FFF2-40B4-BE49-F238E27FC236}">
                <a16:creationId xmlns:a16="http://schemas.microsoft.com/office/drawing/2014/main" id="{49D0F400-0531-4789-AACD-AB9F404C28B9}"/>
              </a:ext>
            </a:extLst>
          </p:cNvPr>
          <p:cNvSpPr>
            <a:spLocks noGrp="1"/>
          </p:cNvSpPr>
          <p:nvPr/>
        </p:nvSpPr>
        <p:spPr>
          <a:xfrm>
            <a:off x="1440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5_small_GT_pose1_rmsd3_2339">
            <a:extLst>
              <a:ext uri="{FF2B5EF4-FFF2-40B4-BE49-F238E27FC236}">
                <a16:creationId xmlns:a16="http://schemas.microsoft.com/office/drawing/2014/main" id="{084525C6-7C19-433F-B2EB-9A12AADB09DA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5_small_GT_pose1_rmsd3_2340">
            <a:extLst>
              <a:ext uri="{FF2B5EF4-FFF2-40B4-BE49-F238E27FC236}">
                <a16:creationId xmlns:a16="http://schemas.microsoft.com/office/drawing/2014/main" id="{5F0D8702-5F69-42E3-A2DC-C344BEFCF3AC}"/>
              </a:ext>
            </a:extLst>
          </p:cNvPr>
          <p:cNvSpPr>
            <a:spLocks noGrp="1"/>
          </p:cNvSpPr>
          <p:nvPr/>
        </p:nvSpPr>
        <p:spPr>
          <a:xfrm>
            <a:off x="1494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5_small_GT_pose1_rmsd3_2341">
            <a:extLst>
              <a:ext uri="{FF2B5EF4-FFF2-40B4-BE49-F238E27FC236}">
                <a16:creationId xmlns:a16="http://schemas.microsoft.com/office/drawing/2014/main" id="{CCC1925E-3555-4F6D-92B1-513BD788749F}"/>
              </a:ext>
            </a:extLst>
          </p:cNvPr>
          <p:cNvSpPr>
            <a:spLocks noGrp="1"/>
          </p:cNvSpPr>
          <p:nvPr/>
        </p:nvSpPr>
        <p:spPr>
          <a:xfrm>
            <a:off x="1697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5_small_GT_pose1_rmsd3_2342">
            <a:extLst>
              <a:ext uri="{FF2B5EF4-FFF2-40B4-BE49-F238E27FC236}">
                <a16:creationId xmlns:a16="http://schemas.microsoft.com/office/drawing/2014/main" id="{B9476DCF-6057-49B4-ACB0-FAA6E359BBDC}"/>
              </a:ext>
            </a:extLst>
          </p:cNvPr>
          <p:cNvSpPr>
            <a:spLocks noGrp="1"/>
          </p:cNvSpPr>
          <p:nvPr/>
        </p:nvSpPr>
        <p:spPr>
          <a:xfrm>
            <a:off x="1586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5_small_GT_pose1_rmsd3_2343">
            <a:extLst>
              <a:ext uri="{FF2B5EF4-FFF2-40B4-BE49-F238E27FC236}">
                <a16:creationId xmlns:a16="http://schemas.microsoft.com/office/drawing/2014/main" id="{5A11A2E0-AD6C-4F85-B42E-D6755D49DB2B}"/>
              </a:ext>
            </a:extLst>
          </p:cNvPr>
          <p:cNvSpPr>
            <a:spLocks noGrp="1"/>
          </p:cNvSpPr>
          <p:nvPr/>
        </p:nvSpPr>
        <p:spPr>
          <a:xfrm>
            <a:off x="1579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5_small_GT_pose1_rmsd3_2344">
            <a:extLst>
              <a:ext uri="{FF2B5EF4-FFF2-40B4-BE49-F238E27FC236}">
                <a16:creationId xmlns:a16="http://schemas.microsoft.com/office/drawing/2014/main" id="{C59CA5EB-9F22-4473-A7E8-672C43F14F89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5_small_GT_pose1_rmsd3_2345">
            <a:extLst>
              <a:ext uri="{FF2B5EF4-FFF2-40B4-BE49-F238E27FC236}">
                <a16:creationId xmlns:a16="http://schemas.microsoft.com/office/drawing/2014/main" id="{94757543-0C48-438A-AA78-B4C353A6FA41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5_small_GT_pose1_rmsd3_2346">
            <a:extLst>
              <a:ext uri="{FF2B5EF4-FFF2-40B4-BE49-F238E27FC236}">
                <a16:creationId xmlns:a16="http://schemas.microsoft.com/office/drawing/2014/main" id="{0911575F-489E-4117-BCA7-6416860AC99A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5_small_GT_pose1_rmsd3_2347">
            <a:extLst>
              <a:ext uri="{FF2B5EF4-FFF2-40B4-BE49-F238E27FC236}">
                <a16:creationId xmlns:a16="http://schemas.microsoft.com/office/drawing/2014/main" id="{41F8B1B9-C5FB-46DF-A28E-61B752AE4247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5_small_GT_pose1_rmsd3_2348">
            <a:extLst>
              <a:ext uri="{FF2B5EF4-FFF2-40B4-BE49-F238E27FC236}">
                <a16:creationId xmlns:a16="http://schemas.microsoft.com/office/drawing/2014/main" id="{F2A638DA-C40A-4780-A6E0-66CBB196DE5A}"/>
              </a:ext>
            </a:extLst>
          </p:cNvPr>
          <p:cNvSpPr>
            <a:spLocks noGrp="1"/>
          </p:cNvSpPr>
          <p:nvPr/>
        </p:nvSpPr>
        <p:spPr>
          <a:xfrm>
            <a:off x="1478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5_small_GT_pose1_rmsd3_2349">
            <a:extLst>
              <a:ext uri="{FF2B5EF4-FFF2-40B4-BE49-F238E27FC236}">
                <a16:creationId xmlns:a16="http://schemas.microsoft.com/office/drawing/2014/main" id="{AE582162-B435-40C6-9665-24C013D371A8}"/>
              </a:ext>
            </a:extLst>
          </p:cNvPr>
          <p:cNvSpPr>
            <a:spLocks noGrp="1"/>
          </p:cNvSpPr>
          <p:nvPr/>
        </p:nvSpPr>
        <p:spPr>
          <a:xfrm>
            <a:off x="1394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5_small_GT_pose1_rmsd3_2350">
            <a:extLst>
              <a:ext uri="{FF2B5EF4-FFF2-40B4-BE49-F238E27FC236}">
                <a16:creationId xmlns:a16="http://schemas.microsoft.com/office/drawing/2014/main" id="{19B914EA-3785-48DB-9273-FC0DDDF69E9A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5_small_GT_pose1_rmsd3_2351">
            <a:extLst>
              <a:ext uri="{FF2B5EF4-FFF2-40B4-BE49-F238E27FC236}">
                <a16:creationId xmlns:a16="http://schemas.microsoft.com/office/drawing/2014/main" id="{50852A35-F727-4C87-8AE5-B0A2F81956D8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5_small_GT_pose1_rmsd3_2352">
            <a:extLst>
              <a:ext uri="{FF2B5EF4-FFF2-40B4-BE49-F238E27FC236}">
                <a16:creationId xmlns:a16="http://schemas.microsoft.com/office/drawing/2014/main" id="{6BB8A894-1F48-40FB-8AB1-243EDF4BBA39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5_small_GT_pose1_rmsd3_2353">
            <a:extLst>
              <a:ext uri="{FF2B5EF4-FFF2-40B4-BE49-F238E27FC236}">
                <a16:creationId xmlns:a16="http://schemas.microsoft.com/office/drawing/2014/main" id="{13170664-0CCC-422A-A941-7735C9BAF7A7}"/>
              </a:ext>
            </a:extLst>
          </p:cNvPr>
          <p:cNvSpPr>
            <a:spLocks noGrp="1"/>
          </p:cNvSpPr>
          <p:nvPr/>
        </p:nvSpPr>
        <p:spPr>
          <a:xfrm>
            <a:off x="166519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5_small_GT_pose1_rmsd3_2354">
            <a:extLst>
              <a:ext uri="{FF2B5EF4-FFF2-40B4-BE49-F238E27FC236}">
                <a16:creationId xmlns:a16="http://schemas.microsoft.com/office/drawing/2014/main" id="{3725A7A7-5DBC-4F21-8A60-8C32529B7CA3}"/>
              </a:ext>
            </a:extLst>
          </p:cNvPr>
          <p:cNvSpPr>
            <a:spLocks noGrp="1"/>
          </p:cNvSpPr>
          <p:nvPr/>
        </p:nvSpPr>
        <p:spPr>
          <a:xfrm>
            <a:off x="16532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5_small_GT_pose1_rmsd3_2355">
            <a:extLst>
              <a:ext uri="{FF2B5EF4-FFF2-40B4-BE49-F238E27FC236}">
                <a16:creationId xmlns:a16="http://schemas.microsoft.com/office/drawing/2014/main" id="{D1E96FC2-77A1-4506-A16D-2084CD0FE694}"/>
              </a:ext>
            </a:extLst>
          </p:cNvPr>
          <p:cNvSpPr>
            <a:spLocks noGrp="1"/>
          </p:cNvSpPr>
          <p:nvPr/>
        </p:nvSpPr>
        <p:spPr>
          <a:xfrm>
            <a:off x="144667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5_small_GT_pose1_rmsd3_2356">
            <a:extLst>
              <a:ext uri="{FF2B5EF4-FFF2-40B4-BE49-F238E27FC236}">
                <a16:creationId xmlns:a16="http://schemas.microsoft.com/office/drawing/2014/main" id="{C190A302-75ED-45C8-8893-9F97DB1B6CC4}"/>
              </a:ext>
            </a:extLst>
          </p:cNvPr>
          <p:cNvSpPr>
            <a:spLocks noGrp="1"/>
          </p:cNvSpPr>
          <p:nvPr/>
        </p:nvSpPr>
        <p:spPr>
          <a:xfrm>
            <a:off x="1582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5_small_GT_pose1_rmsd3_2357">
            <a:extLst>
              <a:ext uri="{FF2B5EF4-FFF2-40B4-BE49-F238E27FC236}">
                <a16:creationId xmlns:a16="http://schemas.microsoft.com/office/drawing/2014/main" id="{0BEB0F7C-34BB-4000-992B-CE9A38B668EE}"/>
              </a:ext>
            </a:extLst>
          </p:cNvPr>
          <p:cNvSpPr>
            <a:spLocks noGrp="1"/>
          </p:cNvSpPr>
          <p:nvPr/>
        </p:nvSpPr>
        <p:spPr>
          <a:xfrm>
            <a:off x="1592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5_small_GT_pose1_rmsd3_2358">
            <a:extLst>
              <a:ext uri="{FF2B5EF4-FFF2-40B4-BE49-F238E27FC236}">
                <a16:creationId xmlns:a16="http://schemas.microsoft.com/office/drawing/2014/main" id="{05E40CD6-2D88-41EF-9B55-BAAEECC5D6E9}"/>
              </a:ext>
            </a:extLst>
          </p:cNvPr>
          <p:cNvSpPr>
            <a:spLocks noGrp="1"/>
          </p:cNvSpPr>
          <p:nvPr/>
        </p:nvSpPr>
        <p:spPr>
          <a:xfrm>
            <a:off x="1674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5_small_GT_pose1_rmsd3_2359">
            <a:extLst>
              <a:ext uri="{FF2B5EF4-FFF2-40B4-BE49-F238E27FC236}">
                <a16:creationId xmlns:a16="http://schemas.microsoft.com/office/drawing/2014/main" id="{D683A76F-4FC4-461D-90BF-8ADB7B64CE11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5_small_GT_pose1_rmsd3_2360">
            <a:extLst>
              <a:ext uri="{FF2B5EF4-FFF2-40B4-BE49-F238E27FC236}">
                <a16:creationId xmlns:a16="http://schemas.microsoft.com/office/drawing/2014/main" id="{7DE6BF9A-848E-458B-98F0-51B30A9CAAF6}"/>
              </a:ext>
            </a:extLst>
          </p:cNvPr>
          <p:cNvSpPr>
            <a:spLocks noGrp="1"/>
          </p:cNvSpPr>
          <p:nvPr/>
        </p:nvSpPr>
        <p:spPr>
          <a:xfrm>
            <a:off x="1685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5_small_GT_pose1_rmsd3_2361">
            <a:extLst>
              <a:ext uri="{FF2B5EF4-FFF2-40B4-BE49-F238E27FC236}">
                <a16:creationId xmlns:a16="http://schemas.microsoft.com/office/drawing/2014/main" id="{2DE399F0-7A55-43C2-BE16-916489C23568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5_small_GT_pose1_rmsd3_2362">
            <a:extLst>
              <a:ext uri="{FF2B5EF4-FFF2-40B4-BE49-F238E27FC236}">
                <a16:creationId xmlns:a16="http://schemas.microsoft.com/office/drawing/2014/main" id="{EA6F57E9-637D-477B-B5C8-49BBDA09B665}"/>
              </a:ext>
            </a:extLst>
          </p:cNvPr>
          <p:cNvSpPr>
            <a:spLocks noGrp="1"/>
          </p:cNvSpPr>
          <p:nvPr/>
        </p:nvSpPr>
        <p:spPr>
          <a:xfrm>
            <a:off x="165367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5_small_GT_pose1_rmsd3_2363">
            <a:extLst>
              <a:ext uri="{FF2B5EF4-FFF2-40B4-BE49-F238E27FC236}">
                <a16:creationId xmlns:a16="http://schemas.microsoft.com/office/drawing/2014/main" id="{B5C53235-581A-4999-AA2B-5E9F0F4E9167}"/>
              </a:ext>
            </a:extLst>
          </p:cNvPr>
          <p:cNvSpPr>
            <a:spLocks noGrp="1"/>
          </p:cNvSpPr>
          <p:nvPr/>
        </p:nvSpPr>
        <p:spPr>
          <a:xfrm>
            <a:off x="1610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5_small_GT_pose1_rmsd3_2364">
            <a:extLst>
              <a:ext uri="{FF2B5EF4-FFF2-40B4-BE49-F238E27FC236}">
                <a16:creationId xmlns:a16="http://schemas.microsoft.com/office/drawing/2014/main" id="{E737F27A-AC57-43BF-BDC1-34B2C4DC8D02}"/>
              </a:ext>
            </a:extLst>
          </p:cNvPr>
          <p:cNvSpPr>
            <a:spLocks noGrp="1"/>
          </p:cNvSpPr>
          <p:nvPr/>
        </p:nvSpPr>
        <p:spPr>
          <a:xfrm>
            <a:off x="1475488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5_small_GT_pose1_rmsd3_2365">
            <a:extLst>
              <a:ext uri="{FF2B5EF4-FFF2-40B4-BE49-F238E27FC236}">
                <a16:creationId xmlns:a16="http://schemas.microsoft.com/office/drawing/2014/main" id="{07C6AD71-29D4-42FC-918D-5405B3868801}"/>
              </a:ext>
            </a:extLst>
          </p:cNvPr>
          <p:cNvSpPr>
            <a:spLocks noGrp="1"/>
          </p:cNvSpPr>
          <p:nvPr/>
        </p:nvSpPr>
        <p:spPr>
          <a:xfrm>
            <a:off x="14368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5_small_GT_pose1_rmsd3_2366">
            <a:extLst>
              <a:ext uri="{FF2B5EF4-FFF2-40B4-BE49-F238E27FC236}">
                <a16:creationId xmlns:a16="http://schemas.microsoft.com/office/drawing/2014/main" id="{57BD7278-3165-4838-8B4F-7A8E0D833A73}"/>
              </a:ext>
            </a:extLst>
          </p:cNvPr>
          <p:cNvSpPr>
            <a:spLocks noGrp="1"/>
          </p:cNvSpPr>
          <p:nvPr/>
        </p:nvSpPr>
        <p:spPr>
          <a:xfrm>
            <a:off x="157400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5_small_GT_pose1_rmsd3_2367">
            <a:extLst>
              <a:ext uri="{FF2B5EF4-FFF2-40B4-BE49-F238E27FC236}">
                <a16:creationId xmlns:a16="http://schemas.microsoft.com/office/drawing/2014/main" id="{FFBF47C9-EDF4-41F7-BD08-3ECD9C8731BB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5_small_GT_pose1_rmsd3_2368">
            <a:extLst>
              <a:ext uri="{FF2B5EF4-FFF2-40B4-BE49-F238E27FC236}">
                <a16:creationId xmlns:a16="http://schemas.microsoft.com/office/drawing/2014/main" id="{9272BC2F-5A6E-4259-946F-F4A0C879F240}"/>
              </a:ext>
            </a:extLst>
          </p:cNvPr>
          <p:cNvSpPr>
            <a:spLocks noGrp="1"/>
          </p:cNvSpPr>
          <p:nvPr/>
        </p:nvSpPr>
        <p:spPr>
          <a:xfrm>
            <a:off x="1649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5_small_GT_pose1_rmsd3_2369">
            <a:extLst>
              <a:ext uri="{FF2B5EF4-FFF2-40B4-BE49-F238E27FC236}">
                <a16:creationId xmlns:a16="http://schemas.microsoft.com/office/drawing/2014/main" id="{053740CF-6564-4694-BE86-2BD3FBFFCD31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5_small_GT_pose1_rmsd3_2370">
            <a:extLst>
              <a:ext uri="{FF2B5EF4-FFF2-40B4-BE49-F238E27FC236}">
                <a16:creationId xmlns:a16="http://schemas.microsoft.com/office/drawing/2014/main" id="{D8CF8DF0-811B-4EC9-8022-C0FB0A60F25D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5_small_GT_pose1_rmsd3_2371">
            <a:extLst>
              <a:ext uri="{FF2B5EF4-FFF2-40B4-BE49-F238E27FC236}">
                <a16:creationId xmlns:a16="http://schemas.microsoft.com/office/drawing/2014/main" id="{40C2978B-F918-4273-9740-363DBDE2A664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5_small_GT_pose1_rmsd3_2372">
            <a:extLst>
              <a:ext uri="{FF2B5EF4-FFF2-40B4-BE49-F238E27FC236}">
                <a16:creationId xmlns:a16="http://schemas.microsoft.com/office/drawing/2014/main" id="{842D1DC2-DB4E-4580-86AE-6F547C55514C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5_small_GT_pose1_rmsd3_2373">
            <a:extLst>
              <a:ext uri="{FF2B5EF4-FFF2-40B4-BE49-F238E27FC236}">
                <a16:creationId xmlns:a16="http://schemas.microsoft.com/office/drawing/2014/main" id="{8E716520-5565-4252-8995-8D4B624721E3}"/>
              </a:ext>
            </a:extLst>
          </p:cNvPr>
          <p:cNvSpPr>
            <a:spLocks noGrp="1"/>
          </p:cNvSpPr>
          <p:nvPr/>
        </p:nvSpPr>
        <p:spPr>
          <a:xfrm>
            <a:off x="1719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5_small_GT_pose1_rmsd3_2374">
            <a:extLst>
              <a:ext uri="{FF2B5EF4-FFF2-40B4-BE49-F238E27FC236}">
                <a16:creationId xmlns:a16="http://schemas.microsoft.com/office/drawing/2014/main" id="{227567DA-7DCD-49BD-8856-D14511D69019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5_small_GT_pose1_rmsd3_2375">
            <a:extLst>
              <a:ext uri="{FF2B5EF4-FFF2-40B4-BE49-F238E27FC236}">
                <a16:creationId xmlns:a16="http://schemas.microsoft.com/office/drawing/2014/main" id="{988E3E14-E55F-468A-9C8E-AF4C21D6A539}"/>
              </a:ext>
            </a:extLst>
          </p:cNvPr>
          <p:cNvSpPr>
            <a:spLocks noGrp="1"/>
          </p:cNvSpPr>
          <p:nvPr/>
        </p:nvSpPr>
        <p:spPr>
          <a:xfrm>
            <a:off x="1539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5_small_GT_pose1_rmsd3_2376">
            <a:extLst>
              <a:ext uri="{FF2B5EF4-FFF2-40B4-BE49-F238E27FC236}">
                <a16:creationId xmlns:a16="http://schemas.microsoft.com/office/drawing/2014/main" id="{22A271CE-7760-4E6D-B957-6315B6CBEB73}"/>
              </a:ext>
            </a:extLst>
          </p:cNvPr>
          <p:cNvSpPr>
            <a:spLocks noGrp="1"/>
          </p:cNvSpPr>
          <p:nvPr/>
        </p:nvSpPr>
        <p:spPr>
          <a:xfrm>
            <a:off x="15699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5_small_GT_pose1_rmsd3_2377">
            <a:extLst>
              <a:ext uri="{FF2B5EF4-FFF2-40B4-BE49-F238E27FC236}">
                <a16:creationId xmlns:a16="http://schemas.microsoft.com/office/drawing/2014/main" id="{26979CC6-E798-4D6F-BDB2-5266E3375755}"/>
              </a:ext>
            </a:extLst>
          </p:cNvPr>
          <p:cNvSpPr>
            <a:spLocks noGrp="1"/>
          </p:cNvSpPr>
          <p:nvPr/>
        </p:nvSpPr>
        <p:spPr>
          <a:xfrm>
            <a:off x="1475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5_small_GT_pose1_rmsd3_2378">
            <a:extLst>
              <a:ext uri="{FF2B5EF4-FFF2-40B4-BE49-F238E27FC236}">
                <a16:creationId xmlns:a16="http://schemas.microsoft.com/office/drawing/2014/main" id="{8FA73394-A9C4-46E1-BD12-92B5B3DA2ADF}"/>
              </a:ext>
            </a:extLst>
          </p:cNvPr>
          <p:cNvSpPr>
            <a:spLocks noGrp="1"/>
          </p:cNvSpPr>
          <p:nvPr/>
        </p:nvSpPr>
        <p:spPr>
          <a:xfrm>
            <a:off x="23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5_small_GT_pose1_rmsd3_2379">
            <a:extLst>
              <a:ext uri="{FF2B5EF4-FFF2-40B4-BE49-F238E27FC236}">
                <a16:creationId xmlns:a16="http://schemas.microsoft.com/office/drawing/2014/main" id="{6EE47EFB-29D6-4291-88EF-B7826724075A}"/>
              </a:ext>
            </a:extLst>
          </p:cNvPr>
          <p:cNvSpPr>
            <a:spLocks noGrp="1"/>
          </p:cNvSpPr>
          <p:nvPr/>
        </p:nvSpPr>
        <p:spPr>
          <a:xfrm>
            <a:off x="25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5_small_GT_pose1_rmsd3_2380">
            <a:extLst>
              <a:ext uri="{FF2B5EF4-FFF2-40B4-BE49-F238E27FC236}">
                <a16:creationId xmlns:a16="http://schemas.microsoft.com/office/drawing/2014/main" id="{72F8D6F0-F957-4B0A-BCAD-B9B28125C362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5_small_GT_pose1_rmsd3_2381">
            <a:extLst>
              <a:ext uri="{FF2B5EF4-FFF2-40B4-BE49-F238E27FC236}">
                <a16:creationId xmlns:a16="http://schemas.microsoft.com/office/drawing/2014/main" id="{EF69DB87-AC5A-4861-A8E5-B49D7147D543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5_small_GT_pose1_rmsd3_2382">
            <a:extLst>
              <a:ext uri="{FF2B5EF4-FFF2-40B4-BE49-F238E27FC236}">
                <a16:creationId xmlns:a16="http://schemas.microsoft.com/office/drawing/2014/main" id="{8712057A-5C19-4BEC-84BD-69DC811326F2}"/>
              </a:ext>
            </a:extLst>
          </p:cNvPr>
          <p:cNvSpPr>
            <a:spLocks noGrp="1"/>
          </p:cNvSpPr>
          <p:nvPr/>
        </p:nvSpPr>
        <p:spPr>
          <a:xfrm>
            <a:off x="25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5_small_GT_pose1_rmsd3_2383">
            <a:extLst>
              <a:ext uri="{FF2B5EF4-FFF2-40B4-BE49-F238E27FC236}">
                <a16:creationId xmlns:a16="http://schemas.microsoft.com/office/drawing/2014/main" id="{47B7C6AF-2379-41C8-BCE0-4FAC8548FFA5}"/>
              </a:ext>
            </a:extLst>
          </p:cNvPr>
          <p:cNvSpPr>
            <a:spLocks noGrp="1"/>
          </p:cNvSpPr>
          <p:nvPr/>
        </p:nvSpPr>
        <p:spPr>
          <a:xfrm>
            <a:off x="25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5_small_GT_pose1_rmsd3_2384">
            <a:extLst>
              <a:ext uri="{FF2B5EF4-FFF2-40B4-BE49-F238E27FC236}">
                <a16:creationId xmlns:a16="http://schemas.microsoft.com/office/drawing/2014/main" id="{FB5B4FD8-9D1E-470B-BB0E-8BF394960BCC}"/>
              </a:ext>
            </a:extLst>
          </p:cNvPr>
          <p:cNvSpPr>
            <a:spLocks noGrp="1"/>
          </p:cNvSpPr>
          <p:nvPr/>
        </p:nvSpPr>
        <p:spPr>
          <a:xfrm>
            <a:off x="232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5_small_GT_pose1_rmsd3_2385">
            <a:extLst>
              <a:ext uri="{FF2B5EF4-FFF2-40B4-BE49-F238E27FC236}">
                <a16:creationId xmlns:a16="http://schemas.microsoft.com/office/drawing/2014/main" id="{18F497E9-2F8C-4AE4-8A4E-DB2FA000ACB3}"/>
              </a:ext>
            </a:extLst>
          </p:cNvPr>
          <p:cNvSpPr>
            <a:spLocks noGrp="1"/>
          </p:cNvSpPr>
          <p:nvPr/>
        </p:nvSpPr>
        <p:spPr>
          <a:xfrm>
            <a:off x="239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5_small_GT_pose1_rmsd3_2386">
            <a:extLst>
              <a:ext uri="{FF2B5EF4-FFF2-40B4-BE49-F238E27FC236}">
                <a16:creationId xmlns:a16="http://schemas.microsoft.com/office/drawing/2014/main" id="{43577DB7-99C2-4539-9471-D6C268C482B0}"/>
              </a:ext>
            </a:extLst>
          </p:cNvPr>
          <p:cNvSpPr>
            <a:spLocks noGrp="1"/>
          </p:cNvSpPr>
          <p:nvPr/>
        </p:nvSpPr>
        <p:spPr>
          <a:xfrm>
            <a:off x="243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5_small_GT_pose1_rmsd3_2387">
            <a:extLst>
              <a:ext uri="{FF2B5EF4-FFF2-40B4-BE49-F238E27FC236}">
                <a16:creationId xmlns:a16="http://schemas.microsoft.com/office/drawing/2014/main" id="{902252F5-C1DE-4556-A8A8-748004697C51}"/>
              </a:ext>
            </a:extLst>
          </p:cNvPr>
          <p:cNvSpPr>
            <a:spLocks noGrp="1"/>
          </p:cNvSpPr>
          <p:nvPr/>
        </p:nvSpPr>
        <p:spPr>
          <a:xfrm>
            <a:off x="23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5_small_GT_pose1_rmsd3_2388">
            <a:extLst>
              <a:ext uri="{FF2B5EF4-FFF2-40B4-BE49-F238E27FC236}">
                <a16:creationId xmlns:a16="http://schemas.microsoft.com/office/drawing/2014/main" id="{2BAAD936-83EB-41D6-8925-F6624C070DFF}"/>
              </a:ext>
            </a:extLst>
          </p:cNvPr>
          <p:cNvSpPr>
            <a:spLocks noGrp="1"/>
          </p:cNvSpPr>
          <p:nvPr/>
        </p:nvSpPr>
        <p:spPr>
          <a:xfrm>
            <a:off x="25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5_small_GT_pose1_rmsd3_2389">
            <a:extLst>
              <a:ext uri="{FF2B5EF4-FFF2-40B4-BE49-F238E27FC236}">
                <a16:creationId xmlns:a16="http://schemas.microsoft.com/office/drawing/2014/main" id="{E29D496A-161E-4744-B644-EF4BD7345C35}"/>
              </a:ext>
            </a:extLst>
          </p:cNvPr>
          <p:cNvSpPr>
            <a:spLocks noGrp="1"/>
          </p:cNvSpPr>
          <p:nvPr/>
        </p:nvSpPr>
        <p:spPr>
          <a:xfrm>
            <a:off x="23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5_small_GT_pose1_rmsd3_2390">
            <a:extLst>
              <a:ext uri="{FF2B5EF4-FFF2-40B4-BE49-F238E27FC236}">
                <a16:creationId xmlns:a16="http://schemas.microsoft.com/office/drawing/2014/main" id="{A78D6C7C-0FAF-4E9D-9B75-156189D88739}"/>
              </a:ext>
            </a:extLst>
          </p:cNvPr>
          <p:cNvSpPr>
            <a:spLocks noGrp="1"/>
          </p:cNvSpPr>
          <p:nvPr/>
        </p:nvSpPr>
        <p:spPr>
          <a:xfrm>
            <a:off x="23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5_small_GT_pose1_rmsd3_2391">
            <a:extLst>
              <a:ext uri="{FF2B5EF4-FFF2-40B4-BE49-F238E27FC236}">
                <a16:creationId xmlns:a16="http://schemas.microsoft.com/office/drawing/2014/main" id="{957E0A6C-DAD3-4A25-8C8F-8E8C7B603A87}"/>
              </a:ext>
            </a:extLst>
          </p:cNvPr>
          <p:cNvSpPr>
            <a:spLocks noGrp="1"/>
          </p:cNvSpPr>
          <p:nvPr/>
        </p:nvSpPr>
        <p:spPr>
          <a:xfrm>
            <a:off x="22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5_small_GT_pose1_rmsd3_2392">
            <a:extLst>
              <a:ext uri="{FF2B5EF4-FFF2-40B4-BE49-F238E27FC236}">
                <a16:creationId xmlns:a16="http://schemas.microsoft.com/office/drawing/2014/main" id="{5B2FC156-868D-4EC9-B0B3-23D45B2DC54E}"/>
              </a:ext>
            </a:extLst>
          </p:cNvPr>
          <p:cNvSpPr>
            <a:spLocks noGrp="1"/>
          </p:cNvSpPr>
          <p:nvPr/>
        </p:nvSpPr>
        <p:spPr>
          <a:xfrm>
            <a:off x="25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5_small_GT_pose1_rmsd3_2393">
            <a:extLst>
              <a:ext uri="{FF2B5EF4-FFF2-40B4-BE49-F238E27FC236}">
                <a16:creationId xmlns:a16="http://schemas.microsoft.com/office/drawing/2014/main" id="{8EC8E3BE-6C15-468A-A8A5-789A9BE8698F}"/>
              </a:ext>
            </a:extLst>
          </p:cNvPr>
          <p:cNvSpPr>
            <a:spLocks noGrp="1"/>
          </p:cNvSpPr>
          <p:nvPr/>
        </p:nvSpPr>
        <p:spPr>
          <a:xfrm>
            <a:off x="234335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5_small_GT_pose1_rmsd3_2394">
            <a:extLst>
              <a:ext uri="{FF2B5EF4-FFF2-40B4-BE49-F238E27FC236}">
                <a16:creationId xmlns:a16="http://schemas.microsoft.com/office/drawing/2014/main" id="{0587EA16-00A0-4DEF-B168-9C945046ACC7}"/>
              </a:ext>
            </a:extLst>
          </p:cNvPr>
          <p:cNvSpPr>
            <a:spLocks noGrp="1"/>
          </p:cNvSpPr>
          <p:nvPr/>
        </p:nvSpPr>
        <p:spPr>
          <a:xfrm>
            <a:off x="2331403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5_small_GT_pose1_rmsd3_2395">
            <a:extLst>
              <a:ext uri="{FF2B5EF4-FFF2-40B4-BE49-F238E27FC236}">
                <a16:creationId xmlns:a16="http://schemas.microsoft.com/office/drawing/2014/main" id="{2B85DCDC-C409-4798-A879-E7D9CECA03CE}"/>
              </a:ext>
            </a:extLst>
          </p:cNvPr>
          <p:cNvSpPr>
            <a:spLocks noGrp="1"/>
          </p:cNvSpPr>
          <p:nvPr/>
        </p:nvSpPr>
        <p:spPr>
          <a:xfrm>
            <a:off x="24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5_small_GT_pose1_rmsd3_2396">
            <a:extLst>
              <a:ext uri="{FF2B5EF4-FFF2-40B4-BE49-F238E27FC236}">
                <a16:creationId xmlns:a16="http://schemas.microsoft.com/office/drawing/2014/main" id="{090150DF-4B65-406E-AF7F-A2159D0DD89C}"/>
              </a:ext>
            </a:extLst>
          </p:cNvPr>
          <p:cNvSpPr>
            <a:spLocks noGrp="1"/>
          </p:cNvSpPr>
          <p:nvPr/>
        </p:nvSpPr>
        <p:spPr>
          <a:xfrm>
            <a:off x="23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5_small_GT_pose1_rmsd3_2397">
            <a:extLst>
              <a:ext uri="{FF2B5EF4-FFF2-40B4-BE49-F238E27FC236}">
                <a16:creationId xmlns:a16="http://schemas.microsoft.com/office/drawing/2014/main" id="{58DF096D-4AA1-42C1-9AA4-AEF365662EA4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5_small_GT_pose1_rmsd3_2398">
            <a:extLst>
              <a:ext uri="{FF2B5EF4-FFF2-40B4-BE49-F238E27FC236}">
                <a16:creationId xmlns:a16="http://schemas.microsoft.com/office/drawing/2014/main" id="{448F3E8B-0342-4756-9137-F26225C8F2B6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5_small_GT_pose1_rmsd3_2399">
            <a:extLst>
              <a:ext uri="{FF2B5EF4-FFF2-40B4-BE49-F238E27FC236}">
                <a16:creationId xmlns:a16="http://schemas.microsoft.com/office/drawing/2014/main" id="{380FEC5D-6F50-43C4-8AF0-7B34101B8503}"/>
              </a:ext>
            </a:extLst>
          </p:cNvPr>
          <p:cNvSpPr>
            <a:spLocks noGrp="1"/>
          </p:cNvSpPr>
          <p:nvPr/>
        </p:nvSpPr>
        <p:spPr>
          <a:xfrm>
            <a:off x="24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5_small_GT_pose1_rmsd3_2400">
            <a:extLst>
              <a:ext uri="{FF2B5EF4-FFF2-40B4-BE49-F238E27FC236}">
                <a16:creationId xmlns:a16="http://schemas.microsoft.com/office/drawing/2014/main" id="{44644C1B-43AA-4235-83A2-D5C3AFCEDFB5}"/>
              </a:ext>
            </a:extLst>
          </p:cNvPr>
          <p:cNvSpPr>
            <a:spLocks noGrp="1"/>
          </p:cNvSpPr>
          <p:nvPr/>
        </p:nvSpPr>
        <p:spPr>
          <a:xfrm>
            <a:off x="227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5_small_GT_pose1_rmsd3_2401">
            <a:extLst>
              <a:ext uri="{FF2B5EF4-FFF2-40B4-BE49-F238E27FC236}">
                <a16:creationId xmlns:a16="http://schemas.microsoft.com/office/drawing/2014/main" id="{3475F29A-E236-4391-8B49-A64D1914089D}"/>
              </a:ext>
            </a:extLst>
          </p:cNvPr>
          <p:cNvSpPr>
            <a:spLocks noGrp="1"/>
          </p:cNvSpPr>
          <p:nvPr/>
        </p:nvSpPr>
        <p:spPr>
          <a:xfrm>
            <a:off x="25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5_small_GT_pose1_rmsd3_2402">
            <a:extLst>
              <a:ext uri="{FF2B5EF4-FFF2-40B4-BE49-F238E27FC236}">
                <a16:creationId xmlns:a16="http://schemas.microsoft.com/office/drawing/2014/main" id="{98276C5E-AB2D-43AD-B1E2-D3D72FDC2713}"/>
              </a:ext>
            </a:extLst>
          </p:cNvPr>
          <p:cNvSpPr>
            <a:spLocks noGrp="1"/>
          </p:cNvSpPr>
          <p:nvPr/>
        </p:nvSpPr>
        <p:spPr>
          <a:xfrm>
            <a:off x="23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5_small_GT_pose1_rmsd3_2403">
            <a:extLst>
              <a:ext uri="{FF2B5EF4-FFF2-40B4-BE49-F238E27FC236}">
                <a16:creationId xmlns:a16="http://schemas.microsoft.com/office/drawing/2014/main" id="{13A2597C-FE18-41EA-A84B-E0E3F73B9615}"/>
              </a:ext>
            </a:extLst>
          </p:cNvPr>
          <p:cNvSpPr>
            <a:spLocks noGrp="1"/>
          </p:cNvSpPr>
          <p:nvPr/>
        </p:nvSpPr>
        <p:spPr>
          <a:xfrm>
            <a:off x="25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5_small_GT_pose1_rmsd3_2404">
            <a:extLst>
              <a:ext uri="{FF2B5EF4-FFF2-40B4-BE49-F238E27FC236}">
                <a16:creationId xmlns:a16="http://schemas.microsoft.com/office/drawing/2014/main" id="{A1BB4A78-AF66-44BB-8ADC-C9A209D666F2}"/>
              </a:ext>
            </a:extLst>
          </p:cNvPr>
          <p:cNvSpPr>
            <a:spLocks noGrp="1"/>
          </p:cNvSpPr>
          <p:nvPr/>
        </p:nvSpPr>
        <p:spPr>
          <a:xfrm>
            <a:off x="23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5_small_GT_pose1_rmsd3_2405">
            <a:extLst>
              <a:ext uri="{FF2B5EF4-FFF2-40B4-BE49-F238E27FC236}">
                <a16:creationId xmlns:a16="http://schemas.microsoft.com/office/drawing/2014/main" id="{91DB30BC-049D-42AC-9802-CE556FFAF700}"/>
              </a:ext>
            </a:extLst>
          </p:cNvPr>
          <p:cNvSpPr>
            <a:spLocks noGrp="1"/>
          </p:cNvSpPr>
          <p:nvPr/>
        </p:nvSpPr>
        <p:spPr>
          <a:xfrm>
            <a:off x="25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5_small_GT_pose1_rmsd3_2406">
            <a:extLst>
              <a:ext uri="{FF2B5EF4-FFF2-40B4-BE49-F238E27FC236}">
                <a16:creationId xmlns:a16="http://schemas.microsoft.com/office/drawing/2014/main" id="{BEBF4130-440E-4966-8394-F9BB91EC328D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5_small_GT_pose1_rmsd3_2407">
            <a:extLst>
              <a:ext uri="{FF2B5EF4-FFF2-40B4-BE49-F238E27FC236}">
                <a16:creationId xmlns:a16="http://schemas.microsoft.com/office/drawing/2014/main" id="{C309230B-85CB-4734-86EA-2478DFB5FC72}"/>
              </a:ext>
            </a:extLst>
          </p:cNvPr>
          <p:cNvSpPr>
            <a:spLocks noGrp="1"/>
          </p:cNvSpPr>
          <p:nvPr/>
        </p:nvSpPr>
        <p:spPr>
          <a:xfrm>
            <a:off x="23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5_small_GT_pose1_rmsd3_2408">
            <a:extLst>
              <a:ext uri="{FF2B5EF4-FFF2-40B4-BE49-F238E27FC236}">
                <a16:creationId xmlns:a16="http://schemas.microsoft.com/office/drawing/2014/main" id="{A13210E1-31D2-4F8A-A160-D6C621B7E1A9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5_small_GT_pose1_rmsd3_2409">
            <a:extLst>
              <a:ext uri="{FF2B5EF4-FFF2-40B4-BE49-F238E27FC236}">
                <a16:creationId xmlns:a16="http://schemas.microsoft.com/office/drawing/2014/main" id="{27A46609-CB1A-4087-BBF5-82590E3BB87D}"/>
              </a:ext>
            </a:extLst>
          </p:cNvPr>
          <p:cNvSpPr>
            <a:spLocks noGrp="1"/>
          </p:cNvSpPr>
          <p:nvPr/>
        </p:nvSpPr>
        <p:spPr>
          <a:xfrm>
            <a:off x="22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5_small_GT_pose1_rmsd3_2410">
            <a:extLst>
              <a:ext uri="{FF2B5EF4-FFF2-40B4-BE49-F238E27FC236}">
                <a16:creationId xmlns:a16="http://schemas.microsoft.com/office/drawing/2014/main" id="{86F76B14-196B-488C-AC45-AD3D7AECF099}"/>
              </a:ext>
            </a:extLst>
          </p:cNvPr>
          <p:cNvSpPr>
            <a:spLocks noGrp="1"/>
          </p:cNvSpPr>
          <p:nvPr/>
        </p:nvSpPr>
        <p:spPr>
          <a:xfrm>
            <a:off x="22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5_small_GT_pose1_rmsd3_2411">
            <a:extLst>
              <a:ext uri="{FF2B5EF4-FFF2-40B4-BE49-F238E27FC236}">
                <a16:creationId xmlns:a16="http://schemas.microsoft.com/office/drawing/2014/main" id="{0CE63DE2-ED3B-4E30-9029-A77A6A3AB8D9}"/>
              </a:ext>
            </a:extLst>
          </p:cNvPr>
          <p:cNvSpPr>
            <a:spLocks noGrp="1"/>
          </p:cNvSpPr>
          <p:nvPr/>
        </p:nvSpPr>
        <p:spPr>
          <a:xfrm>
            <a:off x="25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5_small_GT_pose1_rmsd3_2412">
            <a:extLst>
              <a:ext uri="{FF2B5EF4-FFF2-40B4-BE49-F238E27FC236}">
                <a16:creationId xmlns:a16="http://schemas.microsoft.com/office/drawing/2014/main" id="{B985A07A-C54B-452E-B5CD-25C9BFDB9869}"/>
              </a:ext>
            </a:extLst>
          </p:cNvPr>
          <p:cNvSpPr>
            <a:spLocks noGrp="1"/>
          </p:cNvSpPr>
          <p:nvPr/>
        </p:nvSpPr>
        <p:spPr>
          <a:xfrm>
            <a:off x="22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5_small_GT_pose1_rmsd3_2413">
            <a:extLst>
              <a:ext uri="{FF2B5EF4-FFF2-40B4-BE49-F238E27FC236}">
                <a16:creationId xmlns:a16="http://schemas.microsoft.com/office/drawing/2014/main" id="{E68A17EE-8E5E-40F3-8308-2F02893EECD5}"/>
              </a:ext>
            </a:extLst>
          </p:cNvPr>
          <p:cNvSpPr>
            <a:spLocks noGrp="1"/>
          </p:cNvSpPr>
          <p:nvPr/>
        </p:nvSpPr>
        <p:spPr>
          <a:xfrm>
            <a:off x="23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5_small_GT_pose1_rmsd3_2414">
            <a:extLst>
              <a:ext uri="{FF2B5EF4-FFF2-40B4-BE49-F238E27FC236}">
                <a16:creationId xmlns:a16="http://schemas.microsoft.com/office/drawing/2014/main" id="{D0C016DA-B61F-44C0-A06A-9471DF7BEE42}"/>
              </a:ext>
            </a:extLst>
          </p:cNvPr>
          <p:cNvSpPr>
            <a:spLocks noGrp="1"/>
          </p:cNvSpPr>
          <p:nvPr/>
        </p:nvSpPr>
        <p:spPr>
          <a:xfrm>
            <a:off x="242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5_small_GT_pose1_rmsd3_2415">
            <a:extLst>
              <a:ext uri="{FF2B5EF4-FFF2-40B4-BE49-F238E27FC236}">
                <a16:creationId xmlns:a16="http://schemas.microsoft.com/office/drawing/2014/main" id="{44E09587-BA29-4C88-9A56-0C5FFA4554F2}"/>
              </a:ext>
            </a:extLst>
          </p:cNvPr>
          <p:cNvSpPr>
            <a:spLocks noGrp="1"/>
          </p:cNvSpPr>
          <p:nvPr/>
        </p:nvSpPr>
        <p:spPr>
          <a:xfrm>
            <a:off x="23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5_small_GT_pose1_rmsd3_2416">
            <a:extLst>
              <a:ext uri="{FF2B5EF4-FFF2-40B4-BE49-F238E27FC236}">
                <a16:creationId xmlns:a16="http://schemas.microsoft.com/office/drawing/2014/main" id="{575A0E25-6487-4B53-A65E-306322378FCD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5_small_GT_pose1_rmsd3_2417">
            <a:extLst>
              <a:ext uri="{FF2B5EF4-FFF2-40B4-BE49-F238E27FC236}">
                <a16:creationId xmlns:a16="http://schemas.microsoft.com/office/drawing/2014/main" id="{45F02B0D-B105-4FFF-8BA2-DD3CA0EF46B7}"/>
              </a:ext>
            </a:extLst>
          </p:cNvPr>
          <p:cNvSpPr>
            <a:spLocks noGrp="1"/>
          </p:cNvSpPr>
          <p:nvPr/>
        </p:nvSpPr>
        <p:spPr>
          <a:xfrm>
            <a:off x="23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5_small_GT_pose1_rmsd3_2418">
            <a:extLst>
              <a:ext uri="{FF2B5EF4-FFF2-40B4-BE49-F238E27FC236}">
                <a16:creationId xmlns:a16="http://schemas.microsoft.com/office/drawing/2014/main" id="{0920CA45-DC8D-41E1-959C-85F561A1408C}"/>
              </a:ext>
            </a:extLst>
          </p:cNvPr>
          <p:cNvSpPr>
            <a:spLocks noGrp="1"/>
          </p:cNvSpPr>
          <p:nvPr/>
        </p:nvSpPr>
        <p:spPr>
          <a:xfrm>
            <a:off x="257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5_small_GT_pose1_rmsd3_2419">
            <a:extLst>
              <a:ext uri="{FF2B5EF4-FFF2-40B4-BE49-F238E27FC236}">
                <a16:creationId xmlns:a16="http://schemas.microsoft.com/office/drawing/2014/main" id="{4847D2AE-82D0-4B43-899B-80AA71B4A799}"/>
              </a:ext>
            </a:extLst>
          </p:cNvPr>
          <p:cNvSpPr>
            <a:spLocks noGrp="1"/>
          </p:cNvSpPr>
          <p:nvPr/>
        </p:nvSpPr>
        <p:spPr>
          <a:xfrm>
            <a:off x="246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5_small_GT_pose1_rmsd3_2420">
            <a:extLst>
              <a:ext uri="{FF2B5EF4-FFF2-40B4-BE49-F238E27FC236}">
                <a16:creationId xmlns:a16="http://schemas.microsoft.com/office/drawing/2014/main" id="{C8F7F0B1-2A73-4591-BB6B-36D3B0E626C9}"/>
              </a:ext>
            </a:extLst>
          </p:cNvPr>
          <p:cNvSpPr>
            <a:spLocks noGrp="1"/>
          </p:cNvSpPr>
          <p:nvPr/>
        </p:nvSpPr>
        <p:spPr>
          <a:xfrm>
            <a:off x="245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5_small_GT_pose1_rmsd3_2421">
            <a:extLst>
              <a:ext uri="{FF2B5EF4-FFF2-40B4-BE49-F238E27FC236}">
                <a16:creationId xmlns:a16="http://schemas.microsoft.com/office/drawing/2014/main" id="{DF211A85-DADC-4C3F-9C92-1E0DEAC5DC8A}"/>
              </a:ext>
            </a:extLst>
          </p:cNvPr>
          <p:cNvSpPr>
            <a:spLocks noGrp="1"/>
          </p:cNvSpPr>
          <p:nvPr/>
        </p:nvSpPr>
        <p:spPr>
          <a:xfrm>
            <a:off x="25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5_small_GT_pose1_rmsd3_2422">
            <a:extLst>
              <a:ext uri="{FF2B5EF4-FFF2-40B4-BE49-F238E27FC236}">
                <a16:creationId xmlns:a16="http://schemas.microsoft.com/office/drawing/2014/main" id="{BC17DAA4-7131-4AFD-ABA9-5A42F75AC951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5_small_GT_pose1_rmsd3_2423">
            <a:extLst>
              <a:ext uri="{FF2B5EF4-FFF2-40B4-BE49-F238E27FC236}">
                <a16:creationId xmlns:a16="http://schemas.microsoft.com/office/drawing/2014/main" id="{F3D0EBA5-E358-4A19-9B54-9083702B7C21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5_small_GT_pose1_rmsd3_2424">
            <a:extLst>
              <a:ext uri="{FF2B5EF4-FFF2-40B4-BE49-F238E27FC236}">
                <a16:creationId xmlns:a16="http://schemas.microsoft.com/office/drawing/2014/main" id="{577323A9-CEB0-4C67-9514-18D0398DB445}"/>
              </a:ext>
            </a:extLst>
          </p:cNvPr>
          <p:cNvSpPr>
            <a:spLocks noGrp="1"/>
          </p:cNvSpPr>
          <p:nvPr/>
        </p:nvSpPr>
        <p:spPr>
          <a:xfrm>
            <a:off x="25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5_small_GT_pose1_rmsd3_2425">
            <a:extLst>
              <a:ext uri="{FF2B5EF4-FFF2-40B4-BE49-F238E27FC236}">
                <a16:creationId xmlns:a16="http://schemas.microsoft.com/office/drawing/2014/main" id="{FF55C924-2BB0-4620-8D17-12E8F4EA23E1}"/>
              </a:ext>
            </a:extLst>
          </p:cNvPr>
          <p:cNvSpPr>
            <a:spLocks noGrp="1"/>
          </p:cNvSpPr>
          <p:nvPr/>
        </p:nvSpPr>
        <p:spPr>
          <a:xfrm>
            <a:off x="23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5_small_GT_pose1_rmsd3_2426">
            <a:extLst>
              <a:ext uri="{FF2B5EF4-FFF2-40B4-BE49-F238E27FC236}">
                <a16:creationId xmlns:a16="http://schemas.microsoft.com/office/drawing/2014/main" id="{C23E6644-31B3-40DA-851D-11CA7CA9D6C3}"/>
              </a:ext>
            </a:extLst>
          </p:cNvPr>
          <p:cNvSpPr>
            <a:spLocks noGrp="1"/>
          </p:cNvSpPr>
          <p:nvPr/>
        </p:nvSpPr>
        <p:spPr>
          <a:xfrm>
            <a:off x="22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5_small_GT_pose1_rmsd3_2427">
            <a:extLst>
              <a:ext uri="{FF2B5EF4-FFF2-40B4-BE49-F238E27FC236}">
                <a16:creationId xmlns:a16="http://schemas.microsoft.com/office/drawing/2014/main" id="{E3C5138E-D557-45AF-B927-281BB54D9201}"/>
              </a:ext>
            </a:extLst>
          </p:cNvPr>
          <p:cNvSpPr>
            <a:spLocks noGrp="1"/>
          </p:cNvSpPr>
          <p:nvPr/>
        </p:nvSpPr>
        <p:spPr>
          <a:xfrm>
            <a:off x="25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5_small_GT_pose1_rmsd3_2428">
            <a:extLst>
              <a:ext uri="{FF2B5EF4-FFF2-40B4-BE49-F238E27FC236}">
                <a16:creationId xmlns:a16="http://schemas.microsoft.com/office/drawing/2014/main" id="{19A95820-07D1-41BD-B603-7021EED429B8}"/>
              </a:ext>
            </a:extLst>
          </p:cNvPr>
          <p:cNvSpPr>
            <a:spLocks noGrp="1"/>
          </p:cNvSpPr>
          <p:nvPr/>
        </p:nvSpPr>
        <p:spPr>
          <a:xfrm>
            <a:off x="258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5_small_GT_pose1_rmsd3_2429">
            <a:extLst>
              <a:ext uri="{FF2B5EF4-FFF2-40B4-BE49-F238E27FC236}">
                <a16:creationId xmlns:a16="http://schemas.microsoft.com/office/drawing/2014/main" id="{6CC06147-2DC6-4F08-9D7A-BF306B809E89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5_small_GT_pose1_rmsd3_2430">
            <a:extLst>
              <a:ext uri="{FF2B5EF4-FFF2-40B4-BE49-F238E27FC236}">
                <a16:creationId xmlns:a16="http://schemas.microsoft.com/office/drawing/2014/main" id="{774D1E42-CDF3-41ED-87C3-0CDFDEF94925}"/>
              </a:ext>
            </a:extLst>
          </p:cNvPr>
          <p:cNvSpPr>
            <a:spLocks noGrp="1"/>
          </p:cNvSpPr>
          <p:nvPr/>
        </p:nvSpPr>
        <p:spPr>
          <a:xfrm>
            <a:off x="25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5_small_GT_pose1_rmsd3_2431">
            <a:extLst>
              <a:ext uri="{FF2B5EF4-FFF2-40B4-BE49-F238E27FC236}">
                <a16:creationId xmlns:a16="http://schemas.microsoft.com/office/drawing/2014/main" id="{BFA67BF2-C96A-4674-B9EF-A1996B007BC6}"/>
              </a:ext>
            </a:extLst>
          </p:cNvPr>
          <p:cNvSpPr>
            <a:spLocks noGrp="1"/>
          </p:cNvSpPr>
          <p:nvPr/>
        </p:nvSpPr>
        <p:spPr>
          <a:xfrm>
            <a:off x="25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5_small_GT_pose1_rmsd3_2432">
            <a:extLst>
              <a:ext uri="{FF2B5EF4-FFF2-40B4-BE49-F238E27FC236}">
                <a16:creationId xmlns:a16="http://schemas.microsoft.com/office/drawing/2014/main" id="{92A14DD5-8108-4996-876B-96BDABEF9CF1}"/>
              </a:ext>
            </a:extLst>
          </p:cNvPr>
          <p:cNvSpPr>
            <a:spLocks noGrp="1"/>
          </p:cNvSpPr>
          <p:nvPr/>
        </p:nvSpPr>
        <p:spPr>
          <a:xfrm>
            <a:off x="2321672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5_small_GT_pose1_rmsd3_2433">
            <a:extLst>
              <a:ext uri="{FF2B5EF4-FFF2-40B4-BE49-F238E27FC236}">
                <a16:creationId xmlns:a16="http://schemas.microsoft.com/office/drawing/2014/main" id="{2C10CA9B-D474-4576-919E-8763FF1888F4}"/>
              </a:ext>
            </a:extLst>
          </p:cNvPr>
          <p:cNvSpPr>
            <a:spLocks noGrp="1"/>
          </p:cNvSpPr>
          <p:nvPr/>
        </p:nvSpPr>
        <p:spPr>
          <a:xfrm>
            <a:off x="24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5_small_GT_pose1_rmsd3_2434">
            <a:extLst>
              <a:ext uri="{FF2B5EF4-FFF2-40B4-BE49-F238E27FC236}">
                <a16:creationId xmlns:a16="http://schemas.microsoft.com/office/drawing/2014/main" id="{D22AA1AA-CDC2-44A7-AA81-03D454F0BB43}"/>
              </a:ext>
            </a:extLst>
          </p:cNvPr>
          <p:cNvSpPr>
            <a:spLocks noGrp="1"/>
          </p:cNvSpPr>
          <p:nvPr/>
        </p:nvSpPr>
        <p:spPr>
          <a:xfrm>
            <a:off x="24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5_small_GT_pose1_rmsd3_2435">
            <a:extLst>
              <a:ext uri="{FF2B5EF4-FFF2-40B4-BE49-F238E27FC236}">
                <a16:creationId xmlns:a16="http://schemas.microsoft.com/office/drawing/2014/main" id="{C2ACAD2D-9C4C-425E-BC7A-AB4511B84009}"/>
              </a:ext>
            </a:extLst>
          </p:cNvPr>
          <p:cNvSpPr>
            <a:spLocks noGrp="1"/>
          </p:cNvSpPr>
          <p:nvPr/>
        </p:nvSpPr>
        <p:spPr>
          <a:xfrm>
            <a:off x="254901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5_small_GT_pose1_rmsd3_2436">
            <a:extLst>
              <a:ext uri="{FF2B5EF4-FFF2-40B4-BE49-F238E27FC236}">
                <a16:creationId xmlns:a16="http://schemas.microsoft.com/office/drawing/2014/main" id="{27F1C9E1-243A-47E8-99C9-717A6537631B}"/>
              </a:ext>
            </a:extLst>
          </p:cNvPr>
          <p:cNvSpPr>
            <a:spLocks noGrp="1"/>
          </p:cNvSpPr>
          <p:nvPr/>
        </p:nvSpPr>
        <p:spPr>
          <a:xfrm>
            <a:off x="257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5_small_GT_pose1_rmsd3_2437">
            <a:extLst>
              <a:ext uri="{FF2B5EF4-FFF2-40B4-BE49-F238E27FC236}">
                <a16:creationId xmlns:a16="http://schemas.microsoft.com/office/drawing/2014/main" id="{71502D94-8B2B-47C9-810A-27140A0F969A}"/>
              </a:ext>
            </a:extLst>
          </p:cNvPr>
          <p:cNvSpPr>
            <a:spLocks noGrp="1"/>
          </p:cNvSpPr>
          <p:nvPr/>
        </p:nvSpPr>
        <p:spPr>
          <a:xfrm>
            <a:off x="25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5_small_GT_pose1_rmsd3_2438">
            <a:extLst>
              <a:ext uri="{FF2B5EF4-FFF2-40B4-BE49-F238E27FC236}">
                <a16:creationId xmlns:a16="http://schemas.microsoft.com/office/drawing/2014/main" id="{A42FD0AA-20BE-4371-B495-47E21405AC7F}"/>
              </a:ext>
            </a:extLst>
          </p:cNvPr>
          <p:cNvSpPr>
            <a:spLocks noGrp="1"/>
          </p:cNvSpPr>
          <p:nvPr/>
        </p:nvSpPr>
        <p:spPr>
          <a:xfrm>
            <a:off x="24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5_small_GT_pose1_rmsd3_2439">
            <a:extLst>
              <a:ext uri="{FF2B5EF4-FFF2-40B4-BE49-F238E27FC236}">
                <a16:creationId xmlns:a16="http://schemas.microsoft.com/office/drawing/2014/main" id="{0619C134-DEA6-44F5-9193-70D256B22791}"/>
              </a:ext>
            </a:extLst>
          </p:cNvPr>
          <p:cNvSpPr>
            <a:spLocks noGrp="1"/>
          </p:cNvSpPr>
          <p:nvPr/>
        </p:nvSpPr>
        <p:spPr>
          <a:xfrm>
            <a:off x="25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5_small_GT_pose1_rmsd3_2440">
            <a:extLst>
              <a:ext uri="{FF2B5EF4-FFF2-40B4-BE49-F238E27FC236}">
                <a16:creationId xmlns:a16="http://schemas.microsoft.com/office/drawing/2014/main" id="{9755C73C-F81A-48DE-87E5-FF7E4D0DCF53}"/>
              </a:ext>
            </a:extLst>
          </p:cNvPr>
          <p:cNvSpPr>
            <a:spLocks noGrp="1"/>
          </p:cNvSpPr>
          <p:nvPr/>
        </p:nvSpPr>
        <p:spPr>
          <a:xfrm>
            <a:off x="24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5_small_GT_pose1_rmsd3_2441">
            <a:extLst>
              <a:ext uri="{FF2B5EF4-FFF2-40B4-BE49-F238E27FC236}">
                <a16:creationId xmlns:a16="http://schemas.microsoft.com/office/drawing/2014/main" id="{234ABFDE-F563-430E-B81D-7A60D073644E}"/>
              </a:ext>
            </a:extLst>
          </p:cNvPr>
          <p:cNvSpPr>
            <a:spLocks noGrp="1"/>
          </p:cNvSpPr>
          <p:nvPr/>
        </p:nvSpPr>
        <p:spPr>
          <a:xfrm>
            <a:off x="2350488" y="332803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5_small_GT_pose1_rmsd3_2442">
            <a:extLst>
              <a:ext uri="{FF2B5EF4-FFF2-40B4-BE49-F238E27FC236}">
                <a16:creationId xmlns:a16="http://schemas.microsoft.com/office/drawing/2014/main" id="{28070241-A83B-4A01-83E9-8119B42F6269}"/>
              </a:ext>
            </a:extLst>
          </p:cNvPr>
          <p:cNvSpPr>
            <a:spLocks noGrp="1"/>
          </p:cNvSpPr>
          <p:nvPr/>
        </p:nvSpPr>
        <p:spPr>
          <a:xfrm>
            <a:off x="23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5_small_GT_pose1_rmsd3_2443">
            <a:extLst>
              <a:ext uri="{FF2B5EF4-FFF2-40B4-BE49-F238E27FC236}">
                <a16:creationId xmlns:a16="http://schemas.microsoft.com/office/drawing/2014/main" id="{502D5FE3-E94B-44C6-9DAF-DB2F98926A22}"/>
              </a:ext>
            </a:extLst>
          </p:cNvPr>
          <p:cNvSpPr>
            <a:spLocks noGrp="1"/>
          </p:cNvSpPr>
          <p:nvPr/>
        </p:nvSpPr>
        <p:spPr>
          <a:xfrm>
            <a:off x="244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5_small_GT_pose1_rmsd3_2444">
            <a:extLst>
              <a:ext uri="{FF2B5EF4-FFF2-40B4-BE49-F238E27FC236}">
                <a16:creationId xmlns:a16="http://schemas.microsoft.com/office/drawing/2014/main" id="{19A3525D-F14F-4ACF-8249-4C6714CF4DBD}"/>
              </a:ext>
            </a:extLst>
          </p:cNvPr>
          <p:cNvSpPr>
            <a:spLocks noGrp="1"/>
          </p:cNvSpPr>
          <p:nvPr/>
        </p:nvSpPr>
        <p:spPr>
          <a:xfrm>
            <a:off x="24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5_small_GT_pose1_rmsd3_2445">
            <a:extLst>
              <a:ext uri="{FF2B5EF4-FFF2-40B4-BE49-F238E27FC236}">
                <a16:creationId xmlns:a16="http://schemas.microsoft.com/office/drawing/2014/main" id="{85F6DB47-6F99-4BE7-802B-722E9295C602}"/>
              </a:ext>
            </a:extLst>
          </p:cNvPr>
          <p:cNvSpPr>
            <a:spLocks noGrp="1"/>
          </p:cNvSpPr>
          <p:nvPr/>
        </p:nvSpPr>
        <p:spPr>
          <a:xfrm>
            <a:off x="25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5_small_GT_pose1_rmsd3_2446">
            <a:extLst>
              <a:ext uri="{FF2B5EF4-FFF2-40B4-BE49-F238E27FC236}">
                <a16:creationId xmlns:a16="http://schemas.microsoft.com/office/drawing/2014/main" id="{49762A6D-C5C4-41D5-AE34-743DB5835275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5_small_GT_pose1_rmsd3_2447">
            <a:extLst>
              <a:ext uri="{FF2B5EF4-FFF2-40B4-BE49-F238E27FC236}">
                <a16:creationId xmlns:a16="http://schemas.microsoft.com/office/drawing/2014/main" id="{DF08F0EE-9437-4F43-862D-40D2D949DB19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5_small_GT_pose1_rmsd3_2448">
            <a:extLst>
              <a:ext uri="{FF2B5EF4-FFF2-40B4-BE49-F238E27FC236}">
                <a16:creationId xmlns:a16="http://schemas.microsoft.com/office/drawing/2014/main" id="{483B834F-E978-4503-A34A-F0B31DC364AB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5_small_GT_pose1_rmsd3_2449">
            <a:extLst>
              <a:ext uri="{FF2B5EF4-FFF2-40B4-BE49-F238E27FC236}">
                <a16:creationId xmlns:a16="http://schemas.microsoft.com/office/drawing/2014/main" id="{EFD0C7FC-8BA6-4BE0-A411-669B912C4EFB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5_small_GT_pose1_rmsd3_2450">
            <a:extLst>
              <a:ext uri="{FF2B5EF4-FFF2-40B4-BE49-F238E27FC236}">
                <a16:creationId xmlns:a16="http://schemas.microsoft.com/office/drawing/2014/main" id="{3B2F2A45-7316-49A6-AA67-6B98BBCB373B}"/>
              </a:ext>
            </a:extLst>
          </p:cNvPr>
          <p:cNvSpPr>
            <a:spLocks noGrp="1"/>
          </p:cNvSpPr>
          <p:nvPr/>
        </p:nvSpPr>
        <p:spPr>
          <a:xfrm>
            <a:off x="25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5_small_GT_pose1_rmsd3_2451">
            <a:extLst>
              <a:ext uri="{FF2B5EF4-FFF2-40B4-BE49-F238E27FC236}">
                <a16:creationId xmlns:a16="http://schemas.microsoft.com/office/drawing/2014/main" id="{75F4A940-EDDB-404B-AD7E-F1359E792860}"/>
              </a:ext>
            </a:extLst>
          </p:cNvPr>
          <p:cNvSpPr>
            <a:spLocks noGrp="1"/>
          </p:cNvSpPr>
          <p:nvPr/>
        </p:nvSpPr>
        <p:spPr>
          <a:xfrm>
            <a:off x="25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5_small_GT_pose1_rmsd3_2452">
            <a:extLst>
              <a:ext uri="{FF2B5EF4-FFF2-40B4-BE49-F238E27FC236}">
                <a16:creationId xmlns:a16="http://schemas.microsoft.com/office/drawing/2014/main" id="{5E0BE6BB-535F-4465-9E29-7E698E7B9AF3}"/>
              </a:ext>
            </a:extLst>
          </p:cNvPr>
          <p:cNvSpPr>
            <a:spLocks noGrp="1"/>
          </p:cNvSpPr>
          <p:nvPr/>
        </p:nvSpPr>
        <p:spPr>
          <a:xfrm>
            <a:off x="24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5_small_GT_pose1_rmsd3_2453">
            <a:extLst>
              <a:ext uri="{FF2B5EF4-FFF2-40B4-BE49-F238E27FC236}">
                <a16:creationId xmlns:a16="http://schemas.microsoft.com/office/drawing/2014/main" id="{D04E7129-A1C2-4E1C-96EA-BF5762B4245F}"/>
              </a:ext>
            </a:extLst>
          </p:cNvPr>
          <p:cNvSpPr>
            <a:spLocks noGrp="1"/>
          </p:cNvSpPr>
          <p:nvPr/>
        </p:nvSpPr>
        <p:spPr>
          <a:xfrm>
            <a:off x="24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5_small_GT_pose1_rmsd3_2454">
            <a:extLst>
              <a:ext uri="{FF2B5EF4-FFF2-40B4-BE49-F238E27FC236}">
                <a16:creationId xmlns:a16="http://schemas.microsoft.com/office/drawing/2014/main" id="{626A8A11-6B75-4739-A074-FB01BA86DE12}"/>
              </a:ext>
            </a:extLst>
          </p:cNvPr>
          <p:cNvSpPr>
            <a:spLocks noGrp="1"/>
          </p:cNvSpPr>
          <p:nvPr/>
        </p:nvSpPr>
        <p:spPr>
          <a:xfrm>
            <a:off x="23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5_small_GT_pose1_rmsd3_2455">
            <a:extLst>
              <a:ext uri="{FF2B5EF4-FFF2-40B4-BE49-F238E27FC236}">
                <a16:creationId xmlns:a16="http://schemas.microsoft.com/office/drawing/2014/main" id="{D74DCD55-C605-4A81-93C4-B7FC0ADEAA7A}"/>
              </a:ext>
            </a:extLst>
          </p:cNvPr>
          <p:cNvSpPr>
            <a:spLocks noGrp="1"/>
          </p:cNvSpPr>
          <p:nvPr/>
        </p:nvSpPr>
        <p:spPr>
          <a:xfrm>
            <a:off x="410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5_small_GT_pose1_rmsd3_2456">
            <a:extLst>
              <a:ext uri="{FF2B5EF4-FFF2-40B4-BE49-F238E27FC236}">
                <a16:creationId xmlns:a16="http://schemas.microsoft.com/office/drawing/2014/main" id="{F999A095-EA14-44CA-9839-79B9AACC7017}"/>
              </a:ext>
            </a:extLst>
          </p:cNvPr>
          <p:cNvSpPr>
            <a:spLocks noGrp="1"/>
          </p:cNvSpPr>
          <p:nvPr/>
        </p:nvSpPr>
        <p:spPr>
          <a:xfrm>
            <a:off x="434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5_small_GT_pose1_rmsd3_2457">
            <a:extLst>
              <a:ext uri="{FF2B5EF4-FFF2-40B4-BE49-F238E27FC236}">
                <a16:creationId xmlns:a16="http://schemas.microsoft.com/office/drawing/2014/main" id="{EF4E39FD-B4A6-4DCA-999F-BC88573FDFE7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5_small_GT_pose1_rmsd3_2458">
            <a:extLst>
              <a:ext uri="{FF2B5EF4-FFF2-40B4-BE49-F238E27FC236}">
                <a16:creationId xmlns:a16="http://schemas.microsoft.com/office/drawing/2014/main" id="{6135DCEF-A747-4131-82E8-1D8F2E1DADAE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5_small_GT_pose1_rmsd3_2459">
            <a:extLst>
              <a:ext uri="{FF2B5EF4-FFF2-40B4-BE49-F238E27FC236}">
                <a16:creationId xmlns:a16="http://schemas.microsoft.com/office/drawing/2014/main" id="{BE9212D4-922B-4A62-93B8-936ECB59BC08}"/>
              </a:ext>
            </a:extLst>
          </p:cNvPr>
          <p:cNvSpPr>
            <a:spLocks noGrp="1"/>
          </p:cNvSpPr>
          <p:nvPr/>
        </p:nvSpPr>
        <p:spPr>
          <a:xfrm>
            <a:off x="434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5_small_GT_pose1_rmsd3_2460">
            <a:extLst>
              <a:ext uri="{FF2B5EF4-FFF2-40B4-BE49-F238E27FC236}">
                <a16:creationId xmlns:a16="http://schemas.microsoft.com/office/drawing/2014/main" id="{5FB0BE49-1CF4-4BD4-9258-F8CD07FA8630}"/>
              </a:ext>
            </a:extLst>
          </p:cNvPr>
          <p:cNvSpPr>
            <a:spLocks noGrp="1"/>
          </p:cNvSpPr>
          <p:nvPr/>
        </p:nvSpPr>
        <p:spPr>
          <a:xfrm>
            <a:off x="427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5_small_GT_pose1_rmsd3_2461">
            <a:extLst>
              <a:ext uri="{FF2B5EF4-FFF2-40B4-BE49-F238E27FC236}">
                <a16:creationId xmlns:a16="http://schemas.microsoft.com/office/drawing/2014/main" id="{870B569D-B620-4614-B7B1-3CB64608CDAD}"/>
              </a:ext>
            </a:extLst>
          </p:cNvPr>
          <p:cNvSpPr>
            <a:spLocks noGrp="1"/>
          </p:cNvSpPr>
          <p:nvPr/>
        </p:nvSpPr>
        <p:spPr>
          <a:xfrm>
            <a:off x="40710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5_small_GT_pose1_rmsd3_2462">
            <a:extLst>
              <a:ext uri="{FF2B5EF4-FFF2-40B4-BE49-F238E27FC236}">
                <a16:creationId xmlns:a16="http://schemas.microsoft.com/office/drawing/2014/main" id="{883A6811-C565-48DE-A65A-1957A4739FF4}"/>
              </a:ext>
            </a:extLst>
          </p:cNvPr>
          <p:cNvSpPr>
            <a:spLocks noGrp="1"/>
          </p:cNvSpPr>
          <p:nvPr/>
        </p:nvSpPr>
        <p:spPr>
          <a:xfrm>
            <a:off x="414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5_small_GT_pose1_rmsd3_2463">
            <a:extLst>
              <a:ext uri="{FF2B5EF4-FFF2-40B4-BE49-F238E27FC236}">
                <a16:creationId xmlns:a16="http://schemas.microsoft.com/office/drawing/2014/main" id="{BB422C4A-488A-4B1F-9CCD-5E51935CE1E1}"/>
              </a:ext>
            </a:extLst>
          </p:cNvPr>
          <p:cNvSpPr>
            <a:spLocks noGrp="1"/>
          </p:cNvSpPr>
          <p:nvPr/>
        </p:nvSpPr>
        <p:spPr>
          <a:xfrm>
            <a:off x="418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5_small_GT_pose1_rmsd3_2464">
            <a:extLst>
              <a:ext uri="{FF2B5EF4-FFF2-40B4-BE49-F238E27FC236}">
                <a16:creationId xmlns:a16="http://schemas.microsoft.com/office/drawing/2014/main" id="{F517A5C3-AB8B-4BDE-A030-0FB62D3A3970}"/>
              </a:ext>
            </a:extLst>
          </p:cNvPr>
          <p:cNvSpPr>
            <a:spLocks noGrp="1"/>
          </p:cNvSpPr>
          <p:nvPr/>
        </p:nvSpPr>
        <p:spPr>
          <a:xfrm>
            <a:off x="414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5_small_GT_pose1_rmsd3_2465">
            <a:extLst>
              <a:ext uri="{FF2B5EF4-FFF2-40B4-BE49-F238E27FC236}">
                <a16:creationId xmlns:a16="http://schemas.microsoft.com/office/drawing/2014/main" id="{6B3192EC-FD7C-420B-BDD2-B3B409D73ABA}"/>
              </a:ext>
            </a:extLst>
          </p:cNvPr>
          <p:cNvSpPr>
            <a:spLocks noGrp="1"/>
          </p:cNvSpPr>
          <p:nvPr/>
        </p:nvSpPr>
        <p:spPr>
          <a:xfrm>
            <a:off x="426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5_small_GT_pose1_rmsd3_2466">
            <a:extLst>
              <a:ext uri="{FF2B5EF4-FFF2-40B4-BE49-F238E27FC236}">
                <a16:creationId xmlns:a16="http://schemas.microsoft.com/office/drawing/2014/main" id="{E4C24513-9076-4ADA-8348-D61352E63A9B}"/>
              </a:ext>
            </a:extLst>
          </p:cNvPr>
          <p:cNvSpPr>
            <a:spLocks noGrp="1"/>
          </p:cNvSpPr>
          <p:nvPr/>
        </p:nvSpPr>
        <p:spPr>
          <a:xfrm>
            <a:off x="405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5_small_GT_pose1_rmsd3_2467">
            <a:extLst>
              <a:ext uri="{FF2B5EF4-FFF2-40B4-BE49-F238E27FC236}">
                <a16:creationId xmlns:a16="http://schemas.microsoft.com/office/drawing/2014/main" id="{43A7DDB9-88E8-48DB-A78C-4DE09B40C172}"/>
              </a:ext>
            </a:extLst>
          </p:cNvPr>
          <p:cNvSpPr>
            <a:spLocks noGrp="1"/>
          </p:cNvSpPr>
          <p:nvPr/>
        </p:nvSpPr>
        <p:spPr>
          <a:xfrm>
            <a:off x="414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5_small_GT_pose1_rmsd3_2468">
            <a:extLst>
              <a:ext uri="{FF2B5EF4-FFF2-40B4-BE49-F238E27FC236}">
                <a16:creationId xmlns:a16="http://schemas.microsoft.com/office/drawing/2014/main" id="{8278955C-F015-48AA-AC90-23B81EE20A98}"/>
              </a:ext>
            </a:extLst>
          </p:cNvPr>
          <p:cNvSpPr>
            <a:spLocks noGrp="1"/>
          </p:cNvSpPr>
          <p:nvPr/>
        </p:nvSpPr>
        <p:spPr>
          <a:xfrm>
            <a:off x="404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5_small_GT_pose1_rmsd3_2469">
            <a:extLst>
              <a:ext uri="{FF2B5EF4-FFF2-40B4-BE49-F238E27FC236}">
                <a16:creationId xmlns:a16="http://schemas.microsoft.com/office/drawing/2014/main" id="{6D846401-2629-436B-9716-E7BCE22FAB8C}"/>
              </a:ext>
            </a:extLst>
          </p:cNvPr>
          <p:cNvSpPr>
            <a:spLocks noGrp="1"/>
          </p:cNvSpPr>
          <p:nvPr/>
        </p:nvSpPr>
        <p:spPr>
          <a:xfrm>
            <a:off x="433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5_small_GT_pose1_rmsd3_2470">
            <a:extLst>
              <a:ext uri="{FF2B5EF4-FFF2-40B4-BE49-F238E27FC236}">
                <a16:creationId xmlns:a16="http://schemas.microsoft.com/office/drawing/2014/main" id="{2275198A-4511-4C71-BB5B-85E3EC6AF104}"/>
              </a:ext>
            </a:extLst>
          </p:cNvPr>
          <p:cNvSpPr>
            <a:spLocks noGrp="1"/>
          </p:cNvSpPr>
          <p:nvPr/>
        </p:nvSpPr>
        <p:spPr>
          <a:xfrm>
            <a:off x="409335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5_small_GT_pose1_rmsd3_2471">
            <a:extLst>
              <a:ext uri="{FF2B5EF4-FFF2-40B4-BE49-F238E27FC236}">
                <a16:creationId xmlns:a16="http://schemas.microsoft.com/office/drawing/2014/main" id="{1FF98904-A0AB-40B6-90F8-168F9D7E6850}"/>
              </a:ext>
            </a:extLst>
          </p:cNvPr>
          <p:cNvSpPr>
            <a:spLocks noGrp="1"/>
          </p:cNvSpPr>
          <p:nvPr/>
        </p:nvSpPr>
        <p:spPr>
          <a:xfrm>
            <a:off x="4081403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5_small_GT_pose1_rmsd3_2472">
            <a:extLst>
              <a:ext uri="{FF2B5EF4-FFF2-40B4-BE49-F238E27FC236}">
                <a16:creationId xmlns:a16="http://schemas.microsoft.com/office/drawing/2014/main" id="{D30F94FD-BE1A-487E-88A6-3ECCD2533388}"/>
              </a:ext>
            </a:extLst>
          </p:cNvPr>
          <p:cNvSpPr>
            <a:spLocks noGrp="1"/>
          </p:cNvSpPr>
          <p:nvPr/>
        </p:nvSpPr>
        <p:spPr>
          <a:xfrm>
            <a:off x="419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5_small_GT_pose1_rmsd3_2473">
            <a:extLst>
              <a:ext uri="{FF2B5EF4-FFF2-40B4-BE49-F238E27FC236}">
                <a16:creationId xmlns:a16="http://schemas.microsoft.com/office/drawing/2014/main" id="{668A09A4-D165-42E0-96A5-D8792B1162B3}"/>
              </a:ext>
            </a:extLst>
          </p:cNvPr>
          <p:cNvSpPr>
            <a:spLocks noGrp="1"/>
          </p:cNvSpPr>
          <p:nvPr/>
        </p:nvSpPr>
        <p:spPr>
          <a:xfrm>
            <a:off x="409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5_small_GT_pose1_rmsd3_2474">
            <a:extLst>
              <a:ext uri="{FF2B5EF4-FFF2-40B4-BE49-F238E27FC236}">
                <a16:creationId xmlns:a16="http://schemas.microsoft.com/office/drawing/2014/main" id="{6847620D-9C0F-4080-BE82-715477E0BDC4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5_small_GT_pose1_rmsd3_2475">
            <a:extLst>
              <a:ext uri="{FF2B5EF4-FFF2-40B4-BE49-F238E27FC236}">
                <a16:creationId xmlns:a16="http://schemas.microsoft.com/office/drawing/2014/main" id="{DC12F261-1706-4743-BA9C-F20100D32E22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5_small_GT_pose1_rmsd3_2476">
            <a:extLst>
              <a:ext uri="{FF2B5EF4-FFF2-40B4-BE49-F238E27FC236}">
                <a16:creationId xmlns:a16="http://schemas.microsoft.com/office/drawing/2014/main" id="{82573770-CC43-4EF8-9AF7-BFEA82A2FAB1}"/>
              </a:ext>
            </a:extLst>
          </p:cNvPr>
          <p:cNvSpPr>
            <a:spLocks noGrp="1"/>
          </p:cNvSpPr>
          <p:nvPr/>
        </p:nvSpPr>
        <p:spPr>
          <a:xfrm>
            <a:off x="415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5_small_GT_pose1_rmsd3_2477">
            <a:extLst>
              <a:ext uri="{FF2B5EF4-FFF2-40B4-BE49-F238E27FC236}">
                <a16:creationId xmlns:a16="http://schemas.microsoft.com/office/drawing/2014/main" id="{57BEA2C0-531B-490A-9A02-BEBF8EA8FBB4}"/>
              </a:ext>
            </a:extLst>
          </p:cNvPr>
          <p:cNvSpPr>
            <a:spLocks noGrp="1"/>
          </p:cNvSpPr>
          <p:nvPr/>
        </p:nvSpPr>
        <p:spPr>
          <a:xfrm>
            <a:off x="402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5_small_GT_pose1_rmsd3_2478">
            <a:extLst>
              <a:ext uri="{FF2B5EF4-FFF2-40B4-BE49-F238E27FC236}">
                <a16:creationId xmlns:a16="http://schemas.microsoft.com/office/drawing/2014/main" id="{BC8F0190-6564-4B43-816B-8E0C06E5C5E1}"/>
              </a:ext>
            </a:extLst>
          </p:cNvPr>
          <p:cNvSpPr>
            <a:spLocks noGrp="1"/>
          </p:cNvSpPr>
          <p:nvPr/>
        </p:nvSpPr>
        <p:spPr>
          <a:xfrm>
            <a:off x="426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5_small_GT_pose1_rmsd3_2479">
            <a:extLst>
              <a:ext uri="{FF2B5EF4-FFF2-40B4-BE49-F238E27FC236}">
                <a16:creationId xmlns:a16="http://schemas.microsoft.com/office/drawing/2014/main" id="{66F34705-DA2C-4E7D-85A3-BBEF722E0912}"/>
              </a:ext>
            </a:extLst>
          </p:cNvPr>
          <p:cNvSpPr>
            <a:spLocks noGrp="1"/>
          </p:cNvSpPr>
          <p:nvPr/>
        </p:nvSpPr>
        <p:spPr>
          <a:xfrm>
            <a:off x="413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5_small_GT_pose1_rmsd3_2480">
            <a:extLst>
              <a:ext uri="{FF2B5EF4-FFF2-40B4-BE49-F238E27FC236}">
                <a16:creationId xmlns:a16="http://schemas.microsoft.com/office/drawing/2014/main" id="{3B0288AF-6B68-4304-9735-4B87F385985F}"/>
              </a:ext>
            </a:extLst>
          </p:cNvPr>
          <p:cNvSpPr>
            <a:spLocks noGrp="1"/>
          </p:cNvSpPr>
          <p:nvPr/>
        </p:nvSpPr>
        <p:spPr>
          <a:xfrm>
            <a:off x="432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5_small_GT_pose1_rmsd3_2481">
            <a:extLst>
              <a:ext uri="{FF2B5EF4-FFF2-40B4-BE49-F238E27FC236}">
                <a16:creationId xmlns:a16="http://schemas.microsoft.com/office/drawing/2014/main" id="{3438B4D5-776D-4ECF-AA47-2E7EABCFDB9D}"/>
              </a:ext>
            </a:extLst>
          </p:cNvPr>
          <p:cNvSpPr>
            <a:spLocks noGrp="1"/>
          </p:cNvSpPr>
          <p:nvPr/>
        </p:nvSpPr>
        <p:spPr>
          <a:xfrm>
            <a:off x="412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5_small_GT_pose1_rmsd3_2482">
            <a:extLst>
              <a:ext uri="{FF2B5EF4-FFF2-40B4-BE49-F238E27FC236}">
                <a16:creationId xmlns:a16="http://schemas.microsoft.com/office/drawing/2014/main" id="{D9CEF050-BB71-4B52-9BD5-0F939BA8064D}"/>
              </a:ext>
            </a:extLst>
          </p:cNvPr>
          <p:cNvSpPr>
            <a:spLocks noGrp="1"/>
          </p:cNvSpPr>
          <p:nvPr/>
        </p:nvSpPr>
        <p:spPr>
          <a:xfrm>
            <a:off x="425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5_small_GT_pose1_rmsd3_2483">
            <a:extLst>
              <a:ext uri="{FF2B5EF4-FFF2-40B4-BE49-F238E27FC236}">
                <a16:creationId xmlns:a16="http://schemas.microsoft.com/office/drawing/2014/main" id="{84C0EB2F-7768-4454-BFC9-3EFB63E8E88C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5_small_GT_pose1_rmsd3_2484">
            <a:extLst>
              <a:ext uri="{FF2B5EF4-FFF2-40B4-BE49-F238E27FC236}">
                <a16:creationId xmlns:a16="http://schemas.microsoft.com/office/drawing/2014/main" id="{B284C743-9AA7-48B3-94E4-B21C69AA9215}"/>
              </a:ext>
            </a:extLst>
          </p:cNvPr>
          <p:cNvSpPr>
            <a:spLocks noGrp="1"/>
          </p:cNvSpPr>
          <p:nvPr/>
        </p:nvSpPr>
        <p:spPr>
          <a:xfrm>
            <a:off x="413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5_small_GT_pose1_rmsd3_2485">
            <a:extLst>
              <a:ext uri="{FF2B5EF4-FFF2-40B4-BE49-F238E27FC236}">
                <a16:creationId xmlns:a16="http://schemas.microsoft.com/office/drawing/2014/main" id="{6763D823-A1BE-41F2-9B40-4A92F509C536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5_small_GT_pose1_rmsd3_2486">
            <a:extLst>
              <a:ext uri="{FF2B5EF4-FFF2-40B4-BE49-F238E27FC236}">
                <a16:creationId xmlns:a16="http://schemas.microsoft.com/office/drawing/2014/main" id="{299047B8-976C-4067-81A1-64FC3D5806F4}"/>
              </a:ext>
            </a:extLst>
          </p:cNvPr>
          <p:cNvSpPr>
            <a:spLocks noGrp="1"/>
          </p:cNvSpPr>
          <p:nvPr/>
        </p:nvSpPr>
        <p:spPr>
          <a:xfrm>
            <a:off x="404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5_small_GT_pose1_rmsd3_2487">
            <a:extLst>
              <a:ext uri="{FF2B5EF4-FFF2-40B4-BE49-F238E27FC236}">
                <a16:creationId xmlns:a16="http://schemas.microsoft.com/office/drawing/2014/main" id="{3CC7529D-83B3-4F8A-85C6-C41EDB3D8753}"/>
              </a:ext>
            </a:extLst>
          </p:cNvPr>
          <p:cNvSpPr>
            <a:spLocks noGrp="1"/>
          </p:cNvSpPr>
          <p:nvPr/>
        </p:nvSpPr>
        <p:spPr>
          <a:xfrm>
            <a:off x="403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5_small_GT_pose1_rmsd3_2488">
            <a:extLst>
              <a:ext uri="{FF2B5EF4-FFF2-40B4-BE49-F238E27FC236}">
                <a16:creationId xmlns:a16="http://schemas.microsoft.com/office/drawing/2014/main" id="{AB49D201-009C-47B3-AFCA-6EA2CB25702B}"/>
              </a:ext>
            </a:extLst>
          </p:cNvPr>
          <p:cNvSpPr>
            <a:spLocks noGrp="1"/>
          </p:cNvSpPr>
          <p:nvPr/>
        </p:nvSpPr>
        <p:spPr>
          <a:xfrm>
            <a:off x="431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5_small_GT_pose1_rmsd3_2489">
            <a:extLst>
              <a:ext uri="{FF2B5EF4-FFF2-40B4-BE49-F238E27FC236}">
                <a16:creationId xmlns:a16="http://schemas.microsoft.com/office/drawing/2014/main" id="{694339FC-791C-4849-85D8-7092799258F1}"/>
              </a:ext>
            </a:extLst>
          </p:cNvPr>
          <p:cNvSpPr>
            <a:spLocks noGrp="1"/>
          </p:cNvSpPr>
          <p:nvPr/>
        </p:nvSpPr>
        <p:spPr>
          <a:xfrm>
            <a:off x="403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5_small_GT_pose1_rmsd3_2490">
            <a:extLst>
              <a:ext uri="{FF2B5EF4-FFF2-40B4-BE49-F238E27FC236}">
                <a16:creationId xmlns:a16="http://schemas.microsoft.com/office/drawing/2014/main" id="{103A3370-F648-4231-8F33-B33F13BD2263}"/>
              </a:ext>
            </a:extLst>
          </p:cNvPr>
          <p:cNvSpPr>
            <a:spLocks noGrp="1"/>
          </p:cNvSpPr>
          <p:nvPr/>
        </p:nvSpPr>
        <p:spPr>
          <a:xfrm>
            <a:off x="413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5_small_GT_pose1_rmsd3_2491">
            <a:extLst>
              <a:ext uri="{FF2B5EF4-FFF2-40B4-BE49-F238E27FC236}">
                <a16:creationId xmlns:a16="http://schemas.microsoft.com/office/drawing/2014/main" id="{2536B829-D138-4CE1-B4F3-D8677AE168A6}"/>
              </a:ext>
            </a:extLst>
          </p:cNvPr>
          <p:cNvSpPr>
            <a:spLocks noGrp="1"/>
          </p:cNvSpPr>
          <p:nvPr/>
        </p:nvSpPr>
        <p:spPr>
          <a:xfrm>
            <a:off x="417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5_small_GT_pose1_rmsd3_2492">
            <a:extLst>
              <a:ext uri="{FF2B5EF4-FFF2-40B4-BE49-F238E27FC236}">
                <a16:creationId xmlns:a16="http://schemas.microsoft.com/office/drawing/2014/main" id="{FD9BB0C0-0FA2-465C-9A15-1BCDEE46D54F}"/>
              </a:ext>
            </a:extLst>
          </p:cNvPr>
          <p:cNvSpPr>
            <a:spLocks noGrp="1"/>
          </p:cNvSpPr>
          <p:nvPr/>
        </p:nvSpPr>
        <p:spPr>
          <a:xfrm>
            <a:off x="406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5_small_GT_pose1_rmsd3_2493">
            <a:extLst>
              <a:ext uri="{FF2B5EF4-FFF2-40B4-BE49-F238E27FC236}">
                <a16:creationId xmlns:a16="http://schemas.microsoft.com/office/drawing/2014/main" id="{7C7AB336-E97F-4D9C-B8BE-7238FF967536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5_small_GT_pose1_rmsd3_2494">
            <a:extLst>
              <a:ext uri="{FF2B5EF4-FFF2-40B4-BE49-F238E27FC236}">
                <a16:creationId xmlns:a16="http://schemas.microsoft.com/office/drawing/2014/main" id="{1305B6DB-E810-4200-9FCF-825ABDB9AE1E}"/>
              </a:ext>
            </a:extLst>
          </p:cNvPr>
          <p:cNvSpPr>
            <a:spLocks noGrp="1"/>
          </p:cNvSpPr>
          <p:nvPr/>
        </p:nvSpPr>
        <p:spPr>
          <a:xfrm>
            <a:off x="411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5_small_GT_pose1_rmsd3_2495">
            <a:extLst>
              <a:ext uri="{FF2B5EF4-FFF2-40B4-BE49-F238E27FC236}">
                <a16:creationId xmlns:a16="http://schemas.microsoft.com/office/drawing/2014/main" id="{FBE0705D-241A-46FF-848E-36D812EAE0D8}"/>
              </a:ext>
            </a:extLst>
          </p:cNvPr>
          <p:cNvSpPr>
            <a:spLocks noGrp="1"/>
          </p:cNvSpPr>
          <p:nvPr/>
        </p:nvSpPr>
        <p:spPr>
          <a:xfrm>
            <a:off x="432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5_small_GT_pose1_rmsd3_2496">
            <a:extLst>
              <a:ext uri="{FF2B5EF4-FFF2-40B4-BE49-F238E27FC236}">
                <a16:creationId xmlns:a16="http://schemas.microsoft.com/office/drawing/2014/main" id="{31F30673-ADD4-468B-8CF0-59094ED73ABC}"/>
              </a:ext>
            </a:extLst>
          </p:cNvPr>
          <p:cNvSpPr>
            <a:spLocks noGrp="1"/>
          </p:cNvSpPr>
          <p:nvPr/>
        </p:nvSpPr>
        <p:spPr>
          <a:xfrm>
            <a:off x="421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5_small_GT_pose1_rmsd3_2497">
            <a:extLst>
              <a:ext uri="{FF2B5EF4-FFF2-40B4-BE49-F238E27FC236}">
                <a16:creationId xmlns:a16="http://schemas.microsoft.com/office/drawing/2014/main" id="{A7434B0E-AB61-49CB-BD3B-D321F3461110}"/>
              </a:ext>
            </a:extLst>
          </p:cNvPr>
          <p:cNvSpPr>
            <a:spLocks noGrp="1"/>
          </p:cNvSpPr>
          <p:nvPr/>
        </p:nvSpPr>
        <p:spPr>
          <a:xfrm>
            <a:off x="420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5_small_GT_pose1_rmsd3_2498">
            <a:extLst>
              <a:ext uri="{FF2B5EF4-FFF2-40B4-BE49-F238E27FC236}">
                <a16:creationId xmlns:a16="http://schemas.microsoft.com/office/drawing/2014/main" id="{529B7180-E4C2-43E0-9643-4043E9C6FD6C}"/>
              </a:ext>
            </a:extLst>
          </p:cNvPr>
          <p:cNvSpPr>
            <a:spLocks noGrp="1"/>
          </p:cNvSpPr>
          <p:nvPr/>
        </p:nvSpPr>
        <p:spPr>
          <a:xfrm>
            <a:off x="429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5_small_GT_pose1_rmsd3_2499">
            <a:extLst>
              <a:ext uri="{FF2B5EF4-FFF2-40B4-BE49-F238E27FC236}">
                <a16:creationId xmlns:a16="http://schemas.microsoft.com/office/drawing/2014/main" id="{7D0366B6-F268-4746-A998-F6886DB2F709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5_small_GT_pose1_rmsd3_2500">
            <a:extLst>
              <a:ext uri="{FF2B5EF4-FFF2-40B4-BE49-F238E27FC236}">
                <a16:creationId xmlns:a16="http://schemas.microsoft.com/office/drawing/2014/main" id="{3DF746BF-FB3E-4A6D-81ED-7AD554DDD1F8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5_small_GT_pose1_rmsd3_2501">
            <a:extLst>
              <a:ext uri="{FF2B5EF4-FFF2-40B4-BE49-F238E27FC236}">
                <a16:creationId xmlns:a16="http://schemas.microsoft.com/office/drawing/2014/main" id="{C99B3C3D-69C3-4544-A992-9007C8A1E817}"/>
              </a:ext>
            </a:extLst>
          </p:cNvPr>
          <p:cNvSpPr>
            <a:spLocks noGrp="1"/>
          </p:cNvSpPr>
          <p:nvPr/>
        </p:nvSpPr>
        <p:spPr>
          <a:xfrm>
            <a:off x="425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5_small_GT_pose1_rmsd3_2502">
            <a:extLst>
              <a:ext uri="{FF2B5EF4-FFF2-40B4-BE49-F238E27FC236}">
                <a16:creationId xmlns:a16="http://schemas.microsoft.com/office/drawing/2014/main" id="{5FB6E198-6FE9-4664-8C32-F98B955F170B}"/>
              </a:ext>
            </a:extLst>
          </p:cNvPr>
          <p:cNvSpPr>
            <a:spLocks noGrp="1"/>
          </p:cNvSpPr>
          <p:nvPr/>
        </p:nvSpPr>
        <p:spPr>
          <a:xfrm>
            <a:off x="410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5_small_GT_pose1_rmsd3_2503">
            <a:extLst>
              <a:ext uri="{FF2B5EF4-FFF2-40B4-BE49-F238E27FC236}">
                <a16:creationId xmlns:a16="http://schemas.microsoft.com/office/drawing/2014/main" id="{D2BE3C4E-96D7-49B8-AD71-E16242DB4FB8}"/>
              </a:ext>
            </a:extLst>
          </p:cNvPr>
          <p:cNvSpPr>
            <a:spLocks noGrp="1"/>
          </p:cNvSpPr>
          <p:nvPr/>
        </p:nvSpPr>
        <p:spPr>
          <a:xfrm>
            <a:off x="401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5_small_GT_pose1_rmsd3_2504">
            <a:extLst>
              <a:ext uri="{FF2B5EF4-FFF2-40B4-BE49-F238E27FC236}">
                <a16:creationId xmlns:a16="http://schemas.microsoft.com/office/drawing/2014/main" id="{02C82538-FEAE-45DA-A99E-61335E04DB16}"/>
              </a:ext>
            </a:extLst>
          </p:cNvPr>
          <p:cNvSpPr>
            <a:spLocks noGrp="1"/>
          </p:cNvSpPr>
          <p:nvPr/>
        </p:nvSpPr>
        <p:spPr>
          <a:xfrm>
            <a:off x="430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5_small_GT_pose1_rmsd3_2505">
            <a:extLst>
              <a:ext uri="{FF2B5EF4-FFF2-40B4-BE49-F238E27FC236}">
                <a16:creationId xmlns:a16="http://schemas.microsoft.com/office/drawing/2014/main" id="{C8584299-5A1E-4BF2-AB6E-6F95946A7DE9}"/>
              </a:ext>
            </a:extLst>
          </p:cNvPr>
          <p:cNvSpPr>
            <a:spLocks noGrp="1"/>
          </p:cNvSpPr>
          <p:nvPr/>
        </p:nvSpPr>
        <p:spPr>
          <a:xfrm>
            <a:off x="433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5_small_GT_pose1_rmsd3_2506">
            <a:extLst>
              <a:ext uri="{FF2B5EF4-FFF2-40B4-BE49-F238E27FC236}">
                <a16:creationId xmlns:a16="http://schemas.microsoft.com/office/drawing/2014/main" id="{2B6A4948-15AC-47CE-A246-0A36EDAF333B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5_small_GT_pose1_rmsd3_2507">
            <a:extLst>
              <a:ext uri="{FF2B5EF4-FFF2-40B4-BE49-F238E27FC236}">
                <a16:creationId xmlns:a16="http://schemas.microsoft.com/office/drawing/2014/main" id="{529533AA-6124-4250-9837-23A6DD358DA5}"/>
              </a:ext>
            </a:extLst>
          </p:cNvPr>
          <p:cNvSpPr>
            <a:spLocks noGrp="1"/>
          </p:cNvSpPr>
          <p:nvPr/>
        </p:nvSpPr>
        <p:spPr>
          <a:xfrm>
            <a:off x="429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5_small_GT_pose1_rmsd3_2508">
            <a:extLst>
              <a:ext uri="{FF2B5EF4-FFF2-40B4-BE49-F238E27FC236}">
                <a16:creationId xmlns:a16="http://schemas.microsoft.com/office/drawing/2014/main" id="{9C507B90-5F7E-4BCF-8FE2-6819F1327658}"/>
              </a:ext>
            </a:extLst>
          </p:cNvPr>
          <p:cNvSpPr>
            <a:spLocks noGrp="1"/>
          </p:cNvSpPr>
          <p:nvPr/>
        </p:nvSpPr>
        <p:spPr>
          <a:xfrm>
            <a:off x="427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5_small_GT_pose1_rmsd3_2509">
            <a:extLst>
              <a:ext uri="{FF2B5EF4-FFF2-40B4-BE49-F238E27FC236}">
                <a16:creationId xmlns:a16="http://schemas.microsoft.com/office/drawing/2014/main" id="{26E7DA86-F1C8-40C3-A697-3DD8326B3C14}"/>
              </a:ext>
            </a:extLst>
          </p:cNvPr>
          <p:cNvSpPr>
            <a:spLocks noGrp="1"/>
          </p:cNvSpPr>
          <p:nvPr/>
        </p:nvSpPr>
        <p:spPr>
          <a:xfrm>
            <a:off x="407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5_small_GT_pose1_rmsd3_2510">
            <a:extLst>
              <a:ext uri="{FF2B5EF4-FFF2-40B4-BE49-F238E27FC236}">
                <a16:creationId xmlns:a16="http://schemas.microsoft.com/office/drawing/2014/main" id="{AA022BF9-A366-4B6A-A096-FC01AA6869C9}"/>
              </a:ext>
            </a:extLst>
          </p:cNvPr>
          <p:cNvSpPr>
            <a:spLocks noGrp="1"/>
          </p:cNvSpPr>
          <p:nvPr/>
        </p:nvSpPr>
        <p:spPr>
          <a:xfrm>
            <a:off x="420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5_small_GT_pose1_rmsd3_2511">
            <a:extLst>
              <a:ext uri="{FF2B5EF4-FFF2-40B4-BE49-F238E27FC236}">
                <a16:creationId xmlns:a16="http://schemas.microsoft.com/office/drawing/2014/main" id="{3EFE34DA-5F0E-4E81-BEBF-00D62055AA8C}"/>
              </a:ext>
            </a:extLst>
          </p:cNvPr>
          <p:cNvSpPr>
            <a:spLocks noGrp="1"/>
          </p:cNvSpPr>
          <p:nvPr/>
        </p:nvSpPr>
        <p:spPr>
          <a:xfrm>
            <a:off x="421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5_small_GT_pose1_rmsd3_2512">
            <a:extLst>
              <a:ext uri="{FF2B5EF4-FFF2-40B4-BE49-F238E27FC236}">
                <a16:creationId xmlns:a16="http://schemas.microsoft.com/office/drawing/2014/main" id="{4A330318-15CB-42B1-9A14-38D273851480}"/>
              </a:ext>
            </a:extLst>
          </p:cNvPr>
          <p:cNvSpPr>
            <a:spLocks noGrp="1"/>
          </p:cNvSpPr>
          <p:nvPr/>
        </p:nvSpPr>
        <p:spPr>
          <a:xfrm>
            <a:off x="429901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5_small_GT_pose1_rmsd3_2513">
            <a:extLst>
              <a:ext uri="{FF2B5EF4-FFF2-40B4-BE49-F238E27FC236}">
                <a16:creationId xmlns:a16="http://schemas.microsoft.com/office/drawing/2014/main" id="{14BB0AB3-19CD-475E-82F6-BDC2C117E434}"/>
              </a:ext>
            </a:extLst>
          </p:cNvPr>
          <p:cNvSpPr>
            <a:spLocks noGrp="1"/>
          </p:cNvSpPr>
          <p:nvPr/>
        </p:nvSpPr>
        <p:spPr>
          <a:xfrm>
            <a:off x="432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5_small_GT_pose1_rmsd3_2514">
            <a:extLst>
              <a:ext uri="{FF2B5EF4-FFF2-40B4-BE49-F238E27FC236}">
                <a16:creationId xmlns:a16="http://schemas.microsoft.com/office/drawing/2014/main" id="{C601C167-C58D-47EC-A5E2-7DAA3914B0CA}"/>
              </a:ext>
            </a:extLst>
          </p:cNvPr>
          <p:cNvSpPr>
            <a:spLocks noGrp="1"/>
          </p:cNvSpPr>
          <p:nvPr/>
        </p:nvSpPr>
        <p:spPr>
          <a:xfrm>
            <a:off x="431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5_small_GT_pose1_rmsd3_2515">
            <a:extLst>
              <a:ext uri="{FF2B5EF4-FFF2-40B4-BE49-F238E27FC236}">
                <a16:creationId xmlns:a16="http://schemas.microsoft.com/office/drawing/2014/main" id="{64770E97-D3F3-43E5-BEF8-403A07FDED96}"/>
              </a:ext>
            </a:extLst>
          </p:cNvPr>
          <p:cNvSpPr>
            <a:spLocks noGrp="1"/>
          </p:cNvSpPr>
          <p:nvPr/>
        </p:nvSpPr>
        <p:spPr>
          <a:xfrm>
            <a:off x="417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5_small_GT_pose1_rmsd3_2516">
            <a:extLst>
              <a:ext uri="{FF2B5EF4-FFF2-40B4-BE49-F238E27FC236}">
                <a16:creationId xmlns:a16="http://schemas.microsoft.com/office/drawing/2014/main" id="{2A407B23-18C4-4CDF-9627-67EC076EA164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5_small_GT_pose1_rmsd3_2517">
            <a:extLst>
              <a:ext uri="{FF2B5EF4-FFF2-40B4-BE49-F238E27FC236}">
                <a16:creationId xmlns:a16="http://schemas.microsoft.com/office/drawing/2014/main" id="{759E0A61-9960-43BA-A1C5-D39007311002}"/>
              </a:ext>
            </a:extLst>
          </p:cNvPr>
          <p:cNvSpPr>
            <a:spLocks noGrp="1"/>
          </p:cNvSpPr>
          <p:nvPr/>
        </p:nvSpPr>
        <p:spPr>
          <a:xfrm>
            <a:off x="423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5_small_GT_pose1_rmsd3_2518">
            <a:extLst>
              <a:ext uri="{FF2B5EF4-FFF2-40B4-BE49-F238E27FC236}">
                <a16:creationId xmlns:a16="http://schemas.microsoft.com/office/drawing/2014/main" id="{0489BE41-2286-4B72-B731-4C3746E4A52E}"/>
              </a:ext>
            </a:extLst>
          </p:cNvPr>
          <p:cNvSpPr>
            <a:spLocks noGrp="1"/>
          </p:cNvSpPr>
          <p:nvPr/>
        </p:nvSpPr>
        <p:spPr>
          <a:xfrm>
            <a:off x="4100488" y="332803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5_small_GT_pose1_rmsd3_2519">
            <a:extLst>
              <a:ext uri="{FF2B5EF4-FFF2-40B4-BE49-F238E27FC236}">
                <a16:creationId xmlns:a16="http://schemas.microsoft.com/office/drawing/2014/main" id="{170C3CFC-F9D6-44E6-9BE9-E38AD6AAA754}"/>
              </a:ext>
            </a:extLst>
          </p:cNvPr>
          <p:cNvSpPr>
            <a:spLocks noGrp="1"/>
          </p:cNvSpPr>
          <p:nvPr/>
        </p:nvSpPr>
        <p:spPr>
          <a:xfrm>
            <a:off x="406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5_small_GT_pose1_rmsd3_2520">
            <a:extLst>
              <a:ext uri="{FF2B5EF4-FFF2-40B4-BE49-F238E27FC236}">
                <a16:creationId xmlns:a16="http://schemas.microsoft.com/office/drawing/2014/main" id="{9F9B6B90-4FC5-46D1-8E39-EAFAC1098774}"/>
              </a:ext>
            </a:extLst>
          </p:cNvPr>
          <p:cNvSpPr>
            <a:spLocks noGrp="1"/>
          </p:cNvSpPr>
          <p:nvPr/>
        </p:nvSpPr>
        <p:spPr>
          <a:xfrm>
            <a:off x="419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5_small_GT_pose1_rmsd3_2521">
            <a:extLst>
              <a:ext uri="{FF2B5EF4-FFF2-40B4-BE49-F238E27FC236}">
                <a16:creationId xmlns:a16="http://schemas.microsoft.com/office/drawing/2014/main" id="{2C4AC07E-01E7-4691-B27B-93A375CCC556}"/>
              </a:ext>
            </a:extLst>
          </p:cNvPr>
          <p:cNvSpPr>
            <a:spLocks noGrp="1"/>
          </p:cNvSpPr>
          <p:nvPr/>
        </p:nvSpPr>
        <p:spPr>
          <a:xfrm>
            <a:off x="424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5_small_GT_pose1_rmsd3_2522">
            <a:extLst>
              <a:ext uri="{FF2B5EF4-FFF2-40B4-BE49-F238E27FC236}">
                <a16:creationId xmlns:a16="http://schemas.microsoft.com/office/drawing/2014/main" id="{FE190CD8-A661-4059-8395-ED5252580E6B}"/>
              </a:ext>
            </a:extLst>
          </p:cNvPr>
          <p:cNvSpPr>
            <a:spLocks noGrp="1"/>
          </p:cNvSpPr>
          <p:nvPr/>
        </p:nvSpPr>
        <p:spPr>
          <a:xfrm>
            <a:off x="427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5_small_GT_pose1_rmsd3_2523">
            <a:extLst>
              <a:ext uri="{FF2B5EF4-FFF2-40B4-BE49-F238E27FC236}">
                <a16:creationId xmlns:a16="http://schemas.microsoft.com/office/drawing/2014/main" id="{E546715D-2B7D-4106-8385-792AA9C62AA2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5_small_GT_pose1_rmsd3_2524">
            <a:extLst>
              <a:ext uri="{FF2B5EF4-FFF2-40B4-BE49-F238E27FC236}">
                <a16:creationId xmlns:a16="http://schemas.microsoft.com/office/drawing/2014/main" id="{E70710A9-0A4C-4A1C-8D13-E1BD3269B072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5_small_GT_pose1_rmsd3_2525">
            <a:extLst>
              <a:ext uri="{FF2B5EF4-FFF2-40B4-BE49-F238E27FC236}">
                <a16:creationId xmlns:a16="http://schemas.microsoft.com/office/drawing/2014/main" id="{8BC26D32-CA46-40C2-9E90-BA8C1E7ADFC8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5_small_GT_pose1_rmsd3_2526">
            <a:extLst>
              <a:ext uri="{FF2B5EF4-FFF2-40B4-BE49-F238E27FC236}">
                <a16:creationId xmlns:a16="http://schemas.microsoft.com/office/drawing/2014/main" id="{DFC153D8-866A-45F5-9BB6-8DA6C1CC8DD8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5_small_GT_pose1_rmsd3_2527">
            <a:extLst>
              <a:ext uri="{FF2B5EF4-FFF2-40B4-BE49-F238E27FC236}">
                <a16:creationId xmlns:a16="http://schemas.microsoft.com/office/drawing/2014/main" id="{31F93ADD-3525-4D17-9611-745D30E07CA6}"/>
              </a:ext>
            </a:extLst>
          </p:cNvPr>
          <p:cNvSpPr>
            <a:spLocks noGrp="1"/>
          </p:cNvSpPr>
          <p:nvPr/>
        </p:nvSpPr>
        <p:spPr>
          <a:xfrm>
            <a:off x="434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5_small_GT_pose1_rmsd3_2528">
            <a:extLst>
              <a:ext uri="{FF2B5EF4-FFF2-40B4-BE49-F238E27FC236}">
                <a16:creationId xmlns:a16="http://schemas.microsoft.com/office/drawing/2014/main" id="{DB272863-246F-4EEB-9CC4-D721AD1725B5}"/>
              </a:ext>
            </a:extLst>
          </p:cNvPr>
          <p:cNvSpPr>
            <a:spLocks noGrp="1"/>
          </p:cNvSpPr>
          <p:nvPr/>
        </p:nvSpPr>
        <p:spPr>
          <a:xfrm>
            <a:off x="434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5_small_GT_pose1_rmsd3_2529">
            <a:extLst>
              <a:ext uri="{FF2B5EF4-FFF2-40B4-BE49-F238E27FC236}">
                <a16:creationId xmlns:a16="http://schemas.microsoft.com/office/drawing/2014/main" id="{45C82CB7-4974-4515-B752-16B8072A246F}"/>
              </a:ext>
            </a:extLst>
          </p:cNvPr>
          <p:cNvSpPr>
            <a:spLocks noGrp="1"/>
          </p:cNvSpPr>
          <p:nvPr/>
        </p:nvSpPr>
        <p:spPr>
          <a:xfrm>
            <a:off x="416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5_small_GT_pose1_rmsd3_2530">
            <a:extLst>
              <a:ext uri="{FF2B5EF4-FFF2-40B4-BE49-F238E27FC236}">
                <a16:creationId xmlns:a16="http://schemas.microsoft.com/office/drawing/2014/main" id="{D40EDFD6-7D9E-45D7-9932-AF901F4ADCCF}"/>
              </a:ext>
            </a:extLst>
          </p:cNvPr>
          <p:cNvSpPr>
            <a:spLocks noGrp="1"/>
          </p:cNvSpPr>
          <p:nvPr/>
        </p:nvSpPr>
        <p:spPr>
          <a:xfrm>
            <a:off x="419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5_small_GT_pose1_rmsd3_2531">
            <a:extLst>
              <a:ext uri="{FF2B5EF4-FFF2-40B4-BE49-F238E27FC236}">
                <a16:creationId xmlns:a16="http://schemas.microsoft.com/office/drawing/2014/main" id="{AB79BE3E-E2A2-4F52-BE2D-695C97EC1AEA}"/>
              </a:ext>
            </a:extLst>
          </p:cNvPr>
          <p:cNvSpPr>
            <a:spLocks noGrp="1"/>
          </p:cNvSpPr>
          <p:nvPr/>
        </p:nvSpPr>
        <p:spPr>
          <a:xfrm>
            <a:off x="410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5_small_GT_pose1_rmsd3_2532">
            <a:extLst>
              <a:ext uri="{FF2B5EF4-FFF2-40B4-BE49-F238E27FC236}">
                <a16:creationId xmlns:a16="http://schemas.microsoft.com/office/drawing/2014/main" id="{04BEC9F0-2CD8-4420-A805-A075F2CA8670}"/>
              </a:ext>
            </a:extLst>
          </p:cNvPr>
          <p:cNvSpPr>
            <a:spLocks noGrp="1"/>
          </p:cNvSpPr>
          <p:nvPr/>
        </p:nvSpPr>
        <p:spPr>
          <a:xfrm>
            <a:off x="58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5_small_GT_pose1_rmsd3_2533">
            <a:extLst>
              <a:ext uri="{FF2B5EF4-FFF2-40B4-BE49-F238E27FC236}">
                <a16:creationId xmlns:a16="http://schemas.microsoft.com/office/drawing/2014/main" id="{8B83BD36-2D42-4409-8D23-9EBFB31B6D57}"/>
              </a:ext>
            </a:extLst>
          </p:cNvPr>
          <p:cNvSpPr>
            <a:spLocks noGrp="1"/>
          </p:cNvSpPr>
          <p:nvPr/>
        </p:nvSpPr>
        <p:spPr>
          <a:xfrm>
            <a:off x="60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5_small_GT_pose1_rmsd3_2534">
            <a:extLst>
              <a:ext uri="{FF2B5EF4-FFF2-40B4-BE49-F238E27FC236}">
                <a16:creationId xmlns:a16="http://schemas.microsoft.com/office/drawing/2014/main" id="{9AE1030D-57D2-4C7D-9E2F-EC637B0680F5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5_small_GT_pose1_rmsd3_2535">
            <a:extLst>
              <a:ext uri="{FF2B5EF4-FFF2-40B4-BE49-F238E27FC236}">
                <a16:creationId xmlns:a16="http://schemas.microsoft.com/office/drawing/2014/main" id="{E6165C8D-C442-42AA-9E26-D6D781325459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5_small_GT_pose1_rmsd3_2536">
            <a:extLst>
              <a:ext uri="{FF2B5EF4-FFF2-40B4-BE49-F238E27FC236}">
                <a16:creationId xmlns:a16="http://schemas.microsoft.com/office/drawing/2014/main" id="{AB94F5DD-6F1A-4220-A761-23A3F07DA854}"/>
              </a:ext>
            </a:extLst>
          </p:cNvPr>
          <p:cNvSpPr>
            <a:spLocks noGrp="1"/>
          </p:cNvSpPr>
          <p:nvPr/>
        </p:nvSpPr>
        <p:spPr>
          <a:xfrm>
            <a:off x="60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5_small_GT_pose1_rmsd3_2537">
            <a:extLst>
              <a:ext uri="{FF2B5EF4-FFF2-40B4-BE49-F238E27FC236}">
                <a16:creationId xmlns:a16="http://schemas.microsoft.com/office/drawing/2014/main" id="{5DB9105F-5430-4C01-A0CF-3C31187B5F2C}"/>
              </a:ext>
            </a:extLst>
          </p:cNvPr>
          <p:cNvSpPr>
            <a:spLocks noGrp="1"/>
          </p:cNvSpPr>
          <p:nvPr/>
        </p:nvSpPr>
        <p:spPr>
          <a:xfrm>
            <a:off x="60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5_small_GT_pose1_rmsd3_2538">
            <a:extLst>
              <a:ext uri="{FF2B5EF4-FFF2-40B4-BE49-F238E27FC236}">
                <a16:creationId xmlns:a16="http://schemas.microsoft.com/office/drawing/2014/main" id="{16EB98CF-D443-4F59-A90F-0100234AAE1F}"/>
              </a:ext>
            </a:extLst>
          </p:cNvPr>
          <p:cNvSpPr>
            <a:spLocks noGrp="1"/>
          </p:cNvSpPr>
          <p:nvPr/>
        </p:nvSpPr>
        <p:spPr>
          <a:xfrm>
            <a:off x="58210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5_small_GT_pose1_rmsd3_2539">
            <a:extLst>
              <a:ext uri="{FF2B5EF4-FFF2-40B4-BE49-F238E27FC236}">
                <a16:creationId xmlns:a16="http://schemas.microsoft.com/office/drawing/2014/main" id="{21235C98-4CF5-445E-BAC8-1E061A475C9F}"/>
              </a:ext>
            </a:extLst>
          </p:cNvPr>
          <p:cNvSpPr>
            <a:spLocks noGrp="1"/>
          </p:cNvSpPr>
          <p:nvPr/>
        </p:nvSpPr>
        <p:spPr>
          <a:xfrm>
            <a:off x="589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5_small_GT_pose1_rmsd3_2540">
            <a:extLst>
              <a:ext uri="{FF2B5EF4-FFF2-40B4-BE49-F238E27FC236}">
                <a16:creationId xmlns:a16="http://schemas.microsoft.com/office/drawing/2014/main" id="{3A3B1FF2-D4DE-4BBD-A293-AE418E3F16C5}"/>
              </a:ext>
            </a:extLst>
          </p:cNvPr>
          <p:cNvSpPr>
            <a:spLocks noGrp="1"/>
          </p:cNvSpPr>
          <p:nvPr/>
        </p:nvSpPr>
        <p:spPr>
          <a:xfrm>
            <a:off x="593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5_small_GT_pose1_rmsd3_2541">
            <a:extLst>
              <a:ext uri="{FF2B5EF4-FFF2-40B4-BE49-F238E27FC236}">
                <a16:creationId xmlns:a16="http://schemas.microsoft.com/office/drawing/2014/main" id="{AE986B94-A2C5-445A-9AE2-0209DA0AA560}"/>
              </a:ext>
            </a:extLst>
          </p:cNvPr>
          <p:cNvSpPr>
            <a:spLocks noGrp="1"/>
          </p:cNvSpPr>
          <p:nvPr/>
        </p:nvSpPr>
        <p:spPr>
          <a:xfrm>
            <a:off x="58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5_small_GT_pose1_rmsd3_2542">
            <a:extLst>
              <a:ext uri="{FF2B5EF4-FFF2-40B4-BE49-F238E27FC236}">
                <a16:creationId xmlns:a16="http://schemas.microsoft.com/office/drawing/2014/main" id="{E9CB9769-3D79-470D-B6B9-63AE6C0C6744}"/>
              </a:ext>
            </a:extLst>
          </p:cNvPr>
          <p:cNvSpPr>
            <a:spLocks noGrp="1"/>
          </p:cNvSpPr>
          <p:nvPr/>
        </p:nvSpPr>
        <p:spPr>
          <a:xfrm>
            <a:off x="60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5_small_GT_pose1_rmsd3_2543">
            <a:extLst>
              <a:ext uri="{FF2B5EF4-FFF2-40B4-BE49-F238E27FC236}">
                <a16:creationId xmlns:a16="http://schemas.microsoft.com/office/drawing/2014/main" id="{D355D3D9-126B-4D01-B9A9-FBD0B15BD0C1}"/>
              </a:ext>
            </a:extLst>
          </p:cNvPr>
          <p:cNvSpPr>
            <a:spLocks noGrp="1"/>
          </p:cNvSpPr>
          <p:nvPr/>
        </p:nvSpPr>
        <p:spPr>
          <a:xfrm>
            <a:off x="58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5_small_GT_pose1_rmsd3_2544">
            <a:extLst>
              <a:ext uri="{FF2B5EF4-FFF2-40B4-BE49-F238E27FC236}">
                <a16:creationId xmlns:a16="http://schemas.microsoft.com/office/drawing/2014/main" id="{74CD74CD-9198-4AF4-B34C-00A635193509}"/>
              </a:ext>
            </a:extLst>
          </p:cNvPr>
          <p:cNvSpPr>
            <a:spLocks noGrp="1"/>
          </p:cNvSpPr>
          <p:nvPr/>
        </p:nvSpPr>
        <p:spPr>
          <a:xfrm>
            <a:off x="58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5_small_GT_pose1_rmsd3_2545">
            <a:extLst>
              <a:ext uri="{FF2B5EF4-FFF2-40B4-BE49-F238E27FC236}">
                <a16:creationId xmlns:a16="http://schemas.microsoft.com/office/drawing/2014/main" id="{D5330BA0-74FA-4B0E-A522-4F2F71FBD8F5}"/>
              </a:ext>
            </a:extLst>
          </p:cNvPr>
          <p:cNvSpPr>
            <a:spLocks noGrp="1"/>
          </p:cNvSpPr>
          <p:nvPr/>
        </p:nvSpPr>
        <p:spPr>
          <a:xfrm>
            <a:off x="57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5_small_GT_pose1_rmsd3_2546">
            <a:extLst>
              <a:ext uri="{FF2B5EF4-FFF2-40B4-BE49-F238E27FC236}">
                <a16:creationId xmlns:a16="http://schemas.microsoft.com/office/drawing/2014/main" id="{1A2585BF-A93C-4815-A5EE-1971ECE2E2E4}"/>
              </a:ext>
            </a:extLst>
          </p:cNvPr>
          <p:cNvSpPr>
            <a:spLocks noGrp="1"/>
          </p:cNvSpPr>
          <p:nvPr/>
        </p:nvSpPr>
        <p:spPr>
          <a:xfrm>
            <a:off x="60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5_small_GT_pose1_rmsd3_2547">
            <a:extLst>
              <a:ext uri="{FF2B5EF4-FFF2-40B4-BE49-F238E27FC236}">
                <a16:creationId xmlns:a16="http://schemas.microsoft.com/office/drawing/2014/main" id="{43BB892C-D8A9-4722-B8AD-A7E4D21463F6}"/>
              </a:ext>
            </a:extLst>
          </p:cNvPr>
          <p:cNvSpPr>
            <a:spLocks noGrp="1"/>
          </p:cNvSpPr>
          <p:nvPr/>
        </p:nvSpPr>
        <p:spPr>
          <a:xfrm>
            <a:off x="584335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5_small_GT_pose1_rmsd3_2548">
            <a:extLst>
              <a:ext uri="{FF2B5EF4-FFF2-40B4-BE49-F238E27FC236}">
                <a16:creationId xmlns:a16="http://schemas.microsoft.com/office/drawing/2014/main" id="{1487CDDC-D3F1-414F-9904-C6B546583A88}"/>
              </a:ext>
            </a:extLst>
          </p:cNvPr>
          <p:cNvSpPr>
            <a:spLocks noGrp="1"/>
          </p:cNvSpPr>
          <p:nvPr/>
        </p:nvSpPr>
        <p:spPr>
          <a:xfrm>
            <a:off x="5831403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5_small_GT_pose1_rmsd3_2549">
            <a:extLst>
              <a:ext uri="{FF2B5EF4-FFF2-40B4-BE49-F238E27FC236}">
                <a16:creationId xmlns:a16="http://schemas.microsoft.com/office/drawing/2014/main" id="{A254467C-5A3E-49F5-9B32-7DC8EE52AB46}"/>
              </a:ext>
            </a:extLst>
          </p:cNvPr>
          <p:cNvSpPr>
            <a:spLocks noGrp="1"/>
          </p:cNvSpPr>
          <p:nvPr/>
        </p:nvSpPr>
        <p:spPr>
          <a:xfrm>
            <a:off x="59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5_small_GT_pose1_rmsd3_2550">
            <a:extLst>
              <a:ext uri="{FF2B5EF4-FFF2-40B4-BE49-F238E27FC236}">
                <a16:creationId xmlns:a16="http://schemas.microsoft.com/office/drawing/2014/main" id="{93BAF509-CA36-4D0C-AB0B-7E28D71A08D2}"/>
              </a:ext>
            </a:extLst>
          </p:cNvPr>
          <p:cNvSpPr>
            <a:spLocks noGrp="1"/>
          </p:cNvSpPr>
          <p:nvPr/>
        </p:nvSpPr>
        <p:spPr>
          <a:xfrm>
            <a:off x="58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5_small_GT_pose1_rmsd3_2551">
            <a:extLst>
              <a:ext uri="{FF2B5EF4-FFF2-40B4-BE49-F238E27FC236}">
                <a16:creationId xmlns:a16="http://schemas.microsoft.com/office/drawing/2014/main" id="{3755CC0F-BAAC-4D2C-BC76-4F7768C07F92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5_small_GT_pose1_rmsd3_2552">
            <a:extLst>
              <a:ext uri="{FF2B5EF4-FFF2-40B4-BE49-F238E27FC236}">
                <a16:creationId xmlns:a16="http://schemas.microsoft.com/office/drawing/2014/main" id="{BE1E2E03-0132-4B45-A1A7-235F4B7E07FB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5_small_GT_pose1_rmsd3_2553">
            <a:extLst>
              <a:ext uri="{FF2B5EF4-FFF2-40B4-BE49-F238E27FC236}">
                <a16:creationId xmlns:a16="http://schemas.microsoft.com/office/drawing/2014/main" id="{F5A03DA0-C6FC-40BB-BB07-6AC4C6C0C4D2}"/>
              </a:ext>
            </a:extLst>
          </p:cNvPr>
          <p:cNvSpPr>
            <a:spLocks noGrp="1"/>
          </p:cNvSpPr>
          <p:nvPr/>
        </p:nvSpPr>
        <p:spPr>
          <a:xfrm>
            <a:off x="59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5_small_GT_pose1_rmsd3_2554">
            <a:extLst>
              <a:ext uri="{FF2B5EF4-FFF2-40B4-BE49-F238E27FC236}">
                <a16:creationId xmlns:a16="http://schemas.microsoft.com/office/drawing/2014/main" id="{5E4A4D05-75CD-4534-8D7E-D12BC9020A9F}"/>
              </a:ext>
            </a:extLst>
          </p:cNvPr>
          <p:cNvSpPr>
            <a:spLocks noGrp="1"/>
          </p:cNvSpPr>
          <p:nvPr/>
        </p:nvSpPr>
        <p:spPr>
          <a:xfrm>
            <a:off x="577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5_small_GT_pose1_rmsd3_2555">
            <a:extLst>
              <a:ext uri="{FF2B5EF4-FFF2-40B4-BE49-F238E27FC236}">
                <a16:creationId xmlns:a16="http://schemas.microsoft.com/office/drawing/2014/main" id="{337E9872-482B-4D2B-83D9-3C1A3F20674D}"/>
              </a:ext>
            </a:extLst>
          </p:cNvPr>
          <p:cNvSpPr>
            <a:spLocks noGrp="1"/>
          </p:cNvSpPr>
          <p:nvPr/>
        </p:nvSpPr>
        <p:spPr>
          <a:xfrm>
            <a:off x="60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5_small_GT_pose1_rmsd3_2556">
            <a:extLst>
              <a:ext uri="{FF2B5EF4-FFF2-40B4-BE49-F238E27FC236}">
                <a16:creationId xmlns:a16="http://schemas.microsoft.com/office/drawing/2014/main" id="{A34C6A36-F00C-49C5-8918-88E98BE1F32A}"/>
              </a:ext>
            </a:extLst>
          </p:cNvPr>
          <p:cNvSpPr>
            <a:spLocks noGrp="1"/>
          </p:cNvSpPr>
          <p:nvPr/>
        </p:nvSpPr>
        <p:spPr>
          <a:xfrm>
            <a:off x="58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5_small_GT_pose1_rmsd3_2557">
            <a:extLst>
              <a:ext uri="{FF2B5EF4-FFF2-40B4-BE49-F238E27FC236}">
                <a16:creationId xmlns:a16="http://schemas.microsoft.com/office/drawing/2014/main" id="{22F82CFA-A19E-4D85-9571-0DD7A6A2FD13}"/>
              </a:ext>
            </a:extLst>
          </p:cNvPr>
          <p:cNvSpPr>
            <a:spLocks noGrp="1"/>
          </p:cNvSpPr>
          <p:nvPr/>
        </p:nvSpPr>
        <p:spPr>
          <a:xfrm>
            <a:off x="60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5_small_GT_pose1_rmsd3_2558">
            <a:extLst>
              <a:ext uri="{FF2B5EF4-FFF2-40B4-BE49-F238E27FC236}">
                <a16:creationId xmlns:a16="http://schemas.microsoft.com/office/drawing/2014/main" id="{0A9F8C83-FAB5-4C4B-B63D-5B57F865B90A}"/>
              </a:ext>
            </a:extLst>
          </p:cNvPr>
          <p:cNvSpPr>
            <a:spLocks noGrp="1"/>
          </p:cNvSpPr>
          <p:nvPr/>
        </p:nvSpPr>
        <p:spPr>
          <a:xfrm>
            <a:off x="58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5_small_GT_pose1_rmsd3_2559">
            <a:extLst>
              <a:ext uri="{FF2B5EF4-FFF2-40B4-BE49-F238E27FC236}">
                <a16:creationId xmlns:a16="http://schemas.microsoft.com/office/drawing/2014/main" id="{D7663888-CE8A-4101-AAFB-77EF7EF80BFC}"/>
              </a:ext>
            </a:extLst>
          </p:cNvPr>
          <p:cNvSpPr>
            <a:spLocks noGrp="1"/>
          </p:cNvSpPr>
          <p:nvPr/>
        </p:nvSpPr>
        <p:spPr>
          <a:xfrm>
            <a:off x="60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5_small_GT_pose1_rmsd3_2560">
            <a:extLst>
              <a:ext uri="{FF2B5EF4-FFF2-40B4-BE49-F238E27FC236}">
                <a16:creationId xmlns:a16="http://schemas.microsoft.com/office/drawing/2014/main" id="{668E62DD-71A9-4C7D-806D-167FD4ACEF70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5_small_GT_pose1_rmsd3_2561">
            <a:extLst>
              <a:ext uri="{FF2B5EF4-FFF2-40B4-BE49-F238E27FC236}">
                <a16:creationId xmlns:a16="http://schemas.microsoft.com/office/drawing/2014/main" id="{504B84CB-6D51-4FCC-8031-06E14D4B98B4}"/>
              </a:ext>
            </a:extLst>
          </p:cNvPr>
          <p:cNvSpPr>
            <a:spLocks noGrp="1"/>
          </p:cNvSpPr>
          <p:nvPr/>
        </p:nvSpPr>
        <p:spPr>
          <a:xfrm>
            <a:off x="58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5_small_GT_pose1_rmsd3_2562">
            <a:extLst>
              <a:ext uri="{FF2B5EF4-FFF2-40B4-BE49-F238E27FC236}">
                <a16:creationId xmlns:a16="http://schemas.microsoft.com/office/drawing/2014/main" id="{1486720E-768E-4821-8585-D8D39815C82D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5_small_GT_pose1_rmsd3_2563">
            <a:extLst>
              <a:ext uri="{FF2B5EF4-FFF2-40B4-BE49-F238E27FC236}">
                <a16:creationId xmlns:a16="http://schemas.microsoft.com/office/drawing/2014/main" id="{7600C58D-88DD-4759-ACB2-85ACFE41D5E5}"/>
              </a:ext>
            </a:extLst>
          </p:cNvPr>
          <p:cNvSpPr>
            <a:spLocks noGrp="1"/>
          </p:cNvSpPr>
          <p:nvPr/>
        </p:nvSpPr>
        <p:spPr>
          <a:xfrm>
            <a:off x="57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5_small_GT_pose1_rmsd3_2564">
            <a:extLst>
              <a:ext uri="{FF2B5EF4-FFF2-40B4-BE49-F238E27FC236}">
                <a16:creationId xmlns:a16="http://schemas.microsoft.com/office/drawing/2014/main" id="{29B84454-1771-4FEE-867A-5925D5839409}"/>
              </a:ext>
            </a:extLst>
          </p:cNvPr>
          <p:cNvSpPr>
            <a:spLocks noGrp="1"/>
          </p:cNvSpPr>
          <p:nvPr/>
        </p:nvSpPr>
        <p:spPr>
          <a:xfrm>
            <a:off x="57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5_small_GT_pose1_rmsd3_2565">
            <a:extLst>
              <a:ext uri="{FF2B5EF4-FFF2-40B4-BE49-F238E27FC236}">
                <a16:creationId xmlns:a16="http://schemas.microsoft.com/office/drawing/2014/main" id="{A3049E77-D668-4638-9BD6-A783648DB064}"/>
              </a:ext>
            </a:extLst>
          </p:cNvPr>
          <p:cNvSpPr>
            <a:spLocks noGrp="1"/>
          </p:cNvSpPr>
          <p:nvPr/>
        </p:nvSpPr>
        <p:spPr>
          <a:xfrm>
            <a:off x="60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5_small_GT_pose1_rmsd3_2566">
            <a:extLst>
              <a:ext uri="{FF2B5EF4-FFF2-40B4-BE49-F238E27FC236}">
                <a16:creationId xmlns:a16="http://schemas.microsoft.com/office/drawing/2014/main" id="{125EEA4C-A71E-42E2-8E16-860423F6D706}"/>
              </a:ext>
            </a:extLst>
          </p:cNvPr>
          <p:cNvSpPr>
            <a:spLocks noGrp="1"/>
          </p:cNvSpPr>
          <p:nvPr/>
        </p:nvSpPr>
        <p:spPr>
          <a:xfrm>
            <a:off x="57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5_small_GT_pose1_rmsd3_2567">
            <a:extLst>
              <a:ext uri="{FF2B5EF4-FFF2-40B4-BE49-F238E27FC236}">
                <a16:creationId xmlns:a16="http://schemas.microsoft.com/office/drawing/2014/main" id="{AE85009E-A0A1-4F82-80F7-77CD16108A2D}"/>
              </a:ext>
            </a:extLst>
          </p:cNvPr>
          <p:cNvSpPr>
            <a:spLocks noGrp="1"/>
          </p:cNvSpPr>
          <p:nvPr/>
        </p:nvSpPr>
        <p:spPr>
          <a:xfrm>
            <a:off x="58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5_small_GT_pose1_rmsd3_2568">
            <a:extLst>
              <a:ext uri="{FF2B5EF4-FFF2-40B4-BE49-F238E27FC236}">
                <a16:creationId xmlns:a16="http://schemas.microsoft.com/office/drawing/2014/main" id="{7163D1A2-6085-41DC-A444-185087E27BA4}"/>
              </a:ext>
            </a:extLst>
          </p:cNvPr>
          <p:cNvSpPr>
            <a:spLocks noGrp="1"/>
          </p:cNvSpPr>
          <p:nvPr/>
        </p:nvSpPr>
        <p:spPr>
          <a:xfrm>
            <a:off x="592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5_small_GT_pose1_rmsd3_2569">
            <a:extLst>
              <a:ext uri="{FF2B5EF4-FFF2-40B4-BE49-F238E27FC236}">
                <a16:creationId xmlns:a16="http://schemas.microsoft.com/office/drawing/2014/main" id="{0F4D34BC-9CFA-4866-AA0F-0759AC3734B5}"/>
              </a:ext>
            </a:extLst>
          </p:cNvPr>
          <p:cNvSpPr>
            <a:spLocks noGrp="1"/>
          </p:cNvSpPr>
          <p:nvPr/>
        </p:nvSpPr>
        <p:spPr>
          <a:xfrm>
            <a:off x="58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5_small_GT_pose1_rmsd3_2570">
            <a:extLst>
              <a:ext uri="{FF2B5EF4-FFF2-40B4-BE49-F238E27FC236}">
                <a16:creationId xmlns:a16="http://schemas.microsoft.com/office/drawing/2014/main" id="{3B4A5E0C-4E71-49AE-B957-E38D9E62A3C2}"/>
              </a:ext>
            </a:extLst>
          </p:cNvPr>
          <p:cNvSpPr>
            <a:spLocks noGrp="1"/>
          </p:cNvSpPr>
          <p:nvPr/>
        </p:nvSpPr>
        <p:spPr>
          <a:xfrm>
            <a:off x="58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5_small_GT_pose1_rmsd3_2571">
            <a:extLst>
              <a:ext uri="{FF2B5EF4-FFF2-40B4-BE49-F238E27FC236}">
                <a16:creationId xmlns:a16="http://schemas.microsoft.com/office/drawing/2014/main" id="{282FB080-83B2-4859-B03F-AFF18736B8BE}"/>
              </a:ext>
            </a:extLst>
          </p:cNvPr>
          <p:cNvSpPr>
            <a:spLocks noGrp="1"/>
          </p:cNvSpPr>
          <p:nvPr/>
        </p:nvSpPr>
        <p:spPr>
          <a:xfrm>
            <a:off x="58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5_small_GT_pose1_rmsd3_2572">
            <a:extLst>
              <a:ext uri="{FF2B5EF4-FFF2-40B4-BE49-F238E27FC236}">
                <a16:creationId xmlns:a16="http://schemas.microsoft.com/office/drawing/2014/main" id="{11A6040A-5901-484E-ABA0-09799C0A92AB}"/>
              </a:ext>
            </a:extLst>
          </p:cNvPr>
          <p:cNvSpPr>
            <a:spLocks noGrp="1"/>
          </p:cNvSpPr>
          <p:nvPr/>
        </p:nvSpPr>
        <p:spPr>
          <a:xfrm>
            <a:off x="607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5_small_GT_pose1_rmsd3_2573">
            <a:extLst>
              <a:ext uri="{FF2B5EF4-FFF2-40B4-BE49-F238E27FC236}">
                <a16:creationId xmlns:a16="http://schemas.microsoft.com/office/drawing/2014/main" id="{C8384BD3-3DD3-466C-ADF1-8F6FD3A1506A}"/>
              </a:ext>
            </a:extLst>
          </p:cNvPr>
          <p:cNvSpPr>
            <a:spLocks noGrp="1"/>
          </p:cNvSpPr>
          <p:nvPr/>
        </p:nvSpPr>
        <p:spPr>
          <a:xfrm>
            <a:off x="596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5_small_GT_pose1_rmsd3_2574">
            <a:extLst>
              <a:ext uri="{FF2B5EF4-FFF2-40B4-BE49-F238E27FC236}">
                <a16:creationId xmlns:a16="http://schemas.microsoft.com/office/drawing/2014/main" id="{8AD34F9A-76A5-4596-A8A3-79CDAADF10D0}"/>
              </a:ext>
            </a:extLst>
          </p:cNvPr>
          <p:cNvSpPr>
            <a:spLocks noGrp="1"/>
          </p:cNvSpPr>
          <p:nvPr/>
        </p:nvSpPr>
        <p:spPr>
          <a:xfrm>
            <a:off x="595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5_small_GT_pose1_rmsd3_2575">
            <a:extLst>
              <a:ext uri="{FF2B5EF4-FFF2-40B4-BE49-F238E27FC236}">
                <a16:creationId xmlns:a16="http://schemas.microsoft.com/office/drawing/2014/main" id="{D65DB8F7-2FA8-4EBB-92FD-5EA97A4DFABB}"/>
              </a:ext>
            </a:extLst>
          </p:cNvPr>
          <p:cNvSpPr>
            <a:spLocks noGrp="1"/>
          </p:cNvSpPr>
          <p:nvPr/>
        </p:nvSpPr>
        <p:spPr>
          <a:xfrm>
            <a:off x="60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5_small_GT_pose1_rmsd3_2576">
            <a:extLst>
              <a:ext uri="{FF2B5EF4-FFF2-40B4-BE49-F238E27FC236}">
                <a16:creationId xmlns:a16="http://schemas.microsoft.com/office/drawing/2014/main" id="{C0D77D54-AAFE-4D51-A648-82D9BA5D0A30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5_small_GT_pose1_rmsd3_2577">
            <a:extLst>
              <a:ext uri="{FF2B5EF4-FFF2-40B4-BE49-F238E27FC236}">
                <a16:creationId xmlns:a16="http://schemas.microsoft.com/office/drawing/2014/main" id="{6C2393CF-439F-4CDF-AB51-BAFEF8514FE7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5_small_GT_pose1_rmsd3_2578">
            <a:extLst>
              <a:ext uri="{FF2B5EF4-FFF2-40B4-BE49-F238E27FC236}">
                <a16:creationId xmlns:a16="http://schemas.microsoft.com/office/drawing/2014/main" id="{DF0F71BE-D15C-4ABB-A863-5AC263473C97}"/>
              </a:ext>
            </a:extLst>
          </p:cNvPr>
          <p:cNvSpPr>
            <a:spLocks noGrp="1"/>
          </p:cNvSpPr>
          <p:nvPr/>
        </p:nvSpPr>
        <p:spPr>
          <a:xfrm>
            <a:off x="60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5_small_GT_pose1_rmsd3_2579">
            <a:extLst>
              <a:ext uri="{FF2B5EF4-FFF2-40B4-BE49-F238E27FC236}">
                <a16:creationId xmlns:a16="http://schemas.microsoft.com/office/drawing/2014/main" id="{E819C869-7A0A-4E98-BB8A-AA67262418FC}"/>
              </a:ext>
            </a:extLst>
          </p:cNvPr>
          <p:cNvSpPr>
            <a:spLocks noGrp="1"/>
          </p:cNvSpPr>
          <p:nvPr/>
        </p:nvSpPr>
        <p:spPr>
          <a:xfrm>
            <a:off x="58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5_small_GT_pose1_rmsd3_2580">
            <a:extLst>
              <a:ext uri="{FF2B5EF4-FFF2-40B4-BE49-F238E27FC236}">
                <a16:creationId xmlns:a16="http://schemas.microsoft.com/office/drawing/2014/main" id="{6304454A-2599-4F88-B720-17D9010732C8}"/>
              </a:ext>
            </a:extLst>
          </p:cNvPr>
          <p:cNvSpPr>
            <a:spLocks noGrp="1"/>
          </p:cNvSpPr>
          <p:nvPr/>
        </p:nvSpPr>
        <p:spPr>
          <a:xfrm>
            <a:off x="57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5_small_GT_pose1_rmsd3_2581">
            <a:extLst>
              <a:ext uri="{FF2B5EF4-FFF2-40B4-BE49-F238E27FC236}">
                <a16:creationId xmlns:a16="http://schemas.microsoft.com/office/drawing/2014/main" id="{2B331A4B-B074-4310-A3D4-EB5AC7E4B2DA}"/>
              </a:ext>
            </a:extLst>
          </p:cNvPr>
          <p:cNvSpPr>
            <a:spLocks noGrp="1"/>
          </p:cNvSpPr>
          <p:nvPr/>
        </p:nvSpPr>
        <p:spPr>
          <a:xfrm>
            <a:off x="60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5_small_GT_pose1_rmsd3_2582">
            <a:extLst>
              <a:ext uri="{FF2B5EF4-FFF2-40B4-BE49-F238E27FC236}">
                <a16:creationId xmlns:a16="http://schemas.microsoft.com/office/drawing/2014/main" id="{99797C59-9CC1-4179-9103-ECE2C29E09AD}"/>
              </a:ext>
            </a:extLst>
          </p:cNvPr>
          <p:cNvSpPr>
            <a:spLocks noGrp="1"/>
          </p:cNvSpPr>
          <p:nvPr/>
        </p:nvSpPr>
        <p:spPr>
          <a:xfrm>
            <a:off x="608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5_small_GT_pose1_rmsd3_2583">
            <a:extLst>
              <a:ext uri="{FF2B5EF4-FFF2-40B4-BE49-F238E27FC236}">
                <a16:creationId xmlns:a16="http://schemas.microsoft.com/office/drawing/2014/main" id="{9C77F0F1-0487-406D-B611-58A41AEB525F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5_small_GT_pose1_rmsd3_2584">
            <a:extLst>
              <a:ext uri="{FF2B5EF4-FFF2-40B4-BE49-F238E27FC236}">
                <a16:creationId xmlns:a16="http://schemas.microsoft.com/office/drawing/2014/main" id="{07D66CD7-FDE0-490C-8598-BB1A07C51D3E}"/>
              </a:ext>
            </a:extLst>
          </p:cNvPr>
          <p:cNvSpPr>
            <a:spLocks noGrp="1"/>
          </p:cNvSpPr>
          <p:nvPr/>
        </p:nvSpPr>
        <p:spPr>
          <a:xfrm>
            <a:off x="60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5_small_GT_pose1_rmsd3_2585">
            <a:extLst>
              <a:ext uri="{FF2B5EF4-FFF2-40B4-BE49-F238E27FC236}">
                <a16:creationId xmlns:a16="http://schemas.microsoft.com/office/drawing/2014/main" id="{4AB0F19A-E235-4878-B6CB-1CC96BBEFB5A}"/>
              </a:ext>
            </a:extLst>
          </p:cNvPr>
          <p:cNvSpPr>
            <a:spLocks noGrp="1"/>
          </p:cNvSpPr>
          <p:nvPr/>
        </p:nvSpPr>
        <p:spPr>
          <a:xfrm>
            <a:off x="60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5_small_GT_pose1_rmsd3_2586">
            <a:extLst>
              <a:ext uri="{FF2B5EF4-FFF2-40B4-BE49-F238E27FC236}">
                <a16:creationId xmlns:a16="http://schemas.microsoft.com/office/drawing/2014/main" id="{3C9CF62D-37EF-448A-8F9F-66F83A94754D}"/>
              </a:ext>
            </a:extLst>
          </p:cNvPr>
          <p:cNvSpPr>
            <a:spLocks noGrp="1"/>
          </p:cNvSpPr>
          <p:nvPr/>
        </p:nvSpPr>
        <p:spPr>
          <a:xfrm>
            <a:off x="582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5_small_GT_pose1_rmsd3_2587">
            <a:extLst>
              <a:ext uri="{FF2B5EF4-FFF2-40B4-BE49-F238E27FC236}">
                <a16:creationId xmlns:a16="http://schemas.microsoft.com/office/drawing/2014/main" id="{54F6EE0C-7402-4EF4-8045-94A217D4F650}"/>
              </a:ext>
            </a:extLst>
          </p:cNvPr>
          <p:cNvSpPr>
            <a:spLocks noGrp="1"/>
          </p:cNvSpPr>
          <p:nvPr/>
        </p:nvSpPr>
        <p:spPr>
          <a:xfrm>
            <a:off x="59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5_small_GT_pose1_rmsd3_2588">
            <a:extLst>
              <a:ext uri="{FF2B5EF4-FFF2-40B4-BE49-F238E27FC236}">
                <a16:creationId xmlns:a16="http://schemas.microsoft.com/office/drawing/2014/main" id="{F2B6B65B-62B0-4AF4-8D84-88FE6C357A78}"/>
              </a:ext>
            </a:extLst>
          </p:cNvPr>
          <p:cNvSpPr>
            <a:spLocks noGrp="1"/>
          </p:cNvSpPr>
          <p:nvPr/>
        </p:nvSpPr>
        <p:spPr>
          <a:xfrm>
            <a:off x="59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5_small_GT_pose1_rmsd3_2589">
            <a:extLst>
              <a:ext uri="{FF2B5EF4-FFF2-40B4-BE49-F238E27FC236}">
                <a16:creationId xmlns:a16="http://schemas.microsoft.com/office/drawing/2014/main" id="{FA7EBAE9-678A-4B3E-B263-1DD1178420DE}"/>
              </a:ext>
            </a:extLst>
          </p:cNvPr>
          <p:cNvSpPr>
            <a:spLocks noGrp="1"/>
          </p:cNvSpPr>
          <p:nvPr/>
        </p:nvSpPr>
        <p:spPr>
          <a:xfrm>
            <a:off x="604901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5_small_GT_pose1_rmsd3_2590">
            <a:extLst>
              <a:ext uri="{FF2B5EF4-FFF2-40B4-BE49-F238E27FC236}">
                <a16:creationId xmlns:a16="http://schemas.microsoft.com/office/drawing/2014/main" id="{923C62FA-F6AC-4784-BF37-8985FE38652C}"/>
              </a:ext>
            </a:extLst>
          </p:cNvPr>
          <p:cNvSpPr>
            <a:spLocks noGrp="1"/>
          </p:cNvSpPr>
          <p:nvPr/>
        </p:nvSpPr>
        <p:spPr>
          <a:xfrm>
            <a:off x="607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5_small_GT_pose1_rmsd3_2591">
            <a:extLst>
              <a:ext uri="{FF2B5EF4-FFF2-40B4-BE49-F238E27FC236}">
                <a16:creationId xmlns:a16="http://schemas.microsoft.com/office/drawing/2014/main" id="{280D6741-517F-42BD-89EC-D9F9D5A8E66B}"/>
              </a:ext>
            </a:extLst>
          </p:cNvPr>
          <p:cNvSpPr>
            <a:spLocks noGrp="1"/>
          </p:cNvSpPr>
          <p:nvPr/>
        </p:nvSpPr>
        <p:spPr>
          <a:xfrm>
            <a:off x="60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5_small_GT_pose1_rmsd3_2592">
            <a:extLst>
              <a:ext uri="{FF2B5EF4-FFF2-40B4-BE49-F238E27FC236}">
                <a16:creationId xmlns:a16="http://schemas.microsoft.com/office/drawing/2014/main" id="{1F404738-43AE-41CF-94FC-F127F9978E95}"/>
              </a:ext>
            </a:extLst>
          </p:cNvPr>
          <p:cNvSpPr>
            <a:spLocks noGrp="1"/>
          </p:cNvSpPr>
          <p:nvPr/>
        </p:nvSpPr>
        <p:spPr>
          <a:xfrm>
            <a:off x="59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5_small_GT_pose1_rmsd3_2593">
            <a:extLst>
              <a:ext uri="{FF2B5EF4-FFF2-40B4-BE49-F238E27FC236}">
                <a16:creationId xmlns:a16="http://schemas.microsoft.com/office/drawing/2014/main" id="{03BD6350-51FF-4A19-A91D-5CD6C9B8808B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5_small_GT_pose1_rmsd3_2594">
            <a:extLst>
              <a:ext uri="{FF2B5EF4-FFF2-40B4-BE49-F238E27FC236}">
                <a16:creationId xmlns:a16="http://schemas.microsoft.com/office/drawing/2014/main" id="{142BC760-E201-427D-82D2-7D78F26D85B7}"/>
              </a:ext>
            </a:extLst>
          </p:cNvPr>
          <p:cNvSpPr>
            <a:spLocks noGrp="1"/>
          </p:cNvSpPr>
          <p:nvPr/>
        </p:nvSpPr>
        <p:spPr>
          <a:xfrm>
            <a:off x="59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5_small_GT_pose1_rmsd3_2595">
            <a:extLst>
              <a:ext uri="{FF2B5EF4-FFF2-40B4-BE49-F238E27FC236}">
                <a16:creationId xmlns:a16="http://schemas.microsoft.com/office/drawing/2014/main" id="{73858078-A04B-49EA-BD25-6CDF1C0DAFC3}"/>
              </a:ext>
            </a:extLst>
          </p:cNvPr>
          <p:cNvSpPr>
            <a:spLocks noGrp="1"/>
          </p:cNvSpPr>
          <p:nvPr/>
        </p:nvSpPr>
        <p:spPr>
          <a:xfrm>
            <a:off x="5850488" y="332803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5_small_GT_pose1_rmsd3_2596">
            <a:extLst>
              <a:ext uri="{FF2B5EF4-FFF2-40B4-BE49-F238E27FC236}">
                <a16:creationId xmlns:a16="http://schemas.microsoft.com/office/drawing/2014/main" id="{CF17D673-F941-449A-A328-1C417C4977FF}"/>
              </a:ext>
            </a:extLst>
          </p:cNvPr>
          <p:cNvSpPr>
            <a:spLocks noGrp="1"/>
          </p:cNvSpPr>
          <p:nvPr/>
        </p:nvSpPr>
        <p:spPr>
          <a:xfrm>
            <a:off x="58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5_small_GT_pose1_rmsd3_2597">
            <a:extLst>
              <a:ext uri="{FF2B5EF4-FFF2-40B4-BE49-F238E27FC236}">
                <a16:creationId xmlns:a16="http://schemas.microsoft.com/office/drawing/2014/main" id="{3AADAC77-77E6-47D8-940F-3645E122EC26}"/>
              </a:ext>
            </a:extLst>
          </p:cNvPr>
          <p:cNvSpPr>
            <a:spLocks noGrp="1"/>
          </p:cNvSpPr>
          <p:nvPr/>
        </p:nvSpPr>
        <p:spPr>
          <a:xfrm>
            <a:off x="5949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5_small_GT_pose1_rmsd3_2598">
            <a:extLst>
              <a:ext uri="{FF2B5EF4-FFF2-40B4-BE49-F238E27FC236}">
                <a16:creationId xmlns:a16="http://schemas.microsoft.com/office/drawing/2014/main" id="{61F0CA78-4B36-45BB-B342-6CB6BEE2CC96}"/>
              </a:ext>
            </a:extLst>
          </p:cNvPr>
          <p:cNvSpPr>
            <a:spLocks noGrp="1"/>
          </p:cNvSpPr>
          <p:nvPr/>
        </p:nvSpPr>
        <p:spPr>
          <a:xfrm>
            <a:off x="59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5_small_GT_pose1_rmsd3_2599">
            <a:extLst>
              <a:ext uri="{FF2B5EF4-FFF2-40B4-BE49-F238E27FC236}">
                <a16:creationId xmlns:a16="http://schemas.microsoft.com/office/drawing/2014/main" id="{20C60C33-D91B-46A7-9949-844A143F56BC}"/>
              </a:ext>
            </a:extLst>
          </p:cNvPr>
          <p:cNvSpPr>
            <a:spLocks noGrp="1"/>
          </p:cNvSpPr>
          <p:nvPr/>
        </p:nvSpPr>
        <p:spPr>
          <a:xfrm>
            <a:off x="60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5_small_GT_pose1_rmsd3_2600">
            <a:extLst>
              <a:ext uri="{FF2B5EF4-FFF2-40B4-BE49-F238E27FC236}">
                <a16:creationId xmlns:a16="http://schemas.microsoft.com/office/drawing/2014/main" id="{659F8470-6F17-45E0-8BE7-7D81F3942D8E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5_small_GT_pose1_rmsd3_2601">
            <a:extLst>
              <a:ext uri="{FF2B5EF4-FFF2-40B4-BE49-F238E27FC236}">
                <a16:creationId xmlns:a16="http://schemas.microsoft.com/office/drawing/2014/main" id="{FEB6C779-F0EA-40F8-806C-48AB927493E2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5_small_GT_pose1_rmsd3_2602">
            <a:extLst>
              <a:ext uri="{FF2B5EF4-FFF2-40B4-BE49-F238E27FC236}">
                <a16:creationId xmlns:a16="http://schemas.microsoft.com/office/drawing/2014/main" id="{A7C026D6-E7AA-4058-9D75-345BB60F7360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5_small_GT_pose1_rmsd3_2603">
            <a:extLst>
              <a:ext uri="{FF2B5EF4-FFF2-40B4-BE49-F238E27FC236}">
                <a16:creationId xmlns:a16="http://schemas.microsoft.com/office/drawing/2014/main" id="{A4BEA0AB-38E2-44B6-B9E0-52E22D86ADDF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5_small_GT_pose1_rmsd3_2604">
            <a:extLst>
              <a:ext uri="{FF2B5EF4-FFF2-40B4-BE49-F238E27FC236}">
                <a16:creationId xmlns:a16="http://schemas.microsoft.com/office/drawing/2014/main" id="{58F1E3D4-1FDB-4258-9017-9CA4DE61A0EE}"/>
              </a:ext>
            </a:extLst>
          </p:cNvPr>
          <p:cNvSpPr>
            <a:spLocks noGrp="1"/>
          </p:cNvSpPr>
          <p:nvPr/>
        </p:nvSpPr>
        <p:spPr>
          <a:xfrm>
            <a:off x="60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5_small_GT_pose1_rmsd3_2605">
            <a:extLst>
              <a:ext uri="{FF2B5EF4-FFF2-40B4-BE49-F238E27FC236}">
                <a16:creationId xmlns:a16="http://schemas.microsoft.com/office/drawing/2014/main" id="{3D606A84-DB00-44EC-B503-4519F62901E3}"/>
              </a:ext>
            </a:extLst>
          </p:cNvPr>
          <p:cNvSpPr>
            <a:spLocks noGrp="1"/>
          </p:cNvSpPr>
          <p:nvPr/>
        </p:nvSpPr>
        <p:spPr>
          <a:xfrm>
            <a:off x="60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5_small_GT_pose1_rmsd3_2606">
            <a:extLst>
              <a:ext uri="{FF2B5EF4-FFF2-40B4-BE49-F238E27FC236}">
                <a16:creationId xmlns:a16="http://schemas.microsoft.com/office/drawing/2014/main" id="{513787D0-AA30-4058-BBAD-29DBE38A3E09}"/>
              </a:ext>
            </a:extLst>
          </p:cNvPr>
          <p:cNvSpPr>
            <a:spLocks noGrp="1"/>
          </p:cNvSpPr>
          <p:nvPr/>
        </p:nvSpPr>
        <p:spPr>
          <a:xfrm>
            <a:off x="59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5_small_GT_pose1_rmsd3_2607">
            <a:extLst>
              <a:ext uri="{FF2B5EF4-FFF2-40B4-BE49-F238E27FC236}">
                <a16:creationId xmlns:a16="http://schemas.microsoft.com/office/drawing/2014/main" id="{1C7711A6-A0BC-4E37-8214-BC8456A1A557}"/>
              </a:ext>
            </a:extLst>
          </p:cNvPr>
          <p:cNvSpPr>
            <a:spLocks noGrp="1"/>
          </p:cNvSpPr>
          <p:nvPr/>
        </p:nvSpPr>
        <p:spPr>
          <a:xfrm>
            <a:off x="59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5_small_GT_pose1_rmsd3_2608">
            <a:extLst>
              <a:ext uri="{FF2B5EF4-FFF2-40B4-BE49-F238E27FC236}">
                <a16:creationId xmlns:a16="http://schemas.microsoft.com/office/drawing/2014/main" id="{6DF6A05B-2D26-4F75-999B-75913FB044C6}"/>
              </a:ext>
            </a:extLst>
          </p:cNvPr>
          <p:cNvSpPr>
            <a:spLocks noGrp="1"/>
          </p:cNvSpPr>
          <p:nvPr/>
        </p:nvSpPr>
        <p:spPr>
          <a:xfrm>
            <a:off x="58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5_small_GT_pose1_rmsd3_2609">
            <a:extLst>
              <a:ext uri="{FF2B5EF4-FFF2-40B4-BE49-F238E27FC236}">
                <a16:creationId xmlns:a16="http://schemas.microsoft.com/office/drawing/2014/main" id="{D7C4417B-6D38-4C45-B11F-804B41B24477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3" name="05_small_GT_pose1_rmsd3_2610">
            <a:extLst>
              <a:ext uri="{FF2B5EF4-FFF2-40B4-BE49-F238E27FC236}">
                <a16:creationId xmlns:a16="http://schemas.microsoft.com/office/drawing/2014/main" id="{DA0239E7-6311-4552-9C41-A04763CFF702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4" name="text_2611">
            <a:extLst>
              <a:ext uri="{FF2B5EF4-FFF2-40B4-BE49-F238E27FC236}">
                <a16:creationId xmlns:a16="http://schemas.microsoft.com/office/drawing/2014/main" id="{5C1971F4-4272-49C5-9479-C1C30E0381C4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420402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Top-1 · RMSD &lt;3 Å · GT</a:t>
            </a:r>
          </a:p>
        </p:txBody>
      </p:sp>
      <p:sp>
        <p:nvSpPr>
          <p:cNvPr id="345" name="05_small_GT_pose1_rmsd3_2612">
            <a:extLst>
              <a:ext uri="{FF2B5EF4-FFF2-40B4-BE49-F238E27FC236}">
                <a16:creationId xmlns:a16="http://schemas.microsoft.com/office/drawing/2014/main" id="{C1C9DBB0-15BD-4860-B87D-3ED63FCBDC2F}"/>
              </a:ext>
            </a:extLst>
          </p:cNvPr>
          <p:cNvSpPr>
            <a:spLocks noGrp="1"/>
          </p:cNvSpPr>
          <p:nvPr/>
        </p:nvSpPr>
        <p:spPr>
          <a:xfrm>
            <a:off x="700500" y="3672135"/>
            <a:ext cx="5250000" cy="1140607"/>
          </a:xfrm>
          <a:custGeom>
            <a:avLst/>
            <a:gdLst/>
            <a:ahLst/>
            <a:cxnLst/>
            <a:rect l="0" t="0" r="0" b="0"/>
            <a:pathLst>
              <a:path w="5250000" h="1140607">
                <a:moveTo>
                  <a:pt x="0" y="1140607"/>
                </a:moveTo>
                <a:lnTo>
                  <a:pt x="72917" y="1139674"/>
                </a:lnTo>
                <a:lnTo>
                  <a:pt x="72917" y="1138664"/>
                </a:lnTo>
                <a:lnTo>
                  <a:pt x="97222" y="1138353"/>
                </a:lnTo>
                <a:lnTo>
                  <a:pt x="97222" y="1137006"/>
                </a:lnTo>
                <a:lnTo>
                  <a:pt x="125000" y="1136696"/>
                </a:lnTo>
                <a:lnTo>
                  <a:pt x="125000" y="1134964"/>
                </a:lnTo>
                <a:lnTo>
                  <a:pt x="145833" y="1134653"/>
                </a:lnTo>
                <a:lnTo>
                  <a:pt x="145833" y="1131623"/>
                </a:lnTo>
                <a:lnTo>
                  <a:pt x="159091" y="1131312"/>
                </a:lnTo>
                <a:lnTo>
                  <a:pt x="159091" y="1126904"/>
                </a:lnTo>
                <a:lnTo>
                  <a:pt x="175000" y="1126904"/>
                </a:lnTo>
                <a:lnTo>
                  <a:pt x="175000" y="1124480"/>
                </a:lnTo>
                <a:lnTo>
                  <a:pt x="194444" y="1124169"/>
                </a:lnTo>
                <a:lnTo>
                  <a:pt x="194444" y="1122822"/>
                </a:lnTo>
                <a:lnTo>
                  <a:pt x="250000" y="1121889"/>
                </a:lnTo>
                <a:lnTo>
                  <a:pt x="250000" y="1116694"/>
                </a:lnTo>
                <a:lnTo>
                  <a:pt x="291667" y="1116383"/>
                </a:lnTo>
                <a:lnTo>
                  <a:pt x="291667" y="1093849"/>
                </a:lnTo>
                <a:lnTo>
                  <a:pt x="318182" y="1093538"/>
                </a:lnTo>
                <a:lnTo>
                  <a:pt x="318182" y="1089131"/>
                </a:lnTo>
                <a:lnTo>
                  <a:pt x="350000" y="1088820"/>
                </a:lnTo>
                <a:lnTo>
                  <a:pt x="350000" y="1076698"/>
                </a:lnTo>
                <a:lnTo>
                  <a:pt x="375000" y="1075377"/>
                </a:lnTo>
                <a:lnTo>
                  <a:pt x="375000" y="1073645"/>
                </a:lnTo>
                <a:lnTo>
                  <a:pt x="437500" y="1072713"/>
                </a:lnTo>
                <a:lnTo>
                  <a:pt x="437500" y="1030286"/>
                </a:lnTo>
                <a:lnTo>
                  <a:pt x="477273" y="1029665"/>
                </a:lnTo>
                <a:lnTo>
                  <a:pt x="477273" y="1025257"/>
                </a:lnTo>
                <a:lnTo>
                  <a:pt x="500000" y="1024946"/>
                </a:lnTo>
                <a:lnTo>
                  <a:pt x="500000" y="1019751"/>
                </a:lnTo>
                <a:lnTo>
                  <a:pt x="525000" y="1019440"/>
                </a:lnTo>
                <a:lnTo>
                  <a:pt x="525000" y="1017016"/>
                </a:lnTo>
                <a:lnTo>
                  <a:pt x="583333" y="1016394"/>
                </a:lnTo>
                <a:lnTo>
                  <a:pt x="583333" y="979718"/>
                </a:lnTo>
                <a:lnTo>
                  <a:pt x="625000" y="979407"/>
                </a:lnTo>
                <a:lnTo>
                  <a:pt x="625000" y="977675"/>
                </a:lnTo>
                <a:lnTo>
                  <a:pt x="636364" y="977364"/>
                </a:lnTo>
                <a:lnTo>
                  <a:pt x="636364" y="972956"/>
                </a:lnTo>
                <a:lnTo>
                  <a:pt x="700000" y="972024"/>
                </a:lnTo>
                <a:lnTo>
                  <a:pt x="700000" y="955053"/>
                </a:lnTo>
                <a:lnTo>
                  <a:pt x="750000" y="954432"/>
                </a:lnTo>
                <a:lnTo>
                  <a:pt x="750000" y="950968"/>
                </a:lnTo>
                <a:lnTo>
                  <a:pt x="795455" y="950347"/>
                </a:lnTo>
                <a:lnTo>
                  <a:pt x="795455" y="945939"/>
                </a:lnTo>
                <a:lnTo>
                  <a:pt x="875000" y="945006"/>
                </a:lnTo>
                <a:lnTo>
                  <a:pt x="875000" y="805179"/>
                </a:lnTo>
                <a:lnTo>
                  <a:pt x="954545" y="804246"/>
                </a:lnTo>
                <a:lnTo>
                  <a:pt x="954545" y="799839"/>
                </a:lnTo>
                <a:lnTo>
                  <a:pt x="1000000" y="799217"/>
                </a:lnTo>
                <a:lnTo>
                  <a:pt x="1000000" y="794022"/>
                </a:lnTo>
                <a:lnTo>
                  <a:pt x="1020833" y="793711"/>
                </a:lnTo>
                <a:lnTo>
                  <a:pt x="1020833" y="791691"/>
                </a:lnTo>
                <a:lnTo>
                  <a:pt x="1050000" y="791380"/>
                </a:lnTo>
                <a:lnTo>
                  <a:pt x="1050000" y="779258"/>
                </a:lnTo>
                <a:lnTo>
                  <a:pt x="1113636" y="778326"/>
                </a:lnTo>
                <a:lnTo>
                  <a:pt x="1113636" y="773918"/>
                </a:lnTo>
                <a:lnTo>
                  <a:pt x="1166667" y="773296"/>
                </a:lnTo>
                <a:lnTo>
                  <a:pt x="1166667" y="734599"/>
                </a:lnTo>
                <a:lnTo>
                  <a:pt x="1225000" y="733978"/>
                </a:lnTo>
                <a:lnTo>
                  <a:pt x="1225000" y="731553"/>
                </a:lnTo>
                <a:lnTo>
                  <a:pt x="1250000" y="731243"/>
                </a:lnTo>
                <a:lnTo>
                  <a:pt x="1250000" y="726047"/>
                </a:lnTo>
                <a:lnTo>
                  <a:pt x="1272727" y="725737"/>
                </a:lnTo>
                <a:lnTo>
                  <a:pt x="1272727" y="721329"/>
                </a:lnTo>
                <a:lnTo>
                  <a:pt x="1312500" y="720707"/>
                </a:lnTo>
                <a:lnTo>
                  <a:pt x="1312500" y="696463"/>
                </a:lnTo>
                <a:lnTo>
                  <a:pt x="1375000" y="695531"/>
                </a:lnTo>
                <a:lnTo>
                  <a:pt x="1375000" y="693799"/>
                </a:lnTo>
                <a:lnTo>
                  <a:pt x="1400000" y="693488"/>
                </a:lnTo>
                <a:lnTo>
                  <a:pt x="1400000" y="681367"/>
                </a:lnTo>
                <a:lnTo>
                  <a:pt x="1431818" y="681056"/>
                </a:lnTo>
                <a:lnTo>
                  <a:pt x="1431818" y="676648"/>
                </a:lnTo>
                <a:lnTo>
                  <a:pt x="1458333" y="676337"/>
                </a:lnTo>
                <a:lnTo>
                  <a:pt x="1458333" y="655823"/>
                </a:lnTo>
                <a:lnTo>
                  <a:pt x="1500000" y="655512"/>
                </a:lnTo>
                <a:lnTo>
                  <a:pt x="1500000" y="650317"/>
                </a:lnTo>
                <a:lnTo>
                  <a:pt x="1575000" y="649074"/>
                </a:lnTo>
                <a:lnTo>
                  <a:pt x="1575000" y="646650"/>
                </a:lnTo>
                <a:lnTo>
                  <a:pt x="1590909" y="646650"/>
                </a:lnTo>
                <a:lnTo>
                  <a:pt x="1590909" y="642242"/>
                </a:lnTo>
                <a:lnTo>
                  <a:pt x="1682692" y="640998"/>
                </a:lnTo>
                <a:lnTo>
                  <a:pt x="1682692" y="640688"/>
                </a:lnTo>
                <a:lnTo>
                  <a:pt x="1750000" y="640066"/>
                </a:lnTo>
                <a:lnTo>
                  <a:pt x="1750000" y="18183"/>
                </a:lnTo>
                <a:lnTo>
                  <a:pt x="2625000" y="18183"/>
                </a:lnTo>
                <a:lnTo>
                  <a:pt x="2625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46" name="05_small_GT_pose1_rmsd3_2613">
            <a:extLst>
              <a:ext uri="{FF2B5EF4-FFF2-40B4-BE49-F238E27FC236}">
                <a16:creationId xmlns:a16="http://schemas.microsoft.com/office/drawing/2014/main" id="{A40F09A5-FB51-4A25-B579-3B8CD9FEA795}"/>
              </a:ext>
            </a:extLst>
          </p:cNvPr>
          <p:cNvSpPr>
            <a:spLocks noGrp="1"/>
          </p:cNvSpPr>
          <p:nvPr/>
        </p:nvSpPr>
        <p:spPr>
          <a:xfrm>
            <a:off x="700500" y="2945978"/>
            <a:ext cx="5250000" cy="1866764"/>
          </a:xfrm>
          <a:custGeom>
            <a:avLst/>
            <a:gdLst/>
            <a:ahLst/>
            <a:cxnLst/>
            <a:rect l="0" t="0" r="0" b="0"/>
            <a:pathLst>
              <a:path w="5250000" h="1866764">
                <a:moveTo>
                  <a:pt x="0" y="1866764"/>
                </a:moveTo>
                <a:lnTo>
                  <a:pt x="1750000" y="1866764"/>
                </a:lnTo>
                <a:lnTo>
                  <a:pt x="1750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47" name="05_small_GT_pose1_rmsd3_2614">
            <a:extLst>
              <a:ext uri="{FF2B5EF4-FFF2-40B4-BE49-F238E27FC236}">
                <a16:creationId xmlns:a16="http://schemas.microsoft.com/office/drawing/2014/main" id="{5070537C-4B03-4103-A55E-4F7AFD5EA9A9}"/>
              </a:ext>
            </a:extLst>
          </p:cNvPr>
          <p:cNvSpPr>
            <a:spLocks noGrp="1"/>
          </p:cNvSpPr>
          <p:nvPr/>
        </p:nvSpPr>
        <p:spPr>
          <a:xfrm>
            <a:off x="1553910" y="4455724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8" name="05_small_GT_pose1_rmsd3_2615">
            <a:extLst>
              <a:ext uri="{FF2B5EF4-FFF2-40B4-BE49-F238E27FC236}">
                <a16:creationId xmlns:a16="http://schemas.microsoft.com/office/drawing/2014/main" id="{08F22894-A19A-4549-B756-B294CCB64974}"/>
              </a:ext>
            </a:extLst>
          </p:cNvPr>
          <p:cNvSpPr>
            <a:spLocks noGrp="1"/>
          </p:cNvSpPr>
          <p:nvPr/>
        </p:nvSpPr>
        <p:spPr>
          <a:xfrm>
            <a:off x="2428910" y="366872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9" name="05_small_GT_pose1_rmsd3_2616">
            <a:extLst>
              <a:ext uri="{FF2B5EF4-FFF2-40B4-BE49-F238E27FC236}">
                <a16:creationId xmlns:a16="http://schemas.microsoft.com/office/drawing/2014/main" id="{99E993C6-89A7-49AE-82A0-0D7485C319A4}"/>
              </a:ext>
            </a:extLst>
          </p:cNvPr>
          <p:cNvSpPr>
            <a:spLocks noGrp="1"/>
          </p:cNvSpPr>
          <p:nvPr/>
        </p:nvSpPr>
        <p:spPr>
          <a:xfrm>
            <a:off x="4178910" y="365054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0" name="05_small_GT_pose1_rmsd3_2617">
            <a:extLst>
              <a:ext uri="{FF2B5EF4-FFF2-40B4-BE49-F238E27FC236}">
                <a16:creationId xmlns:a16="http://schemas.microsoft.com/office/drawing/2014/main" id="{170C016B-1325-48D2-A7C4-E4DAD19733B7}"/>
              </a:ext>
            </a:extLst>
          </p:cNvPr>
          <p:cNvSpPr>
            <a:spLocks noGrp="1"/>
          </p:cNvSpPr>
          <p:nvPr/>
        </p:nvSpPr>
        <p:spPr>
          <a:xfrm>
            <a:off x="5928910" y="365054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1" name="05_small_GT_pose1_rmsd3_2618">
            <a:extLst>
              <a:ext uri="{FF2B5EF4-FFF2-40B4-BE49-F238E27FC236}">
                <a16:creationId xmlns:a16="http://schemas.microsoft.com/office/drawing/2014/main" id="{05C184F2-B4AA-42C5-840A-A171F3BFD9FE}"/>
              </a:ext>
            </a:extLst>
          </p:cNvPr>
          <p:cNvSpPr>
            <a:spLocks noGrp="1"/>
          </p:cNvSpPr>
          <p:nvPr/>
        </p:nvSpPr>
        <p:spPr>
          <a:xfrm>
            <a:off x="1539579" y="477682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2" name="05_small_GT_pose1_rmsd3_2619">
            <a:extLst>
              <a:ext uri="{FF2B5EF4-FFF2-40B4-BE49-F238E27FC236}">
                <a16:creationId xmlns:a16="http://schemas.microsoft.com/office/drawing/2014/main" id="{206E4531-6B0D-4B7A-BAD7-6F39CBAB48C7}"/>
              </a:ext>
            </a:extLst>
          </p:cNvPr>
          <p:cNvSpPr>
            <a:spLocks noGrp="1"/>
          </p:cNvSpPr>
          <p:nvPr/>
        </p:nvSpPr>
        <p:spPr>
          <a:xfrm>
            <a:off x="241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3" name="05_small_GT_pose1_rmsd3_2620">
            <a:extLst>
              <a:ext uri="{FF2B5EF4-FFF2-40B4-BE49-F238E27FC236}">
                <a16:creationId xmlns:a16="http://schemas.microsoft.com/office/drawing/2014/main" id="{4D91FFF2-0CF1-49B6-956B-B30055024E0F}"/>
              </a:ext>
            </a:extLst>
          </p:cNvPr>
          <p:cNvSpPr>
            <a:spLocks noGrp="1"/>
          </p:cNvSpPr>
          <p:nvPr/>
        </p:nvSpPr>
        <p:spPr>
          <a:xfrm>
            <a:off x="416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4" name="05_small_GT_pose1_rmsd3_2621">
            <a:extLst>
              <a:ext uri="{FF2B5EF4-FFF2-40B4-BE49-F238E27FC236}">
                <a16:creationId xmlns:a16="http://schemas.microsoft.com/office/drawing/2014/main" id="{8539DF64-3D1C-4BBA-AED3-3ACC62FE765E}"/>
              </a:ext>
            </a:extLst>
          </p:cNvPr>
          <p:cNvSpPr>
            <a:spLocks noGrp="1"/>
          </p:cNvSpPr>
          <p:nvPr/>
        </p:nvSpPr>
        <p:spPr>
          <a:xfrm>
            <a:off x="591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5" name="text_2622">
            <a:extLst>
              <a:ext uri="{FF2B5EF4-FFF2-40B4-BE49-F238E27FC236}">
                <a16:creationId xmlns:a16="http://schemas.microsoft.com/office/drawing/2014/main" id="{9CE652A4-9557-4A97-8668-1D8806D5C38E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961610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Small-molecule reconstruction</a:t>
            </a:r>
          </a:p>
        </p:txBody>
      </p:sp>
      <p:sp>
        <p:nvSpPr>
          <p:cNvPr id="356" name="05_small_GT_pose1_rmsd3_2623">
            <a:extLst>
              <a:ext uri="{FF2B5EF4-FFF2-40B4-BE49-F238E27FC236}">
                <a16:creationId xmlns:a16="http://schemas.microsoft.com/office/drawing/2014/main" id="{4B6299E4-1286-426C-89A0-7E4C455BF220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57" name="05_small_GT_pose1_rmsd3_2624">
            <a:extLst>
              <a:ext uri="{FF2B5EF4-FFF2-40B4-BE49-F238E27FC236}">
                <a16:creationId xmlns:a16="http://schemas.microsoft.com/office/drawing/2014/main" id="{9A784EB5-4E9E-404A-9F11-D41C4B8D88BE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8" name="text_2625">
            <a:extLst>
              <a:ext uri="{FF2B5EF4-FFF2-40B4-BE49-F238E27FC236}">
                <a16:creationId xmlns:a16="http://schemas.microsoft.com/office/drawing/2014/main" id="{B8F419C0-E295-44F1-8A64-B0501D97F277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359" name="05_small_GT_pose1_rmsd3_2626">
            <a:extLst>
              <a:ext uri="{FF2B5EF4-FFF2-40B4-BE49-F238E27FC236}">
                <a16:creationId xmlns:a16="http://schemas.microsoft.com/office/drawing/2014/main" id="{3F94DD33-EAF9-4347-8645-B2ADAEE9F2F9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60" name="05_small_GT_pose1_rmsd3_2627">
            <a:extLst>
              <a:ext uri="{FF2B5EF4-FFF2-40B4-BE49-F238E27FC236}">
                <a16:creationId xmlns:a16="http://schemas.microsoft.com/office/drawing/2014/main" id="{27BA2A7A-E1C9-4346-B288-CA4F6220A531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61" name="text_2628">
            <a:extLst>
              <a:ext uri="{FF2B5EF4-FFF2-40B4-BE49-F238E27FC236}">
                <a16:creationId xmlns:a16="http://schemas.microsoft.com/office/drawing/2014/main" id="{9A555D25-883E-4DC6-8E44-AB3084409887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362" name="05_small_GT_pose1_rmsd3_2629">
            <a:extLst>
              <a:ext uri="{FF2B5EF4-FFF2-40B4-BE49-F238E27FC236}">
                <a16:creationId xmlns:a16="http://schemas.microsoft.com/office/drawing/2014/main" id="{9D707D62-8185-46EA-A1E6-BEA9BED9F737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363" name="text_2630">
            <a:extLst>
              <a:ext uri="{FF2B5EF4-FFF2-40B4-BE49-F238E27FC236}">
                <a16:creationId xmlns:a16="http://schemas.microsoft.com/office/drawing/2014/main" id="{4EE51231-092E-4645-A8DB-3346C952E905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13383075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06_small_CA2_pose1_rmsd3_2631">
            <a:extLst>
              <a:ext uri="{FF2B5EF4-FFF2-40B4-BE49-F238E27FC236}">
                <a16:creationId xmlns:a16="http://schemas.microsoft.com/office/drawing/2014/main" id="{D6B3C0CC-3EC4-4B3E-A4F2-347E5BE98C5A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6_small_CA2_pose1_rmsd3_2632">
            <a:extLst>
              <a:ext uri="{FF2B5EF4-FFF2-40B4-BE49-F238E27FC236}">
                <a16:creationId xmlns:a16="http://schemas.microsoft.com/office/drawing/2014/main" id="{CF214DE4-E941-4086-A5B4-703A006A8C44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6_small_CA2_pose1_rmsd3_2633">
            <a:extLst>
              <a:ext uri="{FF2B5EF4-FFF2-40B4-BE49-F238E27FC236}">
                <a16:creationId xmlns:a16="http://schemas.microsoft.com/office/drawing/2014/main" id="{9B8F5644-E135-4A9E-AE89-CF4356731240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499" y="1851207"/>
                </a:lnTo>
                <a:lnTo>
                  <a:pt x="9830" y="1835651"/>
                </a:lnTo>
                <a:lnTo>
                  <a:pt x="21505" y="1820095"/>
                </a:lnTo>
                <a:lnTo>
                  <a:pt x="36777" y="1804538"/>
                </a:lnTo>
                <a:lnTo>
                  <a:pt x="54711" y="1788982"/>
                </a:lnTo>
                <a:lnTo>
                  <a:pt x="74285" y="1773425"/>
                </a:lnTo>
                <a:lnTo>
                  <a:pt x="94485" y="1757869"/>
                </a:lnTo>
                <a:lnTo>
                  <a:pt x="114385" y="1742313"/>
                </a:lnTo>
                <a:lnTo>
                  <a:pt x="133216" y="1726756"/>
                </a:lnTo>
                <a:lnTo>
                  <a:pt x="150401" y="1711200"/>
                </a:lnTo>
                <a:lnTo>
                  <a:pt x="165567" y="1695644"/>
                </a:lnTo>
                <a:lnTo>
                  <a:pt x="178534" y="1680087"/>
                </a:lnTo>
                <a:lnTo>
                  <a:pt x="189285" y="1664531"/>
                </a:lnTo>
                <a:lnTo>
                  <a:pt x="197929" y="1648975"/>
                </a:lnTo>
                <a:lnTo>
                  <a:pt x="204658" y="1633418"/>
                </a:lnTo>
                <a:lnTo>
                  <a:pt x="209709" y="1617862"/>
                </a:lnTo>
                <a:lnTo>
                  <a:pt x="213336" y="1602305"/>
                </a:lnTo>
                <a:lnTo>
                  <a:pt x="215780" y="1586749"/>
                </a:lnTo>
                <a:lnTo>
                  <a:pt x="217265" y="1571193"/>
                </a:lnTo>
                <a:lnTo>
                  <a:pt x="217984" y="1555636"/>
                </a:lnTo>
                <a:lnTo>
                  <a:pt x="218104" y="1540080"/>
                </a:lnTo>
                <a:lnTo>
                  <a:pt x="217765" y="1524524"/>
                </a:lnTo>
                <a:lnTo>
                  <a:pt x="217089" y="1508967"/>
                </a:lnTo>
                <a:lnTo>
                  <a:pt x="216182" y="1493411"/>
                </a:lnTo>
                <a:lnTo>
                  <a:pt x="215137" y="1477855"/>
                </a:lnTo>
                <a:lnTo>
                  <a:pt x="214034" y="1462298"/>
                </a:lnTo>
                <a:lnTo>
                  <a:pt x="212946" y="1446742"/>
                </a:lnTo>
                <a:lnTo>
                  <a:pt x="211930" y="1431185"/>
                </a:lnTo>
                <a:lnTo>
                  <a:pt x="211030" y="1415629"/>
                </a:lnTo>
                <a:lnTo>
                  <a:pt x="210277" y="1400073"/>
                </a:lnTo>
                <a:lnTo>
                  <a:pt x="209686" y="1384516"/>
                </a:lnTo>
                <a:lnTo>
                  <a:pt x="209258" y="1368960"/>
                </a:lnTo>
                <a:lnTo>
                  <a:pt x="208984" y="1353404"/>
                </a:lnTo>
                <a:lnTo>
                  <a:pt x="208845" y="1337847"/>
                </a:lnTo>
                <a:lnTo>
                  <a:pt x="208817" y="1322291"/>
                </a:lnTo>
                <a:lnTo>
                  <a:pt x="208874" y="1306735"/>
                </a:lnTo>
                <a:lnTo>
                  <a:pt x="208993" y="1291178"/>
                </a:lnTo>
                <a:lnTo>
                  <a:pt x="209149" y="1275622"/>
                </a:lnTo>
                <a:lnTo>
                  <a:pt x="209321" y="1260065"/>
                </a:lnTo>
                <a:lnTo>
                  <a:pt x="209486" y="1244509"/>
                </a:lnTo>
                <a:lnTo>
                  <a:pt x="209619" y="1228953"/>
                </a:lnTo>
                <a:lnTo>
                  <a:pt x="209692" y="1213396"/>
                </a:lnTo>
                <a:lnTo>
                  <a:pt x="209669" y="1197840"/>
                </a:lnTo>
                <a:lnTo>
                  <a:pt x="209504" y="1182284"/>
                </a:lnTo>
                <a:lnTo>
                  <a:pt x="209147" y="1166727"/>
                </a:lnTo>
                <a:lnTo>
                  <a:pt x="208540" y="1151171"/>
                </a:lnTo>
                <a:lnTo>
                  <a:pt x="207627" y="1135615"/>
                </a:lnTo>
                <a:lnTo>
                  <a:pt x="206360" y="1120058"/>
                </a:lnTo>
                <a:lnTo>
                  <a:pt x="204705" y="1104502"/>
                </a:lnTo>
                <a:lnTo>
                  <a:pt x="202654" y="1088945"/>
                </a:lnTo>
                <a:lnTo>
                  <a:pt x="200229" y="1073389"/>
                </a:lnTo>
                <a:lnTo>
                  <a:pt x="197493" y="1057833"/>
                </a:lnTo>
                <a:lnTo>
                  <a:pt x="194550" y="1042276"/>
                </a:lnTo>
                <a:lnTo>
                  <a:pt x="191540" y="1026720"/>
                </a:lnTo>
                <a:lnTo>
                  <a:pt x="188634" y="1011164"/>
                </a:lnTo>
                <a:lnTo>
                  <a:pt x="186023" y="995607"/>
                </a:lnTo>
                <a:lnTo>
                  <a:pt x="183897" y="980051"/>
                </a:lnTo>
                <a:lnTo>
                  <a:pt x="182426" y="964495"/>
                </a:lnTo>
                <a:lnTo>
                  <a:pt x="181749" y="948938"/>
                </a:lnTo>
                <a:lnTo>
                  <a:pt x="181950" y="933382"/>
                </a:lnTo>
                <a:lnTo>
                  <a:pt x="183055" y="917825"/>
                </a:lnTo>
                <a:lnTo>
                  <a:pt x="185024" y="902269"/>
                </a:lnTo>
                <a:lnTo>
                  <a:pt x="187758" y="886713"/>
                </a:lnTo>
                <a:lnTo>
                  <a:pt x="191110" y="871156"/>
                </a:lnTo>
                <a:lnTo>
                  <a:pt x="194899" y="855600"/>
                </a:lnTo>
                <a:lnTo>
                  <a:pt x="198932" y="840044"/>
                </a:lnTo>
                <a:lnTo>
                  <a:pt x="203016" y="824487"/>
                </a:lnTo>
                <a:lnTo>
                  <a:pt x="206980" y="808931"/>
                </a:lnTo>
                <a:lnTo>
                  <a:pt x="210685" y="793375"/>
                </a:lnTo>
                <a:lnTo>
                  <a:pt x="214027" y="777818"/>
                </a:lnTo>
                <a:lnTo>
                  <a:pt x="216947" y="762262"/>
                </a:lnTo>
                <a:lnTo>
                  <a:pt x="219419" y="746705"/>
                </a:lnTo>
                <a:lnTo>
                  <a:pt x="221451" y="731149"/>
                </a:lnTo>
                <a:lnTo>
                  <a:pt x="223074" y="715593"/>
                </a:lnTo>
                <a:lnTo>
                  <a:pt x="224334" y="700036"/>
                </a:lnTo>
                <a:lnTo>
                  <a:pt x="225286" y="684480"/>
                </a:lnTo>
                <a:lnTo>
                  <a:pt x="225987" y="668924"/>
                </a:lnTo>
                <a:lnTo>
                  <a:pt x="226490" y="653367"/>
                </a:lnTo>
                <a:lnTo>
                  <a:pt x="226840" y="637811"/>
                </a:lnTo>
                <a:lnTo>
                  <a:pt x="227079" y="622255"/>
                </a:lnTo>
                <a:lnTo>
                  <a:pt x="227237" y="606698"/>
                </a:lnTo>
                <a:lnTo>
                  <a:pt x="227340" y="591142"/>
                </a:lnTo>
                <a:lnTo>
                  <a:pt x="227405" y="575585"/>
                </a:lnTo>
                <a:lnTo>
                  <a:pt x="227444" y="560029"/>
                </a:lnTo>
                <a:lnTo>
                  <a:pt x="227468" y="544473"/>
                </a:lnTo>
                <a:lnTo>
                  <a:pt x="227482" y="528916"/>
                </a:lnTo>
                <a:lnTo>
                  <a:pt x="227490" y="513360"/>
                </a:lnTo>
                <a:lnTo>
                  <a:pt x="227495" y="497804"/>
                </a:lnTo>
                <a:lnTo>
                  <a:pt x="227497" y="482247"/>
                </a:lnTo>
                <a:lnTo>
                  <a:pt x="227499" y="466691"/>
                </a:lnTo>
                <a:lnTo>
                  <a:pt x="227499" y="451135"/>
                </a:lnTo>
                <a:lnTo>
                  <a:pt x="227500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0" y="435578"/>
                </a:lnTo>
                <a:lnTo>
                  <a:pt x="227501" y="451135"/>
                </a:lnTo>
                <a:lnTo>
                  <a:pt x="227501" y="466691"/>
                </a:lnTo>
                <a:lnTo>
                  <a:pt x="227503" y="482247"/>
                </a:lnTo>
                <a:lnTo>
                  <a:pt x="227505" y="497804"/>
                </a:lnTo>
                <a:lnTo>
                  <a:pt x="227510" y="513360"/>
                </a:lnTo>
                <a:lnTo>
                  <a:pt x="227518" y="528916"/>
                </a:lnTo>
                <a:lnTo>
                  <a:pt x="227532" y="544473"/>
                </a:lnTo>
                <a:lnTo>
                  <a:pt x="227556" y="560029"/>
                </a:lnTo>
                <a:lnTo>
                  <a:pt x="227595" y="575585"/>
                </a:lnTo>
                <a:lnTo>
                  <a:pt x="227660" y="591142"/>
                </a:lnTo>
                <a:lnTo>
                  <a:pt x="227763" y="606698"/>
                </a:lnTo>
                <a:lnTo>
                  <a:pt x="227921" y="622255"/>
                </a:lnTo>
                <a:lnTo>
                  <a:pt x="228160" y="637811"/>
                </a:lnTo>
                <a:lnTo>
                  <a:pt x="228510" y="653367"/>
                </a:lnTo>
                <a:lnTo>
                  <a:pt x="229013" y="668924"/>
                </a:lnTo>
                <a:lnTo>
                  <a:pt x="229714" y="684480"/>
                </a:lnTo>
                <a:lnTo>
                  <a:pt x="230666" y="700036"/>
                </a:lnTo>
                <a:lnTo>
                  <a:pt x="231926" y="715593"/>
                </a:lnTo>
                <a:lnTo>
                  <a:pt x="233549" y="731149"/>
                </a:lnTo>
                <a:lnTo>
                  <a:pt x="235581" y="746705"/>
                </a:lnTo>
                <a:lnTo>
                  <a:pt x="238053" y="762262"/>
                </a:lnTo>
                <a:lnTo>
                  <a:pt x="240973" y="777818"/>
                </a:lnTo>
                <a:lnTo>
                  <a:pt x="244315" y="793375"/>
                </a:lnTo>
                <a:lnTo>
                  <a:pt x="248020" y="808931"/>
                </a:lnTo>
                <a:lnTo>
                  <a:pt x="251984" y="824487"/>
                </a:lnTo>
                <a:lnTo>
                  <a:pt x="256068" y="840044"/>
                </a:lnTo>
                <a:lnTo>
                  <a:pt x="260101" y="855600"/>
                </a:lnTo>
                <a:lnTo>
                  <a:pt x="263890" y="871156"/>
                </a:lnTo>
                <a:lnTo>
                  <a:pt x="267242" y="886713"/>
                </a:lnTo>
                <a:lnTo>
                  <a:pt x="269976" y="902269"/>
                </a:lnTo>
                <a:lnTo>
                  <a:pt x="271945" y="917825"/>
                </a:lnTo>
                <a:lnTo>
                  <a:pt x="273050" y="933382"/>
                </a:lnTo>
                <a:lnTo>
                  <a:pt x="273251" y="948938"/>
                </a:lnTo>
                <a:lnTo>
                  <a:pt x="272574" y="964495"/>
                </a:lnTo>
                <a:lnTo>
                  <a:pt x="271103" y="980051"/>
                </a:lnTo>
                <a:lnTo>
                  <a:pt x="268977" y="995607"/>
                </a:lnTo>
                <a:lnTo>
                  <a:pt x="266366" y="1011164"/>
                </a:lnTo>
                <a:lnTo>
                  <a:pt x="263460" y="1026720"/>
                </a:lnTo>
                <a:lnTo>
                  <a:pt x="260450" y="1042276"/>
                </a:lnTo>
                <a:lnTo>
                  <a:pt x="257507" y="1057833"/>
                </a:lnTo>
                <a:lnTo>
                  <a:pt x="254771" y="1073389"/>
                </a:lnTo>
                <a:lnTo>
                  <a:pt x="252346" y="1088945"/>
                </a:lnTo>
                <a:lnTo>
                  <a:pt x="250295" y="1104502"/>
                </a:lnTo>
                <a:lnTo>
                  <a:pt x="248640" y="1120058"/>
                </a:lnTo>
                <a:lnTo>
                  <a:pt x="247373" y="1135615"/>
                </a:lnTo>
                <a:lnTo>
                  <a:pt x="246460" y="1151171"/>
                </a:lnTo>
                <a:lnTo>
                  <a:pt x="245853" y="1166727"/>
                </a:lnTo>
                <a:lnTo>
                  <a:pt x="245496" y="1182284"/>
                </a:lnTo>
                <a:lnTo>
                  <a:pt x="245331" y="1197840"/>
                </a:lnTo>
                <a:lnTo>
                  <a:pt x="245308" y="1213396"/>
                </a:lnTo>
                <a:lnTo>
                  <a:pt x="245381" y="1228953"/>
                </a:lnTo>
                <a:lnTo>
                  <a:pt x="245515" y="1244509"/>
                </a:lnTo>
                <a:lnTo>
                  <a:pt x="245679" y="1260065"/>
                </a:lnTo>
                <a:lnTo>
                  <a:pt x="245851" y="1275622"/>
                </a:lnTo>
                <a:lnTo>
                  <a:pt x="246007" y="1291178"/>
                </a:lnTo>
                <a:lnTo>
                  <a:pt x="246126" y="1306735"/>
                </a:lnTo>
                <a:lnTo>
                  <a:pt x="246183" y="1322291"/>
                </a:lnTo>
                <a:lnTo>
                  <a:pt x="246155" y="1337847"/>
                </a:lnTo>
                <a:lnTo>
                  <a:pt x="246016" y="1353404"/>
                </a:lnTo>
                <a:lnTo>
                  <a:pt x="245742" y="1368960"/>
                </a:lnTo>
                <a:lnTo>
                  <a:pt x="245314" y="1384516"/>
                </a:lnTo>
                <a:lnTo>
                  <a:pt x="244723" y="1400073"/>
                </a:lnTo>
                <a:lnTo>
                  <a:pt x="243970" y="1415629"/>
                </a:lnTo>
                <a:lnTo>
                  <a:pt x="243070" y="1431185"/>
                </a:lnTo>
                <a:lnTo>
                  <a:pt x="242054" y="1446742"/>
                </a:lnTo>
                <a:lnTo>
                  <a:pt x="240966" y="1462298"/>
                </a:lnTo>
                <a:lnTo>
                  <a:pt x="239863" y="1477855"/>
                </a:lnTo>
                <a:lnTo>
                  <a:pt x="238818" y="1493411"/>
                </a:lnTo>
                <a:lnTo>
                  <a:pt x="237911" y="1508967"/>
                </a:lnTo>
                <a:lnTo>
                  <a:pt x="237235" y="1524524"/>
                </a:lnTo>
                <a:lnTo>
                  <a:pt x="236896" y="1540080"/>
                </a:lnTo>
                <a:lnTo>
                  <a:pt x="237016" y="1555636"/>
                </a:lnTo>
                <a:lnTo>
                  <a:pt x="237735" y="1571193"/>
                </a:lnTo>
                <a:lnTo>
                  <a:pt x="239220" y="1586749"/>
                </a:lnTo>
                <a:lnTo>
                  <a:pt x="241664" y="1602305"/>
                </a:lnTo>
                <a:lnTo>
                  <a:pt x="245291" y="1617862"/>
                </a:lnTo>
                <a:lnTo>
                  <a:pt x="250342" y="1633418"/>
                </a:lnTo>
                <a:lnTo>
                  <a:pt x="257071" y="1648975"/>
                </a:lnTo>
                <a:lnTo>
                  <a:pt x="265715" y="1664531"/>
                </a:lnTo>
                <a:lnTo>
                  <a:pt x="276466" y="1680087"/>
                </a:lnTo>
                <a:lnTo>
                  <a:pt x="289433" y="1695644"/>
                </a:lnTo>
                <a:lnTo>
                  <a:pt x="304599" y="1711200"/>
                </a:lnTo>
                <a:lnTo>
                  <a:pt x="321784" y="1726756"/>
                </a:lnTo>
                <a:lnTo>
                  <a:pt x="340615" y="1742313"/>
                </a:lnTo>
                <a:lnTo>
                  <a:pt x="360515" y="1757869"/>
                </a:lnTo>
                <a:lnTo>
                  <a:pt x="380715" y="1773425"/>
                </a:lnTo>
                <a:lnTo>
                  <a:pt x="400289" y="1788982"/>
                </a:lnTo>
                <a:lnTo>
                  <a:pt x="418223" y="1804538"/>
                </a:lnTo>
                <a:lnTo>
                  <a:pt x="433495" y="1820095"/>
                </a:lnTo>
                <a:lnTo>
                  <a:pt x="445170" y="1835651"/>
                </a:lnTo>
                <a:lnTo>
                  <a:pt x="452501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4" name="06_small_CA2_pose1_rmsd3_2634">
            <a:extLst>
              <a:ext uri="{FF2B5EF4-FFF2-40B4-BE49-F238E27FC236}">
                <a16:creationId xmlns:a16="http://schemas.microsoft.com/office/drawing/2014/main" id="{7433D9A6-CF85-4F86-A17A-967BE85BBB0A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15" y="1851207"/>
                </a:lnTo>
                <a:lnTo>
                  <a:pt x="9890" y="1835651"/>
                </a:lnTo>
                <a:lnTo>
                  <a:pt x="21634" y="1820095"/>
                </a:lnTo>
                <a:lnTo>
                  <a:pt x="36987" y="1804538"/>
                </a:lnTo>
                <a:lnTo>
                  <a:pt x="55007" y="1788982"/>
                </a:lnTo>
                <a:lnTo>
                  <a:pt x="74658" y="1773425"/>
                </a:lnTo>
                <a:lnTo>
                  <a:pt x="94915" y="1757869"/>
                </a:lnTo>
                <a:lnTo>
                  <a:pt x="114844" y="1742313"/>
                </a:lnTo>
                <a:lnTo>
                  <a:pt x="133668" y="1726756"/>
                </a:lnTo>
                <a:lnTo>
                  <a:pt x="150808" y="1711200"/>
                </a:lnTo>
                <a:lnTo>
                  <a:pt x="165891" y="1695644"/>
                </a:lnTo>
                <a:lnTo>
                  <a:pt x="178741" y="1680087"/>
                </a:lnTo>
                <a:lnTo>
                  <a:pt x="189345" y="1664531"/>
                </a:lnTo>
                <a:lnTo>
                  <a:pt x="197818" y="1648975"/>
                </a:lnTo>
                <a:lnTo>
                  <a:pt x="204358" y="1633418"/>
                </a:lnTo>
                <a:lnTo>
                  <a:pt x="209209" y="1617862"/>
                </a:lnTo>
                <a:lnTo>
                  <a:pt x="212627" y="1602305"/>
                </a:lnTo>
                <a:lnTo>
                  <a:pt x="214857" y="1586749"/>
                </a:lnTo>
                <a:lnTo>
                  <a:pt x="216122" y="1571193"/>
                </a:lnTo>
                <a:lnTo>
                  <a:pt x="216620" y="1555636"/>
                </a:lnTo>
                <a:lnTo>
                  <a:pt x="216516" y="1540080"/>
                </a:lnTo>
                <a:lnTo>
                  <a:pt x="215956" y="1524524"/>
                </a:lnTo>
                <a:lnTo>
                  <a:pt x="215066" y="1508967"/>
                </a:lnTo>
                <a:lnTo>
                  <a:pt x="213958" y="1493411"/>
                </a:lnTo>
                <a:lnTo>
                  <a:pt x="212733" y="1477855"/>
                </a:lnTo>
                <a:lnTo>
                  <a:pt x="211485" y="1462298"/>
                </a:lnTo>
                <a:lnTo>
                  <a:pt x="210296" y="1446742"/>
                </a:lnTo>
                <a:lnTo>
                  <a:pt x="209237" y="1431185"/>
                </a:lnTo>
                <a:lnTo>
                  <a:pt x="208366" y="1415629"/>
                </a:lnTo>
                <a:lnTo>
                  <a:pt x="207723" y="1400073"/>
                </a:lnTo>
                <a:lnTo>
                  <a:pt x="207336" y="1384516"/>
                </a:lnTo>
                <a:lnTo>
                  <a:pt x="207213" y="1368960"/>
                </a:lnTo>
                <a:lnTo>
                  <a:pt x="207349" y="1353404"/>
                </a:lnTo>
                <a:lnTo>
                  <a:pt x="207727" y="1337847"/>
                </a:lnTo>
                <a:lnTo>
                  <a:pt x="208324" y="1322291"/>
                </a:lnTo>
                <a:lnTo>
                  <a:pt x="209107" y="1306735"/>
                </a:lnTo>
                <a:lnTo>
                  <a:pt x="210045" y="1291178"/>
                </a:lnTo>
                <a:lnTo>
                  <a:pt x="211101" y="1275622"/>
                </a:lnTo>
                <a:lnTo>
                  <a:pt x="212241" y="1260065"/>
                </a:lnTo>
                <a:lnTo>
                  <a:pt x="213428" y="1244509"/>
                </a:lnTo>
                <a:lnTo>
                  <a:pt x="214625" y="1228953"/>
                </a:lnTo>
                <a:lnTo>
                  <a:pt x="215792" y="1213396"/>
                </a:lnTo>
                <a:lnTo>
                  <a:pt x="216887" y="1197840"/>
                </a:lnTo>
                <a:lnTo>
                  <a:pt x="217865" y="1182284"/>
                </a:lnTo>
                <a:lnTo>
                  <a:pt x="218680" y="1166727"/>
                </a:lnTo>
                <a:lnTo>
                  <a:pt x="219287" y="1151171"/>
                </a:lnTo>
                <a:lnTo>
                  <a:pt x="219646" y="1135615"/>
                </a:lnTo>
                <a:lnTo>
                  <a:pt x="219726" y="1120058"/>
                </a:lnTo>
                <a:lnTo>
                  <a:pt x="219506" y="1104502"/>
                </a:lnTo>
                <a:lnTo>
                  <a:pt x="218982" y="1088945"/>
                </a:lnTo>
                <a:lnTo>
                  <a:pt x="218171" y="1073389"/>
                </a:lnTo>
                <a:lnTo>
                  <a:pt x="217109" y="1057833"/>
                </a:lnTo>
                <a:lnTo>
                  <a:pt x="215853" y="1042276"/>
                </a:lnTo>
                <a:lnTo>
                  <a:pt x="214480" y="1026720"/>
                </a:lnTo>
                <a:lnTo>
                  <a:pt x="213082" y="1011164"/>
                </a:lnTo>
                <a:lnTo>
                  <a:pt x="211756" y="995607"/>
                </a:lnTo>
                <a:lnTo>
                  <a:pt x="210602" y="980051"/>
                </a:lnTo>
                <a:lnTo>
                  <a:pt x="209708" y="964495"/>
                </a:lnTo>
                <a:lnTo>
                  <a:pt x="209147" y="948938"/>
                </a:lnTo>
                <a:lnTo>
                  <a:pt x="208966" y="933382"/>
                </a:lnTo>
                <a:lnTo>
                  <a:pt x="209183" y="917825"/>
                </a:lnTo>
                <a:lnTo>
                  <a:pt x="209785" y="902269"/>
                </a:lnTo>
                <a:lnTo>
                  <a:pt x="210729" y="886713"/>
                </a:lnTo>
                <a:lnTo>
                  <a:pt x="211951" y="871156"/>
                </a:lnTo>
                <a:lnTo>
                  <a:pt x="213366" y="855600"/>
                </a:lnTo>
                <a:lnTo>
                  <a:pt x="214882" y="840044"/>
                </a:lnTo>
                <a:lnTo>
                  <a:pt x="216408" y="824487"/>
                </a:lnTo>
                <a:lnTo>
                  <a:pt x="217859" y="808931"/>
                </a:lnTo>
                <a:lnTo>
                  <a:pt x="219163" y="793375"/>
                </a:lnTo>
                <a:lnTo>
                  <a:pt x="220270" y="777818"/>
                </a:lnTo>
                <a:lnTo>
                  <a:pt x="221147" y="762262"/>
                </a:lnTo>
                <a:lnTo>
                  <a:pt x="221781" y="746705"/>
                </a:lnTo>
                <a:lnTo>
                  <a:pt x="222178" y="731149"/>
                </a:lnTo>
                <a:lnTo>
                  <a:pt x="222359" y="715593"/>
                </a:lnTo>
                <a:lnTo>
                  <a:pt x="222357" y="700036"/>
                </a:lnTo>
                <a:lnTo>
                  <a:pt x="222212" y="684480"/>
                </a:lnTo>
                <a:lnTo>
                  <a:pt x="221970" y="668924"/>
                </a:lnTo>
                <a:lnTo>
                  <a:pt x="221675" y="653367"/>
                </a:lnTo>
                <a:lnTo>
                  <a:pt x="221371" y="637811"/>
                </a:lnTo>
                <a:lnTo>
                  <a:pt x="221097" y="622255"/>
                </a:lnTo>
                <a:lnTo>
                  <a:pt x="220887" y="606698"/>
                </a:lnTo>
                <a:lnTo>
                  <a:pt x="220765" y="591142"/>
                </a:lnTo>
                <a:lnTo>
                  <a:pt x="220748" y="575585"/>
                </a:lnTo>
                <a:lnTo>
                  <a:pt x="220843" y="560029"/>
                </a:lnTo>
                <a:lnTo>
                  <a:pt x="221050" y="544473"/>
                </a:lnTo>
                <a:lnTo>
                  <a:pt x="221359" y="528916"/>
                </a:lnTo>
                <a:lnTo>
                  <a:pt x="221754" y="513360"/>
                </a:lnTo>
                <a:lnTo>
                  <a:pt x="222215" y="497804"/>
                </a:lnTo>
                <a:lnTo>
                  <a:pt x="222715" y="482247"/>
                </a:lnTo>
                <a:lnTo>
                  <a:pt x="223227" y="466691"/>
                </a:lnTo>
                <a:lnTo>
                  <a:pt x="223721" y="451135"/>
                </a:lnTo>
                <a:lnTo>
                  <a:pt x="224168" y="435578"/>
                </a:lnTo>
                <a:lnTo>
                  <a:pt x="224537" y="420022"/>
                </a:lnTo>
                <a:lnTo>
                  <a:pt x="224800" y="404465"/>
                </a:lnTo>
                <a:lnTo>
                  <a:pt x="224925" y="388909"/>
                </a:lnTo>
                <a:lnTo>
                  <a:pt x="224879" y="373353"/>
                </a:lnTo>
                <a:lnTo>
                  <a:pt x="224621" y="357796"/>
                </a:lnTo>
                <a:lnTo>
                  <a:pt x="224104" y="342240"/>
                </a:lnTo>
                <a:lnTo>
                  <a:pt x="223263" y="326684"/>
                </a:lnTo>
                <a:lnTo>
                  <a:pt x="222018" y="311127"/>
                </a:lnTo>
                <a:lnTo>
                  <a:pt x="220263" y="295571"/>
                </a:lnTo>
                <a:lnTo>
                  <a:pt x="217861" y="280015"/>
                </a:lnTo>
                <a:lnTo>
                  <a:pt x="214647" y="264458"/>
                </a:lnTo>
                <a:lnTo>
                  <a:pt x="210423" y="248902"/>
                </a:lnTo>
                <a:lnTo>
                  <a:pt x="204967" y="233345"/>
                </a:lnTo>
                <a:lnTo>
                  <a:pt x="198046" y="217789"/>
                </a:lnTo>
                <a:lnTo>
                  <a:pt x="189436" y="202233"/>
                </a:lnTo>
                <a:lnTo>
                  <a:pt x="178953" y="186676"/>
                </a:lnTo>
                <a:lnTo>
                  <a:pt x="166490" y="171120"/>
                </a:lnTo>
                <a:lnTo>
                  <a:pt x="152051" y="155564"/>
                </a:lnTo>
                <a:lnTo>
                  <a:pt x="135794" y="140007"/>
                </a:lnTo>
                <a:lnTo>
                  <a:pt x="118054" y="124451"/>
                </a:lnTo>
                <a:lnTo>
                  <a:pt x="99357" y="108895"/>
                </a:lnTo>
                <a:lnTo>
                  <a:pt x="80411" y="93338"/>
                </a:lnTo>
                <a:lnTo>
                  <a:pt x="62071" y="77782"/>
                </a:lnTo>
                <a:lnTo>
                  <a:pt x="45278" y="62225"/>
                </a:lnTo>
                <a:lnTo>
                  <a:pt x="30982" y="46669"/>
                </a:lnTo>
                <a:lnTo>
                  <a:pt x="20055" y="31113"/>
                </a:lnTo>
                <a:lnTo>
                  <a:pt x="13195" y="15556"/>
                </a:lnTo>
                <a:lnTo>
                  <a:pt x="10856" y="0"/>
                </a:lnTo>
                <a:lnTo>
                  <a:pt x="444144" y="0"/>
                </a:lnTo>
                <a:lnTo>
                  <a:pt x="444144" y="0"/>
                </a:lnTo>
                <a:lnTo>
                  <a:pt x="441805" y="15556"/>
                </a:lnTo>
                <a:lnTo>
                  <a:pt x="434945" y="31113"/>
                </a:lnTo>
                <a:lnTo>
                  <a:pt x="424018" y="46669"/>
                </a:lnTo>
                <a:lnTo>
                  <a:pt x="409722" y="62225"/>
                </a:lnTo>
                <a:lnTo>
                  <a:pt x="392929" y="77782"/>
                </a:lnTo>
                <a:lnTo>
                  <a:pt x="374589" y="93338"/>
                </a:lnTo>
                <a:lnTo>
                  <a:pt x="355643" y="108895"/>
                </a:lnTo>
                <a:lnTo>
                  <a:pt x="336946" y="124451"/>
                </a:lnTo>
                <a:lnTo>
                  <a:pt x="319206" y="140007"/>
                </a:lnTo>
                <a:lnTo>
                  <a:pt x="302949" y="155564"/>
                </a:lnTo>
                <a:lnTo>
                  <a:pt x="288510" y="171120"/>
                </a:lnTo>
                <a:lnTo>
                  <a:pt x="276047" y="186676"/>
                </a:lnTo>
                <a:lnTo>
                  <a:pt x="265564" y="202233"/>
                </a:lnTo>
                <a:lnTo>
                  <a:pt x="256955" y="217789"/>
                </a:lnTo>
                <a:lnTo>
                  <a:pt x="250033" y="233345"/>
                </a:lnTo>
                <a:lnTo>
                  <a:pt x="244577" y="248902"/>
                </a:lnTo>
                <a:lnTo>
                  <a:pt x="240353" y="264458"/>
                </a:lnTo>
                <a:lnTo>
                  <a:pt x="237139" y="280015"/>
                </a:lnTo>
                <a:lnTo>
                  <a:pt x="234737" y="295571"/>
                </a:lnTo>
                <a:lnTo>
                  <a:pt x="232982" y="311127"/>
                </a:lnTo>
                <a:lnTo>
                  <a:pt x="231737" y="326684"/>
                </a:lnTo>
                <a:lnTo>
                  <a:pt x="230896" y="342240"/>
                </a:lnTo>
                <a:lnTo>
                  <a:pt x="230379" y="357796"/>
                </a:lnTo>
                <a:lnTo>
                  <a:pt x="230121" y="373353"/>
                </a:lnTo>
                <a:lnTo>
                  <a:pt x="230075" y="388909"/>
                </a:lnTo>
                <a:lnTo>
                  <a:pt x="230200" y="404465"/>
                </a:lnTo>
                <a:lnTo>
                  <a:pt x="230463" y="420022"/>
                </a:lnTo>
                <a:lnTo>
                  <a:pt x="230832" y="435578"/>
                </a:lnTo>
                <a:lnTo>
                  <a:pt x="231279" y="451135"/>
                </a:lnTo>
                <a:lnTo>
                  <a:pt x="231773" y="466691"/>
                </a:lnTo>
                <a:lnTo>
                  <a:pt x="232285" y="482247"/>
                </a:lnTo>
                <a:lnTo>
                  <a:pt x="232785" y="497804"/>
                </a:lnTo>
                <a:lnTo>
                  <a:pt x="233246" y="513360"/>
                </a:lnTo>
                <a:lnTo>
                  <a:pt x="233641" y="528916"/>
                </a:lnTo>
                <a:lnTo>
                  <a:pt x="233950" y="544473"/>
                </a:lnTo>
                <a:lnTo>
                  <a:pt x="234157" y="560029"/>
                </a:lnTo>
                <a:lnTo>
                  <a:pt x="234252" y="575585"/>
                </a:lnTo>
                <a:lnTo>
                  <a:pt x="234235" y="591142"/>
                </a:lnTo>
                <a:lnTo>
                  <a:pt x="234113" y="606698"/>
                </a:lnTo>
                <a:lnTo>
                  <a:pt x="233903" y="622255"/>
                </a:lnTo>
                <a:lnTo>
                  <a:pt x="233629" y="637811"/>
                </a:lnTo>
                <a:lnTo>
                  <a:pt x="233325" y="653367"/>
                </a:lnTo>
                <a:lnTo>
                  <a:pt x="233030" y="668924"/>
                </a:lnTo>
                <a:lnTo>
                  <a:pt x="232788" y="684480"/>
                </a:lnTo>
                <a:lnTo>
                  <a:pt x="232643" y="700036"/>
                </a:lnTo>
                <a:lnTo>
                  <a:pt x="232641" y="715593"/>
                </a:lnTo>
                <a:lnTo>
                  <a:pt x="232822" y="731149"/>
                </a:lnTo>
                <a:lnTo>
                  <a:pt x="233219" y="746705"/>
                </a:lnTo>
                <a:lnTo>
                  <a:pt x="233853" y="762262"/>
                </a:lnTo>
                <a:lnTo>
                  <a:pt x="234730" y="777818"/>
                </a:lnTo>
                <a:lnTo>
                  <a:pt x="235837" y="793375"/>
                </a:lnTo>
                <a:lnTo>
                  <a:pt x="237141" y="808931"/>
                </a:lnTo>
                <a:lnTo>
                  <a:pt x="238592" y="824487"/>
                </a:lnTo>
                <a:lnTo>
                  <a:pt x="240118" y="840044"/>
                </a:lnTo>
                <a:lnTo>
                  <a:pt x="241634" y="855600"/>
                </a:lnTo>
                <a:lnTo>
                  <a:pt x="243049" y="871156"/>
                </a:lnTo>
                <a:lnTo>
                  <a:pt x="244271" y="886713"/>
                </a:lnTo>
                <a:lnTo>
                  <a:pt x="245215" y="902269"/>
                </a:lnTo>
                <a:lnTo>
                  <a:pt x="245817" y="917825"/>
                </a:lnTo>
                <a:lnTo>
                  <a:pt x="246034" y="933382"/>
                </a:lnTo>
                <a:lnTo>
                  <a:pt x="245853" y="948938"/>
                </a:lnTo>
                <a:lnTo>
                  <a:pt x="245292" y="964495"/>
                </a:lnTo>
                <a:lnTo>
                  <a:pt x="244398" y="980051"/>
                </a:lnTo>
                <a:lnTo>
                  <a:pt x="243244" y="995607"/>
                </a:lnTo>
                <a:lnTo>
                  <a:pt x="241918" y="1011164"/>
                </a:lnTo>
                <a:lnTo>
                  <a:pt x="240520" y="1026720"/>
                </a:lnTo>
                <a:lnTo>
                  <a:pt x="239147" y="1042276"/>
                </a:lnTo>
                <a:lnTo>
                  <a:pt x="237891" y="1057833"/>
                </a:lnTo>
                <a:lnTo>
                  <a:pt x="236829" y="1073389"/>
                </a:lnTo>
                <a:lnTo>
                  <a:pt x="236018" y="1088945"/>
                </a:lnTo>
                <a:lnTo>
                  <a:pt x="235494" y="1104502"/>
                </a:lnTo>
                <a:lnTo>
                  <a:pt x="235274" y="1120058"/>
                </a:lnTo>
                <a:lnTo>
                  <a:pt x="235354" y="1135615"/>
                </a:lnTo>
                <a:lnTo>
                  <a:pt x="235713" y="1151171"/>
                </a:lnTo>
                <a:lnTo>
                  <a:pt x="236320" y="1166727"/>
                </a:lnTo>
                <a:lnTo>
                  <a:pt x="237135" y="1182284"/>
                </a:lnTo>
                <a:lnTo>
                  <a:pt x="238113" y="1197840"/>
                </a:lnTo>
                <a:lnTo>
                  <a:pt x="239208" y="1213396"/>
                </a:lnTo>
                <a:lnTo>
                  <a:pt x="240375" y="1228953"/>
                </a:lnTo>
                <a:lnTo>
                  <a:pt x="241572" y="1244509"/>
                </a:lnTo>
                <a:lnTo>
                  <a:pt x="242759" y="1260065"/>
                </a:lnTo>
                <a:lnTo>
                  <a:pt x="243899" y="1275622"/>
                </a:lnTo>
                <a:lnTo>
                  <a:pt x="244955" y="1291178"/>
                </a:lnTo>
                <a:lnTo>
                  <a:pt x="245893" y="1306735"/>
                </a:lnTo>
                <a:lnTo>
                  <a:pt x="246676" y="1322291"/>
                </a:lnTo>
                <a:lnTo>
                  <a:pt x="247273" y="1337847"/>
                </a:lnTo>
                <a:lnTo>
                  <a:pt x="247651" y="1353404"/>
                </a:lnTo>
                <a:lnTo>
                  <a:pt x="247787" y="1368960"/>
                </a:lnTo>
                <a:lnTo>
                  <a:pt x="247664" y="1384516"/>
                </a:lnTo>
                <a:lnTo>
                  <a:pt x="247277" y="1400073"/>
                </a:lnTo>
                <a:lnTo>
                  <a:pt x="246634" y="1415629"/>
                </a:lnTo>
                <a:lnTo>
                  <a:pt x="245763" y="1431185"/>
                </a:lnTo>
                <a:lnTo>
                  <a:pt x="244704" y="1446742"/>
                </a:lnTo>
                <a:lnTo>
                  <a:pt x="243515" y="1462298"/>
                </a:lnTo>
                <a:lnTo>
                  <a:pt x="242267" y="1477855"/>
                </a:lnTo>
                <a:lnTo>
                  <a:pt x="241042" y="1493411"/>
                </a:lnTo>
                <a:lnTo>
                  <a:pt x="239934" y="1508967"/>
                </a:lnTo>
                <a:lnTo>
                  <a:pt x="239044" y="1524524"/>
                </a:lnTo>
                <a:lnTo>
                  <a:pt x="238484" y="1540080"/>
                </a:lnTo>
                <a:lnTo>
                  <a:pt x="238380" y="1555636"/>
                </a:lnTo>
                <a:lnTo>
                  <a:pt x="238878" y="1571193"/>
                </a:lnTo>
                <a:lnTo>
                  <a:pt x="240143" y="1586749"/>
                </a:lnTo>
                <a:lnTo>
                  <a:pt x="242373" y="1602305"/>
                </a:lnTo>
                <a:lnTo>
                  <a:pt x="245791" y="1617862"/>
                </a:lnTo>
                <a:lnTo>
                  <a:pt x="250642" y="1633418"/>
                </a:lnTo>
                <a:lnTo>
                  <a:pt x="257182" y="1648975"/>
                </a:lnTo>
                <a:lnTo>
                  <a:pt x="265655" y="1664531"/>
                </a:lnTo>
                <a:lnTo>
                  <a:pt x="276259" y="1680087"/>
                </a:lnTo>
                <a:lnTo>
                  <a:pt x="289109" y="1695644"/>
                </a:lnTo>
                <a:lnTo>
                  <a:pt x="304192" y="1711200"/>
                </a:lnTo>
                <a:lnTo>
                  <a:pt x="321332" y="1726756"/>
                </a:lnTo>
                <a:lnTo>
                  <a:pt x="340156" y="1742313"/>
                </a:lnTo>
                <a:lnTo>
                  <a:pt x="360085" y="1757869"/>
                </a:lnTo>
                <a:lnTo>
                  <a:pt x="380342" y="1773425"/>
                </a:lnTo>
                <a:lnTo>
                  <a:pt x="399993" y="1788982"/>
                </a:lnTo>
                <a:lnTo>
                  <a:pt x="418013" y="1804538"/>
                </a:lnTo>
                <a:lnTo>
                  <a:pt x="433366" y="1820095"/>
                </a:lnTo>
                <a:lnTo>
                  <a:pt x="445110" y="1835651"/>
                </a:lnTo>
                <a:lnTo>
                  <a:pt x="452485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5" name="06_small_CA2_pose1_rmsd3_2635">
            <a:extLst>
              <a:ext uri="{FF2B5EF4-FFF2-40B4-BE49-F238E27FC236}">
                <a16:creationId xmlns:a16="http://schemas.microsoft.com/office/drawing/2014/main" id="{E4E779D9-9A20-4536-92CE-EDBE6BA17901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11974" y="1866764"/>
                </a:moveTo>
                <a:lnTo>
                  <a:pt x="43026" y="1866764"/>
                </a:lnTo>
                <a:lnTo>
                  <a:pt x="45054" y="1851207"/>
                </a:lnTo>
                <a:lnTo>
                  <a:pt x="51001" y="1835651"/>
                </a:lnTo>
                <a:lnTo>
                  <a:pt x="60470" y="1820095"/>
                </a:lnTo>
                <a:lnTo>
                  <a:pt x="72848" y="1804538"/>
                </a:lnTo>
                <a:lnTo>
                  <a:pt x="87372" y="1788982"/>
                </a:lnTo>
                <a:lnTo>
                  <a:pt x="103204" y="1773425"/>
                </a:lnTo>
                <a:lnTo>
                  <a:pt x="119515" y="1757869"/>
                </a:lnTo>
                <a:lnTo>
                  <a:pt x="135547" y="1742313"/>
                </a:lnTo>
                <a:lnTo>
                  <a:pt x="150670" y="1726756"/>
                </a:lnTo>
                <a:lnTo>
                  <a:pt x="164410" y="1711200"/>
                </a:lnTo>
                <a:lnTo>
                  <a:pt x="176463" y="1695644"/>
                </a:lnTo>
                <a:lnTo>
                  <a:pt x="186680" y="1680087"/>
                </a:lnTo>
                <a:lnTo>
                  <a:pt x="195047" y="1664531"/>
                </a:lnTo>
                <a:lnTo>
                  <a:pt x="201653" y="1648975"/>
                </a:lnTo>
                <a:lnTo>
                  <a:pt x="206659" y="1633418"/>
                </a:lnTo>
                <a:lnTo>
                  <a:pt x="210261" y="1617862"/>
                </a:lnTo>
                <a:lnTo>
                  <a:pt x="212670" y="1602305"/>
                </a:lnTo>
                <a:lnTo>
                  <a:pt x="214092" y="1586749"/>
                </a:lnTo>
                <a:lnTo>
                  <a:pt x="214719" y="1571193"/>
                </a:lnTo>
                <a:lnTo>
                  <a:pt x="214718" y="1555636"/>
                </a:lnTo>
                <a:lnTo>
                  <a:pt x="214239" y="1540080"/>
                </a:lnTo>
                <a:lnTo>
                  <a:pt x="213409" y="1524524"/>
                </a:lnTo>
                <a:lnTo>
                  <a:pt x="212340" y="1508967"/>
                </a:lnTo>
                <a:lnTo>
                  <a:pt x="211128" y="1493411"/>
                </a:lnTo>
                <a:lnTo>
                  <a:pt x="209855" y="1477855"/>
                </a:lnTo>
                <a:lnTo>
                  <a:pt x="208594" y="1462298"/>
                </a:lnTo>
                <a:lnTo>
                  <a:pt x="207401" y="1446742"/>
                </a:lnTo>
                <a:lnTo>
                  <a:pt x="206322" y="1431185"/>
                </a:lnTo>
                <a:lnTo>
                  <a:pt x="205392" y="1415629"/>
                </a:lnTo>
                <a:lnTo>
                  <a:pt x="204632" y="1400073"/>
                </a:lnTo>
                <a:lnTo>
                  <a:pt x="204054" y="1384516"/>
                </a:lnTo>
                <a:lnTo>
                  <a:pt x="203665" y="1368960"/>
                </a:lnTo>
                <a:lnTo>
                  <a:pt x="203465" y="1353404"/>
                </a:lnTo>
                <a:lnTo>
                  <a:pt x="203454" y="1337847"/>
                </a:lnTo>
                <a:lnTo>
                  <a:pt x="203632" y="1322291"/>
                </a:lnTo>
                <a:lnTo>
                  <a:pt x="203999" y="1306735"/>
                </a:lnTo>
                <a:lnTo>
                  <a:pt x="204559" y="1291178"/>
                </a:lnTo>
                <a:lnTo>
                  <a:pt x="205308" y="1275622"/>
                </a:lnTo>
                <a:lnTo>
                  <a:pt x="206243" y="1260065"/>
                </a:lnTo>
                <a:lnTo>
                  <a:pt x="207348" y="1244509"/>
                </a:lnTo>
                <a:lnTo>
                  <a:pt x="208599" y="1228953"/>
                </a:lnTo>
                <a:lnTo>
                  <a:pt x="209957" y="1213396"/>
                </a:lnTo>
                <a:lnTo>
                  <a:pt x="211371" y="1197840"/>
                </a:lnTo>
                <a:lnTo>
                  <a:pt x="212779" y="1182284"/>
                </a:lnTo>
                <a:lnTo>
                  <a:pt x="214112" y="1166727"/>
                </a:lnTo>
                <a:lnTo>
                  <a:pt x="215297" y="1151171"/>
                </a:lnTo>
                <a:lnTo>
                  <a:pt x="216266" y="1135615"/>
                </a:lnTo>
                <a:lnTo>
                  <a:pt x="216962" y="1120058"/>
                </a:lnTo>
                <a:lnTo>
                  <a:pt x="217343" y="1104502"/>
                </a:lnTo>
                <a:lnTo>
                  <a:pt x="217387" y="1088945"/>
                </a:lnTo>
                <a:lnTo>
                  <a:pt x="217098" y="1073389"/>
                </a:lnTo>
                <a:lnTo>
                  <a:pt x="216506" y="1057833"/>
                </a:lnTo>
                <a:lnTo>
                  <a:pt x="215665" y="1042276"/>
                </a:lnTo>
                <a:lnTo>
                  <a:pt x="214650" y="1026720"/>
                </a:lnTo>
                <a:lnTo>
                  <a:pt x="213553" y="1011164"/>
                </a:lnTo>
                <a:lnTo>
                  <a:pt x="212476" y="995607"/>
                </a:lnTo>
                <a:lnTo>
                  <a:pt x="211519" y="980051"/>
                </a:lnTo>
                <a:lnTo>
                  <a:pt x="210774" y="964495"/>
                </a:lnTo>
                <a:lnTo>
                  <a:pt x="210319" y="948938"/>
                </a:lnTo>
                <a:lnTo>
                  <a:pt x="210203" y="933382"/>
                </a:lnTo>
                <a:lnTo>
                  <a:pt x="210452" y="917825"/>
                </a:lnTo>
                <a:lnTo>
                  <a:pt x="211060" y="902269"/>
                </a:lnTo>
                <a:lnTo>
                  <a:pt x="211996" y="886713"/>
                </a:lnTo>
                <a:lnTo>
                  <a:pt x="213204" y="871156"/>
                </a:lnTo>
                <a:lnTo>
                  <a:pt x="214613" y="855600"/>
                </a:lnTo>
                <a:lnTo>
                  <a:pt x="216145" y="840044"/>
                </a:lnTo>
                <a:lnTo>
                  <a:pt x="217721" y="824487"/>
                </a:lnTo>
                <a:lnTo>
                  <a:pt x="219269" y="808931"/>
                </a:lnTo>
                <a:lnTo>
                  <a:pt x="220729" y="793375"/>
                </a:lnTo>
                <a:lnTo>
                  <a:pt x="222056" y="777818"/>
                </a:lnTo>
                <a:lnTo>
                  <a:pt x="223222" y="762262"/>
                </a:lnTo>
                <a:lnTo>
                  <a:pt x="224215" y="746705"/>
                </a:lnTo>
                <a:lnTo>
                  <a:pt x="225034" y="731149"/>
                </a:lnTo>
                <a:lnTo>
                  <a:pt x="225691" y="715593"/>
                </a:lnTo>
                <a:lnTo>
                  <a:pt x="226203" y="700036"/>
                </a:lnTo>
                <a:lnTo>
                  <a:pt x="226592" y="684480"/>
                </a:lnTo>
                <a:lnTo>
                  <a:pt x="226878" y="668924"/>
                </a:lnTo>
                <a:lnTo>
                  <a:pt x="227084" y="653367"/>
                </a:lnTo>
                <a:lnTo>
                  <a:pt x="227228" y="637811"/>
                </a:lnTo>
                <a:lnTo>
                  <a:pt x="227326" y="622255"/>
                </a:lnTo>
                <a:lnTo>
                  <a:pt x="227391" y="606698"/>
                </a:lnTo>
                <a:lnTo>
                  <a:pt x="227433" y="591142"/>
                </a:lnTo>
                <a:lnTo>
                  <a:pt x="227459" y="575585"/>
                </a:lnTo>
                <a:lnTo>
                  <a:pt x="227474" y="560029"/>
                </a:lnTo>
                <a:lnTo>
                  <a:pt x="227482" y="544473"/>
                </a:lnTo>
                <a:lnTo>
                  <a:pt x="227485" y="528916"/>
                </a:lnTo>
                <a:lnTo>
                  <a:pt x="227482" y="513360"/>
                </a:lnTo>
                <a:lnTo>
                  <a:pt x="227475" y="497804"/>
                </a:lnTo>
                <a:lnTo>
                  <a:pt x="227462" y="482247"/>
                </a:lnTo>
                <a:lnTo>
                  <a:pt x="227439" y="466691"/>
                </a:lnTo>
                <a:lnTo>
                  <a:pt x="227404" y="451135"/>
                </a:lnTo>
                <a:lnTo>
                  <a:pt x="227350" y="435578"/>
                </a:lnTo>
                <a:lnTo>
                  <a:pt x="227268" y="420022"/>
                </a:lnTo>
                <a:lnTo>
                  <a:pt x="227147" y="404465"/>
                </a:lnTo>
                <a:lnTo>
                  <a:pt x="226966" y="388909"/>
                </a:lnTo>
                <a:lnTo>
                  <a:pt x="226701" y="373353"/>
                </a:lnTo>
                <a:lnTo>
                  <a:pt x="226315" y="357796"/>
                </a:lnTo>
                <a:lnTo>
                  <a:pt x="225756" y="342240"/>
                </a:lnTo>
                <a:lnTo>
                  <a:pt x="224953" y="326684"/>
                </a:lnTo>
                <a:lnTo>
                  <a:pt x="223809" y="311127"/>
                </a:lnTo>
                <a:lnTo>
                  <a:pt x="222198" y="295571"/>
                </a:lnTo>
                <a:lnTo>
                  <a:pt x="219959" y="280015"/>
                </a:lnTo>
                <a:lnTo>
                  <a:pt x="216893" y="264458"/>
                </a:lnTo>
                <a:lnTo>
                  <a:pt x="212767" y="248902"/>
                </a:lnTo>
                <a:lnTo>
                  <a:pt x="207320" y="233345"/>
                </a:lnTo>
                <a:lnTo>
                  <a:pt x="200279" y="217789"/>
                </a:lnTo>
                <a:lnTo>
                  <a:pt x="191386" y="202233"/>
                </a:lnTo>
                <a:lnTo>
                  <a:pt x="180428" y="186676"/>
                </a:lnTo>
                <a:lnTo>
                  <a:pt x="167277" y="171120"/>
                </a:lnTo>
                <a:lnTo>
                  <a:pt x="151936" y="155564"/>
                </a:lnTo>
                <a:lnTo>
                  <a:pt x="134573" y="140007"/>
                </a:lnTo>
                <a:lnTo>
                  <a:pt x="115556" y="124451"/>
                </a:lnTo>
                <a:lnTo>
                  <a:pt x="95461" y="108895"/>
                </a:lnTo>
                <a:lnTo>
                  <a:pt x="75061" y="93338"/>
                </a:lnTo>
                <a:lnTo>
                  <a:pt x="55289" y="77782"/>
                </a:lnTo>
                <a:lnTo>
                  <a:pt x="37169" y="62225"/>
                </a:lnTo>
                <a:lnTo>
                  <a:pt x="21737" y="46669"/>
                </a:lnTo>
                <a:lnTo>
                  <a:pt x="9936" y="31113"/>
                </a:lnTo>
                <a:lnTo>
                  <a:pt x="2527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73" y="15556"/>
                </a:lnTo>
                <a:lnTo>
                  <a:pt x="445064" y="31113"/>
                </a:lnTo>
                <a:lnTo>
                  <a:pt x="433263" y="46669"/>
                </a:lnTo>
                <a:lnTo>
                  <a:pt x="417831" y="62225"/>
                </a:lnTo>
                <a:lnTo>
                  <a:pt x="399711" y="77782"/>
                </a:lnTo>
                <a:lnTo>
                  <a:pt x="379939" y="93338"/>
                </a:lnTo>
                <a:lnTo>
                  <a:pt x="359539" y="108895"/>
                </a:lnTo>
                <a:lnTo>
                  <a:pt x="339444" y="124451"/>
                </a:lnTo>
                <a:lnTo>
                  <a:pt x="320427" y="140007"/>
                </a:lnTo>
                <a:lnTo>
                  <a:pt x="303064" y="155564"/>
                </a:lnTo>
                <a:lnTo>
                  <a:pt x="287723" y="171120"/>
                </a:lnTo>
                <a:lnTo>
                  <a:pt x="274572" y="186676"/>
                </a:lnTo>
                <a:lnTo>
                  <a:pt x="263614" y="202233"/>
                </a:lnTo>
                <a:lnTo>
                  <a:pt x="254721" y="217789"/>
                </a:lnTo>
                <a:lnTo>
                  <a:pt x="247680" y="233345"/>
                </a:lnTo>
                <a:lnTo>
                  <a:pt x="242233" y="248902"/>
                </a:lnTo>
                <a:lnTo>
                  <a:pt x="238107" y="264458"/>
                </a:lnTo>
                <a:lnTo>
                  <a:pt x="235041" y="280015"/>
                </a:lnTo>
                <a:lnTo>
                  <a:pt x="232802" y="295571"/>
                </a:lnTo>
                <a:lnTo>
                  <a:pt x="231191" y="311127"/>
                </a:lnTo>
                <a:lnTo>
                  <a:pt x="230047" y="326684"/>
                </a:lnTo>
                <a:lnTo>
                  <a:pt x="229244" y="342240"/>
                </a:lnTo>
                <a:lnTo>
                  <a:pt x="228685" y="357796"/>
                </a:lnTo>
                <a:lnTo>
                  <a:pt x="228299" y="373353"/>
                </a:lnTo>
                <a:lnTo>
                  <a:pt x="228034" y="388909"/>
                </a:lnTo>
                <a:lnTo>
                  <a:pt x="227853" y="404465"/>
                </a:lnTo>
                <a:lnTo>
                  <a:pt x="227732" y="420022"/>
                </a:lnTo>
                <a:lnTo>
                  <a:pt x="227650" y="435578"/>
                </a:lnTo>
                <a:lnTo>
                  <a:pt x="227596" y="451135"/>
                </a:lnTo>
                <a:lnTo>
                  <a:pt x="227561" y="466691"/>
                </a:lnTo>
                <a:lnTo>
                  <a:pt x="227538" y="482247"/>
                </a:lnTo>
                <a:lnTo>
                  <a:pt x="227525" y="497804"/>
                </a:lnTo>
                <a:lnTo>
                  <a:pt x="227518" y="513360"/>
                </a:lnTo>
                <a:lnTo>
                  <a:pt x="227515" y="528916"/>
                </a:lnTo>
                <a:lnTo>
                  <a:pt x="227518" y="544473"/>
                </a:lnTo>
                <a:lnTo>
                  <a:pt x="227526" y="560029"/>
                </a:lnTo>
                <a:lnTo>
                  <a:pt x="227541" y="575585"/>
                </a:lnTo>
                <a:lnTo>
                  <a:pt x="227567" y="591142"/>
                </a:lnTo>
                <a:lnTo>
                  <a:pt x="227609" y="606698"/>
                </a:lnTo>
                <a:lnTo>
                  <a:pt x="227674" y="622255"/>
                </a:lnTo>
                <a:lnTo>
                  <a:pt x="227772" y="637811"/>
                </a:lnTo>
                <a:lnTo>
                  <a:pt x="227916" y="653367"/>
                </a:lnTo>
                <a:lnTo>
                  <a:pt x="228122" y="668924"/>
                </a:lnTo>
                <a:lnTo>
                  <a:pt x="228408" y="684480"/>
                </a:lnTo>
                <a:lnTo>
                  <a:pt x="228797" y="700036"/>
                </a:lnTo>
                <a:lnTo>
                  <a:pt x="229309" y="715593"/>
                </a:lnTo>
                <a:lnTo>
                  <a:pt x="229966" y="731149"/>
                </a:lnTo>
                <a:lnTo>
                  <a:pt x="230785" y="746705"/>
                </a:lnTo>
                <a:lnTo>
                  <a:pt x="231778" y="762262"/>
                </a:lnTo>
                <a:lnTo>
                  <a:pt x="232944" y="777818"/>
                </a:lnTo>
                <a:lnTo>
                  <a:pt x="234271" y="793375"/>
                </a:lnTo>
                <a:lnTo>
                  <a:pt x="235731" y="808931"/>
                </a:lnTo>
                <a:lnTo>
                  <a:pt x="237279" y="824487"/>
                </a:lnTo>
                <a:lnTo>
                  <a:pt x="238855" y="840044"/>
                </a:lnTo>
                <a:lnTo>
                  <a:pt x="240387" y="855600"/>
                </a:lnTo>
                <a:lnTo>
                  <a:pt x="241796" y="871156"/>
                </a:lnTo>
                <a:lnTo>
                  <a:pt x="243004" y="886713"/>
                </a:lnTo>
                <a:lnTo>
                  <a:pt x="243940" y="902269"/>
                </a:lnTo>
                <a:lnTo>
                  <a:pt x="244548" y="917825"/>
                </a:lnTo>
                <a:lnTo>
                  <a:pt x="244797" y="933382"/>
                </a:lnTo>
                <a:lnTo>
                  <a:pt x="244681" y="948938"/>
                </a:lnTo>
                <a:lnTo>
                  <a:pt x="244226" y="964495"/>
                </a:lnTo>
                <a:lnTo>
                  <a:pt x="243481" y="980051"/>
                </a:lnTo>
                <a:lnTo>
                  <a:pt x="242524" y="995607"/>
                </a:lnTo>
                <a:lnTo>
                  <a:pt x="241447" y="1011164"/>
                </a:lnTo>
                <a:lnTo>
                  <a:pt x="240350" y="1026720"/>
                </a:lnTo>
                <a:lnTo>
                  <a:pt x="239335" y="1042276"/>
                </a:lnTo>
                <a:lnTo>
                  <a:pt x="238494" y="1057833"/>
                </a:lnTo>
                <a:lnTo>
                  <a:pt x="237902" y="1073389"/>
                </a:lnTo>
                <a:lnTo>
                  <a:pt x="237613" y="1088945"/>
                </a:lnTo>
                <a:lnTo>
                  <a:pt x="237657" y="1104502"/>
                </a:lnTo>
                <a:lnTo>
                  <a:pt x="238038" y="1120058"/>
                </a:lnTo>
                <a:lnTo>
                  <a:pt x="238734" y="1135615"/>
                </a:lnTo>
                <a:lnTo>
                  <a:pt x="239703" y="1151171"/>
                </a:lnTo>
                <a:lnTo>
                  <a:pt x="240888" y="1166727"/>
                </a:lnTo>
                <a:lnTo>
                  <a:pt x="242221" y="1182284"/>
                </a:lnTo>
                <a:lnTo>
                  <a:pt x="243629" y="1197840"/>
                </a:lnTo>
                <a:lnTo>
                  <a:pt x="245043" y="1213396"/>
                </a:lnTo>
                <a:lnTo>
                  <a:pt x="246401" y="1228953"/>
                </a:lnTo>
                <a:lnTo>
                  <a:pt x="247652" y="1244509"/>
                </a:lnTo>
                <a:lnTo>
                  <a:pt x="248757" y="1260065"/>
                </a:lnTo>
                <a:lnTo>
                  <a:pt x="249692" y="1275622"/>
                </a:lnTo>
                <a:lnTo>
                  <a:pt x="250441" y="1291178"/>
                </a:lnTo>
                <a:lnTo>
                  <a:pt x="251001" y="1306735"/>
                </a:lnTo>
                <a:lnTo>
                  <a:pt x="251368" y="1322291"/>
                </a:lnTo>
                <a:lnTo>
                  <a:pt x="251546" y="1337847"/>
                </a:lnTo>
                <a:lnTo>
                  <a:pt x="251535" y="1353404"/>
                </a:lnTo>
                <a:lnTo>
                  <a:pt x="251335" y="1368960"/>
                </a:lnTo>
                <a:lnTo>
                  <a:pt x="250946" y="1384516"/>
                </a:lnTo>
                <a:lnTo>
                  <a:pt x="250368" y="1400073"/>
                </a:lnTo>
                <a:lnTo>
                  <a:pt x="249608" y="1415629"/>
                </a:lnTo>
                <a:lnTo>
                  <a:pt x="248678" y="1431185"/>
                </a:lnTo>
                <a:lnTo>
                  <a:pt x="247599" y="1446742"/>
                </a:lnTo>
                <a:lnTo>
                  <a:pt x="246406" y="1462298"/>
                </a:lnTo>
                <a:lnTo>
                  <a:pt x="245145" y="1477855"/>
                </a:lnTo>
                <a:lnTo>
                  <a:pt x="243872" y="1493411"/>
                </a:lnTo>
                <a:lnTo>
                  <a:pt x="242660" y="1508967"/>
                </a:lnTo>
                <a:lnTo>
                  <a:pt x="241590" y="1524524"/>
                </a:lnTo>
                <a:lnTo>
                  <a:pt x="240761" y="1540080"/>
                </a:lnTo>
                <a:lnTo>
                  <a:pt x="240282" y="1555636"/>
                </a:lnTo>
                <a:lnTo>
                  <a:pt x="240281" y="1571193"/>
                </a:lnTo>
                <a:lnTo>
                  <a:pt x="240908" y="1586749"/>
                </a:lnTo>
                <a:lnTo>
                  <a:pt x="242330" y="1602305"/>
                </a:lnTo>
                <a:lnTo>
                  <a:pt x="244739" y="1617862"/>
                </a:lnTo>
                <a:lnTo>
                  <a:pt x="248341" y="1633418"/>
                </a:lnTo>
                <a:lnTo>
                  <a:pt x="253347" y="1648975"/>
                </a:lnTo>
                <a:lnTo>
                  <a:pt x="259953" y="1664531"/>
                </a:lnTo>
                <a:lnTo>
                  <a:pt x="268320" y="1680087"/>
                </a:lnTo>
                <a:lnTo>
                  <a:pt x="278537" y="1695644"/>
                </a:lnTo>
                <a:lnTo>
                  <a:pt x="290590" y="1711200"/>
                </a:lnTo>
                <a:lnTo>
                  <a:pt x="304330" y="1726756"/>
                </a:lnTo>
                <a:lnTo>
                  <a:pt x="319453" y="1742313"/>
                </a:lnTo>
                <a:lnTo>
                  <a:pt x="335485" y="1757869"/>
                </a:lnTo>
                <a:lnTo>
                  <a:pt x="351796" y="1773425"/>
                </a:lnTo>
                <a:lnTo>
                  <a:pt x="367628" y="1788982"/>
                </a:lnTo>
                <a:lnTo>
                  <a:pt x="382152" y="1804538"/>
                </a:lnTo>
                <a:lnTo>
                  <a:pt x="394530" y="1820095"/>
                </a:lnTo>
                <a:lnTo>
                  <a:pt x="403999" y="1835651"/>
                </a:lnTo>
                <a:lnTo>
                  <a:pt x="409946" y="1851207"/>
                </a:lnTo>
                <a:lnTo>
                  <a:pt x="411974" y="1866764"/>
                </a:lnTo>
                <a:lnTo>
                  <a:pt x="411974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6" name="06_small_CA2_pose1_rmsd3_2636">
            <a:extLst>
              <a:ext uri="{FF2B5EF4-FFF2-40B4-BE49-F238E27FC236}">
                <a16:creationId xmlns:a16="http://schemas.microsoft.com/office/drawing/2014/main" id="{8B73E2CB-4114-42C3-A148-CAD76AB97054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95006" y="1866764"/>
                </a:moveTo>
                <a:lnTo>
                  <a:pt x="59994" y="1866764"/>
                </a:lnTo>
                <a:lnTo>
                  <a:pt x="61833" y="1851207"/>
                </a:lnTo>
                <a:lnTo>
                  <a:pt x="67225" y="1835651"/>
                </a:lnTo>
                <a:lnTo>
                  <a:pt x="75810" y="1820095"/>
                </a:lnTo>
                <a:lnTo>
                  <a:pt x="87033" y="1804538"/>
                </a:lnTo>
                <a:lnTo>
                  <a:pt x="100202" y="1788982"/>
                </a:lnTo>
                <a:lnTo>
                  <a:pt x="114557" y="1773425"/>
                </a:lnTo>
                <a:lnTo>
                  <a:pt x="129347" y="1757869"/>
                </a:lnTo>
                <a:lnTo>
                  <a:pt x="143883" y="1742313"/>
                </a:lnTo>
                <a:lnTo>
                  <a:pt x="157595" y="1726756"/>
                </a:lnTo>
                <a:lnTo>
                  <a:pt x="170053" y="1711200"/>
                </a:lnTo>
                <a:lnTo>
                  <a:pt x="180980" y="1695644"/>
                </a:lnTo>
                <a:lnTo>
                  <a:pt x="190241" y="1680087"/>
                </a:lnTo>
                <a:lnTo>
                  <a:pt x="197823" y="1664531"/>
                </a:lnTo>
                <a:lnTo>
                  <a:pt x="203806" y="1648975"/>
                </a:lnTo>
                <a:lnTo>
                  <a:pt x="208334" y="1633418"/>
                </a:lnTo>
                <a:lnTo>
                  <a:pt x="211584" y="1617862"/>
                </a:lnTo>
                <a:lnTo>
                  <a:pt x="213748" y="1602305"/>
                </a:lnTo>
                <a:lnTo>
                  <a:pt x="215012" y="1586749"/>
                </a:lnTo>
                <a:lnTo>
                  <a:pt x="215549" y="1571193"/>
                </a:lnTo>
                <a:lnTo>
                  <a:pt x="215511" y="1555636"/>
                </a:lnTo>
                <a:lnTo>
                  <a:pt x="215035" y="1540080"/>
                </a:lnTo>
                <a:lnTo>
                  <a:pt x="214236" y="1524524"/>
                </a:lnTo>
                <a:lnTo>
                  <a:pt x="213218" y="1508967"/>
                </a:lnTo>
                <a:lnTo>
                  <a:pt x="212068" y="1493411"/>
                </a:lnTo>
                <a:lnTo>
                  <a:pt x="210864" y="1477855"/>
                </a:lnTo>
                <a:lnTo>
                  <a:pt x="209672" y="1462298"/>
                </a:lnTo>
                <a:lnTo>
                  <a:pt x="208546" y="1446742"/>
                </a:lnTo>
                <a:lnTo>
                  <a:pt x="207528" y="1431185"/>
                </a:lnTo>
                <a:lnTo>
                  <a:pt x="206650" y="1415629"/>
                </a:lnTo>
                <a:lnTo>
                  <a:pt x="205933" y="1400073"/>
                </a:lnTo>
                <a:lnTo>
                  <a:pt x="205389" y="1384516"/>
                </a:lnTo>
                <a:lnTo>
                  <a:pt x="205022" y="1368960"/>
                </a:lnTo>
                <a:lnTo>
                  <a:pt x="204833" y="1353404"/>
                </a:lnTo>
                <a:lnTo>
                  <a:pt x="204823" y="1337847"/>
                </a:lnTo>
                <a:lnTo>
                  <a:pt x="204992" y="1322291"/>
                </a:lnTo>
                <a:lnTo>
                  <a:pt x="205341" y="1306735"/>
                </a:lnTo>
                <a:lnTo>
                  <a:pt x="205871" y="1291178"/>
                </a:lnTo>
                <a:lnTo>
                  <a:pt x="206583" y="1275622"/>
                </a:lnTo>
                <a:lnTo>
                  <a:pt x="207473" y="1260065"/>
                </a:lnTo>
                <a:lnTo>
                  <a:pt x="208527" y="1244509"/>
                </a:lnTo>
                <a:lnTo>
                  <a:pt x="209725" y="1228953"/>
                </a:lnTo>
                <a:lnTo>
                  <a:pt x="211033" y="1213396"/>
                </a:lnTo>
                <a:lnTo>
                  <a:pt x="212406" y="1197840"/>
                </a:lnTo>
                <a:lnTo>
                  <a:pt x="213788" y="1182284"/>
                </a:lnTo>
                <a:lnTo>
                  <a:pt x="215118" y="1166727"/>
                </a:lnTo>
                <a:lnTo>
                  <a:pt x="216332" y="1151171"/>
                </a:lnTo>
                <a:lnTo>
                  <a:pt x="217371" y="1135615"/>
                </a:lnTo>
                <a:lnTo>
                  <a:pt x="218182" y="1120058"/>
                </a:lnTo>
                <a:lnTo>
                  <a:pt x="218728" y="1104502"/>
                </a:lnTo>
                <a:lnTo>
                  <a:pt x="218989" y="1088945"/>
                </a:lnTo>
                <a:lnTo>
                  <a:pt x="218967" y="1073389"/>
                </a:lnTo>
                <a:lnTo>
                  <a:pt x="218684" y="1057833"/>
                </a:lnTo>
                <a:lnTo>
                  <a:pt x="218182" y="1042276"/>
                </a:lnTo>
                <a:lnTo>
                  <a:pt x="217522" y="1026720"/>
                </a:lnTo>
                <a:lnTo>
                  <a:pt x="216776" y="1011164"/>
                </a:lnTo>
                <a:lnTo>
                  <a:pt x="216024" y="995607"/>
                </a:lnTo>
                <a:lnTo>
                  <a:pt x="215346" y="980051"/>
                </a:lnTo>
                <a:lnTo>
                  <a:pt x="214817" y="964495"/>
                </a:lnTo>
                <a:lnTo>
                  <a:pt x="214495" y="948938"/>
                </a:lnTo>
                <a:lnTo>
                  <a:pt x="214423" y="933382"/>
                </a:lnTo>
                <a:lnTo>
                  <a:pt x="214621" y="917825"/>
                </a:lnTo>
                <a:lnTo>
                  <a:pt x="215087" y="902269"/>
                </a:lnTo>
                <a:lnTo>
                  <a:pt x="215797" y="886713"/>
                </a:lnTo>
                <a:lnTo>
                  <a:pt x="216710" y="871156"/>
                </a:lnTo>
                <a:lnTo>
                  <a:pt x="217775" y="855600"/>
                </a:lnTo>
                <a:lnTo>
                  <a:pt x="218932" y="840044"/>
                </a:lnTo>
                <a:lnTo>
                  <a:pt x="220121" y="824487"/>
                </a:lnTo>
                <a:lnTo>
                  <a:pt x="221289" y="808931"/>
                </a:lnTo>
                <a:lnTo>
                  <a:pt x="222391" y="793375"/>
                </a:lnTo>
                <a:lnTo>
                  <a:pt x="223392" y="777818"/>
                </a:lnTo>
                <a:lnTo>
                  <a:pt x="224272" y="762262"/>
                </a:lnTo>
                <a:lnTo>
                  <a:pt x="225021" y="746705"/>
                </a:lnTo>
                <a:lnTo>
                  <a:pt x="225640" y="731149"/>
                </a:lnTo>
                <a:lnTo>
                  <a:pt x="226135" y="715593"/>
                </a:lnTo>
                <a:lnTo>
                  <a:pt x="226522" y="700036"/>
                </a:lnTo>
                <a:lnTo>
                  <a:pt x="226815" y="684480"/>
                </a:lnTo>
                <a:lnTo>
                  <a:pt x="227031" y="668924"/>
                </a:lnTo>
                <a:lnTo>
                  <a:pt x="227186" y="653367"/>
                </a:lnTo>
                <a:lnTo>
                  <a:pt x="227295" y="637811"/>
                </a:lnTo>
                <a:lnTo>
                  <a:pt x="227369" y="622255"/>
                </a:lnTo>
                <a:lnTo>
                  <a:pt x="227418" y="606698"/>
                </a:lnTo>
                <a:lnTo>
                  <a:pt x="227449" y="591142"/>
                </a:lnTo>
                <a:lnTo>
                  <a:pt x="227469" y="575585"/>
                </a:lnTo>
                <a:lnTo>
                  <a:pt x="227480" y="560029"/>
                </a:lnTo>
                <a:lnTo>
                  <a:pt x="227486" y="544473"/>
                </a:lnTo>
                <a:lnTo>
                  <a:pt x="227487" y="528916"/>
                </a:lnTo>
                <a:lnTo>
                  <a:pt x="227484" y="513360"/>
                </a:lnTo>
                <a:lnTo>
                  <a:pt x="227477" y="497804"/>
                </a:lnTo>
                <a:lnTo>
                  <a:pt x="227464" y="482247"/>
                </a:lnTo>
                <a:lnTo>
                  <a:pt x="227442" y="466691"/>
                </a:lnTo>
                <a:lnTo>
                  <a:pt x="227409" y="451135"/>
                </a:lnTo>
                <a:lnTo>
                  <a:pt x="227357" y="435578"/>
                </a:lnTo>
                <a:lnTo>
                  <a:pt x="227279" y="420022"/>
                </a:lnTo>
                <a:lnTo>
                  <a:pt x="227161" y="404465"/>
                </a:lnTo>
                <a:lnTo>
                  <a:pt x="226987" y="388909"/>
                </a:lnTo>
                <a:lnTo>
                  <a:pt x="226730" y="373353"/>
                </a:lnTo>
                <a:lnTo>
                  <a:pt x="226353" y="357796"/>
                </a:lnTo>
                <a:lnTo>
                  <a:pt x="225805" y="342240"/>
                </a:lnTo>
                <a:lnTo>
                  <a:pt x="225016" y="326684"/>
                </a:lnTo>
                <a:lnTo>
                  <a:pt x="223888" y="311127"/>
                </a:lnTo>
                <a:lnTo>
                  <a:pt x="222294" y="295571"/>
                </a:lnTo>
                <a:lnTo>
                  <a:pt x="220074" y="280015"/>
                </a:lnTo>
                <a:lnTo>
                  <a:pt x="217027" y="264458"/>
                </a:lnTo>
                <a:lnTo>
                  <a:pt x="212920" y="248902"/>
                </a:lnTo>
                <a:lnTo>
                  <a:pt x="207490" y="233345"/>
                </a:lnTo>
                <a:lnTo>
                  <a:pt x="200463" y="217789"/>
                </a:lnTo>
                <a:lnTo>
                  <a:pt x="191581" y="202233"/>
                </a:lnTo>
                <a:lnTo>
                  <a:pt x="180627" y="186676"/>
                </a:lnTo>
                <a:lnTo>
                  <a:pt x="167476" y="171120"/>
                </a:lnTo>
                <a:lnTo>
                  <a:pt x="152128" y="155564"/>
                </a:lnTo>
                <a:lnTo>
                  <a:pt x="134752" y="140007"/>
                </a:lnTo>
                <a:lnTo>
                  <a:pt x="115717" y="124451"/>
                </a:lnTo>
                <a:lnTo>
                  <a:pt x="95598" y="108895"/>
                </a:lnTo>
                <a:lnTo>
                  <a:pt x="75172" y="93338"/>
                </a:lnTo>
                <a:lnTo>
                  <a:pt x="55372" y="77782"/>
                </a:lnTo>
                <a:lnTo>
                  <a:pt x="37226" y="62225"/>
                </a:lnTo>
                <a:lnTo>
                  <a:pt x="21770" y="46669"/>
                </a:lnTo>
                <a:lnTo>
                  <a:pt x="9952" y="31113"/>
                </a:lnTo>
                <a:lnTo>
                  <a:pt x="2531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69" y="15556"/>
                </a:lnTo>
                <a:lnTo>
                  <a:pt x="445048" y="31113"/>
                </a:lnTo>
                <a:lnTo>
                  <a:pt x="433230" y="46669"/>
                </a:lnTo>
                <a:lnTo>
                  <a:pt x="417774" y="62225"/>
                </a:lnTo>
                <a:lnTo>
                  <a:pt x="399628" y="77782"/>
                </a:lnTo>
                <a:lnTo>
                  <a:pt x="379828" y="93338"/>
                </a:lnTo>
                <a:lnTo>
                  <a:pt x="359402" y="108895"/>
                </a:lnTo>
                <a:lnTo>
                  <a:pt x="339283" y="124451"/>
                </a:lnTo>
                <a:lnTo>
                  <a:pt x="320248" y="140007"/>
                </a:lnTo>
                <a:lnTo>
                  <a:pt x="302872" y="155564"/>
                </a:lnTo>
                <a:lnTo>
                  <a:pt x="287524" y="171120"/>
                </a:lnTo>
                <a:lnTo>
                  <a:pt x="274373" y="186676"/>
                </a:lnTo>
                <a:lnTo>
                  <a:pt x="263419" y="202233"/>
                </a:lnTo>
                <a:lnTo>
                  <a:pt x="254537" y="217789"/>
                </a:lnTo>
                <a:lnTo>
                  <a:pt x="247510" y="233345"/>
                </a:lnTo>
                <a:lnTo>
                  <a:pt x="242080" y="248902"/>
                </a:lnTo>
                <a:lnTo>
                  <a:pt x="237973" y="264458"/>
                </a:lnTo>
                <a:lnTo>
                  <a:pt x="234926" y="280015"/>
                </a:lnTo>
                <a:lnTo>
                  <a:pt x="232706" y="295571"/>
                </a:lnTo>
                <a:lnTo>
                  <a:pt x="231112" y="311127"/>
                </a:lnTo>
                <a:lnTo>
                  <a:pt x="229984" y="326684"/>
                </a:lnTo>
                <a:lnTo>
                  <a:pt x="229195" y="342240"/>
                </a:lnTo>
                <a:lnTo>
                  <a:pt x="228647" y="357796"/>
                </a:lnTo>
                <a:lnTo>
                  <a:pt x="228270" y="373353"/>
                </a:lnTo>
                <a:lnTo>
                  <a:pt x="228013" y="388909"/>
                </a:lnTo>
                <a:lnTo>
                  <a:pt x="227839" y="404465"/>
                </a:lnTo>
                <a:lnTo>
                  <a:pt x="227721" y="420022"/>
                </a:lnTo>
                <a:lnTo>
                  <a:pt x="227643" y="435578"/>
                </a:lnTo>
                <a:lnTo>
                  <a:pt x="227591" y="451135"/>
                </a:lnTo>
                <a:lnTo>
                  <a:pt x="227558" y="466691"/>
                </a:lnTo>
                <a:lnTo>
                  <a:pt x="227536" y="482247"/>
                </a:lnTo>
                <a:lnTo>
                  <a:pt x="227523" y="497804"/>
                </a:lnTo>
                <a:lnTo>
                  <a:pt x="227516" y="513360"/>
                </a:lnTo>
                <a:lnTo>
                  <a:pt x="227513" y="528916"/>
                </a:lnTo>
                <a:lnTo>
                  <a:pt x="227514" y="544473"/>
                </a:lnTo>
                <a:lnTo>
                  <a:pt x="227520" y="560029"/>
                </a:lnTo>
                <a:lnTo>
                  <a:pt x="227531" y="575585"/>
                </a:lnTo>
                <a:lnTo>
                  <a:pt x="227551" y="591142"/>
                </a:lnTo>
                <a:lnTo>
                  <a:pt x="227582" y="606698"/>
                </a:lnTo>
                <a:lnTo>
                  <a:pt x="227631" y="622255"/>
                </a:lnTo>
                <a:lnTo>
                  <a:pt x="227705" y="637811"/>
                </a:lnTo>
                <a:lnTo>
                  <a:pt x="227814" y="653367"/>
                </a:lnTo>
                <a:lnTo>
                  <a:pt x="227969" y="668924"/>
                </a:lnTo>
                <a:lnTo>
                  <a:pt x="228185" y="684480"/>
                </a:lnTo>
                <a:lnTo>
                  <a:pt x="228478" y="700036"/>
                </a:lnTo>
                <a:lnTo>
                  <a:pt x="228865" y="715593"/>
                </a:lnTo>
                <a:lnTo>
                  <a:pt x="229360" y="731149"/>
                </a:lnTo>
                <a:lnTo>
                  <a:pt x="229979" y="746705"/>
                </a:lnTo>
                <a:lnTo>
                  <a:pt x="230728" y="762262"/>
                </a:lnTo>
                <a:lnTo>
                  <a:pt x="231608" y="777818"/>
                </a:lnTo>
                <a:lnTo>
                  <a:pt x="232609" y="793375"/>
                </a:lnTo>
                <a:lnTo>
                  <a:pt x="233711" y="808931"/>
                </a:lnTo>
                <a:lnTo>
                  <a:pt x="234879" y="824487"/>
                </a:lnTo>
                <a:lnTo>
                  <a:pt x="236068" y="840044"/>
                </a:lnTo>
                <a:lnTo>
                  <a:pt x="237225" y="855600"/>
                </a:lnTo>
                <a:lnTo>
                  <a:pt x="238290" y="871156"/>
                </a:lnTo>
                <a:lnTo>
                  <a:pt x="239203" y="886713"/>
                </a:lnTo>
                <a:lnTo>
                  <a:pt x="239913" y="902269"/>
                </a:lnTo>
                <a:lnTo>
                  <a:pt x="240379" y="917825"/>
                </a:lnTo>
                <a:lnTo>
                  <a:pt x="240577" y="933382"/>
                </a:lnTo>
                <a:lnTo>
                  <a:pt x="240505" y="948938"/>
                </a:lnTo>
                <a:lnTo>
                  <a:pt x="240183" y="964495"/>
                </a:lnTo>
                <a:lnTo>
                  <a:pt x="239654" y="980051"/>
                </a:lnTo>
                <a:lnTo>
                  <a:pt x="238976" y="995607"/>
                </a:lnTo>
                <a:lnTo>
                  <a:pt x="238224" y="1011164"/>
                </a:lnTo>
                <a:lnTo>
                  <a:pt x="237478" y="1026720"/>
                </a:lnTo>
                <a:lnTo>
                  <a:pt x="236818" y="1042276"/>
                </a:lnTo>
                <a:lnTo>
                  <a:pt x="236316" y="1057833"/>
                </a:lnTo>
                <a:lnTo>
                  <a:pt x="236033" y="1073389"/>
                </a:lnTo>
                <a:lnTo>
                  <a:pt x="236011" y="1088945"/>
                </a:lnTo>
                <a:lnTo>
                  <a:pt x="236272" y="1104502"/>
                </a:lnTo>
                <a:lnTo>
                  <a:pt x="236819" y="1120058"/>
                </a:lnTo>
                <a:lnTo>
                  <a:pt x="237629" y="1135615"/>
                </a:lnTo>
                <a:lnTo>
                  <a:pt x="238668" y="1151171"/>
                </a:lnTo>
                <a:lnTo>
                  <a:pt x="239882" y="1166727"/>
                </a:lnTo>
                <a:lnTo>
                  <a:pt x="241212" y="1182284"/>
                </a:lnTo>
                <a:lnTo>
                  <a:pt x="242594" y="1197840"/>
                </a:lnTo>
                <a:lnTo>
                  <a:pt x="243967" y="1213396"/>
                </a:lnTo>
                <a:lnTo>
                  <a:pt x="245275" y="1228953"/>
                </a:lnTo>
                <a:lnTo>
                  <a:pt x="246473" y="1244509"/>
                </a:lnTo>
                <a:lnTo>
                  <a:pt x="247527" y="1260065"/>
                </a:lnTo>
                <a:lnTo>
                  <a:pt x="248417" y="1275622"/>
                </a:lnTo>
                <a:lnTo>
                  <a:pt x="249129" y="1291178"/>
                </a:lnTo>
                <a:lnTo>
                  <a:pt x="249659" y="1306735"/>
                </a:lnTo>
                <a:lnTo>
                  <a:pt x="250008" y="1322291"/>
                </a:lnTo>
                <a:lnTo>
                  <a:pt x="250177" y="1337847"/>
                </a:lnTo>
                <a:lnTo>
                  <a:pt x="250167" y="1353404"/>
                </a:lnTo>
                <a:lnTo>
                  <a:pt x="249978" y="1368960"/>
                </a:lnTo>
                <a:lnTo>
                  <a:pt x="249611" y="1384516"/>
                </a:lnTo>
                <a:lnTo>
                  <a:pt x="249067" y="1400073"/>
                </a:lnTo>
                <a:lnTo>
                  <a:pt x="248350" y="1415629"/>
                </a:lnTo>
                <a:lnTo>
                  <a:pt x="247472" y="1431185"/>
                </a:lnTo>
                <a:lnTo>
                  <a:pt x="246454" y="1446742"/>
                </a:lnTo>
                <a:lnTo>
                  <a:pt x="245328" y="1462298"/>
                </a:lnTo>
                <a:lnTo>
                  <a:pt x="244136" y="1477855"/>
                </a:lnTo>
                <a:lnTo>
                  <a:pt x="242932" y="1493411"/>
                </a:lnTo>
                <a:lnTo>
                  <a:pt x="241782" y="1508967"/>
                </a:lnTo>
                <a:lnTo>
                  <a:pt x="240764" y="1524524"/>
                </a:lnTo>
                <a:lnTo>
                  <a:pt x="239965" y="1540080"/>
                </a:lnTo>
                <a:lnTo>
                  <a:pt x="239489" y="1555636"/>
                </a:lnTo>
                <a:lnTo>
                  <a:pt x="239451" y="1571193"/>
                </a:lnTo>
                <a:lnTo>
                  <a:pt x="239988" y="1586749"/>
                </a:lnTo>
                <a:lnTo>
                  <a:pt x="241252" y="1602305"/>
                </a:lnTo>
                <a:lnTo>
                  <a:pt x="243416" y="1617862"/>
                </a:lnTo>
                <a:lnTo>
                  <a:pt x="246666" y="1633418"/>
                </a:lnTo>
                <a:lnTo>
                  <a:pt x="251194" y="1648975"/>
                </a:lnTo>
                <a:lnTo>
                  <a:pt x="257177" y="1664531"/>
                </a:lnTo>
                <a:lnTo>
                  <a:pt x="264759" y="1680087"/>
                </a:lnTo>
                <a:lnTo>
                  <a:pt x="274020" y="1695644"/>
                </a:lnTo>
                <a:lnTo>
                  <a:pt x="284947" y="1711200"/>
                </a:lnTo>
                <a:lnTo>
                  <a:pt x="297405" y="1726756"/>
                </a:lnTo>
                <a:lnTo>
                  <a:pt x="311117" y="1742313"/>
                </a:lnTo>
                <a:lnTo>
                  <a:pt x="325653" y="1757869"/>
                </a:lnTo>
                <a:lnTo>
                  <a:pt x="340443" y="1773425"/>
                </a:lnTo>
                <a:lnTo>
                  <a:pt x="354798" y="1788982"/>
                </a:lnTo>
                <a:lnTo>
                  <a:pt x="367967" y="1804538"/>
                </a:lnTo>
                <a:lnTo>
                  <a:pt x="379190" y="1820095"/>
                </a:lnTo>
                <a:lnTo>
                  <a:pt x="387775" y="1835651"/>
                </a:lnTo>
                <a:lnTo>
                  <a:pt x="393167" y="1851207"/>
                </a:lnTo>
                <a:lnTo>
                  <a:pt x="395006" y="1866764"/>
                </a:lnTo>
                <a:lnTo>
                  <a:pt x="395006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" name="06_small_CA2_pose1_rmsd3_2637">
            <a:extLst>
              <a:ext uri="{FF2B5EF4-FFF2-40B4-BE49-F238E27FC236}">
                <a16:creationId xmlns:a16="http://schemas.microsoft.com/office/drawing/2014/main" id="{D9B2B669-C2C3-4634-871A-CF74671DFB9F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2638">
            <a:extLst>
              <a:ext uri="{FF2B5EF4-FFF2-40B4-BE49-F238E27FC236}">
                <a16:creationId xmlns:a16="http://schemas.microsoft.com/office/drawing/2014/main" id="{DCC0A57E-1621-4FBC-9349-45265ED0F5A7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6_small_CA2_pose1_rmsd3_2639">
            <a:extLst>
              <a:ext uri="{FF2B5EF4-FFF2-40B4-BE49-F238E27FC236}">
                <a16:creationId xmlns:a16="http://schemas.microsoft.com/office/drawing/2014/main" id="{C7613624-1E2C-4326-9039-4C98EC3925FD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2640">
            <a:extLst>
              <a:ext uri="{FF2B5EF4-FFF2-40B4-BE49-F238E27FC236}">
                <a16:creationId xmlns:a16="http://schemas.microsoft.com/office/drawing/2014/main" id="{EB6E1756-5D91-4519-9A33-A7CAFDB58459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6_small_CA2_pose1_rmsd3_2641">
            <a:extLst>
              <a:ext uri="{FF2B5EF4-FFF2-40B4-BE49-F238E27FC236}">
                <a16:creationId xmlns:a16="http://schemas.microsoft.com/office/drawing/2014/main" id="{889FCD38-E722-481B-998E-812754EA497A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2642">
            <a:extLst>
              <a:ext uri="{FF2B5EF4-FFF2-40B4-BE49-F238E27FC236}">
                <a16:creationId xmlns:a16="http://schemas.microsoft.com/office/drawing/2014/main" id="{E140987E-45C6-4DAE-B4FB-2829A9063706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6_small_CA2_pose1_rmsd3_2643">
            <a:extLst>
              <a:ext uri="{FF2B5EF4-FFF2-40B4-BE49-F238E27FC236}">
                <a16:creationId xmlns:a16="http://schemas.microsoft.com/office/drawing/2014/main" id="{316E6A13-B754-49E1-8822-43E02BB10C04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2644">
            <a:extLst>
              <a:ext uri="{FF2B5EF4-FFF2-40B4-BE49-F238E27FC236}">
                <a16:creationId xmlns:a16="http://schemas.microsoft.com/office/drawing/2014/main" id="{D5E0F638-496A-4210-A6EF-75693CBCBC46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6_small_CA2_pose1_rmsd3_2645">
            <a:extLst>
              <a:ext uri="{FF2B5EF4-FFF2-40B4-BE49-F238E27FC236}">
                <a16:creationId xmlns:a16="http://schemas.microsoft.com/office/drawing/2014/main" id="{D82B968F-3B47-43AF-8192-CA3D3C6D23B6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2646">
            <a:extLst>
              <a:ext uri="{FF2B5EF4-FFF2-40B4-BE49-F238E27FC236}">
                <a16:creationId xmlns:a16="http://schemas.microsoft.com/office/drawing/2014/main" id="{8D66D741-1796-4353-8693-4954EC62773D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2647">
            <a:extLst>
              <a:ext uri="{FF2B5EF4-FFF2-40B4-BE49-F238E27FC236}">
                <a16:creationId xmlns:a16="http://schemas.microsoft.com/office/drawing/2014/main" id="{88554491-5E51-4C4C-9663-DB7794AD626F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6_small_CA2_pose1_rmsd3_2648">
            <a:extLst>
              <a:ext uri="{FF2B5EF4-FFF2-40B4-BE49-F238E27FC236}">
                <a16:creationId xmlns:a16="http://schemas.microsoft.com/office/drawing/2014/main" id="{532A67D2-11BE-4C91-B04E-2BB16C69DB39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6_small_CA2_pose1_rmsd3_2649">
            <a:extLst>
              <a:ext uri="{FF2B5EF4-FFF2-40B4-BE49-F238E27FC236}">
                <a16:creationId xmlns:a16="http://schemas.microsoft.com/office/drawing/2014/main" id="{ED9C3C08-3EDB-4475-BA75-AD8CE588D9CB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2650">
            <a:extLst>
              <a:ext uri="{FF2B5EF4-FFF2-40B4-BE49-F238E27FC236}">
                <a16:creationId xmlns:a16="http://schemas.microsoft.com/office/drawing/2014/main" id="{7D04B29A-3E10-4341-9BF7-50A13CB5BFA5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6_small_CA2_pose1_rmsd3_2651">
            <a:extLst>
              <a:ext uri="{FF2B5EF4-FFF2-40B4-BE49-F238E27FC236}">
                <a16:creationId xmlns:a16="http://schemas.microsoft.com/office/drawing/2014/main" id="{3D79EAB3-C767-4BA2-8A3C-BF86FE06193E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6_small_CA2_pose1_rmsd3_2652">
            <a:extLst>
              <a:ext uri="{FF2B5EF4-FFF2-40B4-BE49-F238E27FC236}">
                <a16:creationId xmlns:a16="http://schemas.microsoft.com/office/drawing/2014/main" id="{A2429FD5-FAED-47AD-B0FD-8E8D2BCC1F35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2653">
            <a:extLst>
              <a:ext uri="{FF2B5EF4-FFF2-40B4-BE49-F238E27FC236}">
                <a16:creationId xmlns:a16="http://schemas.microsoft.com/office/drawing/2014/main" id="{213D73DA-CCA1-4351-AAFB-217D504827F3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6_small_CA2_pose1_rmsd3_2654">
            <a:extLst>
              <a:ext uri="{FF2B5EF4-FFF2-40B4-BE49-F238E27FC236}">
                <a16:creationId xmlns:a16="http://schemas.microsoft.com/office/drawing/2014/main" id="{EA81FF37-D2AC-41DB-9C48-4851FED82EFD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6_small_CA2_pose1_rmsd3_2655">
            <a:extLst>
              <a:ext uri="{FF2B5EF4-FFF2-40B4-BE49-F238E27FC236}">
                <a16:creationId xmlns:a16="http://schemas.microsoft.com/office/drawing/2014/main" id="{348A4504-D7B2-41D0-9E5E-95D466E2F49B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2656">
            <a:extLst>
              <a:ext uri="{FF2B5EF4-FFF2-40B4-BE49-F238E27FC236}">
                <a16:creationId xmlns:a16="http://schemas.microsoft.com/office/drawing/2014/main" id="{AEA3899B-CDCE-4111-80A3-98EC0000534C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6_small_CA2_pose1_rmsd3_2657">
            <a:extLst>
              <a:ext uri="{FF2B5EF4-FFF2-40B4-BE49-F238E27FC236}">
                <a16:creationId xmlns:a16="http://schemas.microsoft.com/office/drawing/2014/main" id="{EAB1B8F8-33E6-4C93-B0F1-DCC7BF09E815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6_small_CA2_pose1_rmsd3_2658">
            <a:extLst>
              <a:ext uri="{FF2B5EF4-FFF2-40B4-BE49-F238E27FC236}">
                <a16:creationId xmlns:a16="http://schemas.microsoft.com/office/drawing/2014/main" id="{A9C84B2D-EFFB-4DCD-AD45-EEF270121997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2659">
            <a:extLst>
              <a:ext uri="{FF2B5EF4-FFF2-40B4-BE49-F238E27FC236}">
                <a16:creationId xmlns:a16="http://schemas.microsoft.com/office/drawing/2014/main" id="{65CD9B18-5EEE-4E53-BFEF-10B461018248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6_small_CA2_pose1_rmsd3_2660">
            <a:extLst>
              <a:ext uri="{FF2B5EF4-FFF2-40B4-BE49-F238E27FC236}">
                <a16:creationId xmlns:a16="http://schemas.microsoft.com/office/drawing/2014/main" id="{FF968DA0-F05F-451E-88A4-63DFB6A44E53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6_small_CA2_pose1_rmsd3_2661">
            <a:extLst>
              <a:ext uri="{FF2B5EF4-FFF2-40B4-BE49-F238E27FC236}">
                <a16:creationId xmlns:a16="http://schemas.microsoft.com/office/drawing/2014/main" id="{64283ACF-A895-4261-86CA-924F123EDA2B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2662">
            <a:extLst>
              <a:ext uri="{FF2B5EF4-FFF2-40B4-BE49-F238E27FC236}">
                <a16:creationId xmlns:a16="http://schemas.microsoft.com/office/drawing/2014/main" id="{CAD539CA-5AAC-49A1-954E-874C082F3ABF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2663">
            <a:extLst>
              <a:ext uri="{FF2B5EF4-FFF2-40B4-BE49-F238E27FC236}">
                <a16:creationId xmlns:a16="http://schemas.microsoft.com/office/drawing/2014/main" id="{DE83A3FF-10EB-4242-AF5D-694444A45F8F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6_small_CA2_pose1_rmsd3_2664">
            <a:extLst>
              <a:ext uri="{FF2B5EF4-FFF2-40B4-BE49-F238E27FC236}">
                <a16:creationId xmlns:a16="http://schemas.microsoft.com/office/drawing/2014/main" id="{D492B873-DC7B-448A-9B72-EDBB45F2C98E}"/>
              </a:ext>
            </a:extLst>
          </p:cNvPr>
          <p:cNvSpPr>
            <a:spLocks noGrp="1"/>
          </p:cNvSpPr>
          <p:nvPr/>
        </p:nvSpPr>
        <p:spPr>
          <a:xfrm>
            <a:off x="1484881" y="388533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6_small_CA2_pose1_rmsd3_2665">
            <a:extLst>
              <a:ext uri="{FF2B5EF4-FFF2-40B4-BE49-F238E27FC236}">
                <a16:creationId xmlns:a16="http://schemas.microsoft.com/office/drawing/2014/main" id="{D2B3F401-E760-4E06-8D0A-AB28903D076F}"/>
              </a:ext>
            </a:extLst>
          </p:cNvPr>
          <p:cNvSpPr>
            <a:spLocks noGrp="1"/>
          </p:cNvSpPr>
          <p:nvPr/>
        </p:nvSpPr>
        <p:spPr>
          <a:xfrm>
            <a:off x="1718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6_small_CA2_pose1_rmsd3_2666">
            <a:extLst>
              <a:ext uri="{FF2B5EF4-FFF2-40B4-BE49-F238E27FC236}">
                <a16:creationId xmlns:a16="http://schemas.microsoft.com/office/drawing/2014/main" id="{C0778367-33E5-4A09-BA9D-BBF9A6DA999E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6_small_CA2_pose1_rmsd3_2667">
            <a:extLst>
              <a:ext uri="{FF2B5EF4-FFF2-40B4-BE49-F238E27FC236}">
                <a16:creationId xmlns:a16="http://schemas.microsoft.com/office/drawing/2014/main" id="{F4EFB728-C696-4FFB-914A-89DE8E20DC27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6_small_CA2_pose1_rmsd3_2668">
            <a:extLst>
              <a:ext uri="{FF2B5EF4-FFF2-40B4-BE49-F238E27FC236}">
                <a16:creationId xmlns:a16="http://schemas.microsoft.com/office/drawing/2014/main" id="{A8E51BD7-EED9-4B78-935C-B73EFBA2258D}"/>
              </a:ext>
            </a:extLst>
          </p:cNvPr>
          <p:cNvSpPr>
            <a:spLocks noGrp="1"/>
          </p:cNvSpPr>
          <p:nvPr/>
        </p:nvSpPr>
        <p:spPr>
          <a:xfrm>
            <a:off x="1721426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6_small_CA2_pose1_rmsd3_2669">
            <a:extLst>
              <a:ext uri="{FF2B5EF4-FFF2-40B4-BE49-F238E27FC236}">
                <a16:creationId xmlns:a16="http://schemas.microsoft.com/office/drawing/2014/main" id="{08CCDF19-B8F6-48F5-84F2-9E1B36B9DCD2}"/>
              </a:ext>
            </a:extLst>
          </p:cNvPr>
          <p:cNvSpPr>
            <a:spLocks noGrp="1"/>
          </p:cNvSpPr>
          <p:nvPr/>
        </p:nvSpPr>
        <p:spPr>
          <a:xfrm>
            <a:off x="1653376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6_small_CA2_pose1_rmsd3_2670">
            <a:extLst>
              <a:ext uri="{FF2B5EF4-FFF2-40B4-BE49-F238E27FC236}">
                <a16:creationId xmlns:a16="http://schemas.microsoft.com/office/drawing/2014/main" id="{5353B9ED-8178-4FAC-AFEA-14A00A47A059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6_small_CA2_pose1_rmsd3_2671">
            <a:extLst>
              <a:ext uri="{FF2B5EF4-FFF2-40B4-BE49-F238E27FC236}">
                <a16:creationId xmlns:a16="http://schemas.microsoft.com/office/drawing/2014/main" id="{FBAC9FDF-4D6F-4BF9-AB53-7903C841DC23}"/>
              </a:ext>
            </a:extLst>
          </p:cNvPr>
          <p:cNvSpPr>
            <a:spLocks noGrp="1"/>
          </p:cNvSpPr>
          <p:nvPr/>
        </p:nvSpPr>
        <p:spPr>
          <a:xfrm>
            <a:off x="1518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6_small_CA2_pose1_rmsd3_2672">
            <a:extLst>
              <a:ext uri="{FF2B5EF4-FFF2-40B4-BE49-F238E27FC236}">
                <a16:creationId xmlns:a16="http://schemas.microsoft.com/office/drawing/2014/main" id="{FA733672-46BD-4201-A2C2-841C9C07126A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6_small_CA2_pose1_rmsd3_2673">
            <a:extLst>
              <a:ext uri="{FF2B5EF4-FFF2-40B4-BE49-F238E27FC236}">
                <a16:creationId xmlns:a16="http://schemas.microsoft.com/office/drawing/2014/main" id="{2D21C470-FFCA-4E07-B752-CA3D659BA61D}"/>
              </a:ext>
            </a:extLst>
          </p:cNvPr>
          <p:cNvSpPr>
            <a:spLocks noGrp="1"/>
          </p:cNvSpPr>
          <p:nvPr/>
        </p:nvSpPr>
        <p:spPr>
          <a:xfrm>
            <a:off x="1522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6_small_CA2_pose1_rmsd3_2674">
            <a:extLst>
              <a:ext uri="{FF2B5EF4-FFF2-40B4-BE49-F238E27FC236}">
                <a16:creationId xmlns:a16="http://schemas.microsoft.com/office/drawing/2014/main" id="{C70D1CAE-F671-4DEC-B8E2-0913609F29E2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6_small_CA2_pose1_rmsd3_2675">
            <a:extLst>
              <a:ext uri="{FF2B5EF4-FFF2-40B4-BE49-F238E27FC236}">
                <a16:creationId xmlns:a16="http://schemas.microsoft.com/office/drawing/2014/main" id="{4461756B-B78B-4889-88A7-2690C2F421A7}"/>
              </a:ext>
            </a:extLst>
          </p:cNvPr>
          <p:cNvSpPr>
            <a:spLocks noGrp="1"/>
          </p:cNvSpPr>
          <p:nvPr/>
        </p:nvSpPr>
        <p:spPr>
          <a:xfrm>
            <a:off x="1429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6_small_CA2_pose1_rmsd3_2676">
            <a:extLst>
              <a:ext uri="{FF2B5EF4-FFF2-40B4-BE49-F238E27FC236}">
                <a16:creationId xmlns:a16="http://schemas.microsoft.com/office/drawing/2014/main" id="{3F915BE8-BC19-4B70-B880-32617C202D2D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6_small_CA2_pose1_rmsd3_2677">
            <a:extLst>
              <a:ext uri="{FF2B5EF4-FFF2-40B4-BE49-F238E27FC236}">
                <a16:creationId xmlns:a16="http://schemas.microsoft.com/office/drawing/2014/main" id="{6956BD6F-A2AA-4942-AA4C-EB9891DC57A5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6_small_CA2_pose1_rmsd3_2678">
            <a:extLst>
              <a:ext uri="{FF2B5EF4-FFF2-40B4-BE49-F238E27FC236}">
                <a16:creationId xmlns:a16="http://schemas.microsoft.com/office/drawing/2014/main" id="{070D91A2-AF5C-45D8-AE4E-FC12249ED40D}"/>
              </a:ext>
            </a:extLst>
          </p:cNvPr>
          <p:cNvSpPr>
            <a:spLocks noGrp="1"/>
          </p:cNvSpPr>
          <p:nvPr/>
        </p:nvSpPr>
        <p:spPr>
          <a:xfrm>
            <a:off x="17083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6_small_CA2_pose1_rmsd3_2679">
            <a:extLst>
              <a:ext uri="{FF2B5EF4-FFF2-40B4-BE49-F238E27FC236}">
                <a16:creationId xmlns:a16="http://schemas.microsoft.com/office/drawing/2014/main" id="{5AFABD53-7E46-4F5E-9F4D-10E84CA465D0}"/>
              </a:ext>
            </a:extLst>
          </p:cNvPr>
          <p:cNvSpPr>
            <a:spLocks noGrp="1"/>
          </p:cNvSpPr>
          <p:nvPr/>
        </p:nvSpPr>
        <p:spPr>
          <a:xfrm>
            <a:off x="1468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6_small_CA2_pose1_rmsd3_2680">
            <a:extLst>
              <a:ext uri="{FF2B5EF4-FFF2-40B4-BE49-F238E27FC236}">
                <a16:creationId xmlns:a16="http://schemas.microsoft.com/office/drawing/2014/main" id="{BFC9234A-1F81-47AF-84AE-C424FEDF701D}"/>
              </a:ext>
            </a:extLst>
          </p:cNvPr>
          <p:cNvSpPr>
            <a:spLocks noGrp="1"/>
          </p:cNvSpPr>
          <p:nvPr/>
        </p:nvSpPr>
        <p:spPr>
          <a:xfrm>
            <a:off x="1456403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6_small_CA2_pose1_rmsd3_2681">
            <a:extLst>
              <a:ext uri="{FF2B5EF4-FFF2-40B4-BE49-F238E27FC236}">
                <a16:creationId xmlns:a16="http://schemas.microsoft.com/office/drawing/2014/main" id="{A31D56EC-36DD-4223-A8C2-C36C8B4C7643}"/>
              </a:ext>
            </a:extLst>
          </p:cNvPr>
          <p:cNvSpPr>
            <a:spLocks noGrp="1"/>
          </p:cNvSpPr>
          <p:nvPr/>
        </p:nvSpPr>
        <p:spPr>
          <a:xfrm>
            <a:off x="1565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6_small_CA2_pose1_rmsd3_2682">
            <a:extLst>
              <a:ext uri="{FF2B5EF4-FFF2-40B4-BE49-F238E27FC236}">
                <a16:creationId xmlns:a16="http://schemas.microsoft.com/office/drawing/2014/main" id="{8C0A8A3D-58DA-4181-A7CE-AF99FE1C6551}"/>
              </a:ext>
            </a:extLst>
          </p:cNvPr>
          <p:cNvSpPr>
            <a:spLocks noGrp="1"/>
          </p:cNvSpPr>
          <p:nvPr/>
        </p:nvSpPr>
        <p:spPr>
          <a:xfrm>
            <a:off x="1469478" y="411595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6_small_CA2_pose1_rmsd3_2683">
            <a:extLst>
              <a:ext uri="{FF2B5EF4-FFF2-40B4-BE49-F238E27FC236}">
                <a16:creationId xmlns:a16="http://schemas.microsoft.com/office/drawing/2014/main" id="{F776C2AC-54D0-4BAE-8D0A-63CEEB05F4D7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6_small_CA2_pose1_rmsd3_2684">
            <a:extLst>
              <a:ext uri="{FF2B5EF4-FFF2-40B4-BE49-F238E27FC236}">
                <a16:creationId xmlns:a16="http://schemas.microsoft.com/office/drawing/2014/main" id="{43FC494B-D99F-45D5-8E23-D81174342909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6_small_CA2_pose1_rmsd3_2685">
            <a:extLst>
              <a:ext uri="{FF2B5EF4-FFF2-40B4-BE49-F238E27FC236}">
                <a16:creationId xmlns:a16="http://schemas.microsoft.com/office/drawing/2014/main" id="{164DB3E6-4BBB-4AB1-895E-69691CB80B6C}"/>
              </a:ext>
            </a:extLst>
          </p:cNvPr>
          <p:cNvSpPr>
            <a:spLocks noGrp="1"/>
          </p:cNvSpPr>
          <p:nvPr/>
        </p:nvSpPr>
        <p:spPr>
          <a:xfrm>
            <a:off x="152860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6_small_CA2_pose1_rmsd3_2686">
            <a:extLst>
              <a:ext uri="{FF2B5EF4-FFF2-40B4-BE49-F238E27FC236}">
                <a16:creationId xmlns:a16="http://schemas.microsoft.com/office/drawing/2014/main" id="{036EFF8D-6CEE-45CC-8ADE-C660900BDD59}"/>
              </a:ext>
            </a:extLst>
          </p:cNvPr>
          <p:cNvSpPr>
            <a:spLocks noGrp="1"/>
          </p:cNvSpPr>
          <p:nvPr/>
        </p:nvSpPr>
        <p:spPr>
          <a:xfrm>
            <a:off x="1399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6_small_CA2_pose1_rmsd3_2687">
            <a:extLst>
              <a:ext uri="{FF2B5EF4-FFF2-40B4-BE49-F238E27FC236}">
                <a16:creationId xmlns:a16="http://schemas.microsoft.com/office/drawing/2014/main" id="{D0E9B107-CF2B-475E-BB86-A3AE7588D3DC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6_small_CA2_pose1_rmsd3_2688">
            <a:extLst>
              <a:ext uri="{FF2B5EF4-FFF2-40B4-BE49-F238E27FC236}">
                <a16:creationId xmlns:a16="http://schemas.microsoft.com/office/drawing/2014/main" id="{46B0CB18-4607-4541-9E8B-F4592FEA0034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6_small_CA2_pose1_rmsd3_2689">
            <a:extLst>
              <a:ext uri="{FF2B5EF4-FFF2-40B4-BE49-F238E27FC236}">
                <a16:creationId xmlns:a16="http://schemas.microsoft.com/office/drawing/2014/main" id="{BEC5EE16-A1DF-468C-BF4D-EAD805F80D61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6_small_CA2_pose1_rmsd3_2690">
            <a:extLst>
              <a:ext uri="{FF2B5EF4-FFF2-40B4-BE49-F238E27FC236}">
                <a16:creationId xmlns:a16="http://schemas.microsoft.com/office/drawing/2014/main" id="{71FAAB80-9D40-4457-89F5-FB44EFF66C45}"/>
              </a:ext>
            </a:extLst>
          </p:cNvPr>
          <p:cNvSpPr>
            <a:spLocks noGrp="1"/>
          </p:cNvSpPr>
          <p:nvPr/>
        </p:nvSpPr>
        <p:spPr>
          <a:xfrm>
            <a:off x="1500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6_small_CA2_pose1_rmsd3_2691">
            <a:extLst>
              <a:ext uri="{FF2B5EF4-FFF2-40B4-BE49-F238E27FC236}">
                <a16:creationId xmlns:a16="http://schemas.microsoft.com/office/drawing/2014/main" id="{6481463D-E524-4AF2-B2B6-C6A5B5140F05}"/>
              </a:ext>
            </a:extLst>
          </p:cNvPr>
          <p:cNvSpPr>
            <a:spLocks noGrp="1"/>
          </p:cNvSpPr>
          <p:nvPr/>
        </p:nvSpPr>
        <p:spPr>
          <a:xfrm>
            <a:off x="1628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6_small_CA2_pose1_rmsd3_2692">
            <a:extLst>
              <a:ext uri="{FF2B5EF4-FFF2-40B4-BE49-F238E27FC236}">
                <a16:creationId xmlns:a16="http://schemas.microsoft.com/office/drawing/2014/main" id="{B708C0B6-99E3-4FB9-B55F-A0314A2058EA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6_small_CA2_pose1_rmsd3_2693">
            <a:extLst>
              <a:ext uri="{FF2B5EF4-FFF2-40B4-BE49-F238E27FC236}">
                <a16:creationId xmlns:a16="http://schemas.microsoft.com/office/drawing/2014/main" id="{7F731134-03B2-43F7-8A38-06CEEEDC6380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6_small_CA2_pose1_rmsd3_2694">
            <a:extLst>
              <a:ext uri="{FF2B5EF4-FFF2-40B4-BE49-F238E27FC236}">
                <a16:creationId xmlns:a16="http://schemas.microsoft.com/office/drawing/2014/main" id="{8DADA02F-C76F-4500-B385-F24090DEA65E}"/>
              </a:ext>
            </a:extLst>
          </p:cNvPr>
          <p:cNvSpPr>
            <a:spLocks noGrp="1"/>
          </p:cNvSpPr>
          <p:nvPr/>
        </p:nvSpPr>
        <p:spPr>
          <a:xfrm>
            <a:off x="16392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6_small_CA2_pose1_rmsd3_2695">
            <a:extLst>
              <a:ext uri="{FF2B5EF4-FFF2-40B4-BE49-F238E27FC236}">
                <a16:creationId xmlns:a16="http://schemas.microsoft.com/office/drawing/2014/main" id="{B07BDA8D-7AF5-41E7-8734-59CB7B30BC87}"/>
              </a:ext>
            </a:extLst>
          </p:cNvPr>
          <p:cNvSpPr>
            <a:spLocks noGrp="1"/>
          </p:cNvSpPr>
          <p:nvPr/>
        </p:nvSpPr>
        <p:spPr>
          <a:xfrm>
            <a:off x="1415967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6_small_CA2_pose1_rmsd3_2696">
            <a:extLst>
              <a:ext uri="{FF2B5EF4-FFF2-40B4-BE49-F238E27FC236}">
                <a16:creationId xmlns:a16="http://schemas.microsoft.com/office/drawing/2014/main" id="{930D98DF-A6C1-45A5-8EE2-DDF764082B27}"/>
              </a:ext>
            </a:extLst>
          </p:cNvPr>
          <p:cNvSpPr>
            <a:spLocks noGrp="1"/>
          </p:cNvSpPr>
          <p:nvPr/>
        </p:nvSpPr>
        <p:spPr>
          <a:xfrm>
            <a:off x="1408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6_small_CA2_pose1_rmsd3_2697">
            <a:extLst>
              <a:ext uri="{FF2B5EF4-FFF2-40B4-BE49-F238E27FC236}">
                <a16:creationId xmlns:a16="http://schemas.microsoft.com/office/drawing/2014/main" id="{D4992407-DF77-4EA3-9B41-041A1EC2A69C}"/>
              </a:ext>
            </a:extLst>
          </p:cNvPr>
          <p:cNvSpPr>
            <a:spLocks noGrp="1"/>
          </p:cNvSpPr>
          <p:nvPr/>
        </p:nvSpPr>
        <p:spPr>
          <a:xfrm>
            <a:off x="16870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6_small_CA2_pose1_rmsd3_2698">
            <a:extLst>
              <a:ext uri="{FF2B5EF4-FFF2-40B4-BE49-F238E27FC236}">
                <a16:creationId xmlns:a16="http://schemas.microsoft.com/office/drawing/2014/main" id="{E939BDEF-8513-4C01-8EB3-8B2DCF2F4F0B}"/>
              </a:ext>
            </a:extLst>
          </p:cNvPr>
          <p:cNvSpPr>
            <a:spLocks noGrp="1"/>
          </p:cNvSpPr>
          <p:nvPr/>
        </p:nvSpPr>
        <p:spPr>
          <a:xfrm>
            <a:off x="1406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6_small_CA2_pose1_rmsd3_2699">
            <a:extLst>
              <a:ext uri="{FF2B5EF4-FFF2-40B4-BE49-F238E27FC236}">
                <a16:creationId xmlns:a16="http://schemas.microsoft.com/office/drawing/2014/main" id="{1775E1BA-2D01-4DC1-A6C3-28F14D5A47F6}"/>
              </a:ext>
            </a:extLst>
          </p:cNvPr>
          <p:cNvSpPr>
            <a:spLocks noGrp="1"/>
          </p:cNvSpPr>
          <p:nvPr/>
        </p:nvSpPr>
        <p:spPr>
          <a:xfrm>
            <a:off x="1511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6_small_CA2_pose1_rmsd3_2700">
            <a:extLst>
              <a:ext uri="{FF2B5EF4-FFF2-40B4-BE49-F238E27FC236}">
                <a16:creationId xmlns:a16="http://schemas.microsoft.com/office/drawing/2014/main" id="{2FF215D0-33DA-43A6-96FF-6905684C8DA3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6_small_CA2_pose1_rmsd3_2701">
            <a:extLst>
              <a:ext uri="{FF2B5EF4-FFF2-40B4-BE49-F238E27FC236}">
                <a16:creationId xmlns:a16="http://schemas.microsoft.com/office/drawing/2014/main" id="{0B0E2FC4-5340-457C-A44B-9DEF73C5B67B}"/>
              </a:ext>
            </a:extLst>
          </p:cNvPr>
          <p:cNvSpPr>
            <a:spLocks noGrp="1"/>
          </p:cNvSpPr>
          <p:nvPr/>
        </p:nvSpPr>
        <p:spPr>
          <a:xfrm>
            <a:off x="1440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6_small_CA2_pose1_rmsd3_2702">
            <a:extLst>
              <a:ext uri="{FF2B5EF4-FFF2-40B4-BE49-F238E27FC236}">
                <a16:creationId xmlns:a16="http://schemas.microsoft.com/office/drawing/2014/main" id="{F5A84330-6157-4D25-9B3D-15F99F541B77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6_small_CA2_pose1_rmsd3_2703">
            <a:extLst>
              <a:ext uri="{FF2B5EF4-FFF2-40B4-BE49-F238E27FC236}">
                <a16:creationId xmlns:a16="http://schemas.microsoft.com/office/drawing/2014/main" id="{9A2E7C6D-649E-4122-8887-D7BA78EBAB37}"/>
              </a:ext>
            </a:extLst>
          </p:cNvPr>
          <p:cNvSpPr>
            <a:spLocks noGrp="1"/>
          </p:cNvSpPr>
          <p:nvPr/>
        </p:nvSpPr>
        <p:spPr>
          <a:xfrm>
            <a:off x="1494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6_small_CA2_pose1_rmsd3_2704">
            <a:extLst>
              <a:ext uri="{FF2B5EF4-FFF2-40B4-BE49-F238E27FC236}">
                <a16:creationId xmlns:a16="http://schemas.microsoft.com/office/drawing/2014/main" id="{B9856305-9063-4017-A834-8EFD557FBDA5}"/>
              </a:ext>
            </a:extLst>
          </p:cNvPr>
          <p:cNvSpPr>
            <a:spLocks noGrp="1"/>
          </p:cNvSpPr>
          <p:nvPr/>
        </p:nvSpPr>
        <p:spPr>
          <a:xfrm>
            <a:off x="16970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6_small_CA2_pose1_rmsd3_2705">
            <a:extLst>
              <a:ext uri="{FF2B5EF4-FFF2-40B4-BE49-F238E27FC236}">
                <a16:creationId xmlns:a16="http://schemas.microsoft.com/office/drawing/2014/main" id="{DF3CE276-02B7-4199-8310-3A90CDDA78BA}"/>
              </a:ext>
            </a:extLst>
          </p:cNvPr>
          <p:cNvSpPr>
            <a:spLocks noGrp="1"/>
          </p:cNvSpPr>
          <p:nvPr/>
        </p:nvSpPr>
        <p:spPr>
          <a:xfrm>
            <a:off x="1586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6_small_CA2_pose1_rmsd3_2706">
            <a:extLst>
              <a:ext uri="{FF2B5EF4-FFF2-40B4-BE49-F238E27FC236}">
                <a16:creationId xmlns:a16="http://schemas.microsoft.com/office/drawing/2014/main" id="{FEEEB2DF-16BC-45E6-9D43-98A74FCE693B}"/>
              </a:ext>
            </a:extLst>
          </p:cNvPr>
          <p:cNvSpPr>
            <a:spLocks noGrp="1"/>
          </p:cNvSpPr>
          <p:nvPr/>
        </p:nvSpPr>
        <p:spPr>
          <a:xfrm>
            <a:off x="157962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6_small_CA2_pose1_rmsd3_2707">
            <a:extLst>
              <a:ext uri="{FF2B5EF4-FFF2-40B4-BE49-F238E27FC236}">
                <a16:creationId xmlns:a16="http://schemas.microsoft.com/office/drawing/2014/main" id="{12DA0A5F-9E43-44E6-A2EC-BDE8F5CB9BAF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6_small_CA2_pose1_rmsd3_2708">
            <a:extLst>
              <a:ext uri="{FF2B5EF4-FFF2-40B4-BE49-F238E27FC236}">
                <a16:creationId xmlns:a16="http://schemas.microsoft.com/office/drawing/2014/main" id="{4A9A4FC8-BFA1-43EB-9CE1-EC62C8F78FD8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6_small_CA2_pose1_rmsd3_2709">
            <a:extLst>
              <a:ext uri="{FF2B5EF4-FFF2-40B4-BE49-F238E27FC236}">
                <a16:creationId xmlns:a16="http://schemas.microsoft.com/office/drawing/2014/main" id="{72B43766-07C5-4B9B-856C-90D5AC4285BF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6_small_CA2_pose1_rmsd3_2710">
            <a:extLst>
              <a:ext uri="{FF2B5EF4-FFF2-40B4-BE49-F238E27FC236}">
                <a16:creationId xmlns:a16="http://schemas.microsoft.com/office/drawing/2014/main" id="{E7563EE6-5A55-4E24-B03B-5E92FED1303C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6_small_CA2_pose1_rmsd3_2711">
            <a:extLst>
              <a:ext uri="{FF2B5EF4-FFF2-40B4-BE49-F238E27FC236}">
                <a16:creationId xmlns:a16="http://schemas.microsoft.com/office/drawing/2014/main" id="{AA3210DF-52C5-4816-B81B-1DB1E550823D}"/>
              </a:ext>
            </a:extLst>
          </p:cNvPr>
          <p:cNvSpPr>
            <a:spLocks noGrp="1"/>
          </p:cNvSpPr>
          <p:nvPr/>
        </p:nvSpPr>
        <p:spPr>
          <a:xfrm>
            <a:off x="1478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6_small_CA2_pose1_rmsd3_2712">
            <a:extLst>
              <a:ext uri="{FF2B5EF4-FFF2-40B4-BE49-F238E27FC236}">
                <a16:creationId xmlns:a16="http://schemas.microsoft.com/office/drawing/2014/main" id="{87372D3D-E811-437A-BB1A-37C5052F3C13}"/>
              </a:ext>
            </a:extLst>
          </p:cNvPr>
          <p:cNvSpPr>
            <a:spLocks noGrp="1"/>
          </p:cNvSpPr>
          <p:nvPr/>
        </p:nvSpPr>
        <p:spPr>
          <a:xfrm>
            <a:off x="1394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6_small_CA2_pose1_rmsd3_2713">
            <a:extLst>
              <a:ext uri="{FF2B5EF4-FFF2-40B4-BE49-F238E27FC236}">
                <a16:creationId xmlns:a16="http://schemas.microsoft.com/office/drawing/2014/main" id="{210DF8B1-74E8-4ECF-8C29-3C36C14A0F11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6_small_CA2_pose1_rmsd3_2714">
            <a:extLst>
              <a:ext uri="{FF2B5EF4-FFF2-40B4-BE49-F238E27FC236}">
                <a16:creationId xmlns:a16="http://schemas.microsoft.com/office/drawing/2014/main" id="{EA69AD72-5A3A-4E71-8551-49AB66DEEBCC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6_small_CA2_pose1_rmsd3_2715">
            <a:extLst>
              <a:ext uri="{FF2B5EF4-FFF2-40B4-BE49-F238E27FC236}">
                <a16:creationId xmlns:a16="http://schemas.microsoft.com/office/drawing/2014/main" id="{5AB83EC6-A1B5-4C08-BA50-99E55328FEB7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6_small_CA2_pose1_rmsd3_2716">
            <a:extLst>
              <a:ext uri="{FF2B5EF4-FFF2-40B4-BE49-F238E27FC236}">
                <a16:creationId xmlns:a16="http://schemas.microsoft.com/office/drawing/2014/main" id="{E3B71321-4380-4ED3-8E0B-841167E6FF35}"/>
              </a:ext>
            </a:extLst>
          </p:cNvPr>
          <p:cNvSpPr>
            <a:spLocks noGrp="1"/>
          </p:cNvSpPr>
          <p:nvPr/>
        </p:nvSpPr>
        <p:spPr>
          <a:xfrm>
            <a:off x="166519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6_small_CA2_pose1_rmsd3_2717">
            <a:extLst>
              <a:ext uri="{FF2B5EF4-FFF2-40B4-BE49-F238E27FC236}">
                <a16:creationId xmlns:a16="http://schemas.microsoft.com/office/drawing/2014/main" id="{F83AB58E-391D-4050-BB27-CCCD240EC53D}"/>
              </a:ext>
            </a:extLst>
          </p:cNvPr>
          <p:cNvSpPr>
            <a:spLocks noGrp="1"/>
          </p:cNvSpPr>
          <p:nvPr/>
        </p:nvSpPr>
        <p:spPr>
          <a:xfrm>
            <a:off x="16532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6_small_CA2_pose1_rmsd3_2718">
            <a:extLst>
              <a:ext uri="{FF2B5EF4-FFF2-40B4-BE49-F238E27FC236}">
                <a16:creationId xmlns:a16="http://schemas.microsoft.com/office/drawing/2014/main" id="{5DC2F9CB-AB3F-4F7C-B7C4-6421F9A2E7BE}"/>
              </a:ext>
            </a:extLst>
          </p:cNvPr>
          <p:cNvSpPr>
            <a:spLocks noGrp="1"/>
          </p:cNvSpPr>
          <p:nvPr/>
        </p:nvSpPr>
        <p:spPr>
          <a:xfrm>
            <a:off x="1446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6_small_CA2_pose1_rmsd3_2719">
            <a:extLst>
              <a:ext uri="{FF2B5EF4-FFF2-40B4-BE49-F238E27FC236}">
                <a16:creationId xmlns:a16="http://schemas.microsoft.com/office/drawing/2014/main" id="{0AFD4339-BE45-4915-943E-01C545032114}"/>
              </a:ext>
            </a:extLst>
          </p:cNvPr>
          <p:cNvSpPr>
            <a:spLocks noGrp="1"/>
          </p:cNvSpPr>
          <p:nvPr/>
        </p:nvSpPr>
        <p:spPr>
          <a:xfrm>
            <a:off x="1582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6_small_CA2_pose1_rmsd3_2720">
            <a:extLst>
              <a:ext uri="{FF2B5EF4-FFF2-40B4-BE49-F238E27FC236}">
                <a16:creationId xmlns:a16="http://schemas.microsoft.com/office/drawing/2014/main" id="{2C8C1C2A-854D-49E3-89F9-4F429C174D23}"/>
              </a:ext>
            </a:extLst>
          </p:cNvPr>
          <p:cNvSpPr>
            <a:spLocks noGrp="1"/>
          </p:cNvSpPr>
          <p:nvPr/>
        </p:nvSpPr>
        <p:spPr>
          <a:xfrm>
            <a:off x="1592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6_small_CA2_pose1_rmsd3_2721">
            <a:extLst>
              <a:ext uri="{FF2B5EF4-FFF2-40B4-BE49-F238E27FC236}">
                <a16:creationId xmlns:a16="http://schemas.microsoft.com/office/drawing/2014/main" id="{B4F127DD-0F81-4E60-996B-E73147A0E75D}"/>
              </a:ext>
            </a:extLst>
          </p:cNvPr>
          <p:cNvSpPr>
            <a:spLocks noGrp="1"/>
          </p:cNvSpPr>
          <p:nvPr/>
        </p:nvSpPr>
        <p:spPr>
          <a:xfrm>
            <a:off x="1674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6_small_CA2_pose1_rmsd3_2722">
            <a:extLst>
              <a:ext uri="{FF2B5EF4-FFF2-40B4-BE49-F238E27FC236}">
                <a16:creationId xmlns:a16="http://schemas.microsoft.com/office/drawing/2014/main" id="{F29E9730-360D-474B-B3E8-8848DDDE7377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6_small_CA2_pose1_rmsd3_2723">
            <a:extLst>
              <a:ext uri="{FF2B5EF4-FFF2-40B4-BE49-F238E27FC236}">
                <a16:creationId xmlns:a16="http://schemas.microsoft.com/office/drawing/2014/main" id="{DCC61005-8AC1-4D77-8D8E-5C3CE17FCEA4}"/>
              </a:ext>
            </a:extLst>
          </p:cNvPr>
          <p:cNvSpPr>
            <a:spLocks noGrp="1"/>
          </p:cNvSpPr>
          <p:nvPr/>
        </p:nvSpPr>
        <p:spPr>
          <a:xfrm>
            <a:off x="1685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6_small_CA2_pose1_rmsd3_2724">
            <a:extLst>
              <a:ext uri="{FF2B5EF4-FFF2-40B4-BE49-F238E27FC236}">
                <a16:creationId xmlns:a16="http://schemas.microsoft.com/office/drawing/2014/main" id="{38267530-668A-4693-8775-5470665A1E0D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6_small_CA2_pose1_rmsd3_2725">
            <a:extLst>
              <a:ext uri="{FF2B5EF4-FFF2-40B4-BE49-F238E27FC236}">
                <a16:creationId xmlns:a16="http://schemas.microsoft.com/office/drawing/2014/main" id="{792BF07A-05A5-44A0-AC24-97D08F0F8F76}"/>
              </a:ext>
            </a:extLst>
          </p:cNvPr>
          <p:cNvSpPr>
            <a:spLocks noGrp="1"/>
          </p:cNvSpPr>
          <p:nvPr/>
        </p:nvSpPr>
        <p:spPr>
          <a:xfrm>
            <a:off x="165367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6_small_CA2_pose1_rmsd3_2726">
            <a:extLst>
              <a:ext uri="{FF2B5EF4-FFF2-40B4-BE49-F238E27FC236}">
                <a16:creationId xmlns:a16="http://schemas.microsoft.com/office/drawing/2014/main" id="{11817406-24AB-4867-A951-757FB031B603}"/>
              </a:ext>
            </a:extLst>
          </p:cNvPr>
          <p:cNvSpPr>
            <a:spLocks noGrp="1"/>
          </p:cNvSpPr>
          <p:nvPr/>
        </p:nvSpPr>
        <p:spPr>
          <a:xfrm>
            <a:off x="1610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6_small_CA2_pose1_rmsd3_2727">
            <a:extLst>
              <a:ext uri="{FF2B5EF4-FFF2-40B4-BE49-F238E27FC236}">
                <a16:creationId xmlns:a16="http://schemas.microsoft.com/office/drawing/2014/main" id="{330C61CF-27A4-459A-BA79-CB2103EDDAB5}"/>
              </a:ext>
            </a:extLst>
          </p:cNvPr>
          <p:cNvSpPr>
            <a:spLocks noGrp="1"/>
          </p:cNvSpPr>
          <p:nvPr/>
        </p:nvSpPr>
        <p:spPr>
          <a:xfrm>
            <a:off x="1475488" y="466144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6_small_CA2_pose1_rmsd3_2728">
            <a:extLst>
              <a:ext uri="{FF2B5EF4-FFF2-40B4-BE49-F238E27FC236}">
                <a16:creationId xmlns:a16="http://schemas.microsoft.com/office/drawing/2014/main" id="{C2DEA1E3-CBA6-4C4A-B979-84CD90C62DAB}"/>
              </a:ext>
            </a:extLst>
          </p:cNvPr>
          <p:cNvSpPr>
            <a:spLocks noGrp="1"/>
          </p:cNvSpPr>
          <p:nvPr/>
        </p:nvSpPr>
        <p:spPr>
          <a:xfrm>
            <a:off x="14368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6_small_CA2_pose1_rmsd3_2729">
            <a:extLst>
              <a:ext uri="{FF2B5EF4-FFF2-40B4-BE49-F238E27FC236}">
                <a16:creationId xmlns:a16="http://schemas.microsoft.com/office/drawing/2014/main" id="{56927A07-8A2C-440E-B996-7F2820774809}"/>
              </a:ext>
            </a:extLst>
          </p:cNvPr>
          <p:cNvSpPr>
            <a:spLocks noGrp="1"/>
          </p:cNvSpPr>
          <p:nvPr/>
        </p:nvSpPr>
        <p:spPr>
          <a:xfrm>
            <a:off x="1574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6_small_CA2_pose1_rmsd3_2730">
            <a:extLst>
              <a:ext uri="{FF2B5EF4-FFF2-40B4-BE49-F238E27FC236}">
                <a16:creationId xmlns:a16="http://schemas.microsoft.com/office/drawing/2014/main" id="{F5DE54B6-C306-46E6-A32E-FC625A43648F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6_small_CA2_pose1_rmsd3_2731">
            <a:extLst>
              <a:ext uri="{FF2B5EF4-FFF2-40B4-BE49-F238E27FC236}">
                <a16:creationId xmlns:a16="http://schemas.microsoft.com/office/drawing/2014/main" id="{19EAF3E8-8FBB-4DD5-8D59-17C34C715E95}"/>
              </a:ext>
            </a:extLst>
          </p:cNvPr>
          <p:cNvSpPr>
            <a:spLocks noGrp="1"/>
          </p:cNvSpPr>
          <p:nvPr/>
        </p:nvSpPr>
        <p:spPr>
          <a:xfrm>
            <a:off x="1649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6_small_CA2_pose1_rmsd3_2732">
            <a:extLst>
              <a:ext uri="{FF2B5EF4-FFF2-40B4-BE49-F238E27FC236}">
                <a16:creationId xmlns:a16="http://schemas.microsoft.com/office/drawing/2014/main" id="{5C1DCCC0-5191-4DC5-B063-255608ACA123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6_small_CA2_pose1_rmsd3_2733">
            <a:extLst>
              <a:ext uri="{FF2B5EF4-FFF2-40B4-BE49-F238E27FC236}">
                <a16:creationId xmlns:a16="http://schemas.microsoft.com/office/drawing/2014/main" id="{DEABF197-0EC7-490D-A1BB-F4D96BA4EBEB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6_small_CA2_pose1_rmsd3_2734">
            <a:extLst>
              <a:ext uri="{FF2B5EF4-FFF2-40B4-BE49-F238E27FC236}">
                <a16:creationId xmlns:a16="http://schemas.microsoft.com/office/drawing/2014/main" id="{C5ACDE59-609D-433D-815D-B96EDD93E7AA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6_small_CA2_pose1_rmsd3_2735">
            <a:extLst>
              <a:ext uri="{FF2B5EF4-FFF2-40B4-BE49-F238E27FC236}">
                <a16:creationId xmlns:a16="http://schemas.microsoft.com/office/drawing/2014/main" id="{AB08E20C-5A98-4C20-A772-062CFB3A6B42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6_small_CA2_pose1_rmsd3_2736">
            <a:extLst>
              <a:ext uri="{FF2B5EF4-FFF2-40B4-BE49-F238E27FC236}">
                <a16:creationId xmlns:a16="http://schemas.microsoft.com/office/drawing/2014/main" id="{6C5D25D2-E2DC-4332-A7F9-AFC275F85BB0}"/>
              </a:ext>
            </a:extLst>
          </p:cNvPr>
          <p:cNvSpPr>
            <a:spLocks noGrp="1"/>
          </p:cNvSpPr>
          <p:nvPr/>
        </p:nvSpPr>
        <p:spPr>
          <a:xfrm>
            <a:off x="1719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6_small_CA2_pose1_rmsd3_2737">
            <a:extLst>
              <a:ext uri="{FF2B5EF4-FFF2-40B4-BE49-F238E27FC236}">
                <a16:creationId xmlns:a16="http://schemas.microsoft.com/office/drawing/2014/main" id="{E20A9669-E25C-4B37-808F-C6D39FCBB8B0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6_small_CA2_pose1_rmsd3_2738">
            <a:extLst>
              <a:ext uri="{FF2B5EF4-FFF2-40B4-BE49-F238E27FC236}">
                <a16:creationId xmlns:a16="http://schemas.microsoft.com/office/drawing/2014/main" id="{15739679-C961-4F94-AFB7-40382A1A00A5}"/>
              </a:ext>
            </a:extLst>
          </p:cNvPr>
          <p:cNvSpPr>
            <a:spLocks noGrp="1"/>
          </p:cNvSpPr>
          <p:nvPr/>
        </p:nvSpPr>
        <p:spPr>
          <a:xfrm>
            <a:off x="1539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6_small_CA2_pose1_rmsd3_2739">
            <a:extLst>
              <a:ext uri="{FF2B5EF4-FFF2-40B4-BE49-F238E27FC236}">
                <a16:creationId xmlns:a16="http://schemas.microsoft.com/office/drawing/2014/main" id="{61068CB4-7CC6-450E-AA9D-A5EA7FD37575}"/>
              </a:ext>
            </a:extLst>
          </p:cNvPr>
          <p:cNvSpPr>
            <a:spLocks noGrp="1"/>
          </p:cNvSpPr>
          <p:nvPr/>
        </p:nvSpPr>
        <p:spPr>
          <a:xfrm>
            <a:off x="15699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6_small_CA2_pose1_rmsd3_2740">
            <a:extLst>
              <a:ext uri="{FF2B5EF4-FFF2-40B4-BE49-F238E27FC236}">
                <a16:creationId xmlns:a16="http://schemas.microsoft.com/office/drawing/2014/main" id="{C9AC05BC-6BF3-44F5-8764-DE1E88FF4FB0}"/>
              </a:ext>
            </a:extLst>
          </p:cNvPr>
          <p:cNvSpPr>
            <a:spLocks noGrp="1"/>
          </p:cNvSpPr>
          <p:nvPr/>
        </p:nvSpPr>
        <p:spPr>
          <a:xfrm>
            <a:off x="1475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6_small_CA2_pose1_rmsd3_2741">
            <a:extLst>
              <a:ext uri="{FF2B5EF4-FFF2-40B4-BE49-F238E27FC236}">
                <a16:creationId xmlns:a16="http://schemas.microsoft.com/office/drawing/2014/main" id="{E2F9B5C0-B4DA-4A49-A80E-B04E0DBEBB03}"/>
              </a:ext>
            </a:extLst>
          </p:cNvPr>
          <p:cNvSpPr>
            <a:spLocks noGrp="1"/>
          </p:cNvSpPr>
          <p:nvPr/>
        </p:nvSpPr>
        <p:spPr>
          <a:xfrm>
            <a:off x="2359881" y="297588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6_small_CA2_pose1_rmsd3_2742">
            <a:extLst>
              <a:ext uri="{FF2B5EF4-FFF2-40B4-BE49-F238E27FC236}">
                <a16:creationId xmlns:a16="http://schemas.microsoft.com/office/drawing/2014/main" id="{3E293FCB-58AC-4AFA-89B0-A9D3A3DDA316}"/>
              </a:ext>
            </a:extLst>
          </p:cNvPr>
          <p:cNvSpPr>
            <a:spLocks noGrp="1"/>
          </p:cNvSpPr>
          <p:nvPr/>
        </p:nvSpPr>
        <p:spPr>
          <a:xfrm>
            <a:off x="2593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6_small_CA2_pose1_rmsd3_2743">
            <a:extLst>
              <a:ext uri="{FF2B5EF4-FFF2-40B4-BE49-F238E27FC236}">
                <a16:creationId xmlns:a16="http://schemas.microsoft.com/office/drawing/2014/main" id="{F8FB7BDA-934B-440A-82AA-22A70065E7D1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6_small_CA2_pose1_rmsd3_2744">
            <a:extLst>
              <a:ext uri="{FF2B5EF4-FFF2-40B4-BE49-F238E27FC236}">
                <a16:creationId xmlns:a16="http://schemas.microsoft.com/office/drawing/2014/main" id="{72ACC693-DA46-4374-AB3C-285896924362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6_small_CA2_pose1_rmsd3_2745">
            <a:extLst>
              <a:ext uri="{FF2B5EF4-FFF2-40B4-BE49-F238E27FC236}">
                <a16:creationId xmlns:a16="http://schemas.microsoft.com/office/drawing/2014/main" id="{5960DA1D-993C-4516-9CCA-C22A9E396B67}"/>
              </a:ext>
            </a:extLst>
          </p:cNvPr>
          <p:cNvSpPr>
            <a:spLocks noGrp="1"/>
          </p:cNvSpPr>
          <p:nvPr/>
        </p:nvSpPr>
        <p:spPr>
          <a:xfrm>
            <a:off x="2596426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6_small_CA2_pose1_rmsd3_2746">
            <a:extLst>
              <a:ext uri="{FF2B5EF4-FFF2-40B4-BE49-F238E27FC236}">
                <a16:creationId xmlns:a16="http://schemas.microsoft.com/office/drawing/2014/main" id="{31C26F12-EC9A-4FFB-A4C0-D74155C7941C}"/>
              </a:ext>
            </a:extLst>
          </p:cNvPr>
          <p:cNvSpPr>
            <a:spLocks noGrp="1"/>
          </p:cNvSpPr>
          <p:nvPr/>
        </p:nvSpPr>
        <p:spPr>
          <a:xfrm>
            <a:off x="25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6_small_CA2_pose1_rmsd3_2747">
            <a:extLst>
              <a:ext uri="{FF2B5EF4-FFF2-40B4-BE49-F238E27FC236}">
                <a16:creationId xmlns:a16="http://schemas.microsoft.com/office/drawing/2014/main" id="{ECE935C7-929A-430A-88E5-64D46C3B4862}"/>
              </a:ext>
            </a:extLst>
          </p:cNvPr>
          <p:cNvSpPr>
            <a:spLocks noGrp="1"/>
          </p:cNvSpPr>
          <p:nvPr/>
        </p:nvSpPr>
        <p:spPr>
          <a:xfrm>
            <a:off x="232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6_small_CA2_pose1_rmsd3_2748">
            <a:extLst>
              <a:ext uri="{FF2B5EF4-FFF2-40B4-BE49-F238E27FC236}">
                <a16:creationId xmlns:a16="http://schemas.microsoft.com/office/drawing/2014/main" id="{FC7D498C-2A14-4E63-BD2C-A9602915153B}"/>
              </a:ext>
            </a:extLst>
          </p:cNvPr>
          <p:cNvSpPr>
            <a:spLocks noGrp="1"/>
          </p:cNvSpPr>
          <p:nvPr/>
        </p:nvSpPr>
        <p:spPr>
          <a:xfrm>
            <a:off x="239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6_small_CA2_pose1_rmsd3_2749">
            <a:extLst>
              <a:ext uri="{FF2B5EF4-FFF2-40B4-BE49-F238E27FC236}">
                <a16:creationId xmlns:a16="http://schemas.microsoft.com/office/drawing/2014/main" id="{43E477E4-9EB0-48FE-81DE-BDFE627095EE}"/>
              </a:ext>
            </a:extLst>
          </p:cNvPr>
          <p:cNvSpPr>
            <a:spLocks noGrp="1"/>
          </p:cNvSpPr>
          <p:nvPr/>
        </p:nvSpPr>
        <p:spPr>
          <a:xfrm>
            <a:off x="24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6_small_CA2_pose1_rmsd3_2750">
            <a:extLst>
              <a:ext uri="{FF2B5EF4-FFF2-40B4-BE49-F238E27FC236}">
                <a16:creationId xmlns:a16="http://schemas.microsoft.com/office/drawing/2014/main" id="{FE48B67A-C0B9-458E-8C72-9E86CD476139}"/>
              </a:ext>
            </a:extLst>
          </p:cNvPr>
          <p:cNvSpPr>
            <a:spLocks noGrp="1"/>
          </p:cNvSpPr>
          <p:nvPr/>
        </p:nvSpPr>
        <p:spPr>
          <a:xfrm>
            <a:off x="239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6_small_CA2_pose1_rmsd3_2751">
            <a:extLst>
              <a:ext uri="{FF2B5EF4-FFF2-40B4-BE49-F238E27FC236}">
                <a16:creationId xmlns:a16="http://schemas.microsoft.com/office/drawing/2014/main" id="{295189B3-12E7-4834-8872-A8391AFCFF36}"/>
              </a:ext>
            </a:extLst>
          </p:cNvPr>
          <p:cNvSpPr>
            <a:spLocks noGrp="1"/>
          </p:cNvSpPr>
          <p:nvPr/>
        </p:nvSpPr>
        <p:spPr>
          <a:xfrm>
            <a:off x="25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6_small_CA2_pose1_rmsd3_2752">
            <a:extLst>
              <a:ext uri="{FF2B5EF4-FFF2-40B4-BE49-F238E27FC236}">
                <a16:creationId xmlns:a16="http://schemas.microsoft.com/office/drawing/2014/main" id="{400A62C2-C8FD-4FC7-9056-2413FE85763A}"/>
              </a:ext>
            </a:extLst>
          </p:cNvPr>
          <p:cNvSpPr>
            <a:spLocks noGrp="1"/>
          </p:cNvSpPr>
          <p:nvPr/>
        </p:nvSpPr>
        <p:spPr>
          <a:xfrm>
            <a:off x="23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6_small_CA2_pose1_rmsd3_2753">
            <a:extLst>
              <a:ext uri="{FF2B5EF4-FFF2-40B4-BE49-F238E27FC236}">
                <a16:creationId xmlns:a16="http://schemas.microsoft.com/office/drawing/2014/main" id="{A6DBF642-E385-48F2-A9E7-85FC0252368B}"/>
              </a:ext>
            </a:extLst>
          </p:cNvPr>
          <p:cNvSpPr>
            <a:spLocks noGrp="1"/>
          </p:cNvSpPr>
          <p:nvPr/>
        </p:nvSpPr>
        <p:spPr>
          <a:xfrm>
            <a:off x="2395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6_small_CA2_pose1_rmsd3_2754">
            <a:extLst>
              <a:ext uri="{FF2B5EF4-FFF2-40B4-BE49-F238E27FC236}">
                <a16:creationId xmlns:a16="http://schemas.microsoft.com/office/drawing/2014/main" id="{EED2C417-4D43-4068-824E-D7AEB1B29F8C}"/>
              </a:ext>
            </a:extLst>
          </p:cNvPr>
          <p:cNvSpPr>
            <a:spLocks noGrp="1"/>
          </p:cNvSpPr>
          <p:nvPr/>
        </p:nvSpPr>
        <p:spPr>
          <a:xfrm>
            <a:off x="22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6_small_CA2_pose1_rmsd3_2755">
            <a:extLst>
              <a:ext uri="{FF2B5EF4-FFF2-40B4-BE49-F238E27FC236}">
                <a16:creationId xmlns:a16="http://schemas.microsoft.com/office/drawing/2014/main" id="{8A768631-7EDD-406C-B64B-6255FE0516A5}"/>
              </a:ext>
            </a:extLst>
          </p:cNvPr>
          <p:cNvSpPr>
            <a:spLocks noGrp="1"/>
          </p:cNvSpPr>
          <p:nvPr/>
        </p:nvSpPr>
        <p:spPr>
          <a:xfrm>
            <a:off x="25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6_small_CA2_pose1_rmsd3_2756">
            <a:extLst>
              <a:ext uri="{FF2B5EF4-FFF2-40B4-BE49-F238E27FC236}">
                <a16:creationId xmlns:a16="http://schemas.microsoft.com/office/drawing/2014/main" id="{10989891-9A90-4960-B3BE-409C6F478D3B}"/>
              </a:ext>
            </a:extLst>
          </p:cNvPr>
          <p:cNvSpPr>
            <a:spLocks noGrp="1"/>
          </p:cNvSpPr>
          <p:nvPr/>
        </p:nvSpPr>
        <p:spPr>
          <a:xfrm>
            <a:off x="234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6_small_CA2_pose1_rmsd3_2757">
            <a:extLst>
              <a:ext uri="{FF2B5EF4-FFF2-40B4-BE49-F238E27FC236}">
                <a16:creationId xmlns:a16="http://schemas.microsoft.com/office/drawing/2014/main" id="{D2002417-5CF3-4AC4-BCC4-4C56FC896C5D}"/>
              </a:ext>
            </a:extLst>
          </p:cNvPr>
          <p:cNvSpPr>
            <a:spLocks noGrp="1"/>
          </p:cNvSpPr>
          <p:nvPr/>
        </p:nvSpPr>
        <p:spPr>
          <a:xfrm>
            <a:off x="2331403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6_small_CA2_pose1_rmsd3_2758">
            <a:extLst>
              <a:ext uri="{FF2B5EF4-FFF2-40B4-BE49-F238E27FC236}">
                <a16:creationId xmlns:a16="http://schemas.microsoft.com/office/drawing/2014/main" id="{91F47ADA-D6C5-4A0A-B16F-EFF6EEC2C2AE}"/>
              </a:ext>
            </a:extLst>
          </p:cNvPr>
          <p:cNvSpPr>
            <a:spLocks noGrp="1"/>
          </p:cNvSpPr>
          <p:nvPr/>
        </p:nvSpPr>
        <p:spPr>
          <a:xfrm>
            <a:off x="24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6_small_CA2_pose1_rmsd3_2759">
            <a:extLst>
              <a:ext uri="{FF2B5EF4-FFF2-40B4-BE49-F238E27FC236}">
                <a16:creationId xmlns:a16="http://schemas.microsoft.com/office/drawing/2014/main" id="{D1C75EF8-0C0A-41C5-84F6-5F01BFCC6E2F}"/>
              </a:ext>
            </a:extLst>
          </p:cNvPr>
          <p:cNvSpPr>
            <a:spLocks noGrp="1"/>
          </p:cNvSpPr>
          <p:nvPr/>
        </p:nvSpPr>
        <p:spPr>
          <a:xfrm>
            <a:off x="2344478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6_small_CA2_pose1_rmsd3_2760">
            <a:extLst>
              <a:ext uri="{FF2B5EF4-FFF2-40B4-BE49-F238E27FC236}">
                <a16:creationId xmlns:a16="http://schemas.microsoft.com/office/drawing/2014/main" id="{947F88C5-3D49-401E-B074-8954D4A178F5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6_small_CA2_pose1_rmsd3_2761">
            <a:extLst>
              <a:ext uri="{FF2B5EF4-FFF2-40B4-BE49-F238E27FC236}">
                <a16:creationId xmlns:a16="http://schemas.microsoft.com/office/drawing/2014/main" id="{B21A7955-A74D-44AD-9CE8-AD730BB57147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6_small_CA2_pose1_rmsd3_2762">
            <a:extLst>
              <a:ext uri="{FF2B5EF4-FFF2-40B4-BE49-F238E27FC236}">
                <a16:creationId xmlns:a16="http://schemas.microsoft.com/office/drawing/2014/main" id="{CD935951-1C5C-4205-BDF0-AF06F637A6E0}"/>
              </a:ext>
            </a:extLst>
          </p:cNvPr>
          <p:cNvSpPr>
            <a:spLocks noGrp="1"/>
          </p:cNvSpPr>
          <p:nvPr/>
        </p:nvSpPr>
        <p:spPr>
          <a:xfrm>
            <a:off x="24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6_small_CA2_pose1_rmsd3_2763">
            <a:extLst>
              <a:ext uri="{FF2B5EF4-FFF2-40B4-BE49-F238E27FC236}">
                <a16:creationId xmlns:a16="http://schemas.microsoft.com/office/drawing/2014/main" id="{5BD9A9AD-FD36-4ECA-89FD-AE124A6B5B34}"/>
              </a:ext>
            </a:extLst>
          </p:cNvPr>
          <p:cNvSpPr>
            <a:spLocks noGrp="1"/>
          </p:cNvSpPr>
          <p:nvPr/>
        </p:nvSpPr>
        <p:spPr>
          <a:xfrm>
            <a:off x="2274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6_small_CA2_pose1_rmsd3_2764">
            <a:extLst>
              <a:ext uri="{FF2B5EF4-FFF2-40B4-BE49-F238E27FC236}">
                <a16:creationId xmlns:a16="http://schemas.microsoft.com/office/drawing/2014/main" id="{AA20E6C9-9714-4A26-B640-8019A90084E2}"/>
              </a:ext>
            </a:extLst>
          </p:cNvPr>
          <p:cNvSpPr>
            <a:spLocks noGrp="1"/>
          </p:cNvSpPr>
          <p:nvPr/>
        </p:nvSpPr>
        <p:spPr>
          <a:xfrm>
            <a:off x="25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6_small_CA2_pose1_rmsd3_2765">
            <a:extLst>
              <a:ext uri="{FF2B5EF4-FFF2-40B4-BE49-F238E27FC236}">
                <a16:creationId xmlns:a16="http://schemas.microsoft.com/office/drawing/2014/main" id="{695ED899-CD28-4FB0-A609-6C2585D63733}"/>
              </a:ext>
            </a:extLst>
          </p:cNvPr>
          <p:cNvSpPr>
            <a:spLocks noGrp="1"/>
          </p:cNvSpPr>
          <p:nvPr/>
        </p:nvSpPr>
        <p:spPr>
          <a:xfrm>
            <a:off x="23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6_small_CA2_pose1_rmsd3_2766">
            <a:extLst>
              <a:ext uri="{FF2B5EF4-FFF2-40B4-BE49-F238E27FC236}">
                <a16:creationId xmlns:a16="http://schemas.microsoft.com/office/drawing/2014/main" id="{2AC01EE0-21DD-4F93-95C1-653B1932D194}"/>
              </a:ext>
            </a:extLst>
          </p:cNvPr>
          <p:cNvSpPr>
            <a:spLocks noGrp="1"/>
          </p:cNvSpPr>
          <p:nvPr/>
        </p:nvSpPr>
        <p:spPr>
          <a:xfrm>
            <a:off x="25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6_small_CA2_pose1_rmsd3_2767">
            <a:extLst>
              <a:ext uri="{FF2B5EF4-FFF2-40B4-BE49-F238E27FC236}">
                <a16:creationId xmlns:a16="http://schemas.microsoft.com/office/drawing/2014/main" id="{20E429C4-93D9-4288-A554-C4EA8C01505E}"/>
              </a:ext>
            </a:extLst>
          </p:cNvPr>
          <p:cNvSpPr>
            <a:spLocks noGrp="1"/>
          </p:cNvSpPr>
          <p:nvPr/>
        </p:nvSpPr>
        <p:spPr>
          <a:xfrm>
            <a:off x="23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6_small_CA2_pose1_rmsd3_2768">
            <a:extLst>
              <a:ext uri="{FF2B5EF4-FFF2-40B4-BE49-F238E27FC236}">
                <a16:creationId xmlns:a16="http://schemas.microsoft.com/office/drawing/2014/main" id="{88F7C27F-90C1-4D6D-99B5-CFEE3AF86133}"/>
              </a:ext>
            </a:extLst>
          </p:cNvPr>
          <p:cNvSpPr>
            <a:spLocks noGrp="1"/>
          </p:cNvSpPr>
          <p:nvPr/>
        </p:nvSpPr>
        <p:spPr>
          <a:xfrm>
            <a:off x="25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6_small_CA2_pose1_rmsd3_2769">
            <a:extLst>
              <a:ext uri="{FF2B5EF4-FFF2-40B4-BE49-F238E27FC236}">
                <a16:creationId xmlns:a16="http://schemas.microsoft.com/office/drawing/2014/main" id="{1872A787-37DA-4565-A483-6EA8795D79B5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6_small_CA2_pose1_rmsd3_2770">
            <a:extLst>
              <a:ext uri="{FF2B5EF4-FFF2-40B4-BE49-F238E27FC236}">
                <a16:creationId xmlns:a16="http://schemas.microsoft.com/office/drawing/2014/main" id="{62BD674F-34B8-4695-9FDA-194943517653}"/>
              </a:ext>
            </a:extLst>
          </p:cNvPr>
          <p:cNvSpPr>
            <a:spLocks noGrp="1"/>
          </p:cNvSpPr>
          <p:nvPr/>
        </p:nvSpPr>
        <p:spPr>
          <a:xfrm>
            <a:off x="23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6_small_CA2_pose1_rmsd3_2771">
            <a:extLst>
              <a:ext uri="{FF2B5EF4-FFF2-40B4-BE49-F238E27FC236}">
                <a16:creationId xmlns:a16="http://schemas.microsoft.com/office/drawing/2014/main" id="{B09566BF-1747-4472-AA4F-791BF03BB427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6_small_CA2_pose1_rmsd3_2772">
            <a:extLst>
              <a:ext uri="{FF2B5EF4-FFF2-40B4-BE49-F238E27FC236}">
                <a16:creationId xmlns:a16="http://schemas.microsoft.com/office/drawing/2014/main" id="{0718F256-F6B6-43CF-B3CA-3623E33BE909}"/>
              </a:ext>
            </a:extLst>
          </p:cNvPr>
          <p:cNvSpPr>
            <a:spLocks noGrp="1"/>
          </p:cNvSpPr>
          <p:nvPr/>
        </p:nvSpPr>
        <p:spPr>
          <a:xfrm>
            <a:off x="22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6_small_CA2_pose1_rmsd3_2773">
            <a:extLst>
              <a:ext uri="{FF2B5EF4-FFF2-40B4-BE49-F238E27FC236}">
                <a16:creationId xmlns:a16="http://schemas.microsoft.com/office/drawing/2014/main" id="{8B976141-A566-4464-A635-D3FE78150107}"/>
              </a:ext>
            </a:extLst>
          </p:cNvPr>
          <p:cNvSpPr>
            <a:spLocks noGrp="1"/>
          </p:cNvSpPr>
          <p:nvPr/>
        </p:nvSpPr>
        <p:spPr>
          <a:xfrm>
            <a:off x="22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6_small_CA2_pose1_rmsd3_2774">
            <a:extLst>
              <a:ext uri="{FF2B5EF4-FFF2-40B4-BE49-F238E27FC236}">
                <a16:creationId xmlns:a16="http://schemas.microsoft.com/office/drawing/2014/main" id="{8777A4AD-241E-45C4-B51D-C8CECFE5EA44}"/>
              </a:ext>
            </a:extLst>
          </p:cNvPr>
          <p:cNvSpPr>
            <a:spLocks noGrp="1"/>
          </p:cNvSpPr>
          <p:nvPr/>
        </p:nvSpPr>
        <p:spPr>
          <a:xfrm>
            <a:off x="25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6_small_CA2_pose1_rmsd3_2775">
            <a:extLst>
              <a:ext uri="{FF2B5EF4-FFF2-40B4-BE49-F238E27FC236}">
                <a16:creationId xmlns:a16="http://schemas.microsoft.com/office/drawing/2014/main" id="{AF3DC1BC-331A-4566-A72E-A00CDFA0B407}"/>
              </a:ext>
            </a:extLst>
          </p:cNvPr>
          <p:cNvSpPr>
            <a:spLocks noGrp="1"/>
          </p:cNvSpPr>
          <p:nvPr/>
        </p:nvSpPr>
        <p:spPr>
          <a:xfrm>
            <a:off x="22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6_small_CA2_pose1_rmsd3_2776">
            <a:extLst>
              <a:ext uri="{FF2B5EF4-FFF2-40B4-BE49-F238E27FC236}">
                <a16:creationId xmlns:a16="http://schemas.microsoft.com/office/drawing/2014/main" id="{06F0AC7B-8600-4902-BAB0-0CF67558465B}"/>
              </a:ext>
            </a:extLst>
          </p:cNvPr>
          <p:cNvSpPr>
            <a:spLocks noGrp="1"/>
          </p:cNvSpPr>
          <p:nvPr/>
        </p:nvSpPr>
        <p:spPr>
          <a:xfrm>
            <a:off x="2386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6_small_CA2_pose1_rmsd3_2777">
            <a:extLst>
              <a:ext uri="{FF2B5EF4-FFF2-40B4-BE49-F238E27FC236}">
                <a16:creationId xmlns:a16="http://schemas.microsoft.com/office/drawing/2014/main" id="{2A4CC69C-8659-44B6-B2B5-BF491F129779}"/>
              </a:ext>
            </a:extLst>
          </p:cNvPr>
          <p:cNvSpPr>
            <a:spLocks noGrp="1"/>
          </p:cNvSpPr>
          <p:nvPr/>
        </p:nvSpPr>
        <p:spPr>
          <a:xfrm>
            <a:off x="242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6_small_CA2_pose1_rmsd3_2778">
            <a:extLst>
              <a:ext uri="{FF2B5EF4-FFF2-40B4-BE49-F238E27FC236}">
                <a16:creationId xmlns:a16="http://schemas.microsoft.com/office/drawing/2014/main" id="{B997EB2D-91A7-40F9-9EC0-FB35808097BC}"/>
              </a:ext>
            </a:extLst>
          </p:cNvPr>
          <p:cNvSpPr>
            <a:spLocks noGrp="1"/>
          </p:cNvSpPr>
          <p:nvPr/>
        </p:nvSpPr>
        <p:spPr>
          <a:xfrm>
            <a:off x="23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6_small_CA2_pose1_rmsd3_2779">
            <a:extLst>
              <a:ext uri="{FF2B5EF4-FFF2-40B4-BE49-F238E27FC236}">
                <a16:creationId xmlns:a16="http://schemas.microsoft.com/office/drawing/2014/main" id="{7D8E693B-0FF4-433F-BA1F-CDD84485638A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6_small_CA2_pose1_rmsd3_2780">
            <a:extLst>
              <a:ext uri="{FF2B5EF4-FFF2-40B4-BE49-F238E27FC236}">
                <a16:creationId xmlns:a16="http://schemas.microsoft.com/office/drawing/2014/main" id="{44ABF51B-5097-4BD6-A9D6-8FDACD57B74B}"/>
              </a:ext>
            </a:extLst>
          </p:cNvPr>
          <p:cNvSpPr>
            <a:spLocks noGrp="1"/>
          </p:cNvSpPr>
          <p:nvPr/>
        </p:nvSpPr>
        <p:spPr>
          <a:xfrm>
            <a:off x="23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6_small_CA2_pose1_rmsd3_2781">
            <a:extLst>
              <a:ext uri="{FF2B5EF4-FFF2-40B4-BE49-F238E27FC236}">
                <a16:creationId xmlns:a16="http://schemas.microsoft.com/office/drawing/2014/main" id="{2C1AF3FF-A6AA-4DCE-968A-69FE9D50EBA5}"/>
              </a:ext>
            </a:extLst>
          </p:cNvPr>
          <p:cNvSpPr>
            <a:spLocks noGrp="1"/>
          </p:cNvSpPr>
          <p:nvPr/>
        </p:nvSpPr>
        <p:spPr>
          <a:xfrm>
            <a:off x="25720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6_small_CA2_pose1_rmsd3_2782">
            <a:extLst>
              <a:ext uri="{FF2B5EF4-FFF2-40B4-BE49-F238E27FC236}">
                <a16:creationId xmlns:a16="http://schemas.microsoft.com/office/drawing/2014/main" id="{489FC60B-BA19-4BFF-8DFB-66814EFE0B8C}"/>
              </a:ext>
            </a:extLst>
          </p:cNvPr>
          <p:cNvSpPr>
            <a:spLocks noGrp="1"/>
          </p:cNvSpPr>
          <p:nvPr/>
        </p:nvSpPr>
        <p:spPr>
          <a:xfrm>
            <a:off x="246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6_small_CA2_pose1_rmsd3_2783">
            <a:extLst>
              <a:ext uri="{FF2B5EF4-FFF2-40B4-BE49-F238E27FC236}">
                <a16:creationId xmlns:a16="http://schemas.microsoft.com/office/drawing/2014/main" id="{C3B33D81-5C21-49D2-ADBC-C892ADF2E35F}"/>
              </a:ext>
            </a:extLst>
          </p:cNvPr>
          <p:cNvSpPr>
            <a:spLocks noGrp="1"/>
          </p:cNvSpPr>
          <p:nvPr/>
        </p:nvSpPr>
        <p:spPr>
          <a:xfrm>
            <a:off x="2454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6_small_CA2_pose1_rmsd3_2784">
            <a:extLst>
              <a:ext uri="{FF2B5EF4-FFF2-40B4-BE49-F238E27FC236}">
                <a16:creationId xmlns:a16="http://schemas.microsoft.com/office/drawing/2014/main" id="{F6C9E0FA-C4BE-4135-B3ED-AE769E03310C}"/>
              </a:ext>
            </a:extLst>
          </p:cNvPr>
          <p:cNvSpPr>
            <a:spLocks noGrp="1"/>
          </p:cNvSpPr>
          <p:nvPr/>
        </p:nvSpPr>
        <p:spPr>
          <a:xfrm>
            <a:off x="25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6_small_CA2_pose1_rmsd3_2785">
            <a:extLst>
              <a:ext uri="{FF2B5EF4-FFF2-40B4-BE49-F238E27FC236}">
                <a16:creationId xmlns:a16="http://schemas.microsoft.com/office/drawing/2014/main" id="{90F8A081-80CB-4349-95EB-6ADB87652D06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6_small_CA2_pose1_rmsd3_2786">
            <a:extLst>
              <a:ext uri="{FF2B5EF4-FFF2-40B4-BE49-F238E27FC236}">
                <a16:creationId xmlns:a16="http://schemas.microsoft.com/office/drawing/2014/main" id="{894E95C9-B89A-4C64-BC11-7CDEC6D5446A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6_small_CA2_pose1_rmsd3_2787">
            <a:extLst>
              <a:ext uri="{FF2B5EF4-FFF2-40B4-BE49-F238E27FC236}">
                <a16:creationId xmlns:a16="http://schemas.microsoft.com/office/drawing/2014/main" id="{D8B262AD-70D2-411C-AF75-718B52D4A713}"/>
              </a:ext>
            </a:extLst>
          </p:cNvPr>
          <p:cNvSpPr>
            <a:spLocks noGrp="1"/>
          </p:cNvSpPr>
          <p:nvPr/>
        </p:nvSpPr>
        <p:spPr>
          <a:xfrm>
            <a:off x="25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6_small_CA2_pose1_rmsd3_2788">
            <a:extLst>
              <a:ext uri="{FF2B5EF4-FFF2-40B4-BE49-F238E27FC236}">
                <a16:creationId xmlns:a16="http://schemas.microsoft.com/office/drawing/2014/main" id="{5C87B3FC-E1BF-47CE-A2F1-3590B276611C}"/>
              </a:ext>
            </a:extLst>
          </p:cNvPr>
          <p:cNvSpPr>
            <a:spLocks noGrp="1"/>
          </p:cNvSpPr>
          <p:nvPr/>
        </p:nvSpPr>
        <p:spPr>
          <a:xfrm>
            <a:off x="23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6_small_CA2_pose1_rmsd3_2789">
            <a:extLst>
              <a:ext uri="{FF2B5EF4-FFF2-40B4-BE49-F238E27FC236}">
                <a16:creationId xmlns:a16="http://schemas.microsoft.com/office/drawing/2014/main" id="{0E77CAE7-67C2-48B0-9690-7E64EE40649B}"/>
              </a:ext>
            </a:extLst>
          </p:cNvPr>
          <p:cNvSpPr>
            <a:spLocks noGrp="1"/>
          </p:cNvSpPr>
          <p:nvPr/>
        </p:nvSpPr>
        <p:spPr>
          <a:xfrm>
            <a:off x="22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6_small_CA2_pose1_rmsd3_2790">
            <a:extLst>
              <a:ext uri="{FF2B5EF4-FFF2-40B4-BE49-F238E27FC236}">
                <a16:creationId xmlns:a16="http://schemas.microsoft.com/office/drawing/2014/main" id="{39FC718C-E901-4DDE-B3B9-A50E98372EF5}"/>
              </a:ext>
            </a:extLst>
          </p:cNvPr>
          <p:cNvSpPr>
            <a:spLocks noGrp="1"/>
          </p:cNvSpPr>
          <p:nvPr/>
        </p:nvSpPr>
        <p:spPr>
          <a:xfrm>
            <a:off x="25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6_small_CA2_pose1_rmsd3_2791">
            <a:extLst>
              <a:ext uri="{FF2B5EF4-FFF2-40B4-BE49-F238E27FC236}">
                <a16:creationId xmlns:a16="http://schemas.microsoft.com/office/drawing/2014/main" id="{C47AB3ED-DC8C-4CDB-BB19-8F09C830F96D}"/>
              </a:ext>
            </a:extLst>
          </p:cNvPr>
          <p:cNvSpPr>
            <a:spLocks noGrp="1"/>
          </p:cNvSpPr>
          <p:nvPr/>
        </p:nvSpPr>
        <p:spPr>
          <a:xfrm>
            <a:off x="25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6_small_CA2_pose1_rmsd3_2792">
            <a:extLst>
              <a:ext uri="{FF2B5EF4-FFF2-40B4-BE49-F238E27FC236}">
                <a16:creationId xmlns:a16="http://schemas.microsoft.com/office/drawing/2014/main" id="{F1902B23-4EF7-4DD6-8A2B-D58CDB09DA21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6_small_CA2_pose1_rmsd3_2793">
            <a:extLst>
              <a:ext uri="{FF2B5EF4-FFF2-40B4-BE49-F238E27FC236}">
                <a16:creationId xmlns:a16="http://schemas.microsoft.com/office/drawing/2014/main" id="{43B67428-D813-4D5D-9777-7CE3B42DD4BE}"/>
              </a:ext>
            </a:extLst>
          </p:cNvPr>
          <p:cNvSpPr>
            <a:spLocks noGrp="1"/>
          </p:cNvSpPr>
          <p:nvPr/>
        </p:nvSpPr>
        <p:spPr>
          <a:xfrm>
            <a:off x="25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6_small_CA2_pose1_rmsd3_2794">
            <a:extLst>
              <a:ext uri="{FF2B5EF4-FFF2-40B4-BE49-F238E27FC236}">
                <a16:creationId xmlns:a16="http://schemas.microsoft.com/office/drawing/2014/main" id="{40FA4B88-98EE-4D4A-AC22-853D85CADF69}"/>
              </a:ext>
            </a:extLst>
          </p:cNvPr>
          <p:cNvSpPr>
            <a:spLocks noGrp="1"/>
          </p:cNvSpPr>
          <p:nvPr/>
        </p:nvSpPr>
        <p:spPr>
          <a:xfrm>
            <a:off x="25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6_small_CA2_pose1_rmsd3_2795">
            <a:extLst>
              <a:ext uri="{FF2B5EF4-FFF2-40B4-BE49-F238E27FC236}">
                <a16:creationId xmlns:a16="http://schemas.microsoft.com/office/drawing/2014/main" id="{D9D51D5F-136E-4491-8DA5-E9F0F6A5F1AD}"/>
              </a:ext>
            </a:extLst>
          </p:cNvPr>
          <p:cNvSpPr>
            <a:spLocks noGrp="1"/>
          </p:cNvSpPr>
          <p:nvPr/>
        </p:nvSpPr>
        <p:spPr>
          <a:xfrm>
            <a:off x="232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6_small_CA2_pose1_rmsd3_2796">
            <a:extLst>
              <a:ext uri="{FF2B5EF4-FFF2-40B4-BE49-F238E27FC236}">
                <a16:creationId xmlns:a16="http://schemas.microsoft.com/office/drawing/2014/main" id="{E3D82BCC-4D74-4848-AB95-CAE9661A67FE}"/>
              </a:ext>
            </a:extLst>
          </p:cNvPr>
          <p:cNvSpPr>
            <a:spLocks noGrp="1"/>
          </p:cNvSpPr>
          <p:nvPr/>
        </p:nvSpPr>
        <p:spPr>
          <a:xfrm>
            <a:off x="24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6_small_CA2_pose1_rmsd3_2797">
            <a:extLst>
              <a:ext uri="{FF2B5EF4-FFF2-40B4-BE49-F238E27FC236}">
                <a16:creationId xmlns:a16="http://schemas.microsoft.com/office/drawing/2014/main" id="{252B2CDF-9666-4E77-8C1D-07B0CB06FD24}"/>
              </a:ext>
            </a:extLst>
          </p:cNvPr>
          <p:cNvSpPr>
            <a:spLocks noGrp="1"/>
          </p:cNvSpPr>
          <p:nvPr/>
        </p:nvSpPr>
        <p:spPr>
          <a:xfrm>
            <a:off x="24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6_small_CA2_pose1_rmsd3_2798">
            <a:extLst>
              <a:ext uri="{FF2B5EF4-FFF2-40B4-BE49-F238E27FC236}">
                <a16:creationId xmlns:a16="http://schemas.microsoft.com/office/drawing/2014/main" id="{30C466C8-BF88-4719-AC71-0F87C73C6AFD}"/>
              </a:ext>
            </a:extLst>
          </p:cNvPr>
          <p:cNvSpPr>
            <a:spLocks noGrp="1"/>
          </p:cNvSpPr>
          <p:nvPr/>
        </p:nvSpPr>
        <p:spPr>
          <a:xfrm>
            <a:off x="2549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6_small_CA2_pose1_rmsd3_2799">
            <a:extLst>
              <a:ext uri="{FF2B5EF4-FFF2-40B4-BE49-F238E27FC236}">
                <a16:creationId xmlns:a16="http://schemas.microsoft.com/office/drawing/2014/main" id="{E788DFCA-4404-4B79-A97C-0490A0AFE2A7}"/>
              </a:ext>
            </a:extLst>
          </p:cNvPr>
          <p:cNvSpPr>
            <a:spLocks noGrp="1"/>
          </p:cNvSpPr>
          <p:nvPr/>
        </p:nvSpPr>
        <p:spPr>
          <a:xfrm>
            <a:off x="25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6_small_CA2_pose1_rmsd3_2800">
            <a:extLst>
              <a:ext uri="{FF2B5EF4-FFF2-40B4-BE49-F238E27FC236}">
                <a16:creationId xmlns:a16="http://schemas.microsoft.com/office/drawing/2014/main" id="{69786F00-C345-40CA-A733-B50B8979177D}"/>
              </a:ext>
            </a:extLst>
          </p:cNvPr>
          <p:cNvSpPr>
            <a:spLocks noGrp="1"/>
          </p:cNvSpPr>
          <p:nvPr/>
        </p:nvSpPr>
        <p:spPr>
          <a:xfrm>
            <a:off x="25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6_small_CA2_pose1_rmsd3_2801">
            <a:extLst>
              <a:ext uri="{FF2B5EF4-FFF2-40B4-BE49-F238E27FC236}">
                <a16:creationId xmlns:a16="http://schemas.microsoft.com/office/drawing/2014/main" id="{E816A829-CD71-4B70-BA10-B7680C686196}"/>
              </a:ext>
            </a:extLst>
          </p:cNvPr>
          <p:cNvSpPr>
            <a:spLocks noGrp="1"/>
          </p:cNvSpPr>
          <p:nvPr/>
        </p:nvSpPr>
        <p:spPr>
          <a:xfrm>
            <a:off x="24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6_small_CA2_pose1_rmsd3_2802">
            <a:extLst>
              <a:ext uri="{FF2B5EF4-FFF2-40B4-BE49-F238E27FC236}">
                <a16:creationId xmlns:a16="http://schemas.microsoft.com/office/drawing/2014/main" id="{79F9619B-5761-48AC-98F1-4CB629878866}"/>
              </a:ext>
            </a:extLst>
          </p:cNvPr>
          <p:cNvSpPr>
            <a:spLocks noGrp="1"/>
          </p:cNvSpPr>
          <p:nvPr/>
        </p:nvSpPr>
        <p:spPr>
          <a:xfrm>
            <a:off x="252867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6_small_CA2_pose1_rmsd3_2803">
            <a:extLst>
              <a:ext uri="{FF2B5EF4-FFF2-40B4-BE49-F238E27FC236}">
                <a16:creationId xmlns:a16="http://schemas.microsoft.com/office/drawing/2014/main" id="{DE5308AC-E709-462F-9C0D-2FB9C9D190DE}"/>
              </a:ext>
            </a:extLst>
          </p:cNvPr>
          <p:cNvSpPr>
            <a:spLocks noGrp="1"/>
          </p:cNvSpPr>
          <p:nvPr/>
        </p:nvSpPr>
        <p:spPr>
          <a:xfrm>
            <a:off x="24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6_small_CA2_pose1_rmsd3_2804">
            <a:extLst>
              <a:ext uri="{FF2B5EF4-FFF2-40B4-BE49-F238E27FC236}">
                <a16:creationId xmlns:a16="http://schemas.microsoft.com/office/drawing/2014/main" id="{A267E422-1D84-4FDE-99ED-A0EE81D6031B}"/>
              </a:ext>
            </a:extLst>
          </p:cNvPr>
          <p:cNvSpPr>
            <a:spLocks noGrp="1"/>
          </p:cNvSpPr>
          <p:nvPr/>
        </p:nvSpPr>
        <p:spPr>
          <a:xfrm>
            <a:off x="235048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6_small_CA2_pose1_rmsd3_2805">
            <a:extLst>
              <a:ext uri="{FF2B5EF4-FFF2-40B4-BE49-F238E27FC236}">
                <a16:creationId xmlns:a16="http://schemas.microsoft.com/office/drawing/2014/main" id="{286101D4-32C0-4C55-8141-CEACF7243481}"/>
              </a:ext>
            </a:extLst>
          </p:cNvPr>
          <p:cNvSpPr>
            <a:spLocks noGrp="1"/>
          </p:cNvSpPr>
          <p:nvPr/>
        </p:nvSpPr>
        <p:spPr>
          <a:xfrm>
            <a:off x="23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6_small_CA2_pose1_rmsd3_2806">
            <a:extLst>
              <a:ext uri="{FF2B5EF4-FFF2-40B4-BE49-F238E27FC236}">
                <a16:creationId xmlns:a16="http://schemas.microsoft.com/office/drawing/2014/main" id="{00E4BEDC-01D8-43B8-A957-1E77C5660026}"/>
              </a:ext>
            </a:extLst>
          </p:cNvPr>
          <p:cNvSpPr>
            <a:spLocks noGrp="1"/>
          </p:cNvSpPr>
          <p:nvPr/>
        </p:nvSpPr>
        <p:spPr>
          <a:xfrm>
            <a:off x="24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6_small_CA2_pose1_rmsd3_2807">
            <a:extLst>
              <a:ext uri="{FF2B5EF4-FFF2-40B4-BE49-F238E27FC236}">
                <a16:creationId xmlns:a16="http://schemas.microsoft.com/office/drawing/2014/main" id="{1F847424-761D-48F3-8667-AE1BB01A4802}"/>
              </a:ext>
            </a:extLst>
          </p:cNvPr>
          <p:cNvSpPr>
            <a:spLocks noGrp="1"/>
          </p:cNvSpPr>
          <p:nvPr/>
        </p:nvSpPr>
        <p:spPr>
          <a:xfrm>
            <a:off x="2491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6_small_CA2_pose1_rmsd3_2808">
            <a:extLst>
              <a:ext uri="{FF2B5EF4-FFF2-40B4-BE49-F238E27FC236}">
                <a16:creationId xmlns:a16="http://schemas.microsoft.com/office/drawing/2014/main" id="{73B38166-FFCB-47F7-8B49-C64D3C7D2814}"/>
              </a:ext>
            </a:extLst>
          </p:cNvPr>
          <p:cNvSpPr>
            <a:spLocks noGrp="1"/>
          </p:cNvSpPr>
          <p:nvPr/>
        </p:nvSpPr>
        <p:spPr>
          <a:xfrm>
            <a:off x="25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6_small_CA2_pose1_rmsd3_2809">
            <a:extLst>
              <a:ext uri="{FF2B5EF4-FFF2-40B4-BE49-F238E27FC236}">
                <a16:creationId xmlns:a16="http://schemas.microsoft.com/office/drawing/2014/main" id="{694D1199-CE12-4BB2-B84C-43D20E9B3EF0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6_small_CA2_pose1_rmsd3_2810">
            <a:extLst>
              <a:ext uri="{FF2B5EF4-FFF2-40B4-BE49-F238E27FC236}">
                <a16:creationId xmlns:a16="http://schemas.microsoft.com/office/drawing/2014/main" id="{E1693E9A-082C-4DD9-88E1-428562FCE95E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6_small_CA2_pose1_rmsd3_2811">
            <a:extLst>
              <a:ext uri="{FF2B5EF4-FFF2-40B4-BE49-F238E27FC236}">
                <a16:creationId xmlns:a16="http://schemas.microsoft.com/office/drawing/2014/main" id="{B9F0BA72-6AAD-4799-964E-F12D993D1FF6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6_small_CA2_pose1_rmsd3_2812">
            <a:extLst>
              <a:ext uri="{FF2B5EF4-FFF2-40B4-BE49-F238E27FC236}">
                <a16:creationId xmlns:a16="http://schemas.microsoft.com/office/drawing/2014/main" id="{3075230F-D7E1-4314-AF6F-69401BDB06F9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6_small_CA2_pose1_rmsd3_2813">
            <a:extLst>
              <a:ext uri="{FF2B5EF4-FFF2-40B4-BE49-F238E27FC236}">
                <a16:creationId xmlns:a16="http://schemas.microsoft.com/office/drawing/2014/main" id="{7E29EA4C-FB0E-47BE-BB48-95FBD97E4F4C}"/>
              </a:ext>
            </a:extLst>
          </p:cNvPr>
          <p:cNvSpPr>
            <a:spLocks noGrp="1"/>
          </p:cNvSpPr>
          <p:nvPr/>
        </p:nvSpPr>
        <p:spPr>
          <a:xfrm>
            <a:off x="25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6_small_CA2_pose1_rmsd3_2814">
            <a:extLst>
              <a:ext uri="{FF2B5EF4-FFF2-40B4-BE49-F238E27FC236}">
                <a16:creationId xmlns:a16="http://schemas.microsoft.com/office/drawing/2014/main" id="{A6AB57DA-4F0E-478A-ABEA-18EA7623928F}"/>
              </a:ext>
            </a:extLst>
          </p:cNvPr>
          <p:cNvSpPr>
            <a:spLocks noGrp="1"/>
          </p:cNvSpPr>
          <p:nvPr/>
        </p:nvSpPr>
        <p:spPr>
          <a:xfrm>
            <a:off x="25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6_small_CA2_pose1_rmsd3_2815">
            <a:extLst>
              <a:ext uri="{FF2B5EF4-FFF2-40B4-BE49-F238E27FC236}">
                <a16:creationId xmlns:a16="http://schemas.microsoft.com/office/drawing/2014/main" id="{4D8EA949-F036-4D92-8264-9545A8129099}"/>
              </a:ext>
            </a:extLst>
          </p:cNvPr>
          <p:cNvSpPr>
            <a:spLocks noGrp="1"/>
          </p:cNvSpPr>
          <p:nvPr/>
        </p:nvSpPr>
        <p:spPr>
          <a:xfrm>
            <a:off x="241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6_small_CA2_pose1_rmsd3_2816">
            <a:extLst>
              <a:ext uri="{FF2B5EF4-FFF2-40B4-BE49-F238E27FC236}">
                <a16:creationId xmlns:a16="http://schemas.microsoft.com/office/drawing/2014/main" id="{185AA9F6-C57D-4F6F-9D93-C43F7A65CD1C}"/>
              </a:ext>
            </a:extLst>
          </p:cNvPr>
          <p:cNvSpPr>
            <a:spLocks noGrp="1"/>
          </p:cNvSpPr>
          <p:nvPr/>
        </p:nvSpPr>
        <p:spPr>
          <a:xfrm>
            <a:off x="24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6_small_CA2_pose1_rmsd3_2817">
            <a:extLst>
              <a:ext uri="{FF2B5EF4-FFF2-40B4-BE49-F238E27FC236}">
                <a16:creationId xmlns:a16="http://schemas.microsoft.com/office/drawing/2014/main" id="{4F70F843-6DE3-438A-A85E-0DF50CBE7C3D}"/>
              </a:ext>
            </a:extLst>
          </p:cNvPr>
          <p:cNvSpPr>
            <a:spLocks noGrp="1"/>
          </p:cNvSpPr>
          <p:nvPr/>
        </p:nvSpPr>
        <p:spPr>
          <a:xfrm>
            <a:off x="23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6_small_CA2_pose1_rmsd3_2818">
            <a:extLst>
              <a:ext uri="{FF2B5EF4-FFF2-40B4-BE49-F238E27FC236}">
                <a16:creationId xmlns:a16="http://schemas.microsoft.com/office/drawing/2014/main" id="{B42BC9DA-9A41-48E5-96C3-7706B3219016}"/>
              </a:ext>
            </a:extLst>
          </p:cNvPr>
          <p:cNvSpPr>
            <a:spLocks noGrp="1"/>
          </p:cNvSpPr>
          <p:nvPr/>
        </p:nvSpPr>
        <p:spPr>
          <a:xfrm>
            <a:off x="4109881" y="297588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6_small_CA2_pose1_rmsd3_2819">
            <a:extLst>
              <a:ext uri="{FF2B5EF4-FFF2-40B4-BE49-F238E27FC236}">
                <a16:creationId xmlns:a16="http://schemas.microsoft.com/office/drawing/2014/main" id="{CF958E39-C39F-48FC-821F-89901595DC54}"/>
              </a:ext>
            </a:extLst>
          </p:cNvPr>
          <p:cNvSpPr>
            <a:spLocks noGrp="1"/>
          </p:cNvSpPr>
          <p:nvPr/>
        </p:nvSpPr>
        <p:spPr>
          <a:xfrm>
            <a:off x="4343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6_small_CA2_pose1_rmsd3_2820">
            <a:extLst>
              <a:ext uri="{FF2B5EF4-FFF2-40B4-BE49-F238E27FC236}">
                <a16:creationId xmlns:a16="http://schemas.microsoft.com/office/drawing/2014/main" id="{A0EE89ED-36E9-4DD3-8B16-01F9F3144D8F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6_small_CA2_pose1_rmsd3_2821">
            <a:extLst>
              <a:ext uri="{FF2B5EF4-FFF2-40B4-BE49-F238E27FC236}">
                <a16:creationId xmlns:a16="http://schemas.microsoft.com/office/drawing/2014/main" id="{2DBA598B-86C6-40E1-862A-1E8EB1003920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6_small_CA2_pose1_rmsd3_2822">
            <a:extLst>
              <a:ext uri="{FF2B5EF4-FFF2-40B4-BE49-F238E27FC236}">
                <a16:creationId xmlns:a16="http://schemas.microsoft.com/office/drawing/2014/main" id="{E0377F1D-561F-4F7A-9E11-10F8610A3AD7}"/>
              </a:ext>
            </a:extLst>
          </p:cNvPr>
          <p:cNvSpPr>
            <a:spLocks noGrp="1"/>
          </p:cNvSpPr>
          <p:nvPr/>
        </p:nvSpPr>
        <p:spPr>
          <a:xfrm>
            <a:off x="434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6_small_CA2_pose1_rmsd3_2823">
            <a:extLst>
              <a:ext uri="{FF2B5EF4-FFF2-40B4-BE49-F238E27FC236}">
                <a16:creationId xmlns:a16="http://schemas.microsoft.com/office/drawing/2014/main" id="{79F04709-33BC-4170-9D1E-F581A13C17DA}"/>
              </a:ext>
            </a:extLst>
          </p:cNvPr>
          <p:cNvSpPr>
            <a:spLocks noGrp="1"/>
          </p:cNvSpPr>
          <p:nvPr/>
        </p:nvSpPr>
        <p:spPr>
          <a:xfrm>
            <a:off x="427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6_small_CA2_pose1_rmsd3_2824">
            <a:extLst>
              <a:ext uri="{FF2B5EF4-FFF2-40B4-BE49-F238E27FC236}">
                <a16:creationId xmlns:a16="http://schemas.microsoft.com/office/drawing/2014/main" id="{CE992930-0897-49C1-88E2-FABB8703D417}"/>
              </a:ext>
            </a:extLst>
          </p:cNvPr>
          <p:cNvSpPr>
            <a:spLocks noGrp="1"/>
          </p:cNvSpPr>
          <p:nvPr/>
        </p:nvSpPr>
        <p:spPr>
          <a:xfrm>
            <a:off x="407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6_small_CA2_pose1_rmsd3_2825">
            <a:extLst>
              <a:ext uri="{FF2B5EF4-FFF2-40B4-BE49-F238E27FC236}">
                <a16:creationId xmlns:a16="http://schemas.microsoft.com/office/drawing/2014/main" id="{53918930-A94A-4B24-9259-5D02C061755F}"/>
              </a:ext>
            </a:extLst>
          </p:cNvPr>
          <p:cNvSpPr>
            <a:spLocks noGrp="1"/>
          </p:cNvSpPr>
          <p:nvPr/>
        </p:nvSpPr>
        <p:spPr>
          <a:xfrm>
            <a:off x="414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6_small_CA2_pose1_rmsd3_2826">
            <a:extLst>
              <a:ext uri="{FF2B5EF4-FFF2-40B4-BE49-F238E27FC236}">
                <a16:creationId xmlns:a16="http://schemas.microsoft.com/office/drawing/2014/main" id="{537EB181-8BC7-4700-87E7-33C08BD527AB}"/>
              </a:ext>
            </a:extLst>
          </p:cNvPr>
          <p:cNvSpPr>
            <a:spLocks noGrp="1"/>
          </p:cNvSpPr>
          <p:nvPr/>
        </p:nvSpPr>
        <p:spPr>
          <a:xfrm>
            <a:off x="418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6_small_CA2_pose1_rmsd3_2827">
            <a:extLst>
              <a:ext uri="{FF2B5EF4-FFF2-40B4-BE49-F238E27FC236}">
                <a16:creationId xmlns:a16="http://schemas.microsoft.com/office/drawing/2014/main" id="{24405968-FB88-4F8B-ACA6-72A24080F1FD}"/>
              </a:ext>
            </a:extLst>
          </p:cNvPr>
          <p:cNvSpPr>
            <a:spLocks noGrp="1"/>
          </p:cNvSpPr>
          <p:nvPr/>
        </p:nvSpPr>
        <p:spPr>
          <a:xfrm>
            <a:off x="414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6_small_CA2_pose1_rmsd3_2828">
            <a:extLst>
              <a:ext uri="{FF2B5EF4-FFF2-40B4-BE49-F238E27FC236}">
                <a16:creationId xmlns:a16="http://schemas.microsoft.com/office/drawing/2014/main" id="{503341E6-19FA-4C66-961D-FB33EE8B21A0}"/>
              </a:ext>
            </a:extLst>
          </p:cNvPr>
          <p:cNvSpPr>
            <a:spLocks noGrp="1"/>
          </p:cNvSpPr>
          <p:nvPr/>
        </p:nvSpPr>
        <p:spPr>
          <a:xfrm>
            <a:off x="426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6_small_CA2_pose1_rmsd3_2829">
            <a:extLst>
              <a:ext uri="{FF2B5EF4-FFF2-40B4-BE49-F238E27FC236}">
                <a16:creationId xmlns:a16="http://schemas.microsoft.com/office/drawing/2014/main" id="{514FBCA8-3635-441A-B27F-7185A030868E}"/>
              </a:ext>
            </a:extLst>
          </p:cNvPr>
          <p:cNvSpPr>
            <a:spLocks noGrp="1"/>
          </p:cNvSpPr>
          <p:nvPr/>
        </p:nvSpPr>
        <p:spPr>
          <a:xfrm>
            <a:off x="405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6_small_CA2_pose1_rmsd3_2830">
            <a:extLst>
              <a:ext uri="{FF2B5EF4-FFF2-40B4-BE49-F238E27FC236}">
                <a16:creationId xmlns:a16="http://schemas.microsoft.com/office/drawing/2014/main" id="{65A7A658-2C78-44FC-A472-D1C52F824D00}"/>
              </a:ext>
            </a:extLst>
          </p:cNvPr>
          <p:cNvSpPr>
            <a:spLocks noGrp="1"/>
          </p:cNvSpPr>
          <p:nvPr/>
        </p:nvSpPr>
        <p:spPr>
          <a:xfrm>
            <a:off x="4145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6_small_CA2_pose1_rmsd3_2831">
            <a:extLst>
              <a:ext uri="{FF2B5EF4-FFF2-40B4-BE49-F238E27FC236}">
                <a16:creationId xmlns:a16="http://schemas.microsoft.com/office/drawing/2014/main" id="{1624B33C-6674-4FBD-B1EB-34857DF081F9}"/>
              </a:ext>
            </a:extLst>
          </p:cNvPr>
          <p:cNvSpPr>
            <a:spLocks noGrp="1"/>
          </p:cNvSpPr>
          <p:nvPr/>
        </p:nvSpPr>
        <p:spPr>
          <a:xfrm>
            <a:off x="404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6_small_CA2_pose1_rmsd3_2832">
            <a:extLst>
              <a:ext uri="{FF2B5EF4-FFF2-40B4-BE49-F238E27FC236}">
                <a16:creationId xmlns:a16="http://schemas.microsoft.com/office/drawing/2014/main" id="{45DD8F9E-692A-4693-8AEE-CCF0B1557EB5}"/>
              </a:ext>
            </a:extLst>
          </p:cNvPr>
          <p:cNvSpPr>
            <a:spLocks noGrp="1"/>
          </p:cNvSpPr>
          <p:nvPr/>
        </p:nvSpPr>
        <p:spPr>
          <a:xfrm>
            <a:off x="433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6_small_CA2_pose1_rmsd3_2833">
            <a:extLst>
              <a:ext uri="{FF2B5EF4-FFF2-40B4-BE49-F238E27FC236}">
                <a16:creationId xmlns:a16="http://schemas.microsoft.com/office/drawing/2014/main" id="{7C24B50E-36A6-4B85-B898-218AC9E19795}"/>
              </a:ext>
            </a:extLst>
          </p:cNvPr>
          <p:cNvSpPr>
            <a:spLocks noGrp="1"/>
          </p:cNvSpPr>
          <p:nvPr/>
        </p:nvSpPr>
        <p:spPr>
          <a:xfrm>
            <a:off x="409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6_small_CA2_pose1_rmsd3_2834">
            <a:extLst>
              <a:ext uri="{FF2B5EF4-FFF2-40B4-BE49-F238E27FC236}">
                <a16:creationId xmlns:a16="http://schemas.microsoft.com/office/drawing/2014/main" id="{6D43A1E5-5D54-4019-A038-0B4585AB92E9}"/>
              </a:ext>
            </a:extLst>
          </p:cNvPr>
          <p:cNvSpPr>
            <a:spLocks noGrp="1"/>
          </p:cNvSpPr>
          <p:nvPr/>
        </p:nvSpPr>
        <p:spPr>
          <a:xfrm>
            <a:off x="4081403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6_small_CA2_pose1_rmsd3_2835">
            <a:extLst>
              <a:ext uri="{FF2B5EF4-FFF2-40B4-BE49-F238E27FC236}">
                <a16:creationId xmlns:a16="http://schemas.microsoft.com/office/drawing/2014/main" id="{045FDC48-CE34-4089-89E3-C75EFB7B1529}"/>
              </a:ext>
            </a:extLst>
          </p:cNvPr>
          <p:cNvSpPr>
            <a:spLocks noGrp="1"/>
          </p:cNvSpPr>
          <p:nvPr/>
        </p:nvSpPr>
        <p:spPr>
          <a:xfrm>
            <a:off x="419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6_small_CA2_pose1_rmsd3_2836">
            <a:extLst>
              <a:ext uri="{FF2B5EF4-FFF2-40B4-BE49-F238E27FC236}">
                <a16:creationId xmlns:a16="http://schemas.microsoft.com/office/drawing/2014/main" id="{603621BD-58FE-4025-BAEC-9EA86490A86C}"/>
              </a:ext>
            </a:extLst>
          </p:cNvPr>
          <p:cNvSpPr>
            <a:spLocks noGrp="1"/>
          </p:cNvSpPr>
          <p:nvPr/>
        </p:nvSpPr>
        <p:spPr>
          <a:xfrm>
            <a:off x="409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6_small_CA2_pose1_rmsd3_2837">
            <a:extLst>
              <a:ext uri="{FF2B5EF4-FFF2-40B4-BE49-F238E27FC236}">
                <a16:creationId xmlns:a16="http://schemas.microsoft.com/office/drawing/2014/main" id="{5F0B3D1C-BF40-4369-BAC1-01761953C344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6_small_CA2_pose1_rmsd3_2838">
            <a:extLst>
              <a:ext uri="{FF2B5EF4-FFF2-40B4-BE49-F238E27FC236}">
                <a16:creationId xmlns:a16="http://schemas.microsoft.com/office/drawing/2014/main" id="{2CE9E115-653C-48BC-BF5E-2C5C617D56BB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6_small_CA2_pose1_rmsd3_2839">
            <a:extLst>
              <a:ext uri="{FF2B5EF4-FFF2-40B4-BE49-F238E27FC236}">
                <a16:creationId xmlns:a16="http://schemas.microsoft.com/office/drawing/2014/main" id="{18D0EF51-F5EF-4163-909E-A07E7A4FDA1A}"/>
              </a:ext>
            </a:extLst>
          </p:cNvPr>
          <p:cNvSpPr>
            <a:spLocks noGrp="1"/>
          </p:cNvSpPr>
          <p:nvPr/>
        </p:nvSpPr>
        <p:spPr>
          <a:xfrm>
            <a:off x="415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6_small_CA2_pose1_rmsd3_2840">
            <a:extLst>
              <a:ext uri="{FF2B5EF4-FFF2-40B4-BE49-F238E27FC236}">
                <a16:creationId xmlns:a16="http://schemas.microsoft.com/office/drawing/2014/main" id="{88CA2E8B-E003-4F31-8C59-8B01F3F23149}"/>
              </a:ext>
            </a:extLst>
          </p:cNvPr>
          <p:cNvSpPr>
            <a:spLocks noGrp="1"/>
          </p:cNvSpPr>
          <p:nvPr/>
        </p:nvSpPr>
        <p:spPr>
          <a:xfrm>
            <a:off x="4024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6_small_CA2_pose1_rmsd3_2841">
            <a:extLst>
              <a:ext uri="{FF2B5EF4-FFF2-40B4-BE49-F238E27FC236}">
                <a16:creationId xmlns:a16="http://schemas.microsoft.com/office/drawing/2014/main" id="{B116C79A-E82C-4CC0-898D-CCDEA70A5BC7}"/>
              </a:ext>
            </a:extLst>
          </p:cNvPr>
          <p:cNvSpPr>
            <a:spLocks noGrp="1"/>
          </p:cNvSpPr>
          <p:nvPr/>
        </p:nvSpPr>
        <p:spPr>
          <a:xfrm>
            <a:off x="426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6_small_CA2_pose1_rmsd3_2842">
            <a:extLst>
              <a:ext uri="{FF2B5EF4-FFF2-40B4-BE49-F238E27FC236}">
                <a16:creationId xmlns:a16="http://schemas.microsoft.com/office/drawing/2014/main" id="{D738590D-FFB9-4223-8F3F-5F361AD52CE5}"/>
              </a:ext>
            </a:extLst>
          </p:cNvPr>
          <p:cNvSpPr>
            <a:spLocks noGrp="1"/>
          </p:cNvSpPr>
          <p:nvPr/>
        </p:nvSpPr>
        <p:spPr>
          <a:xfrm>
            <a:off x="413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6_small_CA2_pose1_rmsd3_2843">
            <a:extLst>
              <a:ext uri="{FF2B5EF4-FFF2-40B4-BE49-F238E27FC236}">
                <a16:creationId xmlns:a16="http://schemas.microsoft.com/office/drawing/2014/main" id="{498B81E1-722A-414A-8973-3EDA55263428}"/>
              </a:ext>
            </a:extLst>
          </p:cNvPr>
          <p:cNvSpPr>
            <a:spLocks noGrp="1"/>
          </p:cNvSpPr>
          <p:nvPr/>
        </p:nvSpPr>
        <p:spPr>
          <a:xfrm>
            <a:off x="432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6_small_CA2_pose1_rmsd3_2844">
            <a:extLst>
              <a:ext uri="{FF2B5EF4-FFF2-40B4-BE49-F238E27FC236}">
                <a16:creationId xmlns:a16="http://schemas.microsoft.com/office/drawing/2014/main" id="{F63FF3BC-7B95-41D3-88E4-B494E20B6125}"/>
              </a:ext>
            </a:extLst>
          </p:cNvPr>
          <p:cNvSpPr>
            <a:spLocks noGrp="1"/>
          </p:cNvSpPr>
          <p:nvPr/>
        </p:nvSpPr>
        <p:spPr>
          <a:xfrm>
            <a:off x="412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6_small_CA2_pose1_rmsd3_2845">
            <a:extLst>
              <a:ext uri="{FF2B5EF4-FFF2-40B4-BE49-F238E27FC236}">
                <a16:creationId xmlns:a16="http://schemas.microsoft.com/office/drawing/2014/main" id="{CF4F31E6-3804-4C66-B6AF-DF8C54189ECB}"/>
              </a:ext>
            </a:extLst>
          </p:cNvPr>
          <p:cNvSpPr>
            <a:spLocks noGrp="1"/>
          </p:cNvSpPr>
          <p:nvPr/>
        </p:nvSpPr>
        <p:spPr>
          <a:xfrm>
            <a:off x="425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6_small_CA2_pose1_rmsd3_2846">
            <a:extLst>
              <a:ext uri="{FF2B5EF4-FFF2-40B4-BE49-F238E27FC236}">
                <a16:creationId xmlns:a16="http://schemas.microsoft.com/office/drawing/2014/main" id="{E1060768-2366-444E-90B3-D99410EE95D9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6_small_CA2_pose1_rmsd3_2847">
            <a:extLst>
              <a:ext uri="{FF2B5EF4-FFF2-40B4-BE49-F238E27FC236}">
                <a16:creationId xmlns:a16="http://schemas.microsoft.com/office/drawing/2014/main" id="{ACEE52F3-B6D8-4FD2-AF99-6A0FA5804409}"/>
              </a:ext>
            </a:extLst>
          </p:cNvPr>
          <p:cNvSpPr>
            <a:spLocks noGrp="1"/>
          </p:cNvSpPr>
          <p:nvPr/>
        </p:nvSpPr>
        <p:spPr>
          <a:xfrm>
            <a:off x="413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6_small_CA2_pose1_rmsd3_2848">
            <a:extLst>
              <a:ext uri="{FF2B5EF4-FFF2-40B4-BE49-F238E27FC236}">
                <a16:creationId xmlns:a16="http://schemas.microsoft.com/office/drawing/2014/main" id="{EBE18911-314D-4C94-9699-7AB5C94D89C4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6_small_CA2_pose1_rmsd3_2849">
            <a:extLst>
              <a:ext uri="{FF2B5EF4-FFF2-40B4-BE49-F238E27FC236}">
                <a16:creationId xmlns:a16="http://schemas.microsoft.com/office/drawing/2014/main" id="{980E684D-6D4C-4570-A546-5A69156A693B}"/>
              </a:ext>
            </a:extLst>
          </p:cNvPr>
          <p:cNvSpPr>
            <a:spLocks noGrp="1"/>
          </p:cNvSpPr>
          <p:nvPr/>
        </p:nvSpPr>
        <p:spPr>
          <a:xfrm>
            <a:off x="404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6_small_CA2_pose1_rmsd3_2850">
            <a:extLst>
              <a:ext uri="{FF2B5EF4-FFF2-40B4-BE49-F238E27FC236}">
                <a16:creationId xmlns:a16="http://schemas.microsoft.com/office/drawing/2014/main" id="{495E51AA-9974-489C-A0E6-DF54CAB5A19D}"/>
              </a:ext>
            </a:extLst>
          </p:cNvPr>
          <p:cNvSpPr>
            <a:spLocks noGrp="1"/>
          </p:cNvSpPr>
          <p:nvPr/>
        </p:nvSpPr>
        <p:spPr>
          <a:xfrm>
            <a:off x="403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6_small_CA2_pose1_rmsd3_2851">
            <a:extLst>
              <a:ext uri="{FF2B5EF4-FFF2-40B4-BE49-F238E27FC236}">
                <a16:creationId xmlns:a16="http://schemas.microsoft.com/office/drawing/2014/main" id="{C4AAB1E4-951B-4A83-A9AC-BFE13074B116}"/>
              </a:ext>
            </a:extLst>
          </p:cNvPr>
          <p:cNvSpPr>
            <a:spLocks noGrp="1"/>
          </p:cNvSpPr>
          <p:nvPr/>
        </p:nvSpPr>
        <p:spPr>
          <a:xfrm>
            <a:off x="431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6_small_CA2_pose1_rmsd3_2852">
            <a:extLst>
              <a:ext uri="{FF2B5EF4-FFF2-40B4-BE49-F238E27FC236}">
                <a16:creationId xmlns:a16="http://schemas.microsoft.com/office/drawing/2014/main" id="{35533A3A-8ECF-468F-B13E-5596D9C31C6C}"/>
              </a:ext>
            </a:extLst>
          </p:cNvPr>
          <p:cNvSpPr>
            <a:spLocks noGrp="1"/>
          </p:cNvSpPr>
          <p:nvPr/>
        </p:nvSpPr>
        <p:spPr>
          <a:xfrm>
            <a:off x="403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6_small_CA2_pose1_rmsd3_2853">
            <a:extLst>
              <a:ext uri="{FF2B5EF4-FFF2-40B4-BE49-F238E27FC236}">
                <a16:creationId xmlns:a16="http://schemas.microsoft.com/office/drawing/2014/main" id="{05A539A7-1549-462F-814B-E47A51B880C0}"/>
              </a:ext>
            </a:extLst>
          </p:cNvPr>
          <p:cNvSpPr>
            <a:spLocks noGrp="1"/>
          </p:cNvSpPr>
          <p:nvPr/>
        </p:nvSpPr>
        <p:spPr>
          <a:xfrm>
            <a:off x="413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6_small_CA2_pose1_rmsd3_2854">
            <a:extLst>
              <a:ext uri="{FF2B5EF4-FFF2-40B4-BE49-F238E27FC236}">
                <a16:creationId xmlns:a16="http://schemas.microsoft.com/office/drawing/2014/main" id="{72E3E0C8-0F6F-4C0B-B068-6879ACEB6437}"/>
              </a:ext>
            </a:extLst>
          </p:cNvPr>
          <p:cNvSpPr>
            <a:spLocks noGrp="1"/>
          </p:cNvSpPr>
          <p:nvPr/>
        </p:nvSpPr>
        <p:spPr>
          <a:xfrm>
            <a:off x="417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6_small_CA2_pose1_rmsd3_2855">
            <a:extLst>
              <a:ext uri="{FF2B5EF4-FFF2-40B4-BE49-F238E27FC236}">
                <a16:creationId xmlns:a16="http://schemas.microsoft.com/office/drawing/2014/main" id="{AE2C057C-D85E-49D1-B503-F2D308314D8F}"/>
              </a:ext>
            </a:extLst>
          </p:cNvPr>
          <p:cNvSpPr>
            <a:spLocks noGrp="1"/>
          </p:cNvSpPr>
          <p:nvPr/>
        </p:nvSpPr>
        <p:spPr>
          <a:xfrm>
            <a:off x="406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6_small_CA2_pose1_rmsd3_2856">
            <a:extLst>
              <a:ext uri="{FF2B5EF4-FFF2-40B4-BE49-F238E27FC236}">
                <a16:creationId xmlns:a16="http://schemas.microsoft.com/office/drawing/2014/main" id="{4FF8E3E4-45CD-468F-8746-1E748732BF11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6_small_CA2_pose1_rmsd3_2857">
            <a:extLst>
              <a:ext uri="{FF2B5EF4-FFF2-40B4-BE49-F238E27FC236}">
                <a16:creationId xmlns:a16="http://schemas.microsoft.com/office/drawing/2014/main" id="{00A85CB8-485C-4F02-9C9C-B3C2BA444325}"/>
              </a:ext>
            </a:extLst>
          </p:cNvPr>
          <p:cNvSpPr>
            <a:spLocks noGrp="1"/>
          </p:cNvSpPr>
          <p:nvPr/>
        </p:nvSpPr>
        <p:spPr>
          <a:xfrm>
            <a:off x="411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6_small_CA2_pose1_rmsd3_2858">
            <a:extLst>
              <a:ext uri="{FF2B5EF4-FFF2-40B4-BE49-F238E27FC236}">
                <a16:creationId xmlns:a16="http://schemas.microsoft.com/office/drawing/2014/main" id="{5B5088F2-AE32-4894-944A-F86A94536081}"/>
              </a:ext>
            </a:extLst>
          </p:cNvPr>
          <p:cNvSpPr>
            <a:spLocks noGrp="1"/>
          </p:cNvSpPr>
          <p:nvPr/>
        </p:nvSpPr>
        <p:spPr>
          <a:xfrm>
            <a:off x="432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6_small_CA2_pose1_rmsd3_2859">
            <a:extLst>
              <a:ext uri="{FF2B5EF4-FFF2-40B4-BE49-F238E27FC236}">
                <a16:creationId xmlns:a16="http://schemas.microsoft.com/office/drawing/2014/main" id="{D8B432E0-E5F4-4FF0-86D3-81A1B6487630}"/>
              </a:ext>
            </a:extLst>
          </p:cNvPr>
          <p:cNvSpPr>
            <a:spLocks noGrp="1"/>
          </p:cNvSpPr>
          <p:nvPr/>
        </p:nvSpPr>
        <p:spPr>
          <a:xfrm>
            <a:off x="421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6_small_CA2_pose1_rmsd3_2860">
            <a:extLst>
              <a:ext uri="{FF2B5EF4-FFF2-40B4-BE49-F238E27FC236}">
                <a16:creationId xmlns:a16="http://schemas.microsoft.com/office/drawing/2014/main" id="{6AC3265C-D622-4C02-9400-C849FEC37612}"/>
              </a:ext>
            </a:extLst>
          </p:cNvPr>
          <p:cNvSpPr>
            <a:spLocks noGrp="1"/>
          </p:cNvSpPr>
          <p:nvPr/>
        </p:nvSpPr>
        <p:spPr>
          <a:xfrm>
            <a:off x="4204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6_small_CA2_pose1_rmsd3_2861">
            <a:extLst>
              <a:ext uri="{FF2B5EF4-FFF2-40B4-BE49-F238E27FC236}">
                <a16:creationId xmlns:a16="http://schemas.microsoft.com/office/drawing/2014/main" id="{B190606A-21DC-4049-B0B8-CD47E2D2FC3F}"/>
              </a:ext>
            </a:extLst>
          </p:cNvPr>
          <p:cNvSpPr>
            <a:spLocks noGrp="1"/>
          </p:cNvSpPr>
          <p:nvPr/>
        </p:nvSpPr>
        <p:spPr>
          <a:xfrm>
            <a:off x="429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6_small_CA2_pose1_rmsd3_2862">
            <a:extLst>
              <a:ext uri="{FF2B5EF4-FFF2-40B4-BE49-F238E27FC236}">
                <a16:creationId xmlns:a16="http://schemas.microsoft.com/office/drawing/2014/main" id="{97777B10-4132-4F6A-BDD9-FD71BD991E32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6_small_CA2_pose1_rmsd3_2863">
            <a:extLst>
              <a:ext uri="{FF2B5EF4-FFF2-40B4-BE49-F238E27FC236}">
                <a16:creationId xmlns:a16="http://schemas.microsoft.com/office/drawing/2014/main" id="{DE784BF5-D9D5-48AE-8571-78BC698794FF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6_small_CA2_pose1_rmsd3_2864">
            <a:extLst>
              <a:ext uri="{FF2B5EF4-FFF2-40B4-BE49-F238E27FC236}">
                <a16:creationId xmlns:a16="http://schemas.microsoft.com/office/drawing/2014/main" id="{DDD8307D-7593-4D2D-9A57-085C226900F3}"/>
              </a:ext>
            </a:extLst>
          </p:cNvPr>
          <p:cNvSpPr>
            <a:spLocks noGrp="1"/>
          </p:cNvSpPr>
          <p:nvPr/>
        </p:nvSpPr>
        <p:spPr>
          <a:xfrm>
            <a:off x="425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6_small_CA2_pose1_rmsd3_2865">
            <a:extLst>
              <a:ext uri="{FF2B5EF4-FFF2-40B4-BE49-F238E27FC236}">
                <a16:creationId xmlns:a16="http://schemas.microsoft.com/office/drawing/2014/main" id="{0C60EE56-F460-431E-8D32-EEEDF2AC3337}"/>
              </a:ext>
            </a:extLst>
          </p:cNvPr>
          <p:cNvSpPr>
            <a:spLocks noGrp="1"/>
          </p:cNvSpPr>
          <p:nvPr/>
        </p:nvSpPr>
        <p:spPr>
          <a:xfrm>
            <a:off x="410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6_small_CA2_pose1_rmsd3_2866">
            <a:extLst>
              <a:ext uri="{FF2B5EF4-FFF2-40B4-BE49-F238E27FC236}">
                <a16:creationId xmlns:a16="http://schemas.microsoft.com/office/drawing/2014/main" id="{7E5A6A41-9A16-4A84-A57F-6A8FAD8BB88F}"/>
              </a:ext>
            </a:extLst>
          </p:cNvPr>
          <p:cNvSpPr>
            <a:spLocks noGrp="1"/>
          </p:cNvSpPr>
          <p:nvPr/>
        </p:nvSpPr>
        <p:spPr>
          <a:xfrm>
            <a:off x="401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6_small_CA2_pose1_rmsd3_2867">
            <a:extLst>
              <a:ext uri="{FF2B5EF4-FFF2-40B4-BE49-F238E27FC236}">
                <a16:creationId xmlns:a16="http://schemas.microsoft.com/office/drawing/2014/main" id="{791586EB-D3E0-4FE5-B66E-53AA729AF4DA}"/>
              </a:ext>
            </a:extLst>
          </p:cNvPr>
          <p:cNvSpPr>
            <a:spLocks noGrp="1"/>
          </p:cNvSpPr>
          <p:nvPr/>
        </p:nvSpPr>
        <p:spPr>
          <a:xfrm>
            <a:off x="430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6_small_CA2_pose1_rmsd3_2868">
            <a:extLst>
              <a:ext uri="{FF2B5EF4-FFF2-40B4-BE49-F238E27FC236}">
                <a16:creationId xmlns:a16="http://schemas.microsoft.com/office/drawing/2014/main" id="{019FD54D-9BA7-40E3-A8D2-A83894D3EEFA}"/>
              </a:ext>
            </a:extLst>
          </p:cNvPr>
          <p:cNvSpPr>
            <a:spLocks noGrp="1"/>
          </p:cNvSpPr>
          <p:nvPr/>
        </p:nvSpPr>
        <p:spPr>
          <a:xfrm>
            <a:off x="433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6_small_CA2_pose1_rmsd3_2869">
            <a:extLst>
              <a:ext uri="{FF2B5EF4-FFF2-40B4-BE49-F238E27FC236}">
                <a16:creationId xmlns:a16="http://schemas.microsoft.com/office/drawing/2014/main" id="{1611B21F-4B87-46E8-950E-F70A8DD7F9C4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6_small_CA2_pose1_rmsd3_2870">
            <a:extLst>
              <a:ext uri="{FF2B5EF4-FFF2-40B4-BE49-F238E27FC236}">
                <a16:creationId xmlns:a16="http://schemas.microsoft.com/office/drawing/2014/main" id="{222A3894-C5B3-4D1D-8743-3BC85E7BAD77}"/>
              </a:ext>
            </a:extLst>
          </p:cNvPr>
          <p:cNvSpPr>
            <a:spLocks noGrp="1"/>
          </p:cNvSpPr>
          <p:nvPr/>
        </p:nvSpPr>
        <p:spPr>
          <a:xfrm>
            <a:off x="429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6_small_CA2_pose1_rmsd3_2871">
            <a:extLst>
              <a:ext uri="{FF2B5EF4-FFF2-40B4-BE49-F238E27FC236}">
                <a16:creationId xmlns:a16="http://schemas.microsoft.com/office/drawing/2014/main" id="{6389F358-B80C-4FC1-BB6F-669B79937F10}"/>
              </a:ext>
            </a:extLst>
          </p:cNvPr>
          <p:cNvSpPr>
            <a:spLocks noGrp="1"/>
          </p:cNvSpPr>
          <p:nvPr/>
        </p:nvSpPr>
        <p:spPr>
          <a:xfrm>
            <a:off x="427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6_small_CA2_pose1_rmsd3_2872">
            <a:extLst>
              <a:ext uri="{FF2B5EF4-FFF2-40B4-BE49-F238E27FC236}">
                <a16:creationId xmlns:a16="http://schemas.microsoft.com/office/drawing/2014/main" id="{114E7A60-DC92-4F76-9D6E-ED14EC114868}"/>
              </a:ext>
            </a:extLst>
          </p:cNvPr>
          <p:cNvSpPr>
            <a:spLocks noGrp="1"/>
          </p:cNvSpPr>
          <p:nvPr/>
        </p:nvSpPr>
        <p:spPr>
          <a:xfrm>
            <a:off x="407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6_small_CA2_pose1_rmsd3_2873">
            <a:extLst>
              <a:ext uri="{FF2B5EF4-FFF2-40B4-BE49-F238E27FC236}">
                <a16:creationId xmlns:a16="http://schemas.microsoft.com/office/drawing/2014/main" id="{A028DC54-C353-4C43-8D01-AA2DE209A9CE}"/>
              </a:ext>
            </a:extLst>
          </p:cNvPr>
          <p:cNvSpPr>
            <a:spLocks noGrp="1"/>
          </p:cNvSpPr>
          <p:nvPr/>
        </p:nvSpPr>
        <p:spPr>
          <a:xfrm>
            <a:off x="420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6_small_CA2_pose1_rmsd3_2874">
            <a:extLst>
              <a:ext uri="{FF2B5EF4-FFF2-40B4-BE49-F238E27FC236}">
                <a16:creationId xmlns:a16="http://schemas.microsoft.com/office/drawing/2014/main" id="{3965239F-C070-43F1-8408-BABF97E9B0A0}"/>
              </a:ext>
            </a:extLst>
          </p:cNvPr>
          <p:cNvSpPr>
            <a:spLocks noGrp="1"/>
          </p:cNvSpPr>
          <p:nvPr/>
        </p:nvSpPr>
        <p:spPr>
          <a:xfrm>
            <a:off x="421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6_small_CA2_pose1_rmsd3_2875">
            <a:extLst>
              <a:ext uri="{FF2B5EF4-FFF2-40B4-BE49-F238E27FC236}">
                <a16:creationId xmlns:a16="http://schemas.microsoft.com/office/drawing/2014/main" id="{EB860967-E62A-4F20-892E-DC4E2C6769E8}"/>
              </a:ext>
            </a:extLst>
          </p:cNvPr>
          <p:cNvSpPr>
            <a:spLocks noGrp="1"/>
          </p:cNvSpPr>
          <p:nvPr/>
        </p:nvSpPr>
        <p:spPr>
          <a:xfrm>
            <a:off x="4299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6_small_CA2_pose1_rmsd3_2876">
            <a:extLst>
              <a:ext uri="{FF2B5EF4-FFF2-40B4-BE49-F238E27FC236}">
                <a16:creationId xmlns:a16="http://schemas.microsoft.com/office/drawing/2014/main" id="{6942DF06-FF84-4094-9F1C-A7DF2015EADF}"/>
              </a:ext>
            </a:extLst>
          </p:cNvPr>
          <p:cNvSpPr>
            <a:spLocks noGrp="1"/>
          </p:cNvSpPr>
          <p:nvPr/>
        </p:nvSpPr>
        <p:spPr>
          <a:xfrm>
            <a:off x="432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6_small_CA2_pose1_rmsd3_2877">
            <a:extLst>
              <a:ext uri="{FF2B5EF4-FFF2-40B4-BE49-F238E27FC236}">
                <a16:creationId xmlns:a16="http://schemas.microsoft.com/office/drawing/2014/main" id="{5457A92E-2C7A-4EF3-8329-D482FBC6A5FF}"/>
              </a:ext>
            </a:extLst>
          </p:cNvPr>
          <p:cNvSpPr>
            <a:spLocks noGrp="1"/>
          </p:cNvSpPr>
          <p:nvPr/>
        </p:nvSpPr>
        <p:spPr>
          <a:xfrm>
            <a:off x="431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6_small_CA2_pose1_rmsd3_2878">
            <a:extLst>
              <a:ext uri="{FF2B5EF4-FFF2-40B4-BE49-F238E27FC236}">
                <a16:creationId xmlns:a16="http://schemas.microsoft.com/office/drawing/2014/main" id="{EFFA3A5B-7624-4B1B-9066-16066FE6ABFF}"/>
              </a:ext>
            </a:extLst>
          </p:cNvPr>
          <p:cNvSpPr>
            <a:spLocks noGrp="1"/>
          </p:cNvSpPr>
          <p:nvPr/>
        </p:nvSpPr>
        <p:spPr>
          <a:xfrm>
            <a:off x="417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6_small_CA2_pose1_rmsd3_2879">
            <a:extLst>
              <a:ext uri="{FF2B5EF4-FFF2-40B4-BE49-F238E27FC236}">
                <a16:creationId xmlns:a16="http://schemas.microsoft.com/office/drawing/2014/main" id="{13F8F521-638A-48F0-9C34-6B47B7CB3415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6_small_CA2_pose1_rmsd3_2880">
            <a:extLst>
              <a:ext uri="{FF2B5EF4-FFF2-40B4-BE49-F238E27FC236}">
                <a16:creationId xmlns:a16="http://schemas.microsoft.com/office/drawing/2014/main" id="{30ECE191-AE8A-4AE0-B1EE-4C2098A58787}"/>
              </a:ext>
            </a:extLst>
          </p:cNvPr>
          <p:cNvSpPr>
            <a:spLocks noGrp="1"/>
          </p:cNvSpPr>
          <p:nvPr/>
        </p:nvSpPr>
        <p:spPr>
          <a:xfrm>
            <a:off x="423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6_small_CA2_pose1_rmsd3_2881">
            <a:extLst>
              <a:ext uri="{FF2B5EF4-FFF2-40B4-BE49-F238E27FC236}">
                <a16:creationId xmlns:a16="http://schemas.microsoft.com/office/drawing/2014/main" id="{EC8FD9F4-DA6C-49F9-841E-6C32CB9C9B31}"/>
              </a:ext>
            </a:extLst>
          </p:cNvPr>
          <p:cNvSpPr>
            <a:spLocks noGrp="1"/>
          </p:cNvSpPr>
          <p:nvPr/>
        </p:nvSpPr>
        <p:spPr>
          <a:xfrm>
            <a:off x="410048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6_small_CA2_pose1_rmsd3_2882">
            <a:extLst>
              <a:ext uri="{FF2B5EF4-FFF2-40B4-BE49-F238E27FC236}">
                <a16:creationId xmlns:a16="http://schemas.microsoft.com/office/drawing/2014/main" id="{BC5FF1C1-D8B2-4F6D-99A8-586833B38048}"/>
              </a:ext>
            </a:extLst>
          </p:cNvPr>
          <p:cNvSpPr>
            <a:spLocks noGrp="1"/>
          </p:cNvSpPr>
          <p:nvPr/>
        </p:nvSpPr>
        <p:spPr>
          <a:xfrm>
            <a:off x="406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6_small_CA2_pose1_rmsd3_2883">
            <a:extLst>
              <a:ext uri="{FF2B5EF4-FFF2-40B4-BE49-F238E27FC236}">
                <a16:creationId xmlns:a16="http://schemas.microsoft.com/office/drawing/2014/main" id="{157AF025-749D-4016-BBD4-E4B5040C33B5}"/>
              </a:ext>
            </a:extLst>
          </p:cNvPr>
          <p:cNvSpPr>
            <a:spLocks noGrp="1"/>
          </p:cNvSpPr>
          <p:nvPr/>
        </p:nvSpPr>
        <p:spPr>
          <a:xfrm>
            <a:off x="419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6_small_CA2_pose1_rmsd3_2884">
            <a:extLst>
              <a:ext uri="{FF2B5EF4-FFF2-40B4-BE49-F238E27FC236}">
                <a16:creationId xmlns:a16="http://schemas.microsoft.com/office/drawing/2014/main" id="{11B5458D-C35D-4BD3-A304-181207DF53DF}"/>
              </a:ext>
            </a:extLst>
          </p:cNvPr>
          <p:cNvSpPr>
            <a:spLocks noGrp="1"/>
          </p:cNvSpPr>
          <p:nvPr/>
        </p:nvSpPr>
        <p:spPr>
          <a:xfrm>
            <a:off x="424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6_small_CA2_pose1_rmsd3_2885">
            <a:extLst>
              <a:ext uri="{FF2B5EF4-FFF2-40B4-BE49-F238E27FC236}">
                <a16:creationId xmlns:a16="http://schemas.microsoft.com/office/drawing/2014/main" id="{6FC03CD1-6BBB-41CE-84F2-CBC041B902C4}"/>
              </a:ext>
            </a:extLst>
          </p:cNvPr>
          <p:cNvSpPr>
            <a:spLocks noGrp="1"/>
          </p:cNvSpPr>
          <p:nvPr/>
        </p:nvSpPr>
        <p:spPr>
          <a:xfrm>
            <a:off x="427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6_small_CA2_pose1_rmsd3_2886">
            <a:extLst>
              <a:ext uri="{FF2B5EF4-FFF2-40B4-BE49-F238E27FC236}">
                <a16:creationId xmlns:a16="http://schemas.microsoft.com/office/drawing/2014/main" id="{4CAC7C09-6E70-48E0-8654-9B776FEA7C62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6_small_CA2_pose1_rmsd3_2887">
            <a:extLst>
              <a:ext uri="{FF2B5EF4-FFF2-40B4-BE49-F238E27FC236}">
                <a16:creationId xmlns:a16="http://schemas.microsoft.com/office/drawing/2014/main" id="{F9F17E8D-04F4-4FB2-B03E-AC34A8C0367B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6_small_CA2_pose1_rmsd3_2888">
            <a:extLst>
              <a:ext uri="{FF2B5EF4-FFF2-40B4-BE49-F238E27FC236}">
                <a16:creationId xmlns:a16="http://schemas.microsoft.com/office/drawing/2014/main" id="{6976FFE2-83F7-42D9-96A9-68D8EB1A1951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6_small_CA2_pose1_rmsd3_2889">
            <a:extLst>
              <a:ext uri="{FF2B5EF4-FFF2-40B4-BE49-F238E27FC236}">
                <a16:creationId xmlns:a16="http://schemas.microsoft.com/office/drawing/2014/main" id="{83E2E5DC-CB84-474D-82D3-060FFB31521E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6_small_CA2_pose1_rmsd3_2890">
            <a:extLst>
              <a:ext uri="{FF2B5EF4-FFF2-40B4-BE49-F238E27FC236}">
                <a16:creationId xmlns:a16="http://schemas.microsoft.com/office/drawing/2014/main" id="{A24C3D24-05EB-4849-8CC5-907048DE72B2}"/>
              </a:ext>
            </a:extLst>
          </p:cNvPr>
          <p:cNvSpPr>
            <a:spLocks noGrp="1"/>
          </p:cNvSpPr>
          <p:nvPr/>
        </p:nvSpPr>
        <p:spPr>
          <a:xfrm>
            <a:off x="434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6_small_CA2_pose1_rmsd3_2891">
            <a:extLst>
              <a:ext uri="{FF2B5EF4-FFF2-40B4-BE49-F238E27FC236}">
                <a16:creationId xmlns:a16="http://schemas.microsoft.com/office/drawing/2014/main" id="{DED5C983-F9F1-41C6-8E53-23A19999CA80}"/>
              </a:ext>
            </a:extLst>
          </p:cNvPr>
          <p:cNvSpPr>
            <a:spLocks noGrp="1"/>
          </p:cNvSpPr>
          <p:nvPr/>
        </p:nvSpPr>
        <p:spPr>
          <a:xfrm>
            <a:off x="434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6_small_CA2_pose1_rmsd3_2892">
            <a:extLst>
              <a:ext uri="{FF2B5EF4-FFF2-40B4-BE49-F238E27FC236}">
                <a16:creationId xmlns:a16="http://schemas.microsoft.com/office/drawing/2014/main" id="{E006D1CB-270E-4C3A-B183-FD9755683958}"/>
              </a:ext>
            </a:extLst>
          </p:cNvPr>
          <p:cNvSpPr>
            <a:spLocks noGrp="1"/>
          </p:cNvSpPr>
          <p:nvPr/>
        </p:nvSpPr>
        <p:spPr>
          <a:xfrm>
            <a:off x="416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6_small_CA2_pose1_rmsd3_2893">
            <a:extLst>
              <a:ext uri="{FF2B5EF4-FFF2-40B4-BE49-F238E27FC236}">
                <a16:creationId xmlns:a16="http://schemas.microsoft.com/office/drawing/2014/main" id="{60491CC9-3683-4FE7-B349-8DD84ADD50B5}"/>
              </a:ext>
            </a:extLst>
          </p:cNvPr>
          <p:cNvSpPr>
            <a:spLocks noGrp="1"/>
          </p:cNvSpPr>
          <p:nvPr/>
        </p:nvSpPr>
        <p:spPr>
          <a:xfrm>
            <a:off x="419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6_small_CA2_pose1_rmsd3_2894">
            <a:extLst>
              <a:ext uri="{FF2B5EF4-FFF2-40B4-BE49-F238E27FC236}">
                <a16:creationId xmlns:a16="http://schemas.microsoft.com/office/drawing/2014/main" id="{9002EE72-5146-4D76-A3C7-8CF4A4C17669}"/>
              </a:ext>
            </a:extLst>
          </p:cNvPr>
          <p:cNvSpPr>
            <a:spLocks noGrp="1"/>
          </p:cNvSpPr>
          <p:nvPr/>
        </p:nvSpPr>
        <p:spPr>
          <a:xfrm>
            <a:off x="410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6_small_CA2_pose1_rmsd3_2895">
            <a:extLst>
              <a:ext uri="{FF2B5EF4-FFF2-40B4-BE49-F238E27FC236}">
                <a16:creationId xmlns:a16="http://schemas.microsoft.com/office/drawing/2014/main" id="{DA0367DD-6DF8-46AE-9305-0E1D349E70DD}"/>
              </a:ext>
            </a:extLst>
          </p:cNvPr>
          <p:cNvSpPr>
            <a:spLocks noGrp="1"/>
          </p:cNvSpPr>
          <p:nvPr/>
        </p:nvSpPr>
        <p:spPr>
          <a:xfrm>
            <a:off x="5859881" y="297588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6_small_CA2_pose1_rmsd3_2896">
            <a:extLst>
              <a:ext uri="{FF2B5EF4-FFF2-40B4-BE49-F238E27FC236}">
                <a16:creationId xmlns:a16="http://schemas.microsoft.com/office/drawing/2014/main" id="{76A1FFFC-9466-45AB-B7C3-24BE2AD50EEE}"/>
              </a:ext>
            </a:extLst>
          </p:cNvPr>
          <p:cNvSpPr>
            <a:spLocks noGrp="1"/>
          </p:cNvSpPr>
          <p:nvPr/>
        </p:nvSpPr>
        <p:spPr>
          <a:xfrm>
            <a:off x="60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6_small_CA2_pose1_rmsd3_2897">
            <a:extLst>
              <a:ext uri="{FF2B5EF4-FFF2-40B4-BE49-F238E27FC236}">
                <a16:creationId xmlns:a16="http://schemas.microsoft.com/office/drawing/2014/main" id="{F9CF8969-76C8-485C-A32F-BA49427B89FC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6_small_CA2_pose1_rmsd3_2898">
            <a:extLst>
              <a:ext uri="{FF2B5EF4-FFF2-40B4-BE49-F238E27FC236}">
                <a16:creationId xmlns:a16="http://schemas.microsoft.com/office/drawing/2014/main" id="{95FA1FDE-467E-45B1-BC42-2775E6002ACE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6_small_CA2_pose1_rmsd3_2899">
            <a:extLst>
              <a:ext uri="{FF2B5EF4-FFF2-40B4-BE49-F238E27FC236}">
                <a16:creationId xmlns:a16="http://schemas.microsoft.com/office/drawing/2014/main" id="{C3032DBA-9B8C-4CB6-B65D-0D52964277B3}"/>
              </a:ext>
            </a:extLst>
          </p:cNvPr>
          <p:cNvSpPr>
            <a:spLocks noGrp="1"/>
          </p:cNvSpPr>
          <p:nvPr/>
        </p:nvSpPr>
        <p:spPr>
          <a:xfrm>
            <a:off x="60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6_small_CA2_pose1_rmsd3_2900">
            <a:extLst>
              <a:ext uri="{FF2B5EF4-FFF2-40B4-BE49-F238E27FC236}">
                <a16:creationId xmlns:a16="http://schemas.microsoft.com/office/drawing/2014/main" id="{444F7A62-92F3-4597-8249-F91DF5A87BDD}"/>
              </a:ext>
            </a:extLst>
          </p:cNvPr>
          <p:cNvSpPr>
            <a:spLocks noGrp="1"/>
          </p:cNvSpPr>
          <p:nvPr/>
        </p:nvSpPr>
        <p:spPr>
          <a:xfrm>
            <a:off x="60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6_small_CA2_pose1_rmsd3_2901">
            <a:extLst>
              <a:ext uri="{FF2B5EF4-FFF2-40B4-BE49-F238E27FC236}">
                <a16:creationId xmlns:a16="http://schemas.microsoft.com/office/drawing/2014/main" id="{8DBA0B2E-7FF5-4AE6-AD48-AFBAEE548180}"/>
              </a:ext>
            </a:extLst>
          </p:cNvPr>
          <p:cNvSpPr>
            <a:spLocks noGrp="1"/>
          </p:cNvSpPr>
          <p:nvPr/>
        </p:nvSpPr>
        <p:spPr>
          <a:xfrm>
            <a:off x="582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6_small_CA2_pose1_rmsd3_2902">
            <a:extLst>
              <a:ext uri="{FF2B5EF4-FFF2-40B4-BE49-F238E27FC236}">
                <a16:creationId xmlns:a16="http://schemas.microsoft.com/office/drawing/2014/main" id="{0AC70AC2-4435-4CB8-A55F-1592E24BD960}"/>
              </a:ext>
            </a:extLst>
          </p:cNvPr>
          <p:cNvSpPr>
            <a:spLocks noGrp="1"/>
          </p:cNvSpPr>
          <p:nvPr/>
        </p:nvSpPr>
        <p:spPr>
          <a:xfrm>
            <a:off x="589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6_small_CA2_pose1_rmsd3_2903">
            <a:extLst>
              <a:ext uri="{FF2B5EF4-FFF2-40B4-BE49-F238E27FC236}">
                <a16:creationId xmlns:a16="http://schemas.microsoft.com/office/drawing/2014/main" id="{036FC67E-A7B2-46A3-BD01-3D3DE5E4C522}"/>
              </a:ext>
            </a:extLst>
          </p:cNvPr>
          <p:cNvSpPr>
            <a:spLocks noGrp="1"/>
          </p:cNvSpPr>
          <p:nvPr/>
        </p:nvSpPr>
        <p:spPr>
          <a:xfrm>
            <a:off x="59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6_small_CA2_pose1_rmsd3_2904">
            <a:extLst>
              <a:ext uri="{FF2B5EF4-FFF2-40B4-BE49-F238E27FC236}">
                <a16:creationId xmlns:a16="http://schemas.microsoft.com/office/drawing/2014/main" id="{55ADF810-4D83-46C7-82AC-8F9189A4AA83}"/>
              </a:ext>
            </a:extLst>
          </p:cNvPr>
          <p:cNvSpPr>
            <a:spLocks noGrp="1"/>
          </p:cNvSpPr>
          <p:nvPr/>
        </p:nvSpPr>
        <p:spPr>
          <a:xfrm>
            <a:off x="589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6_small_CA2_pose1_rmsd3_2905">
            <a:extLst>
              <a:ext uri="{FF2B5EF4-FFF2-40B4-BE49-F238E27FC236}">
                <a16:creationId xmlns:a16="http://schemas.microsoft.com/office/drawing/2014/main" id="{1AD5CF99-569B-43C6-A0D2-7515A8985EEF}"/>
              </a:ext>
            </a:extLst>
          </p:cNvPr>
          <p:cNvSpPr>
            <a:spLocks noGrp="1"/>
          </p:cNvSpPr>
          <p:nvPr/>
        </p:nvSpPr>
        <p:spPr>
          <a:xfrm>
            <a:off x="60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6_small_CA2_pose1_rmsd3_2906">
            <a:extLst>
              <a:ext uri="{FF2B5EF4-FFF2-40B4-BE49-F238E27FC236}">
                <a16:creationId xmlns:a16="http://schemas.microsoft.com/office/drawing/2014/main" id="{72798F70-E7E3-43FF-814F-779B486DA5E1}"/>
              </a:ext>
            </a:extLst>
          </p:cNvPr>
          <p:cNvSpPr>
            <a:spLocks noGrp="1"/>
          </p:cNvSpPr>
          <p:nvPr/>
        </p:nvSpPr>
        <p:spPr>
          <a:xfrm>
            <a:off x="58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6_small_CA2_pose1_rmsd3_2907">
            <a:extLst>
              <a:ext uri="{FF2B5EF4-FFF2-40B4-BE49-F238E27FC236}">
                <a16:creationId xmlns:a16="http://schemas.microsoft.com/office/drawing/2014/main" id="{5103EAC4-B606-47AD-B643-A18689407B11}"/>
              </a:ext>
            </a:extLst>
          </p:cNvPr>
          <p:cNvSpPr>
            <a:spLocks noGrp="1"/>
          </p:cNvSpPr>
          <p:nvPr/>
        </p:nvSpPr>
        <p:spPr>
          <a:xfrm>
            <a:off x="5895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6_small_CA2_pose1_rmsd3_2908">
            <a:extLst>
              <a:ext uri="{FF2B5EF4-FFF2-40B4-BE49-F238E27FC236}">
                <a16:creationId xmlns:a16="http://schemas.microsoft.com/office/drawing/2014/main" id="{879BBDE5-EC51-4EB3-8DF8-C375ACCA1DDC}"/>
              </a:ext>
            </a:extLst>
          </p:cNvPr>
          <p:cNvSpPr>
            <a:spLocks noGrp="1"/>
          </p:cNvSpPr>
          <p:nvPr/>
        </p:nvSpPr>
        <p:spPr>
          <a:xfrm>
            <a:off x="57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6_small_CA2_pose1_rmsd3_2909">
            <a:extLst>
              <a:ext uri="{FF2B5EF4-FFF2-40B4-BE49-F238E27FC236}">
                <a16:creationId xmlns:a16="http://schemas.microsoft.com/office/drawing/2014/main" id="{C44E7FC4-7D0F-4334-843E-CCC3252DD409}"/>
              </a:ext>
            </a:extLst>
          </p:cNvPr>
          <p:cNvSpPr>
            <a:spLocks noGrp="1"/>
          </p:cNvSpPr>
          <p:nvPr/>
        </p:nvSpPr>
        <p:spPr>
          <a:xfrm>
            <a:off x="60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6_small_CA2_pose1_rmsd3_2910">
            <a:extLst>
              <a:ext uri="{FF2B5EF4-FFF2-40B4-BE49-F238E27FC236}">
                <a16:creationId xmlns:a16="http://schemas.microsoft.com/office/drawing/2014/main" id="{A13518A1-3D49-4E98-AB58-E4183B27A964}"/>
              </a:ext>
            </a:extLst>
          </p:cNvPr>
          <p:cNvSpPr>
            <a:spLocks noGrp="1"/>
          </p:cNvSpPr>
          <p:nvPr/>
        </p:nvSpPr>
        <p:spPr>
          <a:xfrm>
            <a:off x="584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6_small_CA2_pose1_rmsd3_2911">
            <a:extLst>
              <a:ext uri="{FF2B5EF4-FFF2-40B4-BE49-F238E27FC236}">
                <a16:creationId xmlns:a16="http://schemas.microsoft.com/office/drawing/2014/main" id="{526EA350-F1E7-45AE-A53D-C409ACA3259A}"/>
              </a:ext>
            </a:extLst>
          </p:cNvPr>
          <p:cNvSpPr>
            <a:spLocks noGrp="1"/>
          </p:cNvSpPr>
          <p:nvPr/>
        </p:nvSpPr>
        <p:spPr>
          <a:xfrm>
            <a:off x="5831403" y="43799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6_small_CA2_pose1_rmsd3_2912">
            <a:extLst>
              <a:ext uri="{FF2B5EF4-FFF2-40B4-BE49-F238E27FC236}">
                <a16:creationId xmlns:a16="http://schemas.microsoft.com/office/drawing/2014/main" id="{BCC905BC-D24B-4174-B686-FE84481666A6}"/>
              </a:ext>
            </a:extLst>
          </p:cNvPr>
          <p:cNvSpPr>
            <a:spLocks noGrp="1"/>
          </p:cNvSpPr>
          <p:nvPr/>
        </p:nvSpPr>
        <p:spPr>
          <a:xfrm>
            <a:off x="59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6_small_CA2_pose1_rmsd3_2913">
            <a:extLst>
              <a:ext uri="{FF2B5EF4-FFF2-40B4-BE49-F238E27FC236}">
                <a16:creationId xmlns:a16="http://schemas.microsoft.com/office/drawing/2014/main" id="{945A1F61-2EBB-4CE5-A8B9-41228708A6FB}"/>
              </a:ext>
            </a:extLst>
          </p:cNvPr>
          <p:cNvSpPr>
            <a:spLocks noGrp="1"/>
          </p:cNvSpPr>
          <p:nvPr/>
        </p:nvSpPr>
        <p:spPr>
          <a:xfrm>
            <a:off x="58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6_small_CA2_pose1_rmsd3_2914">
            <a:extLst>
              <a:ext uri="{FF2B5EF4-FFF2-40B4-BE49-F238E27FC236}">
                <a16:creationId xmlns:a16="http://schemas.microsoft.com/office/drawing/2014/main" id="{97ABDDC6-79E0-412C-BF6E-D2A6182FA3BF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6_small_CA2_pose1_rmsd3_2915">
            <a:extLst>
              <a:ext uri="{FF2B5EF4-FFF2-40B4-BE49-F238E27FC236}">
                <a16:creationId xmlns:a16="http://schemas.microsoft.com/office/drawing/2014/main" id="{0A2E755B-1D35-4A7E-948B-2FCA4DD6D7E9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6_small_CA2_pose1_rmsd3_2916">
            <a:extLst>
              <a:ext uri="{FF2B5EF4-FFF2-40B4-BE49-F238E27FC236}">
                <a16:creationId xmlns:a16="http://schemas.microsoft.com/office/drawing/2014/main" id="{D1A36FD8-BB3A-4629-A782-3E91C10F6830}"/>
              </a:ext>
            </a:extLst>
          </p:cNvPr>
          <p:cNvSpPr>
            <a:spLocks noGrp="1"/>
          </p:cNvSpPr>
          <p:nvPr/>
        </p:nvSpPr>
        <p:spPr>
          <a:xfrm>
            <a:off x="59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6_small_CA2_pose1_rmsd3_2917">
            <a:extLst>
              <a:ext uri="{FF2B5EF4-FFF2-40B4-BE49-F238E27FC236}">
                <a16:creationId xmlns:a16="http://schemas.microsoft.com/office/drawing/2014/main" id="{6AFC0893-10DE-4F67-BFA8-FCD1A96CE504}"/>
              </a:ext>
            </a:extLst>
          </p:cNvPr>
          <p:cNvSpPr>
            <a:spLocks noGrp="1"/>
          </p:cNvSpPr>
          <p:nvPr/>
        </p:nvSpPr>
        <p:spPr>
          <a:xfrm>
            <a:off x="5774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6_small_CA2_pose1_rmsd3_2918">
            <a:extLst>
              <a:ext uri="{FF2B5EF4-FFF2-40B4-BE49-F238E27FC236}">
                <a16:creationId xmlns:a16="http://schemas.microsoft.com/office/drawing/2014/main" id="{ECCE2832-F16E-4967-89C8-D21B2D4E342C}"/>
              </a:ext>
            </a:extLst>
          </p:cNvPr>
          <p:cNvSpPr>
            <a:spLocks noGrp="1"/>
          </p:cNvSpPr>
          <p:nvPr/>
        </p:nvSpPr>
        <p:spPr>
          <a:xfrm>
            <a:off x="60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6_small_CA2_pose1_rmsd3_2919">
            <a:extLst>
              <a:ext uri="{FF2B5EF4-FFF2-40B4-BE49-F238E27FC236}">
                <a16:creationId xmlns:a16="http://schemas.microsoft.com/office/drawing/2014/main" id="{844A8EAD-8DAB-4347-833C-9D9A8591C065}"/>
              </a:ext>
            </a:extLst>
          </p:cNvPr>
          <p:cNvSpPr>
            <a:spLocks noGrp="1"/>
          </p:cNvSpPr>
          <p:nvPr/>
        </p:nvSpPr>
        <p:spPr>
          <a:xfrm>
            <a:off x="58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6_small_CA2_pose1_rmsd3_2920">
            <a:extLst>
              <a:ext uri="{FF2B5EF4-FFF2-40B4-BE49-F238E27FC236}">
                <a16:creationId xmlns:a16="http://schemas.microsoft.com/office/drawing/2014/main" id="{145BB4FC-F736-44C4-B825-EE376FC596F3}"/>
              </a:ext>
            </a:extLst>
          </p:cNvPr>
          <p:cNvSpPr>
            <a:spLocks noGrp="1"/>
          </p:cNvSpPr>
          <p:nvPr/>
        </p:nvSpPr>
        <p:spPr>
          <a:xfrm>
            <a:off x="60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6_small_CA2_pose1_rmsd3_2921">
            <a:extLst>
              <a:ext uri="{FF2B5EF4-FFF2-40B4-BE49-F238E27FC236}">
                <a16:creationId xmlns:a16="http://schemas.microsoft.com/office/drawing/2014/main" id="{544BED54-2FE2-45EA-A2AE-1CA21FCAE02C}"/>
              </a:ext>
            </a:extLst>
          </p:cNvPr>
          <p:cNvSpPr>
            <a:spLocks noGrp="1"/>
          </p:cNvSpPr>
          <p:nvPr/>
        </p:nvSpPr>
        <p:spPr>
          <a:xfrm>
            <a:off x="58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6_small_CA2_pose1_rmsd3_2922">
            <a:extLst>
              <a:ext uri="{FF2B5EF4-FFF2-40B4-BE49-F238E27FC236}">
                <a16:creationId xmlns:a16="http://schemas.microsoft.com/office/drawing/2014/main" id="{E0DD5BDD-6943-4298-9A42-3B600D9D38A5}"/>
              </a:ext>
            </a:extLst>
          </p:cNvPr>
          <p:cNvSpPr>
            <a:spLocks noGrp="1"/>
          </p:cNvSpPr>
          <p:nvPr/>
        </p:nvSpPr>
        <p:spPr>
          <a:xfrm>
            <a:off x="60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6_small_CA2_pose1_rmsd3_2923">
            <a:extLst>
              <a:ext uri="{FF2B5EF4-FFF2-40B4-BE49-F238E27FC236}">
                <a16:creationId xmlns:a16="http://schemas.microsoft.com/office/drawing/2014/main" id="{0A7C2D3D-CFD4-4F77-A1B3-1904643EFAC8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6_small_CA2_pose1_rmsd3_2924">
            <a:extLst>
              <a:ext uri="{FF2B5EF4-FFF2-40B4-BE49-F238E27FC236}">
                <a16:creationId xmlns:a16="http://schemas.microsoft.com/office/drawing/2014/main" id="{61A5C5BA-36CB-4B31-851C-FEB99F31ADD4}"/>
              </a:ext>
            </a:extLst>
          </p:cNvPr>
          <p:cNvSpPr>
            <a:spLocks noGrp="1"/>
          </p:cNvSpPr>
          <p:nvPr/>
        </p:nvSpPr>
        <p:spPr>
          <a:xfrm>
            <a:off x="58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6_small_CA2_pose1_rmsd3_2925">
            <a:extLst>
              <a:ext uri="{FF2B5EF4-FFF2-40B4-BE49-F238E27FC236}">
                <a16:creationId xmlns:a16="http://schemas.microsoft.com/office/drawing/2014/main" id="{5D28AD89-7AA1-4457-AD54-D7346654EB4D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6_small_CA2_pose1_rmsd3_2926">
            <a:extLst>
              <a:ext uri="{FF2B5EF4-FFF2-40B4-BE49-F238E27FC236}">
                <a16:creationId xmlns:a16="http://schemas.microsoft.com/office/drawing/2014/main" id="{43577BE7-F284-4762-A3A8-AD2B6387630C}"/>
              </a:ext>
            </a:extLst>
          </p:cNvPr>
          <p:cNvSpPr>
            <a:spLocks noGrp="1"/>
          </p:cNvSpPr>
          <p:nvPr/>
        </p:nvSpPr>
        <p:spPr>
          <a:xfrm>
            <a:off x="57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6_small_CA2_pose1_rmsd3_2927">
            <a:extLst>
              <a:ext uri="{FF2B5EF4-FFF2-40B4-BE49-F238E27FC236}">
                <a16:creationId xmlns:a16="http://schemas.microsoft.com/office/drawing/2014/main" id="{8F389301-DA89-42E0-81DE-6CDAF6C6CE01}"/>
              </a:ext>
            </a:extLst>
          </p:cNvPr>
          <p:cNvSpPr>
            <a:spLocks noGrp="1"/>
          </p:cNvSpPr>
          <p:nvPr/>
        </p:nvSpPr>
        <p:spPr>
          <a:xfrm>
            <a:off x="57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6_small_CA2_pose1_rmsd3_2928">
            <a:extLst>
              <a:ext uri="{FF2B5EF4-FFF2-40B4-BE49-F238E27FC236}">
                <a16:creationId xmlns:a16="http://schemas.microsoft.com/office/drawing/2014/main" id="{40D9854C-C94C-4B7E-9EE8-09DB1FE80585}"/>
              </a:ext>
            </a:extLst>
          </p:cNvPr>
          <p:cNvSpPr>
            <a:spLocks noGrp="1"/>
          </p:cNvSpPr>
          <p:nvPr/>
        </p:nvSpPr>
        <p:spPr>
          <a:xfrm>
            <a:off x="60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6_small_CA2_pose1_rmsd3_2929">
            <a:extLst>
              <a:ext uri="{FF2B5EF4-FFF2-40B4-BE49-F238E27FC236}">
                <a16:creationId xmlns:a16="http://schemas.microsoft.com/office/drawing/2014/main" id="{599931C0-ACB2-4E14-A2C1-71A91755D620}"/>
              </a:ext>
            </a:extLst>
          </p:cNvPr>
          <p:cNvSpPr>
            <a:spLocks noGrp="1"/>
          </p:cNvSpPr>
          <p:nvPr/>
        </p:nvSpPr>
        <p:spPr>
          <a:xfrm>
            <a:off x="57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6_small_CA2_pose1_rmsd3_2930">
            <a:extLst>
              <a:ext uri="{FF2B5EF4-FFF2-40B4-BE49-F238E27FC236}">
                <a16:creationId xmlns:a16="http://schemas.microsoft.com/office/drawing/2014/main" id="{3E4DBDB8-754D-43F4-BB50-730327696FC2}"/>
              </a:ext>
            </a:extLst>
          </p:cNvPr>
          <p:cNvSpPr>
            <a:spLocks noGrp="1"/>
          </p:cNvSpPr>
          <p:nvPr/>
        </p:nvSpPr>
        <p:spPr>
          <a:xfrm>
            <a:off x="58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6_small_CA2_pose1_rmsd3_2931">
            <a:extLst>
              <a:ext uri="{FF2B5EF4-FFF2-40B4-BE49-F238E27FC236}">
                <a16:creationId xmlns:a16="http://schemas.microsoft.com/office/drawing/2014/main" id="{6B2DE94A-1F69-45B6-8E95-434C6F97C2F2}"/>
              </a:ext>
            </a:extLst>
          </p:cNvPr>
          <p:cNvSpPr>
            <a:spLocks noGrp="1"/>
          </p:cNvSpPr>
          <p:nvPr/>
        </p:nvSpPr>
        <p:spPr>
          <a:xfrm>
            <a:off x="5924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6_small_CA2_pose1_rmsd3_2932">
            <a:extLst>
              <a:ext uri="{FF2B5EF4-FFF2-40B4-BE49-F238E27FC236}">
                <a16:creationId xmlns:a16="http://schemas.microsoft.com/office/drawing/2014/main" id="{D149D8CE-D596-4E0B-9778-1B31DBC4C0A9}"/>
              </a:ext>
            </a:extLst>
          </p:cNvPr>
          <p:cNvSpPr>
            <a:spLocks noGrp="1"/>
          </p:cNvSpPr>
          <p:nvPr/>
        </p:nvSpPr>
        <p:spPr>
          <a:xfrm>
            <a:off x="58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6_small_CA2_pose1_rmsd3_2933">
            <a:extLst>
              <a:ext uri="{FF2B5EF4-FFF2-40B4-BE49-F238E27FC236}">
                <a16:creationId xmlns:a16="http://schemas.microsoft.com/office/drawing/2014/main" id="{421EC3B9-D613-4410-A206-880CB82F5BB7}"/>
              </a:ext>
            </a:extLst>
          </p:cNvPr>
          <p:cNvSpPr>
            <a:spLocks noGrp="1"/>
          </p:cNvSpPr>
          <p:nvPr/>
        </p:nvSpPr>
        <p:spPr>
          <a:xfrm>
            <a:off x="58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6_small_CA2_pose1_rmsd3_2934">
            <a:extLst>
              <a:ext uri="{FF2B5EF4-FFF2-40B4-BE49-F238E27FC236}">
                <a16:creationId xmlns:a16="http://schemas.microsoft.com/office/drawing/2014/main" id="{936FB9D5-61FD-4DF2-906D-B967CCF31F42}"/>
              </a:ext>
            </a:extLst>
          </p:cNvPr>
          <p:cNvSpPr>
            <a:spLocks noGrp="1"/>
          </p:cNvSpPr>
          <p:nvPr/>
        </p:nvSpPr>
        <p:spPr>
          <a:xfrm>
            <a:off x="58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6_small_CA2_pose1_rmsd3_2935">
            <a:extLst>
              <a:ext uri="{FF2B5EF4-FFF2-40B4-BE49-F238E27FC236}">
                <a16:creationId xmlns:a16="http://schemas.microsoft.com/office/drawing/2014/main" id="{1F195EB0-7F53-4C2C-B0AB-721C5640F7F5}"/>
              </a:ext>
            </a:extLst>
          </p:cNvPr>
          <p:cNvSpPr>
            <a:spLocks noGrp="1"/>
          </p:cNvSpPr>
          <p:nvPr/>
        </p:nvSpPr>
        <p:spPr>
          <a:xfrm>
            <a:off x="6072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6_small_CA2_pose1_rmsd3_2936">
            <a:extLst>
              <a:ext uri="{FF2B5EF4-FFF2-40B4-BE49-F238E27FC236}">
                <a16:creationId xmlns:a16="http://schemas.microsoft.com/office/drawing/2014/main" id="{BB8DE667-382F-4932-8502-018C8B7A5252}"/>
              </a:ext>
            </a:extLst>
          </p:cNvPr>
          <p:cNvSpPr>
            <a:spLocks noGrp="1"/>
          </p:cNvSpPr>
          <p:nvPr/>
        </p:nvSpPr>
        <p:spPr>
          <a:xfrm>
            <a:off x="596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6_small_CA2_pose1_rmsd3_2937">
            <a:extLst>
              <a:ext uri="{FF2B5EF4-FFF2-40B4-BE49-F238E27FC236}">
                <a16:creationId xmlns:a16="http://schemas.microsoft.com/office/drawing/2014/main" id="{DE3697F7-68C0-4996-822A-4F756CEBB7A1}"/>
              </a:ext>
            </a:extLst>
          </p:cNvPr>
          <p:cNvSpPr>
            <a:spLocks noGrp="1"/>
          </p:cNvSpPr>
          <p:nvPr/>
        </p:nvSpPr>
        <p:spPr>
          <a:xfrm>
            <a:off x="5954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6_small_CA2_pose1_rmsd3_2938">
            <a:extLst>
              <a:ext uri="{FF2B5EF4-FFF2-40B4-BE49-F238E27FC236}">
                <a16:creationId xmlns:a16="http://schemas.microsoft.com/office/drawing/2014/main" id="{5A9E6F4F-F572-48AE-961E-A1C1B2F8F1FC}"/>
              </a:ext>
            </a:extLst>
          </p:cNvPr>
          <p:cNvSpPr>
            <a:spLocks noGrp="1"/>
          </p:cNvSpPr>
          <p:nvPr/>
        </p:nvSpPr>
        <p:spPr>
          <a:xfrm>
            <a:off x="60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6_small_CA2_pose1_rmsd3_2939">
            <a:extLst>
              <a:ext uri="{FF2B5EF4-FFF2-40B4-BE49-F238E27FC236}">
                <a16:creationId xmlns:a16="http://schemas.microsoft.com/office/drawing/2014/main" id="{CEA480DA-E561-4054-BD11-C4D288AA6E10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6_small_CA2_pose1_rmsd3_2940">
            <a:extLst>
              <a:ext uri="{FF2B5EF4-FFF2-40B4-BE49-F238E27FC236}">
                <a16:creationId xmlns:a16="http://schemas.microsoft.com/office/drawing/2014/main" id="{8E34E6B3-203F-4AA2-BF46-51AD7B008CE9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6_small_CA2_pose1_rmsd3_2941">
            <a:extLst>
              <a:ext uri="{FF2B5EF4-FFF2-40B4-BE49-F238E27FC236}">
                <a16:creationId xmlns:a16="http://schemas.microsoft.com/office/drawing/2014/main" id="{FD6A2948-631E-4BE3-9DBB-F38A0BA50AF0}"/>
              </a:ext>
            </a:extLst>
          </p:cNvPr>
          <p:cNvSpPr>
            <a:spLocks noGrp="1"/>
          </p:cNvSpPr>
          <p:nvPr/>
        </p:nvSpPr>
        <p:spPr>
          <a:xfrm>
            <a:off x="60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6_small_CA2_pose1_rmsd3_2942">
            <a:extLst>
              <a:ext uri="{FF2B5EF4-FFF2-40B4-BE49-F238E27FC236}">
                <a16:creationId xmlns:a16="http://schemas.microsoft.com/office/drawing/2014/main" id="{CFBEDF80-E689-45BB-A507-759BB7B73A28}"/>
              </a:ext>
            </a:extLst>
          </p:cNvPr>
          <p:cNvSpPr>
            <a:spLocks noGrp="1"/>
          </p:cNvSpPr>
          <p:nvPr/>
        </p:nvSpPr>
        <p:spPr>
          <a:xfrm>
            <a:off x="58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6_small_CA2_pose1_rmsd3_2943">
            <a:extLst>
              <a:ext uri="{FF2B5EF4-FFF2-40B4-BE49-F238E27FC236}">
                <a16:creationId xmlns:a16="http://schemas.microsoft.com/office/drawing/2014/main" id="{9BBFE276-30BD-4ACB-A480-5DEB21E72C53}"/>
              </a:ext>
            </a:extLst>
          </p:cNvPr>
          <p:cNvSpPr>
            <a:spLocks noGrp="1"/>
          </p:cNvSpPr>
          <p:nvPr/>
        </p:nvSpPr>
        <p:spPr>
          <a:xfrm>
            <a:off x="57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6_small_CA2_pose1_rmsd3_2944">
            <a:extLst>
              <a:ext uri="{FF2B5EF4-FFF2-40B4-BE49-F238E27FC236}">
                <a16:creationId xmlns:a16="http://schemas.microsoft.com/office/drawing/2014/main" id="{DD98D6BB-810C-476C-B8EC-F9A56CC36F67}"/>
              </a:ext>
            </a:extLst>
          </p:cNvPr>
          <p:cNvSpPr>
            <a:spLocks noGrp="1"/>
          </p:cNvSpPr>
          <p:nvPr/>
        </p:nvSpPr>
        <p:spPr>
          <a:xfrm>
            <a:off x="60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6_small_CA2_pose1_rmsd3_2945">
            <a:extLst>
              <a:ext uri="{FF2B5EF4-FFF2-40B4-BE49-F238E27FC236}">
                <a16:creationId xmlns:a16="http://schemas.microsoft.com/office/drawing/2014/main" id="{A2A512F1-64BA-4CD5-A469-1888644233FA}"/>
              </a:ext>
            </a:extLst>
          </p:cNvPr>
          <p:cNvSpPr>
            <a:spLocks noGrp="1"/>
          </p:cNvSpPr>
          <p:nvPr/>
        </p:nvSpPr>
        <p:spPr>
          <a:xfrm>
            <a:off x="60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6_small_CA2_pose1_rmsd3_2946">
            <a:extLst>
              <a:ext uri="{FF2B5EF4-FFF2-40B4-BE49-F238E27FC236}">
                <a16:creationId xmlns:a16="http://schemas.microsoft.com/office/drawing/2014/main" id="{A4986A3A-2EE9-4A62-BC57-9DDC949A5BD7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6_small_CA2_pose1_rmsd3_2947">
            <a:extLst>
              <a:ext uri="{FF2B5EF4-FFF2-40B4-BE49-F238E27FC236}">
                <a16:creationId xmlns:a16="http://schemas.microsoft.com/office/drawing/2014/main" id="{03F1562D-C171-4DCE-9F0E-79D6D8E22700}"/>
              </a:ext>
            </a:extLst>
          </p:cNvPr>
          <p:cNvSpPr>
            <a:spLocks noGrp="1"/>
          </p:cNvSpPr>
          <p:nvPr/>
        </p:nvSpPr>
        <p:spPr>
          <a:xfrm>
            <a:off x="60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6_small_CA2_pose1_rmsd3_2948">
            <a:extLst>
              <a:ext uri="{FF2B5EF4-FFF2-40B4-BE49-F238E27FC236}">
                <a16:creationId xmlns:a16="http://schemas.microsoft.com/office/drawing/2014/main" id="{8D4E7EC5-4305-4FE5-A05B-4B4E9AF81239}"/>
              </a:ext>
            </a:extLst>
          </p:cNvPr>
          <p:cNvSpPr>
            <a:spLocks noGrp="1"/>
          </p:cNvSpPr>
          <p:nvPr/>
        </p:nvSpPr>
        <p:spPr>
          <a:xfrm>
            <a:off x="60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6_small_CA2_pose1_rmsd3_2949">
            <a:extLst>
              <a:ext uri="{FF2B5EF4-FFF2-40B4-BE49-F238E27FC236}">
                <a16:creationId xmlns:a16="http://schemas.microsoft.com/office/drawing/2014/main" id="{DDD991BF-8F38-4552-BE5C-B49FCD0D86DB}"/>
              </a:ext>
            </a:extLst>
          </p:cNvPr>
          <p:cNvSpPr>
            <a:spLocks noGrp="1"/>
          </p:cNvSpPr>
          <p:nvPr/>
        </p:nvSpPr>
        <p:spPr>
          <a:xfrm>
            <a:off x="582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6_small_CA2_pose1_rmsd3_2950">
            <a:extLst>
              <a:ext uri="{FF2B5EF4-FFF2-40B4-BE49-F238E27FC236}">
                <a16:creationId xmlns:a16="http://schemas.microsoft.com/office/drawing/2014/main" id="{719EB035-98CD-4890-93AA-BF401E257D1C}"/>
              </a:ext>
            </a:extLst>
          </p:cNvPr>
          <p:cNvSpPr>
            <a:spLocks noGrp="1"/>
          </p:cNvSpPr>
          <p:nvPr/>
        </p:nvSpPr>
        <p:spPr>
          <a:xfrm>
            <a:off x="59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6_small_CA2_pose1_rmsd3_2951">
            <a:extLst>
              <a:ext uri="{FF2B5EF4-FFF2-40B4-BE49-F238E27FC236}">
                <a16:creationId xmlns:a16="http://schemas.microsoft.com/office/drawing/2014/main" id="{4C83D045-B0B9-42A2-A356-A18256DBC4DF}"/>
              </a:ext>
            </a:extLst>
          </p:cNvPr>
          <p:cNvSpPr>
            <a:spLocks noGrp="1"/>
          </p:cNvSpPr>
          <p:nvPr/>
        </p:nvSpPr>
        <p:spPr>
          <a:xfrm>
            <a:off x="59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6_small_CA2_pose1_rmsd3_2952">
            <a:extLst>
              <a:ext uri="{FF2B5EF4-FFF2-40B4-BE49-F238E27FC236}">
                <a16:creationId xmlns:a16="http://schemas.microsoft.com/office/drawing/2014/main" id="{01AF2EA6-68BE-415A-9F42-64B71921BE9E}"/>
              </a:ext>
            </a:extLst>
          </p:cNvPr>
          <p:cNvSpPr>
            <a:spLocks noGrp="1"/>
          </p:cNvSpPr>
          <p:nvPr/>
        </p:nvSpPr>
        <p:spPr>
          <a:xfrm>
            <a:off x="6049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6_small_CA2_pose1_rmsd3_2953">
            <a:extLst>
              <a:ext uri="{FF2B5EF4-FFF2-40B4-BE49-F238E27FC236}">
                <a16:creationId xmlns:a16="http://schemas.microsoft.com/office/drawing/2014/main" id="{E76EEED7-6EC0-480E-83C0-7E65191B2C3A}"/>
              </a:ext>
            </a:extLst>
          </p:cNvPr>
          <p:cNvSpPr>
            <a:spLocks noGrp="1"/>
          </p:cNvSpPr>
          <p:nvPr/>
        </p:nvSpPr>
        <p:spPr>
          <a:xfrm>
            <a:off x="60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6_small_CA2_pose1_rmsd3_2954">
            <a:extLst>
              <a:ext uri="{FF2B5EF4-FFF2-40B4-BE49-F238E27FC236}">
                <a16:creationId xmlns:a16="http://schemas.microsoft.com/office/drawing/2014/main" id="{E4F3CFFE-A2BE-4359-88C4-4E6919F8DD6B}"/>
              </a:ext>
            </a:extLst>
          </p:cNvPr>
          <p:cNvSpPr>
            <a:spLocks noGrp="1"/>
          </p:cNvSpPr>
          <p:nvPr/>
        </p:nvSpPr>
        <p:spPr>
          <a:xfrm>
            <a:off x="60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6_small_CA2_pose1_rmsd3_2955">
            <a:extLst>
              <a:ext uri="{FF2B5EF4-FFF2-40B4-BE49-F238E27FC236}">
                <a16:creationId xmlns:a16="http://schemas.microsoft.com/office/drawing/2014/main" id="{BA362E75-7CDF-4CDC-9F8E-E59BCF99628A}"/>
              </a:ext>
            </a:extLst>
          </p:cNvPr>
          <p:cNvSpPr>
            <a:spLocks noGrp="1"/>
          </p:cNvSpPr>
          <p:nvPr/>
        </p:nvSpPr>
        <p:spPr>
          <a:xfrm>
            <a:off x="59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6_small_CA2_pose1_rmsd3_2956">
            <a:extLst>
              <a:ext uri="{FF2B5EF4-FFF2-40B4-BE49-F238E27FC236}">
                <a16:creationId xmlns:a16="http://schemas.microsoft.com/office/drawing/2014/main" id="{2C261F87-12CD-4690-A3E8-8AA64E8DA86C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6_small_CA2_pose1_rmsd3_2957">
            <a:extLst>
              <a:ext uri="{FF2B5EF4-FFF2-40B4-BE49-F238E27FC236}">
                <a16:creationId xmlns:a16="http://schemas.microsoft.com/office/drawing/2014/main" id="{A7119D4C-B4E3-487F-B61D-8111EA7F42EA}"/>
              </a:ext>
            </a:extLst>
          </p:cNvPr>
          <p:cNvSpPr>
            <a:spLocks noGrp="1"/>
          </p:cNvSpPr>
          <p:nvPr/>
        </p:nvSpPr>
        <p:spPr>
          <a:xfrm>
            <a:off x="59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6_small_CA2_pose1_rmsd3_2958">
            <a:extLst>
              <a:ext uri="{FF2B5EF4-FFF2-40B4-BE49-F238E27FC236}">
                <a16:creationId xmlns:a16="http://schemas.microsoft.com/office/drawing/2014/main" id="{7EA34760-3660-4AF1-8F0E-CD3C479CA29C}"/>
              </a:ext>
            </a:extLst>
          </p:cNvPr>
          <p:cNvSpPr>
            <a:spLocks noGrp="1"/>
          </p:cNvSpPr>
          <p:nvPr/>
        </p:nvSpPr>
        <p:spPr>
          <a:xfrm>
            <a:off x="5850488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6_small_CA2_pose1_rmsd3_2959">
            <a:extLst>
              <a:ext uri="{FF2B5EF4-FFF2-40B4-BE49-F238E27FC236}">
                <a16:creationId xmlns:a16="http://schemas.microsoft.com/office/drawing/2014/main" id="{3A4DE604-613F-4FB1-90E2-FDFCFDE1FFD3}"/>
              </a:ext>
            </a:extLst>
          </p:cNvPr>
          <p:cNvSpPr>
            <a:spLocks noGrp="1"/>
          </p:cNvSpPr>
          <p:nvPr/>
        </p:nvSpPr>
        <p:spPr>
          <a:xfrm>
            <a:off x="58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6_small_CA2_pose1_rmsd3_2960">
            <a:extLst>
              <a:ext uri="{FF2B5EF4-FFF2-40B4-BE49-F238E27FC236}">
                <a16:creationId xmlns:a16="http://schemas.microsoft.com/office/drawing/2014/main" id="{B324E5CA-AD9D-4829-BCA2-804278F85541}"/>
              </a:ext>
            </a:extLst>
          </p:cNvPr>
          <p:cNvSpPr>
            <a:spLocks noGrp="1"/>
          </p:cNvSpPr>
          <p:nvPr/>
        </p:nvSpPr>
        <p:spPr>
          <a:xfrm>
            <a:off x="59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6_small_CA2_pose1_rmsd3_2961">
            <a:extLst>
              <a:ext uri="{FF2B5EF4-FFF2-40B4-BE49-F238E27FC236}">
                <a16:creationId xmlns:a16="http://schemas.microsoft.com/office/drawing/2014/main" id="{177EB9E8-2E08-4FEC-BF20-F9F4C362FAAD}"/>
              </a:ext>
            </a:extLst>
          </p:cNvPr>
          <p:cNvSpPr>
            <a:spLocks noGrp="1"/>
          </p:cNvSpPr>
          <p:nvPr/>
        </p:nvSpPr>
        <p:spPr>
          <a:xfrm>
            <a:off x="59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6_small_CA2_pose1_rmsd3_2962">
            <a:extLst>
              <a:ext uri="{FF2B5EF4-FFF2-40B4-BE49-F238E27FC236}">
                <a16:creationId xmlns:a16="http://schemas.microsoft.com/office/drawing/2014/main" id="{E0095248-0427-4128-AC69-8DD0C274DDBF}"/>
              </a:ext>
            </a:extLst>
          </p:cNvPr>
          <p:cNvSpPr>
            <a:spLocks noGrp="1"/>
          </p:cNvSpPr>
          <p:nvPr/>
        </p:nvSpPr>
        <p:spPr>
          <a:xfrm>
            <a:off x="60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6_small_CA2_pose1_rmsd3_2963">
            <a:extLst>
              <a:ext uri="{FF2B5EF4-FFF2-40B4-BE49-F238E27FC236}">
                <a16:creationId xmlns:a16="http://schemas.microsoft.com/office/drawing/2014/main" id="{E820664B-A3A9-490A-A03F-0454EE858057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6_small_CA2_pose1_rmsd3_2964">
            <a:extLst>
              <a:ext uri="{FF2B5EF4-FFF2-40B4-BE49-F238E27FC236}">
                <a16:creationId xmlns:a16="http://schemas.microsoft.com/office/drawing/2014/main" id="{2A3B514E-486C-4D34-A297-15C0D0CD8F09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6_small_CA2_pose1_rmsd3_2965">
            <a:extLst>
              <a:ext uri="{FF2B5EF4-FFF2-40B4-BE49-F238E27FC236}">
                <a16:creationId xmlns:a16="http://schemas.microsoft.com/office/drawing/2014/main" id="{91F2E38C-EBAB-4363-B946-3376DBADFE43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6_small_CA2_pose1_rmsd3_2966">
            <a:extLst>
              <a:ext uri="{FF2B5EF4-FFF2-40B4-BE49-F238E27FC236}">
                <a16:creationId xmlns:a16="http://schemas.microsoft.com/office/drawing/2014/main" id="{AD22425C-221A-42A5-9338-459C2D73FF15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6_small_CA2_pose1_rmsd3_2967">
            <a:extLst>
              <a:ext uri="{FF2B5EF4-FFF2-40B4-BE49-F238E27FC236}">
                <a16:creationId xmlns:a16="http://schemas.microsoft.com/office/drawing/2014/main" id="{C1C2493A-747F-47FC-9536-6CF6B18D233B}"/>
              </a:ext>
            </a:extLst>
          </p:cNvPr>
          <p:cNvSpPr>
            <a:spLocks noGrp="1"/>
          </p:cNvSpPr>
          <p:nvPr/>
        </p:nvSpPr>
        <p:spPr>
          <a:xfrm>
            <a:off x="60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6_small_CA2_pose1_rmsd3_2968">
            <a:extLst>
              <a:ext uri="{FF2B5EF4-FFF2-40B4-BE49-F238E27FC236}">
                <a16:creationId xmlns:a16="http://schemas.microsoft.com/office/drawing/2014/main" id="{6305B778-F4BD-46DD-8964-3679BE7F0571}"/>
              </a:ext>
            </a:extLst>
          </p:cNvPr>
          <p:cNvSpPr>
            <a:spLocks noGrp="1"/>
          </p:cNvSpPr>
          <p:nvPr/>
        </p:nvSpPr>
        <p:spPr>
          <a:xfrm>
            <a:off x="60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6_small_CA2_pose1_rmsd3_2969">
            <a:extLst>
              <a:ext uri="{FF2B5EF4-FFF2-40B4-BE49-F238E27FC236}">
                <a16:creationId xmlns:a16="http://schemas.microsoft.com/office/drawing/2014/main" id="{9407D983-8EFA-4FC5-B4F5-7027C5C8A82C}"/>
              </a:ext>
            </a:extLst>
          </p:cNvPr>
          <p:cNvSpPr>
            <a:spLocks noGrp="1"/>
          </p:cNvSpPr>
          <p:nvPr/>
        </p:nvSpPr>
        <p:spPr>
          <a:xfrm>
            <a:off x="591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6_small_CA2_pose1_rmsd3_2970">
            <a:extLst>
              <a:ext uri="{FF2B5EF4-FFF2-40B4-BE49-F238E27FC236}">
                <a16:creationId xmlns:a16="http://schemas.microsoft.com/office/drawing/2014/main" id="{84587CAA-291C-41B3-A05B-4077D65361E1}"/>
              </a:ext>
            </a:extLst>
          </p:cNvPr>
          <p:cNvSpPr>
            <a:spLocks noGrp="1"/>
          </p:cNvSpPr>
          <p:nvPr/>
        </p:nvSpPr>
        <p:spPr>
          <a:xfrm>
            <a:off x="59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6_small_CA2_pose1_rmsd3_2971">
            <a:extLst>
              <a:ext uri="{FF2B5EF4-FFF2-40B4-BE49-F238E27FC236}">
                <a16:creationId xmlns:a16="http://schemas.microsoft.com/office/drawing/2014/main" id="{B31DE6F6-540C-41AC-80AA-0A3C523F86B2}"/>
              </a:ext>
            </a:extLst>
          </p:cNvPr>
          <p:cNvSpPr>
            <a:spLocks noGrp="1"/>
          </p:cNvSpPr>
          <p:nvPr/>
        </p:nvSpPr>
        <p:spPr>
          <a:xfrm>
            <a:off x="58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6_small_CA2_pose1_rmsd3_2972">
            <a:extLst>
              <a:ext uri="{FF2B5EF4-FFF2-40B4-BE49-F238E27FC236}">
                <a16:creationId xmlns:a16="http://schemas.microsoft.com/office/drawing/2014/main" id="{B0D74012-C184-42C4-819D-93ED65811635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3" name="06_small_CA2_pose1_rmsd3_2973">
            <a:extLst>
              <a:ext uri="{FF2B5EF4-FFF2-40B4-BE49-F238E27FC236}">
                <a16:creationId xmlns:a16="http://schemas.microsoft.com/office/drawing/2014/main" id="{798EEFE3-733B-4158-891B-A0A7BFA4F1F0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4" name="text_2974">
            <a:extLst>
              <a:ext uri="{FF2B5EF4-FFF2-40B4-BE49-F238E27FC236}">
                <a16:creationId xmlns:a16="http://schemas.microsoft.com/office/drawing/2014/main" id="{5D38FBBF-11CC-4CF3-8535-F1D2CEB5BE2F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491014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Top-1 · RMSD &lt;3 Å · CA2</a:t>
            </a:r>
          </a:p>
        </p:txBody>
      </p:sp>
      <p:sp>
        <p:nvSpPr>
          <p:cNvPr id="345" name="06_small_CA2_pose1_rmsd3_2975">
            <a:extLst>
              <a:ext uri="{FF2B5EF4-FFF2-40B4-BE49-F238E27FC236}">
                <a16:creationId xmlns:a16="http://schemas.microsoft.com/office/drawing/2014/main" id="{D00E7F22-F1AC-4D3E-B0CD-5CDD8BA07F83}"/>
              </a:ext>
            </a:extLst>
          </p:cNvPr>
          <p:cNvSpPr>
            <a:spLocks noGrp="1"/>
          </p:cNvSpPr>
          <p:nvPr/>
        </p:nvSpPr>
        <p:spPr>
          <a:xfrm>
            <a:off x="700500" y="3822933"/>
            <a:ext cx="5250000" cy="989809"/>
          </a:xfrm>
          <a:custGeom>
            <a:avLst/>
            <a:gdLst/>
            <a:ahLst/>
            <a:cxnLst/>
            <a:rect l="0" t="0" r="0" b="0"/>
            <a:pathLst>
              <a:path w="5250000" h="989809">
                <a:moveTo>
                  <a:pt x="0" y="989809"/>
                </a:moveTo>
                <a:lnTo>
                  <a:pt x="97222" y="988566"/>
                </a:lnTo>
                <a:lnTo>
                  <a:pt x="97222" y="987219"/>
                </a:lnTo>
                <a:lnTo>
                  <a:pt x="145833" y="986597"/>
                </a:lnTo>
                <a:lnTo>
                  <a:pt x="145833" y="984577"/>
                </a:lnTo>
                <a:lnTo>
                  <a:pt x="159091" y="984266"/>
                </a:lnTo>
                <a:lnTo>
                  <a:pt x="159091" y="979858"/>
                </a:lnTo>
                <a:lnTo>
                  <a:pt x="175000" y="979858"/>
                </a:lnTo>
                <a:lnTo>
                  <a:pt x="175000" y="977434"/>
                </a:lnTo>
                <a:lnTo>
                  <a:pt x="194444" y="977123"/>
                </a:lnTo>
                <a:lnTo>
                  <a:pt x="194444" y="975776"/>
                </a:lnTo>
                <a:lnTo>
                  <a:pt x="224359" y="974455"/>
                </a:lnTo>
                <a:lnTo>
                  <a:pt x="224359" y="974144"/>
                </a:lnTo>
                <a:lnTo>
                  <a:pt x="291667" y="973523"/>
                </a:lnTo>
                <a:lnTo>
                  <a:pt x="291667" y="948295"/>
                </a:lnTo>
                <a:lnTo>
                  <a:pt x="318182" y="947984"/>
                </a:lnTo>
                <a:lnTo>
                  <a:pt x="318182" y="943576"/>
                </a:lnTo>
                <a:lnTo>
                  <a:pt x="350000" y="943265"/>
                </a:lnTo>
                <a:lnTo>
                  <a:pt x="350000" y="931143"/>
                </a:lnTo>
                <a:lnTo>
                  <a:pt x="437500" y="930211"/>
                </a:lnTo>
                <a:lnTo>
                  <a:pt x="437500" y="893845"/>
                </a:lnTo>
                <a:lnTo>
                  <a:pt x="477273" y="893224"/>
                </a:lnTo>
                <a:lnTo>
                  <a:pt x="477273" y="888816"/>
                </a:lnTo>
                <a:lnTo>
                  <a:pt x="493590" y="887469"/>
                </a:lnTo>
                <a:lnTo>
                  <a:pt x="493590" y="887158"/>
                </a:lnTo>
                <a:lnTo>
                  <a:pt x="500000" y="887158"/>
                </a:lnTo>
                <a:lnTo>
                  <a:pt x="500000" y="883695"/>
                </a:lnTo>
                <a:lnTo>
                  <a:pt x="525000" y="883384"/>
                </a:lnTo>
                <a:lnTo>
                  <a:pt x="525000" y="880959"/>
                </a:lnTo>
                <a:lnTo>
                  <a:pt x="583333" y="880338"/>
                </a:lnTo>
                <a:lnTo>
                  <a:pt x="583333" y="855783"/>
                </a:lnTo>
                <a:lnTo>
                  <a:pt x="636364" y="855162"/>
                </a:lnTo>
                <a:lnTo>
                  <a:pt x="636364" y="852958"/>
                </a:lnTo>
                <a:lnTo>
                  <a:pt x="700000" y="852025"/>
                </a:lnTo>
                <a:lnTo>
                  <a:pt x="700000" y="839903"/>
                </a:lnTo>
                <a:lnTo>
                  <a:pt x="750000" y="839282"/>
                </a:lnTo>
                <a:lnTo>
                  <a:pt x="750000" y="834087"/>
                </a:lnTo>
                <a:lnTo>
                  <a:pt x="777778" y="833776"/>
                </a:lnTo>
                <a:lnTo>
                  <a:pt x="777778" y="832429"/>
                </a:lnTo>
                <a:lnTo>
                  <a:pt x="795455" y="832118"/>
                </a:lnTo>
                <a:lnTo>
                  <a:pt x="795455" y="827710"/>
                </a:lnTo>
                <a:lnTo>
                  <a:pt x="875000" y="826778"/>
                </a:lnTo>
                <a:lnTo>
                  <a:pt x="875000" y="678581"/>
                </a:lnTo>
                <a:lnTo>
                  <a:pt x="954545" y="677648"/>
                </a:lnTo>
                <a:lnTo>
                  <a:pt x="954545" y="673240"/>
                </a:lnTo>
                <a:lnTo>
                  <a:pt x="1000000" y="672619"/>
                </a:lnTo>
                <a:lnTo>
                  <a:pt x="1000000" y="669155"/>
                </a:lnTo>
                <a:lnTo>
                  <a:pt x="1020833" y="668844"/>
                </a:lnTo>
                <a:lnTo>
                  <a:pt x="1020833" y="666824"/>
                </a:lnTo>
                <a:lnTo>
                  <a:pt x="1050000" y="666513"/>
                </a:lnTo>
                <a:lnTo>
                  <a:pt x="1050000" y="654391"/>
                </a:lnTo>
                <a:lnTo>
                  <a:pt x="1113636" y="653459"/>
                </a:lnTo>
                <a:lnTo>
                  <a:pt x="1113636" y="649051"/>
                </a:lnTo>
                <a:lnTo>
                  <a:pt x="1166667" y="648429"/>
                </a:lnTo>
                <a:lnTo>
                  <a:pt x="1166667" y="615794"/>
                </a:lnTo>
                <a:lnTo>
                  <a:pt x="1225000" y="615172"/>
                </a:lnTo>
                <a:lnTo>
                  <a:pt x="1225000" y="612748"/>
                </a:lnTo>
                <a:lnTo>
                  <a:pt x="1250000" y="612437"/>
                </a:lnTo>
                <a:lnTo>
                  <a:pt x="1250000" y="607242"/>
                </a:lnTo>
                <a:lnTo>
                  <a:pt x="1272727" y="606931"/>
                </a:lnTo>
                <a:lnTo>
                  <a:pt x="1272727" y="602523"/>
                </a:lnTo>
                <a:lnTo>
                  <a:pt x="1312500" y="601901"/>
                </a:lnTo>
                <a:lnTo>
                  <a:pt x="1312500" y="577658"/>
                </a:lnTo>
                <a:lnTo>
                  <a:pt x="1400000" y="576725"/>
                </a:lnTo>
                <a:lnTo>
                  <a:pt x="1400000" y="564603"/>
                </a:lnTo>
                <a:lnTo>
                  <a:pt x="1431818" y="564293"/>
                </a:lnTo>
                <a:lnTo>
                  <a:pt x="1431818" y="559885"/>
                </a:lnTo>
                <a:lnTo>
                  <a:pt x="1458333" y="559574"/>
                </a:lnTo>
                <a:lnTo>
                  <a:pt x="1458333" y="543100"/>
                </a:lnTo>
                <a:lnTo>
                  <a:pt x="1500000" y="542790"/>
                </a:lnTo>
                <a:lnTo>
                  <a:pt x="1500000" y="541058"/>
                </a:lnTo>
                <a:lnTo>
                  <a:pt x="1575000" y="539815"/>
                </a:lnTo>
                <a:lnTo>
                  <a:pt x="1575000" y="537390"/>
                </a:lnTo>
                <a:lnTo>
                  <a:pt x="1590909" y="537390"/>
                </a:lnTo>
                <a:lnTo>
                  <a:pt x="1590909" y="532982"/>
                </a:lnTo>
                <a:lnTo>
                  <a:pt x="1682692" y="531739"/>
                </a:lnTo>
                <a:lnTo>
                  <a:pt x="1682692" y="531428"/>
                </a:lnTo>
                <a:lnTo>
                  <a:pt x="1750000" y="530807"/>
                </a:lnTo>
                <a:lnTo>
                  <a:pt x="1750000" y="98832"/>
                </a:lnTo>
                <a:lnTo>
                  <a:pt x="1909091" y="98832"/>
                </a:lnTo>
                <a:lnTo>
                  <a:pt x="1909091" y="96628"/>
                </a:lnTo>
                <a:lnTo>
                  <a:pt x="2000000" y="96628"/>
                </a:lnTo>
                <a:lnTo>
                  <a:pt x="2000000" y="93165"/>
                </a:lnTo>
                <a:lnTo>
                  <a:pt x="2041667" y="93165"/>
                </a:lnTo>
                <a:lnTo>
                  <a:pt x="2041667" y="89124"/>
                </a:lnTo>
                <a:lnTo>
                  <a:pt x="2100000" y="89124"/>
                </a:lnTo>
                <a:lnTo>
                  <a:pt x="2100000" y="84276"/>
                </a:lnTo>
                <a:lnTo>
                  <a:pt x="2333333" y="84276"/>
                </a:lnTo>
                <a:lnTo>
                  <a:pt x="2333333" y="68113"/>
                </a:lnTo>
                <a:lnTo>
                  <a:pt x="2500000" y="68113"/>
                </a:lnTo>
                <a:lnTo>
                  <a:pt x="2500000" y="64650"/>
                </a:lnTo>
                <a:lnTo>
                  <a:pt x="3500000" y="64650"/>
                </a:lnTo>
                <a:lnTo>
                  <a:pt x="3500000" y="36366"/>
                </a:lnTo>
                <a:lnTo>
                  <a:pt x="3937500" y="36366"/>
                </a:lnTo>
                <a:lnTo>
                  <a:pt x="3937500" y="30305"/>
                </a:lnTo>
                <a:lnTo>
                  <a:pt x="5250000" y="30305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46" name="06_small_CA2_pose1_rmsd3_2976">
            <a:extLst>
              <a:ext uri="{FF2B5EF4-FFF2-40B4-BE49-F238E27FC236}">
                <a16:creationId xmlns:a16="http://schemas.microsoft.com/office/drawing/2014/main" id="{722AE332-098B-41D1-B174-65762CBCA26B}"/>
              </a:ext>
            </a:extLst>
          </p:cNvPr>
          <p:cNvSpPr>
            <a:spLocks noGrp="1"/>
          </p:cNvSpPr>
          <p:nvPr/>
        </p:nvSpPr>
        <p:spPr>
          <a:xfrm>
            <a:off x="700500" y="3879360"/>
            <a:ext cx="5250000" cy="933382"/>
          </a:xfrm>
          <a:custGeom>
            <a:avLst/>
            <a:gdLst/>
            <a:ahLst/>
            <a:cxnLst/>
            <a:rect l="0" t="0" r="0" b="0"/>
            <a:pathLst>
              <a:path w="5250000" h="933382">
                <a:moveTo>
                  <a:pt x="0" y="933382"/>
                </a:moveTo>
                <a:lnTo>
                  <a:pt x="1750000" y="933382"/>
                </a:lnTo>
                <a:lnTo>
                  <a:pt x="1750000" y="311127"/>
                </a:lnTo>
                <a:lnTo>
                  <a:pt x="3500000" y="311127"/>
                </a:lnTo>
                <a:lnTo>
                  <a:pt x="3500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47" name="06_small_CA2_pose1_rmsd3_2977">
            <a:extLst>
              <a:ext uri="{FF2B5EF4-FFF2-40B4-BE49-F238E27FC236}">
                <a16:creationId xmlns:a16="http://schemas.microsoft.com/office/drawing/2014/main" id="{BFED6743-4E3C-4C78-8F84-5730C7922332}"/>
              </a:ext>
            </a:extLst>
          </p:cNvPr>
          <p:cNvSpPr>
            <a:spLocks noGrp="1"/>
          </p:cNvSpPr>
          <p:nvPr/>
        </p:nvSpPr>
        <p:spPr>
          <a:xfrm>
            <a:off x="1553910" y="447992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8" name="06_small_CA2_pose1_rmsd3_2978">
            <a:extLst>
              <a:ext uri="{FF2B5EF4-FFF2-40B4-BE49-F238E27FC236}">
                <a16:creationId xmlns:a16="http://schemas.microsoft.com/office/drawing/2014/main" id="{D7F6F934-C8C8-4148-B070-0D4829835AAC}"/>
              </a:ext>
            </a:extLst>
          </p:cNvPr>
          <p:cNvSpPr>
            <a:spLocks noGrp="1"/>
          </p:cNvSpPr>
          <p:nvPr/>
        </p:nvSpPr>
        <p:spPr>
          <a:xfrm>
            <a:off x="2428910" y="390017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9" name="06_small_CA2_pose1_rmsd3_2979">
            <a:extLst>
              <a:ext uri="{FF2B5EF4-FFF2-40B4-BE49-F238E27FC236}">
                <a16:creationId xmlns:a16="http://schemas.microsoft.com/office/drawing/2014/main" id="{334C35B1-8C13-447D-94AE-3965B105654D}"/>
              </a:ext>
            </a:extLst>
          </p:cNvPr>
          <p:cNvSpPr>
            <a:spLocks noGrp="1"/>
          </p:cNvSpPr>
          <p:nvPr/>
        </p:nvSpPr>
        <p:spPr>
          <a:xfrm>
            <a:off x="4178910" y="383770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0" name="06_small_CA2_pose1_rmsd3_2980">
            <a:extLst>
              <a:ext uri="{FF2B5EF4-FFF2-40B4-BE49-F238E27FC236}">
                <a16:creationId xmlns:a16="http://schemas.microsoft.com/office/drawing/2014/main" id="{12493A96-C014-446B-94FE-60D076174229}"/>
              </a:ext>
            </a:extLst>
          </p:cNvPr>
          <p:cNvSpPr>
            <a:spLocks noGrp="1"/>
          </p:cNvSpPr>
          <p:nvPr/>
        </p:nvSpPr>
        <p:spPr>
          <a:xfrm>
            <a:off x="5928910" y="380134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1" name="06_small_CA2_pose1_rmsd3_2981">
            <a:extLst>
              <a:ext uri="{FF2B5EF4-FFF2-40B4-BE49-F238E27FC236}">
                <a16:creationId xmlns:a16="http://schemas.microsoft.com/office/drawing/2014/main" id="{EA7AAA96-7E28-4499-A8FA-DB190A44997F}"/>
              </a:ext>
            </a:extLst>
          </p:cNvPr>
          <p:cNvSpPr>
            <a:spLocks noGrp="1"/>
          </p:cNvSpPr>
          <p:nvPr/>
        </p:nvSpPr>
        <p:spPr>
          <a:xfrm>
            <a:off x="1539579" y="477682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2" name="06_small_CA2_pose1_rmsd3_2982">
            <a:extLst>
              <a:ext uri="{FF2B5EF4-FFF2-40B4-BE49-F238E27FC236}">
                <a16:creationId xmlns:a16="http://schemas.microsoft.com/office/drawing/2014/main" id="{BFA4942F-9447-4828-ABB2-7FC3DCF1CB1B}"/>
              </a:ext>
            </a:extLst>
          </p:cNvPr>
          <p:cNvSpPr>
            <a:spLocks noGrp="1"/>
          </p:cNvSpPr>
          <p:nvPr/>
        </p:nvSpPr>
        <p:spPr>
          <a:xfrm>
            <a:off x="2414579" y="4154566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3" name="06_small_CA2_pose1_rmsd3_2983">
            <a:extLst>
              <a:ext uri="{FF2B5EF4-FFF2-40B4-BE49-F238E27FC236}">
                <a16:creationId xmlns:a16="http://schemas.microsoft.com/office/drawing/2014/main" id="{6B94850A-DE09-4AA6-A385-D3DF3829B3FB}"/>
              </a:ext>
            </a:extLst>
          </p:cNvPr>
          <p:cNvSpPr>
            <a:spLocks noGrp="1"/>
          </p:cNvSpPr>
          <p:nvPr/>
        </p:nvSpPr>
        <p:spPr>
          <a:xfrm>
            <a:off x="4164579" y="384343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4" name="06_small_CA2_pose1_rmsd3_2984">
            <a:extLst>
              <a:ext uri="{FF2B5EF4-FFF2-40B4-BE49-F238E27FC236}">
                <a16:creationId xmlns:a16="http://schemas.microsoft.com/office/drawing/2014/main" id="{A535843F-00FF-425A-80DA-048F5C8BB7D2}"/>
              </a:ext>
            </a:extLst>
          </p:cNvPr>
          <p:cNvSpPr>
            <a:spLocks noGrp="1"/>
          </p:cNvSpPr>
          <p:nvPr/>
        </p:nvSpPr>
        <p:spPr>
          <a:xfrm>
            <a:off x="5914579" y="384343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5" name="text_2985">
            <a:extLst>
              <a:ext uri="{FF2B5EF4-FFF2-40B4-BE49-F238E27FC236}">
                <a16:creationId xmlns:a16="http://schemas.microsoft.com/office/drawing/2014/main" id="{B1D40322-75D4-4C27-902E-716A1A5C5D99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961610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Small-molecule reconstruction</a:t>
            </a:r>
          </a:p>
        </p:txBody>
      </p:sp>
      <p:sp>
        <p:nvSpPr>
          <p:cNvPr id="356" name="06_small_CA2_pose1_rmsd3_2986">
            <a:extLst>
              <a:ext uri="{FF2B5EF4-FFF2-40B4-BE49-F238E27FC236}">
                <a16:creationId xmlns:a16="http://schemas.microsoft.com/office/drawing/2014/main" id="{9A549B96-24E4-4F8C-B259-F8635FBAF38A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57" name="06_small_CA2_pose1_rmsd3_2987">
            <a:extLst>
              <a:ext uri="{FF2B5EF4-FFF2-40B4-BE49-F238E27FC236}">
                <a16:creationId xmlns:a16="http://schemas.microsoft.com/office/drawing/2014/main" id="{43C72183-10EF-40F6-BB0C-6D4A054B033B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8" name="text_2988">
            <a:extLst>
              <a:ext uri="{FF2B5EF4-FFF2-40B4-BE49-F238E27FC236}">
                <a16:creationId xmlns:a16="http://schemas.microsoft.com/office/drawing/2014/main" id="{FB6B4704-773C-49F8-9A70-A5908A48A7AC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359" name="06_small_CA2_pose1_rmsd3_2989">
            <a:extLst>
              <a:ext uri="{FF2B5EF4-FFF2-40B4-BE49-F238E27FC236}">
                <a16:creationId xmlns:a16="http://schemas.microsoft.com/office/drawing/2014/main" id="{2FBDA42A-0043-409E-B4D3-E2D7873F8BFE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60" name="06_small_CA2_pose1_rmsd3_2990">
            <a:extLst>
              <a:ext uri="{FF2B5EF4-FFF2-40B4-BE49-F238E27FC236}">
                <a16:creationId xmlns:a16="http://schemas.microsoft.com/office/drawing/2014/main" id="{52D57552-4967-4B84-9D2F-3B4002CDF7AE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61" name="text_2991">
            <a:extLst>
              <a:ext uri="{FF2B5EF4-FFF2-40B4-BE49-F238E27FC236}">
                <a16:creationId xmlns:a16="http://schemas.microsoft.com/office/drawing/2014/main" id="{407FEA55-E89E-410F-81F1-C5FFC14B73AD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362" name="06_small_CA2_pose1_rmsd3_2992">
            <a:extLst>
              <a:ext uri="{FF2B5EF4-FFF2-40B4-BE49-F238E27FC236}">
                <a16:creationId xmlns:a16="http://schemas.microsoft.com/office/drawing/2014/main" id="{6130B392-0136-4ADC-907E-EB6FDF90E8C0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363" name="text_2993">
            <a:extLst>
              <a:ext uri="{FF2B5EF4-FFF2-40B4-BE49-F238E27FC236}">
                <a16:creationId xmlns:a16="http://schemas.microsoft.com/office/drawing/2014/main" id="{5D4E4DC2-9D24-4378-BDCB-317E44AE0957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5605452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07_small_GT_pose50_rmsd2_2994">
            <a:extLst>
              <a:ext uri="{FF2B5EF4-FFF2-40B4-BE49-F238E27FC236}">
                <a16:creationId xmlns:a16="http://schemas.microsoft.com/office/drawing/2014/main" id="{F6F33D44-24E7-4B70-8D66-3AD6D1FB275C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7_small_GT_pose50_rmsd2_2995">
            <a:extLst>
              <a:ext uri="{FF2B5EF4-FFF2-40B4-BE49-F238E27FC236}">
                <a16:creationId xmlns:a16="http://schemas.microsoft.com/office/drawing/2014/main" id="{7A44D6A9-3F1E-4892-918D-1158ADC76B7D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7_small_GT_pose50_rmsd2_2996">
            <a:extLst>
              <a:ext uri="{FF2B5EF4-FFF2-40B4-BE49-F238E27FC236}">
                <a16:creationId xmlns:a16="http://schemas.microsoft.com/office/drawing/2014/main" id="{8177E06A-555F-4AAD-819F-97C7EB3E8937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31" y="1851207"/>
                </a:lnTo>
                <a:lnTo>
                  <a:pt x="9949" y="1835651"/>
                </a:lnTo>
                <a:lnTo>
                  <a:pt x="21748" y="1820095"/>
                </a:lnTo>
                <a:lnTo>
                  <a:pt x="37149" y="1804538"/>
                </a:lnTo>
                <a:lnTo>
                  <a:pt x="55182" y="1788982"/>
                </a:lnTo>
                <a:lnTo>
                  <a:pt x="74791" y="1773425"/>
                </a:lnTo>
                <a:lnTo>
                  <a:pt x="94926" y="1757869"/>
                </a:lnTo>
                <a:lnTo>
                  <a:pt x="114642" y="1742313"/>
                </a:lnTo>
                <a:lnTo>
                  <a:pt x="133157" y="1726756"/>
                </a:lnTo>
                <a:lnTo>
                  <a:pt x="149898" y="1711200"/>
                </a:lnTo>
                <a:lnTo>
                  <a:pt x="164507" y="1695644"/>
                </a:lnTo>
                <a:lnTo>
                  <a:pt x="176833" y="1680087"/>
                </a:lnTo>
                <a:lnTo>
                  <a:pt x="186895" y="1664531"/>
                </a:lnTo>
                <a:lnTo>
                  <a:pt x="194842" y="1648975"/>
                </a:lnTo>
                <a:lnTo>
                  <a:pt x="200907" y="1633418"/>
                </a:lnTo>
                <a:lnTo>
                  <a:pt x="205367" y="1617862"/>
                </a:lnTo>
                <a:lnTo>
                  <a:pt x="208505" y="1602305"/>
                </a:lnTo>
                <a:lnTo>
                  <a:pt x="210589" y="1586749"/>
                </a:lnTo>
                <a:lnTo>
                  <a:pt x="211856" y="1571193"/>
                </a:lnTo>
                <a:lnTo>
                  <a:pt x="212502" y="1555636"/>
                </a:lnTo>
                <a:lnTo>
                  <a:pt x="212691" y="1540080"/>
                </a:lnTo>
                <a:lnTo>
                  <a:pt x="212552" y="1524524"/>
                </a:lnTo>
                <a:lnTo>
                  <a:pt x="212188" y="1508967"/>
                </a:lnTo>
                <a:lnTo>
                  <a:pt x="211684" y="1493411"/>
                </a:lnTo>
                <a:lnTo>
                  <a:pt x="211113" y="1477855"/>
                </a:lnTo>
                <a:lnTo>
                  <a:pt x="210535" y="1462298"/>
                </a:lnTo>
                <a:lnTo>
                  <a:pt x="210005" y="1446742"/>
                </a:lnTo>
                <a:lnTo>
                  <a:pt x="209566" y="1431185"/>
                </a:lnTo>
                <a:lnTo>
                  <a:pt x="209255" y="1415629"/>
                </a:lnTo>
                <a:lnTo>
                  <a:pt x="209094" y="1400073"/>
                </a:lnTo>
                <a:lnTo>
                  <a:pt x="209093" y="1384516"/>
                </a:lnTo>
                <a:lnTo>
                  <a:pt x="209248" y="1368960"/>
                </a:lnTo>
                <a:lnTo>
                  <a:pt x="209544" y="1353404"/>
                </a:lnTo>
                <a:lnTo>
                  <a:pt x="209951" y="1337847"/>
                </a:lnTo>
                <a:lnTo>
                  <a:pt x="210432" y="1322291"/>
                </a:lnTo>
                <a:lnTo>
                  <a:pt x="210944" y="1306735"/>
                </a:lnTo>
                <a:lnTo>
                  <a:pt x="211437" y="1291178"/>
                </a:lnTo>
                <a:lnTo>
                  <a:pt x="211865" y="1275622"/>
                </a:lnTo>
                <a:lnTo>
                  <a:pt x="212179" y="1260065"/>
                </a:lnTo>
                <a:lnTo>
                  <a:pt x="212333" y="1244509"/>
                </a:lnTo>
                <a:lnTo>
                  <a:pt x="212282" y="1228953"/>
                </a:lnTo>
                <a:lnTo>
                  <a:pt x="211979" y="1213396"/>
                </a:lnTo>
                <a:lnTo>
                  <a:pt x="211381" y="1197840"/>
                </a:lnTo>
                <a:lnTo>
                  <a:pt x="210442" y="1182284"/>
                </a:lnTo>
                <a:lnTo>
                  <a:pt x="209119" y="1166727"/>
                </a:lnTo>
                <a:lnTo>
                  <a:pt x="207369" y="1151171"/>
                </a:lnTo>
                <a:lnTo>
                  <a:pt x="205160" y="1135615"/>
                </a:lnTo>
                <a:lnTo>
                  <a:pt x="202471" y="1120058"/>
                </a:lnTo>
                <a:lnTo>
                  <a:pt x="199303" y="1104502"/>
                </a:lnTo>
                <a:lnTo>
                  <a:pt x="195685" y="1088945"/>
                </a:lnTo>
                <a:lnTo>
                  <a:pt x="191684" y="1073389"/>
                </a:lnTo>
                <a:lnTo>
                  <a:pt x="187406" y="1057833"/>
                </a:lnTo>
                <a:lnTo>
                  <a:pt x="183002" y="1042276"/>
                </a:lnTo>
                <a:lnTo>
                  <a:pt x="178660" y="1026720"/>
                </a:lnTo>
                <a:lnTo>
                  <a:pt x="174600" y="1011164"/>
                </a:lnTo>
                <a:lnTo>
                  <a:pt x="171055" y="995607"/>
                </a:lnTo>
                <a:lnTo>
                  <a:pt x="168253" y="980051"/>
                </a:lnTo>
                <a:lnTo>
                  <a:pt x="166398" y="964495"/>
                </a:lnTo>
                <a:lnTo>
                  <a:pt x="165644" y="948938"/>
                </a:lnTo>
                <a:lnTo>
                  <a:pt x="166080" y="933382"/>
                </a:lnTo>
                <a:lnTo>
                  <a:pt x="167720" y="917825"/>
                </a:lnTo>
                <a:lnTo>
                  <a:pt x="170496" y="902269"/>
                </a:lnTo>
                <a:lnTo>
                  <a:pt x="174269" y="886713"/>
                </a:lnTo>
                <a:lnTo>
                  <a:pt x="178837" y="871156"/>
                </a:lnTo>
                <a:lnTo>
                  <a:pt x="183962" y="855600"/>
                </a:lnTo>
                <a:lnTo>
                  <a:pt x="189386" y="840044"/>
                </a:lnTo>
                <a:lnTo>
                  <a:pt x="194859" y="824487"/>
                </a:lnTo>
                <a:lnTo>
                  <a:pt x="200158" y="808931"/>
                </a:lnTo>
                <a:lnTo>
                  <a:pt x="205100" y="793375"/>
                </a:lnTo>
                <a:lnTo>
                  <a:pt x="209555" y="777818"/>
                </a:lnTo>
                <a:lnTo>
                  <a:pt x="213443" y="762262"/>
                </a:lnTo>
                <a:lnTo>
                  <a:pt x="216734" y="746705"/>
                </a:lnTo>
                <a:lnTo>
                  <a:pt x="219439" y="731149"/>
                </a:lnTo>
                <a:lnTo>
                  <a:pt x="221599" y="715593"/>
                </a:lnTo>
                <a:lnTo>
                  <a:pt x="223277" y="700036"/>
                </a:lnTo>
                <a:lnTo>
                  <a:pt x="224546" y="684480"/>
                </a:lnTo>
                <a:lnTo>
                  <a:pt x="225480" y="668924"/>
                </a:lnTo>
                <a:lnTo>
                  <a:pt x="226150" y="653367"/>
                </a:lnTo>
                <a:lnTo>
                  <a:pt x="226618" y="637811"/>
                </a:lnTo>
                <a:lnTo>
                  <a:pt x="226937" y="622255"/>
                </a:lnTo>
                <a:lnTo>
                  <a:pt x="227149" y="606698"/>
                </a:lnTo>
                <a:lnTo>
                  <a:pt x="227286" y="591142"/>
                </a:lnTo>
                <a:lnTo>
                  <a:pt x="227372" y="575585"/>
                </a:lnTo>
                <a:lnTo>
                  <a:pt x="227426" y="560029"/>
                </a:lnTo>
                <a:lnTo>
                  <a:pt x="227458" y="544473"/>
                </a:lnTo>
                <a:lnTo>
                  <a:pt x="227476" y="528916"/>
                </a:lnTo>
                <a:lnTo>
                  <a:pt x="227487" y="513360"/>
                </a:lnTo>
                <a:lnTo>
                  <a:pt x="227493" y="497804"/>
                </a:lnTo>
                <a:lnTo>
                  <a:pt x="227496" y="482247"/>
                </a:lnTo>
                <a:lnTo>
                  <a:pt x="227498" y="466691"/>
                </a:lnTo>
                <a:lnTo>
                  <a:pt x="227499" y="451135"/>
                </a:lnTo>
                <a:lnTo>
                  <a:pt x="227500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0" y="435578"/>
                </a:lnTo>
                <a:lnTo>
                  <a:pt x="227501" y="451135"/>
                </a:lnTo>
                <a:lnTo>
                  <a:pt x="227502" y="466691"/>
                </a:lnTo>
                <a:lnTo>
                  <a:pt x="227504" y="482247"/>
                </a:lnTo>
                <a:lnTo>
                  <a:pt x="227507" y="497804"/>
                </a:lnTo>
                <a:lnTo>
                  <a:pt x="227513" y="513360"/>
                </a:lnTo>
                <a:lnTo>
                  <a:pt x="227524" y="528916"/>
                </a:lnTo>
                <a:lnTo>
                  <a:pt x="227542" y="544473"/>
                </a:lnTo>
                <a:lnTo>
                  <a:pt x="227575" y="560029"/>
                </a:lnTo>
                <a:lnTo>
                  <a:pt x="227628" y="575585"/>
                </a:lnTo>
                <a:lnTo>
                  <a:pt x="227714" y="591142"/>
                </a:lnTo>
                <a:lnTo>
                  <a:pt x="227851" y="606698"/>
                </a:lnTo>
                <a:lnTo>
                  <a:pt x="228063" y="622255"/>
                </a:lnTo>
                <a:lnTo>
                  <a:pt x="228382" y="637811"/>
                </a:lnTo>
                <a:lnTo>
                  <a:pt x="228850" y="653367"/>
                </a:lnTo>
                <a:lnTo>
                  <a:pt x="229520" y="668924"/>
                </a:lnTo>
                <a:lnTo>
                  <a:pt x="230454" y="684480"/>
                </a:lnTo>
                <a:lnTo>
                  <a:pt x="231723" y="700036"/>
                </a:lnTo>
                <a:lnTo>
                  <a:pt x="233401" y="715593"/>
                </a:lnTo>
                <a:lnTo>
                  <a:pt x="235561" y="731149"/>
                </a:lnTo>
                <a:lnTo>
                  <a:pt x="238266" y="746705"/>
                </a:lnTo>
                <a:lnTo>
                  <a:pt x="241557" y="762262"/>
                </a:lnTo>
                <a:lnTo>
                  <a:pt x="245445" y="777818"/>
                </a:lnTo>
                <a:lnTo>
                  <a:pt x="249900" y="793375"/>
                </a:lnTo>
                <a:lnTo>
                  <a:pt x="254842" y="808931"/>
                </a:lnTo>
                <a:lnTo>
                  <a:pt x="260141" y="824487"/>
                </a:lnTo>
                <a:lnTo>
                  <a:pt x="265614" y="840044"/>
                </a:lnTo>
                <a:lnTo>
                  <a:pt x="271038" y="855600"/>
                </a:lnTo>
                <a:lnTo>
                  <a:pt x="276163" y="871156"/>
                </a:lnTo>
                <a:lnTo>
                  <a:pt x="280731" y="886713"/>
                </a:lnTo>
                <a:lnTo>
                  <a:pt x="284504" y="902269"/>
                </a:lnTo>
                <a:lnTo>
                  <a:pt x="287280" y="917825"/>
                </a:lnTo>
                <a:lnTo>
                  <a:pt x="288920" y="933382"/>
                </a:lnTo>
                <a:lnTo>
                  <a:pt x="289356" y="948938"/>
                </a:lnTo>
                <a:lnTo>
                  <a:pt x="288602" y="964495"/>
                </a:lnTo>
                <a:lnTo>
                  <a:pt x="286747" y="980051"/>
                </a:lnTo>
                <a:lnTo>
                  <a:pt x="283945" y="995607"/>
                </a:lnTo>
                <a:lnTo>
                  <a:pt x="280400" y="1011164"/>
                </a:lnTo>
                <a:lnTo>
                  <a:pt x="276340" y="1026720"/>
                </a:lnTo>
                <a:lnTo>
                  <a:pt x="271998" y="1042276"/>
                </a:lnTo>
                <a:lnTo>
                  <a:pt x="267594" y="1057833"/>
                </a:lnTo>
                <a:lnTo>
                  <a:pt x="263316" y="1073389"/>
                </a:lnTo>
                <a:lnTo>
                  <a:pt x="259315" y="1088945"/>
                </a:lnTo>
                <a:lnTo>
                  <a:pt x="255697" y="1104502"/>
                </a:lnTo>
                <a:lnTo>
                  <a:pt x="252529" y="1120058"/>
                </a:lnTo>
                <a:lnTo>
                  <a:pt x="249840" y="1135615"/>
                </a:lnTo>
                <a:lnTo>
                  <a:pt x="247631" y="1151171"/>
                </a:lnTo>
                <a:lnTo>
                  <a:pt x="245881" y="1166727"/>
                </a:lnTo>
                <a:lnTo>
                  <a:pt x="244558" y="1182284"/>
                </a:lnTo>
                <a:lnTo>
                  <a:pt x="243619" y="1197840"/>
                </a:lnTo>
                <a:lnTo>
                  <a:pt x="243021" y="1213396"/>
                </a:lnTo>
                <a:lnTo>
                  <a:pt x="242718" y="1228953"/>
                </a:lnTo>
                <a:lnTo>
                  <a:pt x="242667" y="1244509"/>
                </a:lnTo>
                <a:lnTo>
                  <a:pt x="242821" y="1260065"/>
                </a:lnTo>
                <a:lnTo>
                  <a:pt x="243135" y="1275622"/>
                </a:lnTo>
                <a:lnTo>
                  <a:pt x="243563" y="1291178"/>
                </a:lnTo>
                <a:lnTo>
                  <a:pt x="244056" y="1306735"/>
                </a:lnTo>
                <a:lnTo>
                  <a:pt x="244568" y="1322291"/>
                </a:lnTo>
                <a:lnTo>
                  <a:pt x="245049" y="1337847"/>
                </a:lnTo>
                <a:lnTo>
                  <a:pt x="245456" y="1353404"/>
                </a:lnTo>
                <a:lnTo>
                  <a:pt x="245752" y="1368960"/>
                </a:lnTo>
                <a:lnTo>
                  <a:pt x="245907" y="1384516"/>
                </a:lnTo>
                <a:lnTo>
                  <a:pt x="245906" y="1400073"/>
                </a:lnTo>
                <a:lnTo>
                  <a:pt x="245745" y="1415629"/>
                </a:lnTo>
                <a:lnTo>
                  <a:pt x="245434" y="1431185"/>
                </a:lnTo>
                <a:lnTo>
                  <a:pt x="244995" y="1446742"/>
                </a:lnTo>
                <a:lnTo>
                  <a:pt x="244465" y="1462298"/>
                </a:lnTo>
                <a:lnTo>
                  <a:pt x="243887" y="1477855"/>
                </a:lnTo>
                <a:lnTo>
                  <a:pt x="243316" y="1493411"/>
                </a:lnTo>
                <a:lnTo>
                  <a:pt x="242812" y="1508967"/>
                </a:lnTo>
                <a:lnTo>
                  <a:pt x="242448" y="1524524"/>
                </a:lnTo>
                <a:lnTo>
                  <a:pt x="242309" y="1540080"/>
                </a:lnTo>
                <a:lnTo>
                  <a:pt x="242498" y="1555636"/>
                </a:lnTo>
                <a:lnTo>
                  <a:pt x="243144" y="1571193"/>
                </a:lnTo>
                <a:lnTo>
                  <a:pt x="244411" y="1586749"/>
                </a:lnTo>
                <a:lnTo>
                  <a:pt x="246495" y="1602305"/>
                </a:lnTo>
                <a:lnTo>
                  <a:pt x="249633" y="1617862"/>
                </a:lnTo>
                <a:lnTo>
                  <a:pt x="254093" y="1633418"/>
                </a:lnTo>
                <a:lnTo>
                  <a:pt x="260158" y="1648975"/>
                </a:lnTo>
                <a:lnTo>
                  <a:pt x="268105" y="1664531"/>
                </a:lnTo>
                <a:lnTo>
                  <a:pt x="278167" y="1680087"/>
                </a:lnTo>
                <a:lnTo>
                  <a:pt x="290493" y="1695644"/>
                </a:lnTo>
                <a:lnTo>
                  <a:pt x="305102" y="1711200"/>
                </a:lnTo>
                <a:lnTo>
                  <a:pt x="321843" y="1726756"/>
                </a:lnTo>
                <a:lnTo>
                  <a:pt x="340358" y="1742313"/>
                </a:lnTo>
                <a:lnTo>
                  <a:pt x="360074" y="1757869"/>
                </a:lnTo>
                <a:lnTo>
                  <a:pt x="380209" y="1773425"/>
                </a:lnTo>
                <a:lnTo>
                  <a:pt x="399818" y="1788982"/>
                </a:lnTo>
                <a:lnTo>
                  <a:pt x="417851" y="1804538"/>
                </a:lnTo>
                <a:lnTo>
                  <a:pt x="433252" y="1820095"/>
                </a:lnTo>
                <a:lnTo>
                  <a:pt x="445051" y="1835651"/>
                </a:lnTo>
                <a:lnTo>
                  <a:pt x="452469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4" name="07_small_GT_pose50_rmsd2_2997">
            <a:extLst>
              <a:ext uri="{FF2B5EF4-FFF2-40B4-BE49-F238E27FC236}">
                <a16:creationId xmlns:a16="http://schemas.microsoft.com/office/drawing/2014/main" id="{CD442C7B-4821-4E3F-B6D0-D387080FA36D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33768" y="1866764"/>
                </a:moveTo>
                <a:lnTo>
                  <a:pt x="121232" y="1866764"/>
                </a:lnTo>
                <a:lnTo>
                  <a:pt x="122390" y="1851207"/>
                </a:lnTo>
                <a:lnTo>
                  <a:pt x="125781" y="1835651"/>
                </a:lnTo>
                <a:lnTo>
                  <a:pt x="131174" y="1820095"/>
                </a:lnTo>
                <a:lnTo>
                  <a:pt x="138211" y="1804538"/>
                </a:lnTo>
                <a:lnTo>
                  <a:pt x="146448" y="1788982"/>
                </a:lnTo>
                <a:lnTo>
                  <a:pt x="155402" y="1773425"/>
                </a:lnTo>
                <a:lnTo>
                  <a:pt x="164597" y="1757869"/>
                </a:lnTo>
                <a:lnTo>
                  <a:pt x="173607" y="1742313"/>
                </a:lnTo>
                <a:lnTo>
                  <a:pt x="182083" y="1726756"/>
                </a:lnTo>
                <a:lnTo>
                  <a:pt x="189773" y="1711200"/>
                </a:lnTo>
                <a:lnTo>
                  <a:pt x="196524" y="1695644"/>
                </a:lnTo>
                <a:lnTo>
                  <a:pt x="202278" y="1680087"/>
                </a:lnTo>
                <a:lnTo>
                  <a:pt x="207049" y="1664531"/>
                </a:lnTo>
                <a:lnTo>
                  <a:pt x="210910" y="1648975"/>
                </a:lnTo>
                <a:lnTo>
                  <a:pt x="213966" y="1633418"/>
                </a:lnTo>
                <a:lnTo>
                  <a:pt x="216335" y="1617862"/>
                </a:lnTo>
                <a:lnTo>
                  <a:pt x="218135" y="1602305"/>
                </a:lnTo>
                <a:lnTo>
                  <a:pt x="219471" y="1586749"/>
                </a:lnTo>
                <a:lnTo>
                  <a:pt x="220429" y="1571193"/>
                </a:lnTo>
                <a:lnTo>
                  <a:pt x="221079" y="1555636"/>
                </a:lnTo>
                <a:lnTo>
                  <a:pt x="221471" y="1540080"/>
                </a:lnTo>
                <a:lnTo>
                  <a:pt x="221643" y="1524524"/>
                </a:lnTo>
                <a:lnTo>
                  <a:pt x="221623" y="1508967"/>
                </a:lnTo>
                <a:lnTo>
                  <a:pt x="221433" y="1493411"/>
                </a:lnTo>
                <a:lnTo>
                  <a:pt x="221093" y="1477855"/>
                </a:lnTo>
                <a:lnTo>
                  <a:pt x="220619" y="1462298"/>
                </a:lnTo>
                <a:lnTo>
                  <a:pt x="220031" y="1446742"/>
                </a:lnTo>
                <a:lnTo>
                  <a:pt x="219345" y="1431185"/>
                </a:lnTo>
                <a:lnTo>
                  <a:pt x="218581" y="1415629"/>
                </a:lnTo>
                <a:lnTo>
                  <a:pt x="217758" y="1400073"/>
                </a:lnTo>
                <a:lnTo>
                  <a:pt x="216897" y="1384516"/>
                </a:lnTo>
                <a:lnTo>
                  <a:pt x="216025" y="1368960"/>
                </a:lnTo>
                <a:lnTo>
                  <a:pt x="215168" y="1353404"/>
                </a:lnTo>
                <a:lnTo>
                  <a:pt x="214362" y="1337847"/>
                </a:lnTo>
                <a:lnTo>
                  <a:pt x="213642" y="1322291"/>
                </a:lnTo>
                <a:lnTo>
                  <a:pt x="213048" y="1306735"/>
                </a:lnTo>
                <a:lnTo>
                  <a:pt x="212619" y="1291178"/>
                </a:lnTo>
                <a:lnTo>
                  <a:pt x="212390" y="1275622"/>
                </a:lnTo>
                <a:lnTo>
                  <a:pt x="212388" y="1260065"/>
                </a:lnTo>
                <a:lnTo>
                  <a:pt x="212627" y="1244509"/>
                </a:lnTo>
                <a:lnTo>
                  <a:pt x="213105" y="1228953"/>
                </a:lnTo>
                <a:lnTo>
                  <a:pt x="213806" y="1213396"/>
                </a:lnTo>
                <a:lnTo>
                  <a:pt x="214695" y="1197840"/>
                </a:lnTo>
                <a:lnTo>
                  <a:pt x="215725" y="1182284"/>
                </a:lnTo>
                <a:lnTo>
                  <a:pt x="216837" y="1166727"/>
                </a:lnTo>
                <a:lnTo>
                  <a:pt x="217969" y="1151171"/>
                </a:lnTo>
                <a:lnTo>
                  <a:pt x="219061" y="1135615"/>
                </a:lnTo>
                <a:lnTo>
                  <a:pt x="220058" y="1120058"/>
                </a:lnTo>
                <a:lnTo>
                  <a:pt x="220916" y="1104502"/>
                </a:lnTo>
                <a:lnTo>
                  <a:pt x="221606" y="1088945"/>
                </a:lnTo>
                <a:lnTo>
                  <a:pt x="222113" y="1073389"/>
                </a:lnTo>
                <a:lnTo>
                  <a:pt x="222439" y="1057833"/>
                </a:lnTo>
                <a:lnTo>
                  <a:pt x="222601" y="1042276"/>
                </a:lnTo>
                <a:lnTo>
                  <a:pt x="222628" y="1026720"/>
                </a:lnTo>
                <a:lnTo>
                  <a:pt x="222555" y="1011164"/>
                </a:lnTo>
                <a:lnTo>
                  <a:pt x="222425" y="995607"/>
                </a:lnTo>
                <a:lnTo>
                  <a:pt x="222279" y="980051"/>
                </a:lnTo>
                <a:lnTo>
                  <a:pt x="222157" y="964495"/>
                </a:lnTo>
                <a:lnTo>
                  <a:pt x="222092" y="948938"/>
                </a:lnTo>
                <a:lnTo>
                  <a:pt x="222107" y="933382"/>
                </a:lnTo>
                <a:lnTo>
                  <a:pt x="222217" y="917825"/>
                </a:lnTo>
                <a:lnTo>
                  <a:pt x="222425" y="902269"/>
                </a:lnTo>
                <a:lnTo>
                  <a:pt x="222726" y="886713"/>
                </a:lnTo>
                <a:lnTo>
                  <a:pt x="223104" y="871156"/>
                </a:lnTo>
                <a:lnTo>
                  <a:pt x="223541" y="855600"/>
                </a:lnTo>
                <a:lnTo>
                  <a:pt x="224012" y="840044"/>
                </a:lnTo>
                <a:lnTo>
                  <a:pt x="224494" y="824487"/>
                </a:lnTo>
                <a:lnTo>
                  <a:pt x="224965" y="808931"/>
                </a:lnTo>
                <a:lnTo>
                  <a:pt x="225406" y="793375"/>
                </a:lnTo>
                <a:lnTo>
                  <a:pt x="225803" y="777818"/>
                </a:lnTo>
                <a:lnTo>
                  <a:pt x="226145" y="762262"/>
                </a:lnTo>
                <a:lnTo>
                  <a:pt x="226425" y="746705"/>
                </a:lnTo>
                <a:lnTo>
                  <a:pt x="226643" y="731149"/>
                </a:lnTo>
                <a:lnTo>
                  <a:pt x="226796" y="715593"/>
                </a:lnTo>
                <a:lnTo>
                  <a:pt x="226887" y="700036"/>
                </a:lnTo>
                <a:lnTo>
                  <a:pt x="226918" y="684480"/>
                </a:lnTo>
                <a:lnTo>
                  <a:pt x="226890" y="668924"/>
                </a:lnTo>
                <a:lnTo>
                  <a:pt x="226805" y="653367"/>
                </a:lnTo>
                <a:lnTo>
                  <a:pt x="226665" y="637811"/>
                </a:lnTo>
                <a:lnTo>
                  <a:pt x="226473" y="622255"/>
                </a:lnTo>
                <a:lnTo>
                  <a:pt x="226230" y="606698"/>
                </a:lnTo>
                <a:lnTo>
                  <a:pt x="225940" y="591142"/>
                </a:lnTo>
                <a:lnTo>
                  <a:pt x="225610" y="575585"/>
                </a:lnTo>
                <a:lnTo>
                  <a:pt x="225248" y="560029"/>
                </a:lnTo>
                <a:lnTo>
                  <a:pt x="224863" y="544473"/>
                </a:lnTo>
                <a:lnTo>
                  <a:pt x="224469" y="528916"/>
                </a:lnTo>
                <a:lnTo>
                  <a:pt x="224079" y="513360"/>
                </a:lnTo>
                <a:lnTo>
                  <a:pt x="223709" y="497804"/>
                </a:lnTo>
                <a:lnTo>
                  <a:pt x="223372" y="482247"/>
                </a:lnTo>
                <a:lnTo>
                  <a:pt x="223083" y="466691"/>
                </a:lnTo>
                <a:lnTo>
                  <a:pt x="222851" y="451135"/>
                </a:lnTo>
                <a:lnTo>
                  <a:pt x="222680" y="435578"/>
                </a:lnTo>
                <a:lnTo>
                  <a:pt x="222570" y="420022"/>
                </a:lnTo>
                <a:lnTo>
                  <a:pt x="222511" y="404465"/>
                </a:lnTo>
                <a:lnTo>
                  <a:pt x="222484" y="388909"/>
                </a:lnTo>
                <a:lnTo>
                  <a:pt x="222459" y="373353"/>
                </a:lnTo>
                <a:lnTo>
                  <a:pt x="222389" y="357796"/>
                </a:lnTo>
                <a:lnTo>
                  <a:pt x="222212" y="342240"/>
                </a:lnTo>
                <a:lnTo>
                  <a:pt x="221841" y="326684"/>
                </a:lnTo>
                <a:lnTo>
                  <a:pt x="221166" y="311127"/>
                </a:lnTo>
                <a:lnTo>
                  <a:pt x="220042" y="295571"/>
                </a:lnTo>
                <a:lnTo>
                  <a:pt x="218294" y="280015"/>
                </a:lnTo>
                <a:lnTo>
                  <a:pt x="215707" y="264458"/>
                </a:lnTo>
                <a:lnTo>
                  <a:pt x="212034" y="248902"/>
                </a:lnTo>
                <a:lnTo>
                  <a:pt x="207001" y="233345"/>
                </a:lnTo>
                <a:lnTo>
                  <a:pt x="200326" y="217789"/>
                </a:lnTo>
                <a:lnTo>
                  <a:pt x="191741" y="202233"/>
                </a:lnTo>
                <a:lnTo>
                  <a:pt x="181025" y="186676"/>
                </a:lnTo>
                <a:lnTo>
                  <a:pt x="168049" y="171120"/>
                </a:lnTo>
                <a:lnTo>
                  <a:pt x="152811" y="155564"/>
                </a:lnTo>
                <a:lnTo>
                  <a:pt x="135484" y="140007"/>
                </a:lnTo>
                <a:lnTo>
                  <a:pt x="116439" y="124451"/>
                </a:lnTo>
                <a:lnTo>
                  <a:pt x="96261" y="108895"/>
                </a:lnTo>
                <a:lnTo>
                  <a:pt x="75737" y="93338"/>
                </a:lnTo>
                <a:lnTo>
                  <a:pt x="55815" y="77782"/>
                </a:lnTo>
                <a:lnTo>
                  <a:pt x="37538" y="62225"/>
                </a:lnTo>
                <a:lnTo>
                  <a:pt x="21960" y="46669"/>
                </a:lnTo>
                <a:lnTo>
                  <a:pt x="10040" y="31113"/>
                </a:lnTo>
                <a:lnTo>
                  <a:pt x="2553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7" y="15556"/>
                </a:lnTo>
                <a:lnTo>
                  <a:pt x="444960" y="31113"/>
                </a:lnTo>
                <a:lnTo>
                  <a:pt x="433040" y="46669"/>
                </a:lnTo>
                <a:lnTo>
                  <a:pt x="417462" y="62225"/>
                </a:lnTo>
                <a:lnTo>
                  <a:pt x="399185" y="77782"/>
                </a:lnTo>
                <a:lnTo>
                  <a:pt x="379263" y="93338"/>
                </a:lnTo>
                <a:lnTo>
                  <a:pt x="358739" y="108895"/>
                </a:lnTo>
                <a:lnTo>
                  <a:pt x="338561" y="124451"/>
                </a:lnTo>
                <a:lnTo>
                  <a:pt x="319516" y="140007"/>
                </a:lnTo>
                <a:lnTo>
                  <a:pt x="302189" y="155564"/>
                </a:lnTo>
                <a:lnTo>
                  <a:pt x="286951" y="171120"/>
                </a:lnTo>
                <a:lnTo>
                  <a:pt x="273975" y="186676"/>
                </a:lnTo>
                <a:lnTo>
                  <a:pt x="263259" y="202233"/>
                </a:lnTo>
                <a:lnTo>
                  <a:pt x="254674" y="217789"/>
                </a:lnTo>
                <a:lnTo>
                  <a:pt x="247999" y="233345"/>
                </a:lnTo>
                <a:lnTo>
                  <a:pt x="242966" y="248902"/>
                </a:lnTo>
                <a:lnTo>
                  <a:pt x="239293" y="264458"/>
                </a:lnTo>
                <a:lnTo>
                  <a:pt x="236706" y="280015"/>
                </a:lnTo>
                <a:lnTo>
                  <a:pt x="234958" y="295571"/>
                </a:lnTo>
                <a:lnTo>
                  <a:pt x="233834" y="311127"/>
                </a:lnTo>
                <a:lnTo>
                  <a:pt x="233159" y="326684"/>
                </a:lnTo>
                <a:lnTo>
                  <a:pt x="232788" y="342240"/>
                </a:lnTo>
                <a:lnTo>
                  <a:pt x="232611" y="357796"/>
                </a:lnTo>
                <a:lnTo>
                  <a:pt x="232541" y="373353"/>
                </a:lnTo>
                <a:lnTo>
                  <a:pt x="232516" y="388909"/>
                </a:lnTo>
                <a:lnTo>
                  <a:pt x="232489" y="404465"/>
                </a:lnTo>
                <a:lnTo>
                  <a:pt x="232430" y="420022"/>
                </a:lnTo>
                <a:lnTo>
                  <a:pt x="232320" y="435578"/>
                </a:lnTo>
                <a:lnTo>
                  <a:pt x="232149" y="451135"/>
                </a:lnTo>
                <a:lnTo>
                  <a:pt x="231917" y="466691"/>
                </a:lnTo>
                <a:lnTo>
                  <a:pt x="231628" y="482247"/>
                </a:lnTo>
                <a:lnTo>
                  <a:pt x="231291" y="497804"/>
                </a:lnTo>
                <a:lnTo>
                  <a:pt x="230921" y="513360"/>
                </a:lnTo>
                <a:lnTo>
                  <a:pt x="230531" y="528916"/>
                </a:lnTo>
                <a:lnTo>
                  <a:pt x="230137" y="544473"/>
                </a:lnTo>
                <a:lnTo>
                  <a:pt x="229752" y="560029"/>
                </a:lnTo>
                <a:lnTo>
                  <a:pt x="229390" y="575585"/>
                </a:lnTo>
                <a:lnTo>
                  <a:pt x="229060" y="591142"/>
                </a:lnTo>
                <a:lnTo>
                  <a:pt x="228770" y="606698"/>
                </a:lnTo>
                <a:lnTo>
                  <a:pt x="228527" y="622255"/>
                </a:lnTo>
                <a:lnTo>
                  <a:pt x="228335" y="637811"/>
                </a:lnTo>
                <a:lnTo>
                  <a:pt x="228195" y="653367"/>
                </a:lnTo>
                <a:lnTo>
                  <a:pt x="228110" y="668924"/>
                </a:lnTo>
                <a:lnTo>
                  <a:pt x="228082" y="684480"/>
                </a:lnTo>
                <a:lnTo>
                  <a:pt x="228113" y="700036"/>
                </a:lnTo>
                <a:lnTo>
                  <a:pt x="228204" y="715593"/>
                </a:lnTo>
                <a:lnTo>
                  <a:pt x="228357" y="731149"/>
                </a:lnTo>
                <a:lnTo>
                  <a:pt x="228575" y="746705"/>
                </a:lnTo>
                <a:lnTo>
                  <a:pt x="228855" y="762262"/>
                </a:lnTo>
                <a:lnTo>
                  <a:pt x="229197" y="777818"/>
                </a:lnTo>
                <a:lnTo>
                  <a:pt x="229594" y="793375"/>
                </a:lnTo>
                <a:lnTo>
                  <a:pt x="230035" y="808931"/>
                </a:lnTo>
                <a:lnTo>
                  <a:pt x="230506" y="824487"/>
                </a:lnTo>
                <a:lnTo>
                  <a:pt x="230988" y="840044"/>
                </a:lnTo>
                <a:lnTo>
                  <a:pt x="231459" y="855600"/>
                </a:lnTo>
                <a:lnTo>
                  <a:pt x="231896" y="871156"/>
                </a:lnTo>
                <a:lnTo>
                  <a:pt x="232274" y="886713"/>
                </a:lnTo>
                <a:lnTo>
                  <a:pt x="232575" y="902269"/>
                </a:lnTo>
                <a:lnTo>
                  <a:pt x="232783" y="917825"/>
                </a:lnTo>
                <a:lnTo>
                  <a:pt x="232893" y="933382"/>
                </a:lnTo>
                <a:lnTo>
                  <a:pt x="232908" y="948938"/>
                </a:lnTo>
                <a:lnTo>
                  <a:pt x="232843" y="964495"/>
                </a:lnTo>
                <a:lnTo>
                  <a:pt x="232721" y="980051"/>
                </a:lnTo>
                <a:lnTo>
                  <a:pt x="232575" y="995607"/>
                </a:lnTo>
                <a:lnTo>
                  <a:pt x="232445" y="1011164"/>
                </a:lnTo>
                <a:lnTo>
                  <a:pt x="232372" y="1026720"/>
                </a:lnTo>
                <a:lnTo>
                  <a:pt x="232399" y="1042276"/>
                </a:lnTo>
                <a:lnTo>
                  <a:pt x="232561" y="1057833"/>
                </a:lnTo>
                <a:lnTo>
                  <a:pt x="232887" y="1073389"/>
                </a:lnTo>
                <a:lnTo>
                  <a:pt x="233394" y="1088945"/>
                </a:lnTo>
                <a:lnTo>
                  <a:pt x="234084" y="1104502"/>
                </a:lnTo>
                <a:lnTo>
                  <a:pt x="234942" y="1120058"/>
                </a:lnTo>
                <a:lnTo>
                  <a:pt x="235939" y="1135615"/>
                </a:lnTo>
                <a:lnTo>
                  <a:pt x="237031" y="1151171"/>
                </a:lnTo>
                <a:lnTo>
                  <a:pt x="238163" y="1166727"/>
                </a:lnTo>
                <a:lnTo>
                  <a:pt x="239275" y="1182284"/>
                </a:lnTo>
                <a:lnTo>
                  <a:pt x="240305" y="1197840"/>
                </a:lnTo>
                <a:lnTo>
                  <a:pt x="241194" y="1213396"/>
                </a:lnTo>
                <a:lnTo>
                  <a:pt x="241895" y="1228953"/>
                </a:lnTo>
                <a:lnTo>
                  <a:pt x="242373" y="1244509"/>
                </a:lnTo>
                <a:lnTo>
                  <a:pt x="242612" y="1260065"/>
                </a:lnTo>
                <a:lnTo>
                  <a:pt x="242610" y="1275622"/>
                </a:lnTo>
                <a:lnTo>
                  <a:pt x="242381" y="1291178"/>
                </a:lnTo>
                <a:lnTo>
                  <a:pt x="241952" y="1306735"/>
                </a:lnTo>
                <a:lnTo>
                  <a:pt x="241358" y="1322291"/>
                </a:lnTo>
                <a:lnTo>
                  <a:pt x="240638" y="1337847"/>
                </a:lnTo>
                <a:lnTo>
                  <a:pt x="239832" y="1353404"/>
                </a:lnTo>
                <a:lnTo>
                  <a:pt x="238975" y="1368960"/>
                </a:lnTo>
                <a:lnTo>
                  <a:pt x="238103" y="1384516"/>
                </a:lnTo>
                <a:lnTo>
                  <a:pt x="237242" y="1400073"/>
                </a:lnTo>
                <a:lnTo>
                  <a:pt x="236419" y="1415629"/>
                </a:lnTo>
                <a:lnTo>
                  <a:pt x="235655" y="1431185"/>
                </a:lnTo>
                <a:lnTo>
                  <a:pt x="234969" y="1446742"/>
                </a:lnTo>
                <a:lnTo>
                  <a:pt x="234381" y="1462298"/>
                </a:lnTo>
                <a:lnTo>
                  <a:pt x="233907" y="1477855"/>
                </a:lnTo>
                <a:lnTo>
                  <a:pt x="233567" y="1493411"/>
                </a:lnTo>
                <a:lnTo>
                  <a:pt x="233377" y="1508967"/>
                </a:lnTo>
                <a:lnTo>
                  <a:pt x="233357" y="1524524"/>
                </a:lnTo>
                <a:lnTo>
                  <a:pt x="233529" y="1540080"/>
                </a:lnTo>
                <a:lnTo>
                  <a:pt x="233921" y="1555636"/>
                </a:lnTo>
                <a:lnTo>
                  <a:pt x="234571" y="1571193"/>
                </a:lnTo>
                <a:lnTo>
                  <a:pt x="235529" y="1586749"/>
                </a:lnTo>
                <a:lnTo>
                  <a:pt x="236865" y="1602305"/>
                </a:lnTo>
                <a:lnTo>
                  <a:pt x="238665" y="1617862"/>
                </a:lnTo>
                <a:lnTo>
                  <a:pt x="241034" y="1633418"/>
                </a:lnTo>
                <a:lnTo>
                  <a:pt x="244090" y="1648975"/>
                </a:lnTo>
                <a:lnTo>
                  <a:pt x="247951" y="1664531"/>
                </a:lnTo>
                <a:lnTo>
                  <a:pt x="252722" y="1680087"/>
                </a:lnTo>
                <a:lnTo>
                  <a:pt x="258476" y="1695644"/>
                </a:lnTo>
                <a:lnTo>
                  <a:pt x="265227" y="1711200"/>
                </a:lnTo>
                <a:lnTo>
                  <a:pt x="272917" y="1726756"/>
                </a:lnTo>
                <a:lnTo>
                  <a:pt x="281393" y="1742313"/>
                </a:lnTo>
                <a:lnTo>
                  <a:pt x="290403" y="1757869"/>
                </a:lnTo>
                <a:lnTo>
                  <a:pt x="299598" y="1773425"/>
                </a:lnTo>
                <a:lnTo>
                  <a:pt x="308552" y="1788982"/>
                </a:lnTo>
                <a:lnTo>
                  <a:pt x="316789" y="1804538"/>
                </a:lnTo>
                <a:lnTo>
                  <a:pt x="323826" y="1820095"/>
                </a:lnTo>
                <a:lnTo>
                  <a:pt x="329219" y="1835651"/>
                </a:lnTo>
                <a:lnTo>
                  <a:pt x="332610" y="1851207"/>
                </a:lnTo>
                <a:lnTo>
                  <a:pt x="333768" y="1866764"/>
                </a:lnTo>
                <a:lnTo>
                  <a:pt x="333768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5" name="07_small_GT_pose50_rmsd2_2998">
            <a:extLst>
              <a:ext uri="{FF2B5EF4-FFF2-40B4-BE49-F238E27FC236}">
                <a16:creationId xmlns:a16="http://schemas.microsoft.com/office/drawing/2014/main" id="{3CA50308-B47C-4546-864D-B61290E237A5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29072" y="1866764"/>
                </a:moveTo>
                <a:lnTo>
                  <a:pt x="125928" y="1866764"/>
                </a:lnTo>
                <a:lnTo>
                  <a:pt x="127035" y="1851207"/>
                </a:lnTo>
                <a:lnTo>
                  <a:pt x="130276" y="1835651"/>
                </a:lnTo>
                <a:lnTo>
                  <a:pt x="135431" y="1820095"/>
                </a:lnTo>
                <a:lnTo>
                  <a:pt x="142156" y="1804538"/>
                </a:lnTo>
                <a:lnTo>
                  <a:pt x="150029" y="1788982"/>
                </a:lnTo>
                <a:lnTo>
                  <a:pt x="158588" y="1773425"/>
                </a:lnTo>
                <a:lnTo>
                  <a:pt x="167377" y="1757869"/>
                </a:lnTo>
                <a:lnTo>
                  <a:pt x="175989" y="1742313"/>
                </a:lnTo>
                <a:lnTo>
                  <a:pt x="184090" y="1726756"/>
                </a:lnTo>
                <a:lnTo>
                  <a:pt x="191440" y="1711200"/>
                </a:lnTo>
                <a:lnTo>
                  <a:pt x="197893" y="1695644"/>
                </a:lnTo>
                <a:lnTo>
                  <a:pt x="203392" y="1680087"/>
                </a:lnTo>
                <a:lnTo>
                  <a:pt x="207953" y="1664531"/>
                </a:lnTo>
                <a:lnTo>
                  <a:pt x="211643" y="1648975"/>
                </a:lnTo>
                <a:lnTo>
                  <a:pt x="214564" y="1633418"/>
                </a:lnTo>
                <a:lnTo>
                  <a:pt x="216829" y="1617862"/>
                </a:lnTo>
                <a:lnTo>
                  <a:pt x="218549" y="1602305"/>
                </a:lnTo>
                <a:lnTo>
                  <a:pt x="219826" y="1586749"/>
                </a:lnTo>
                <a:lnTo>
                  <a:pt x="220742" y="1571193"/>
                </a:lnTo>
                <a:lnTo>
                  <a:pt x="221363" y="1555636"/>
                </a:lnTo>
                <a:lnTo>
                  <a:pt x="221737" y="1540080"/>
                </a:lnTo>
                <a:lnTo>
                  <a:pt x="221902" y="1524524"/>
                </a:lnTo>
                <a:lnTo>
                  <a:pt x="221883" y="1508967"/>
                </a:lnTo>
                <a:lnTo>
                  <a:pt x="221701" y="1493411"/>
                </a:lnTo>
                <a:lnTo>
                  <a:pt x="221376" y="1477855"/>
                </a:lnTo>
                <a:lnTo>
                  <a:pt x="220923" y="1462298"/>
                </a:lnTo>
                <a:lnTo>
                  <a:pt x="220361" y="1446742"/>
                </a:lnTo>
                <a:lnTo>
                  <a:pt x="219706" y="1431185"/>
                </a:lnTo>
                <a:lnTo>
                  <a:pt x="218975" y="1415629"/>
                </a:lnTo>
                <a:lnTo>
                  <a:pt x="218188" y="1400073"/>
                </a:lnTo>
                <a:lnTo>
                  <a:pt x="217366" y="1384516"/>
                </a:lnTo>
                <a:lnTo>
                  <a:pt x="216532" y="1368960"/>
                </a:lnTo>
                <a:lnTo>
                  <a:pt x="215714" y="1353404"/>
                </a:lnTo>
                <a:lnTo>
                  <a:pt x="214943" y="1337847"/>
                </a:lnTo>
                <a:lnTo>
                  <a:pt x="214256" y="1322291"/>
                </a:lnTo>
                <a:lnTo>
                  <a:pt x="213690" y="1306735"/>
                </a:lnTo>
                <a:lnTo>
                  <a:pt x="213282" y="1291178"/>
                </a:lnTo>
                <a:lnTo>
                  <a:pt x="213067" y="1275622"/>
                </a:lnTo>
                <a:lnTo>
                  <a:pt x="213072" y="1260065"/>
                </a:lnTo>
                <a:lnTo>
                  <a:pt x="213309" y="1244509"/>
                </a:lnTo>
                <a:lnTo>
                  <a:pt x="213781" y="1228953"/>
                </a:lnTo>
                <a:lnTo>
                  <a:pt x="214472" y="1213396"/>
                </a:lnTo>
                <a:lnTo>
                  <a:pt x="215352" y="1197840"/>
                </a:lnTo>
                <a:lnTo>
                  <a:pt x="216378" y="1182284"/>
                </a:lnTo>
                <a:lnTo>
                  <a:pt x="217498" y="1166727"/>
                </a:lnTo>
                <a:lnTo>
                  <a:pt x="218655" y="1151171"/>
                </a:lnTo>
                <a:lnTo>
                  <a:pt x="219795" y="1135615"/>
                </a:lnTo>
                <a:lnTo>
                  <a:pt x="220868" y="1120058"/>
                </a:lnTo>
                <a:lnTo>
                  <a:pt x="221834" y="1104502"/>
                </a:lnTo>
                <a:lnTo>
                  <a:pt x="222664" y="1088945"/>
                </a:lnTo>
                <a:lnTo>
                  <a:pt x="223343" y="1073389"/>
                </a:lnTo>
                <a:lnTo>
                  <a:pt x="223868" y="1057833"/>
                </a:lnTo>
                <a:lnTo>
                  <a:pt x="224250" y="1042276"/>
                </a:lnTo>
                <a:lnTo>
                  <a:pt x="224506" y="1026720"/>
                </a:lnTo>
                <a:lnTo>
                  <a:pt x="224660" y="1011164"/>
                </a:lnTo>
                <a:lnTo>
                  <a:pt x="224741" y="995607"/>
                </a:lnTo>
                <a:lnTo>
                  <a:pt x="224776" y="980051"/>
                </a:lnTo>
                <a:lnTo>
                  <a:pt x="224794" y="964495"/>
                </a:lnTo>
                <a:lnTo>
                  <a:pt x="224816" y="948938"/>
                </a:lnTo>
                <a:lnTo>
                  <a:pt x="224859" y="933382"/>
                </a:lnTo>
                <a:lnTo>
                  <a:pt x="224936" y="917825"/>
                </a:lnTo>
                <a:lnTo>
                  <a:pt x="225051" y="902269"/>
                </a:lnTo>
                <a:lnTo>
                  <a:pt x="225204" y="886713"/>
                </a:lnTo>
                <a:lnTo>
                  <a:pt x="225391" y="871156"/>
                </a:lnTo>
                <a:lnTo>
                  <a:pt x="225604" y="855600"/>
                </a:lnTo>
                <a:lnTo>
                  <a:pt x="225832" y="840044"/>
                </a:lnTo>
                <a:lnTo>
                  <a:pt x="226065" y="824487"/>
                </a:lnTo>
                <a:lnTo>
                  <a:pt x="226292" y="808931"/>
                </a:lnTo>
                <a:lnTo>
                  <a:pt x="226507" y="793375"/>
                </a:lnTo>
                <a:lnTo>
                  <a:pt x="226701" y="777818"/>
                </a:lnTo>
                <a:lnTo>
                  <a:pt x="226871" y="762262"/>
                </a:lnTo>
                <a:lnTo>
                  <a:pt x="227015" y="746705"/>
                </a:lnTo>
                <a:lnTo>
                  <a:pt x="227133" y="731149"/>
                </a:lnTo>
                <a:lnTo>
                  <a:pt x="227225" y="715593"/>
                </a:lnTo>
                <a:lnTo>
                  <a:pt x="227294" y="700036"/>
                </a:lnTo>
                <a:lnTo>
                  <a:pt x="227341" y="684480"/>
                </a:lnTo>
                <a:lnTo>
                  <a:pt x="227369" y="668924"/>
                </a:lnTo>
                <a:lnTo>
                  <a:pt x="227378" y="653367"/>
                </a:lnTo>
                <a:lnTo>
                  <a:pt x="227369" y="637811"/>
                </a:lnTo>
                <a:lnTo>
                  <a:pt x="227341" y="622255"/>
                </a:lnTo>
                <a:lnTo>
                  <a:pt x="227294" y="606698"/>
                </a:lnTo>
                <a:lnTo>
                  <a:pt x="227225" y="591142"/>
                </a:lnTo>
                <a:lnTo>
                  <a:pt x="227132" y="575585"/>
                </a:lnTo>
                <a:lnTo>
                  <a:pt x="227013" y="560029"/>
                </a:lnTo>
                <a:lnTo>
                  <a:pt x="226868" y="544473"/>
                </a:lnTo>
                <a:lnTo>
                  <a:pt x="226695" y="528916"/>
                </a:lnTo>
                <a:lnTo>
                  <a:pt x="226497" y="513360"/>
                </a:lnTo>
                <a:lnTo>
                  <a:pt x="226277" y="497804"/>
                </a:lnTo>
                <a:lnTo>
                  <a:pt x="226040" y="482247"/>
                </a:lnTo>
                <a:lnTo>
                  <a:pt x="225792" y="466691"/>
                </a:lnTo>
                <a:lnTo>
                  <a:pt x="225540" y="451135"/>
                </a:lnTo>
                <a:lnTo>
                  <a:pt x="225292" y="435578"/>
                </a:lnTo>
                <a:lnTo>
                  <a:pt x="225052" y="420022"/>
                </a:lnTo>
                <a:lnTo>
                  <a:pt x="224819" y="404465"/>
                </a:lnTo>
                <a:lnTo>
                  <a:pt x="224585" y="388909"/>
                </a:lnTo>
                <a:lnTo>
                  <a:pt x="224331" y="373353"/>
                </a:lnTo>
                <a:lnTo>
                  <a:pt x="224024" y="357796"/>
                </a:lnTo>
                <a:lnTo>
                  <a:pt x="223612" y="342240"/>
                </a:lnTo>
                <a:lnTo>
                  <a:pt x="223020" y="326684"/>
                </a:lnTo>
                <a:lnTo>
                  <a:pt x="222141" y="311127"/>
                </a:lnTo>
                <a:lnTo>
                  <a:pt x="220839" y="295571"/>
                </a:lnTo>
                <a:lnTo>
                  <a:pt x="218938" y="280015"/>
                </a:lnTo>
                <a:lnTo>
                  <a:pt x="216225" y="264458"/>
                </a:lnTo>
                <a:lnTo>
                  <a:pt x="212450" y="248902"/>
                </a:lnTo>
                <a:lnTo>
                  <a:pt x="207337" y="233345"/>
                </a:lnTo>
                <a:lnTo>
                  <a:pt x="200600" y="217789"/>
                </a:lnTo>
                <a:lnTo>
                  <a:pt x="191967" y="202233"/>
                </a:lnTo>
                <a:lnTo>
                  <a:pt x="181215" y="186676"/>
                </a:lnTo>
                <a:lnTo>
                  <a:pt x="168209" y="171120"/>
                </a:lnTo>
                <a:lnTo>
                  <a:pt x="152947" y="155564"/>
                </a:lnTo>
                <a:lnTo>
                  <a:pt x="135599" y="140007"/>
                </a:lnTo>
                <a:lnTo>
                  <a:pt x="116534" y="124451"/>
                </a:lnTo>
                <a:lnTo>
                  <a:pt x="96338" y="108895"/>
                </a:lnTo>
                <a:lnTo>
                  <a:pt x="75797" y="93338"/>
                </a:lnTo>
                <a:lnTo>
                  <a:pt x="55858" y="77782"/>
                </a:lnTo>
                <a:lnTo>
                  <a:pt x="37567" y="62225"/>
                </a:lnTo>
                <a:lnTo>
                  <a:pt x="21976" y="46669"/>
                </a:lnTo>
                <a:lnTo>
                  <a:pt x="10048" y="31113"/>
                </a:lnTo>
                <a:lnTo>
                  <a:pt x="2555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5" y="15556"/>
                </a:lnTo>
                <a:lnTo>
                  <a:pt x="444952" y="31113"/>
                </a:lnTo>
                <a:lnTo>
                  <a:pt x="433024" y="46669"/>
                </a:lnTo>
                <a:lnTo>
                  <a:pt x="417433" y="62225"/>
                </a:lnTo>
                <a:lnTo>
                  <a:pt x="399142" y="77782"/>
                </a:lnTo>
                <a:lnTo>
                  <a:pt x="379203" y="93338"/>
                </a:lnTo>
                <a:lnTo>
                  <a:pt x="358662" y="108895"/>
                </a:lnTo>
                <a:lnTo>
                  <a:pt x="338466" y="124451"/>
                </a:lnTo>
                <a:lnTo>
                  <a:pt x="319401" y="140007"/>
                </a:lnTo>
                <a:lnTo>
                  <a:pt x="302053" y="155564"/>
                </a:lnTo>
                <a:lnTo>
                  <a:pt x="286791" y="171120"/>
                </a:lnTo>
                <a:lnTo>
                  <a:pt x="273785" y="186676"/>
                </a:lnTo>
                <a:lnTo>
                  <a:pt x="263033" y="202233"/>
                </a:lnTo>
                <a:lnTo>
                  <a:pt x="254400" y="217789"/>
                </a:lnTo>
                <a:lnTo>
                  <a:pt x="247663" y="233345"/>
                </a:lnTo>
                <a:lnTo>
                  <a:pt x="242550" y="248902"/>
                </a:lnTo>
                <a:lnTo>
                  <a:pt x="238775" y="264458"/>
                </a:lnTo>
                <a:lnTo>
                  <a:pt x="236062" y="280015"/>
                </a:lnTo>
                <a:lnTo>
                  <a:pt x="234161" y="295571"/>
                </a:lnTo>
                <a:lnTo>
                  <a:pt x="232859" y="311127"/>
                </a:lnTo>
                <a:lnTo>
                  <a:pt x="231980" y="326684"/>
                </a:lnTo>
                <a:lnTo>
                  <a:pt x="231388" y="342240"/>
                </a:lnTo>
                <a:lnTo>
                  <a:pt x="230976" y="357796"/>
                </a:lnTo>
                <a:lnTo>
                  <a:pt x="230669" y="373353"/>
                </a:lnTo>
                <a:lnTo>
                  <a:pt x="230415" y="388909"/>
                </a:lnTo>
                <a:lnTo>
                  <a:pt x="230181" y="404465"/>
                </a:lnTo>
                <a:lnTo>
                  <a:pt x="229948" y="420022"/>
                </a:lnTo>
                <a:lnTo>
                  <a:pt x="229708" y="435578"/>
                </a:lnTo>
                <a:lnTo>
                  <a:pt x="229460" y="451135"/>
                </a:lnTo>
                <a:lnTo>
                  <a:pt x="229208" y="466691"/>
                </a:lnTo>
                <a:lnTo>
                  <a:pt x="228960" y="482247"/>
                </a:lnTo>
                <a:lnTo>
                  <a:pt x="228723" y="497804"/>
                </a:lnTo>
                <a:lnTo>
                  <a:pt x="228503" y="513360"/>
                </a:lnTo>
                <a:lnTo>
                  <a:pt x="228305" y="528916"/>
                </a:lnTo>
                <a:lnTo>
                  <a:pt x="228132" y="544473"/>
                </a:lnTo>
                <a:lnTo>
                  <a:pt x="227987" y="560029"/>
                </a:lnTo>
                <a:lnTo>
                  <a:pt x="227868" y="575585"/>
                </a:lnTo>
                <a:lnTo>
                  <a:pt x="227775" y="591142"/>
                </a:lnTo>
                <a:lnTo>
                  <a:pt x="227706" y="606698"/>
                </a:lnTo>
                <a:lnTo>
                  <a:pt x="227659" y="622255"/>
                </a:lnTo>
                <a:lnTo>
                  <a:pt x="227631" y="637811"/>
                </a:lnTo>
                <a:lnTo>
                  <a:pt x="227622" y="653367"/>
                </a:lnTo>
                <a:lnTo>
                  <a:pt x="227631" y="668924"/>
                </a:lnTo>
                <a:lnTo>
                  <a:pt x="227659" y="684480"/>
                </a:lnTo>
                <a:lnTo>
                  <a:pt x="227706" y="700036"/>
                </a:lnTo>
                <a:lnTo>
                  <a:pt x="227775" y="715593"/>
                </a:lnTo>
                <a:lnTo>
                  <a:pt x="227867" y="731149"/>
                </a:lnTo>
                <a:lnTo>
                  <a:pt x="227985" y="746705"/>
                </a:lnTo>
                <a:lnTo>
                  <a:pt x="228129" y="762262"/>
                </a:lnTo>
                <a:lnTo>
                  <a:pt x="228299" y="777818"/>
                </a:lnTo>
                <a:lnTo>
                  <a:pt x="228493" y="793375"/>
                </a:lnTo>
                <a:lnTo>
                  <a:pt x="228708" y="808931"/>
                </a:lnTo>
                <a:lnTo>
                  <a:pt x="228935" y="824487"/>
                </a:lnTo>
                <a:lnTo>
                  <a:pt x="229168" y="840044"/>
                </a:lnTo>
                <a:lnTo>
                  <a:pt x="229396" y="855600"/>
                </a:lnTo>
                <a:lnTo>
                  <a:pt x="229609" y="871156"/>
                </a:lnTo>
                <a:lnTo>
                  <a:pt x="229796" y="886713"/>
                </a:lnTo>
                <a:lnTo>
                  <a:pt x="229949" y="902269"/>
                </a:lnTo>
                <a:lnTo>
                  <a:pt x="230064" y="917825"/>
                </a:lnTo>
                <a:lnTo>
                  <a:pt x="230141" y="933382"/>
                </a:lnTo>
                <a:lnTo>
                  <a:pt x="230184" y="948938"/>
                </a:lnTo>
                <a:lnTo>
                  <a:pt x="230206" y="964495"/>
                </a:lnTo>
                <a:lnTo>
                  <a:pt x="230224" y="980051"/>
                </a:lnTo>
                <a:lnTo>
                  <a:pt x="230259" y="995607"/>
                </a:lnTo>
                <a:lnTo>
                  <a:pt x="230340" y="1011164"/>
                </a:lnTo>
                <a:lnTo>
                  <a:pt x="230494" y="1026720"/>
                </a:lnTo>
                <a:lnTo>
                  <a:pt x="230750" y="1042276"/>
                </a:lnTo>
                <a:lnTo>
                  <a:pt x="231132" y="1057833"/>
                </a:lnTo>
                <a:lnTo>
                  <a:pt x="231657" y="1073389"/>
                </a:lnTo>
                <a:lnTo>
                  <a:pt x="232336" y="1088945"/>
                </a:lnTo>
                <a:lnTo>
                  <a:pt x="233166" y="1104502"/>
                </a:lnTo>
                <a:lnTo>
                  <a:pt x="234132" y="1120058"/>
                </a:lnTo>
                <a:lnTo>
                  <a:pt x="235205" y="1135615"/>
                </a:lnTo>
                <a:lnTo>
                  <a:pt x="236345" y="1151171"/>
                </a:lnTo>
                <a:lnTo>
                  <a:pt x="237502" y="1166727"/>
                </a:lnTo>
                <a:lnTo>
                  <a:pt x="238622" y="1182284"/>
                </a:lnTo>
                <a:lnTo>
                  <a:pt x="239648" y="1197840"/>
                </a:lnTo>
                <a:lnTo>
                  <a:pt x="240528" y="1213396"/>
                </a:lnTo>
                <a:lnTo>
                  <a:pt x="241219" y="1228953"/>
                </a:lnTo>
                <a:lnTo>
                  <a:pt x="241691" y="1244509"/>
                </a:lnTo>
                <a:lnTo>
                  <a:pt x="241928" y="1260065"/>
                </a:lnTo>
                <a:lnTo>
                  <a:pt x="241932" y="1275622"/>
                </a:lnTo>
                <a:lnTo>
                  <a:pt x="241718" y="1291178"/>
                </a:lnTo>
                <a:lnTo>
                  <a:pt x="241310" y="1306735"/>
                </a:lnTo>
                <a:lnTo>
                  <a:pt x="240744" y="1322291"/>
                </a:lnTo>
                <a:lnTo>
                  <a:pt x="240057" y="1337847"/>
                </a:lnTo>
                <a:lnTo>
                  <a:pt x="239286" y="1353404"/>
                </a:lnTo>
                <a:lnTo>
                  <a:pt x="238468" y="1368960"/>
                </a:lnTo>
                <a:lnTo>
                  <a:pt x="237634" y="1384516"/>
                </a:lnTo>
                <a:lnTo>
                  <a:pt x="236812" y="1400073"/>
                </a:lnTo>
                <a:lnTo>
                  <a:pt x="236025" y="1415629"/>
                </a:lnTo>
                <a:lnTo>
                  <a:pt x="235294" y="1431185"/>
                </a:lnTo>
                <a:lnTo>
                  <a:pt x="234639" y="1446742"/>
                </a:lnTo>
                <a:lnTo>
                  <a:pt x="234077" y="1462298"/>
                </a:lnTo>
                <a:lnTo>
                  <a:pt x="233624" y="1477855"/>
                </a:lnTo>
                <a:lnTo>
                  <a:pt x="233299" y="1493411"/>
                </a:lnTo>
                <a:lnTo>
                  <a:pt x="233117" y="1508967"/>
                </a:lnTo>
                <a:lnTo>
                  <a:pt x="233098" y="1524524"/>
                </a:lnTo>
                <a:lnTo>
                  <a:pt x="233263" y="1540080"/>
                </a:lnTo>
                <a:lnTo>
                  <a:pt x="233637" y="1555636"/>
                </a:lnTo>
                <a:lnTo>
                  <a:pt x="234258" y="1571193"/>
                </a:lnTo>
                <a:lnTo>
                  <a:pt x="235174" y="1586749"/>
                </a:lnTo>
                <a:lnTo>
                  <a:pt x="236451" y="1602305"/>
                </a:lnTo>
                <a:lnTo>
                  <a:pt x="238171" y="1617862"/>
                </a:lnTo>
                <a:lnTo>
                  <a:pt x="240436" y="1633418"/>
                </a:lnTo>
                <a:lnTo>
                  <a:pt x="243357" y="1648975"/>
                </a:lnTo>
                <a:lnTo>
                  <a:pt x="247047" y="1664531"/>
                </a:lnTo>
                <a:lnTo>
                  <a:pt x="251608" y="1680087"/>
                </a:lnTo>
                <a:lnTo>
                  <a:pt x="257107" y="1695644"/>
                </a:lnTo>
                <a:lnTo>
                  <a:pt x="263560" y="1711200"/>
                </a:lnTo>
                <a:lnTo>
                  <a:pt x="270910" y="1726756"/>
                </a:lnTo>
                <a:lnTo>
                  <a:pt x="279011" y="1742313"/>
                </a:lnTo>
                <a:lnTo>
                  <a:pt x="287623" y="1757869"/>
                </a:lnTo>
                <a:lnTo>
                  <a:pt x="296412" y="1773425"/>
                </a:lnTo>
                <a:lnTo>
                  <a:pt x="304971" y="1788982"/>
                </a:lnTo>
                <a:lnTo>
                  <a:pt x="312844" y="1804538"/>
                </a:lnTo>
                <a:lnTo>
                  <a:pt x="319569" y="1820095"/>
                </a:lnTo>
                <a:lnTo>
                  <a:pt x="324724" y="1835651"/>
                </a:lnTo>
                <a:lnTo>
                  <a:pt x="327965" y="1851207"/>
                </a:lnTo>
                <a:lnTo>
                  <a:pt x="329072" y="1866764"/>
                </a:lnTo>
                <a:lnTo>
                  <a:pt x="329072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" name="07_small_GT_pose50_rmsd2_2999">
            <a:extLst>
              <a:ext uri="{FF2B5EF4-FFF2-40B4-BE49-F238E27FC236}">
                <a16:creationId xmlns:a16="http://schemas.microsoft.com/office/drawing/2014/main" id="{894D759A-314E-45F9-BE41-404C15BD3187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29072" y="1866764"/>
                </a:moveTo>
                <a:lnTo>
                  <a:pt x="125928" y="1866764"/>
                </a:lnTo>
                <a:lnTo>
                  <a:pt x="127035" y="1851207"/>
                </a:lnTo>
                <a:lnTo>
                  <a:pt x="130276" y="1835651"/>
                </a:lnTo>
                <a:lnTo>
                  <a:pt x="135431" y="1820095"/>
                </a:lnTo>
                <a:lnTo>
                  <a:pt x="142156" y="1804538"/>
                </a:lnTo>
                <a:lnTo>
                  <a:pt x="150029" y="1788982"/>
                </a:lnTo>
                <a:lnTo>
                  <a:pt x="158588" y="1773425"/>
                </a:lnTo>
                <a:lnTo>
                  <a:pt x="167377" y="1757869"/>
                </a:lnTo>
                <a:lnTo>
                  <a:pt x="175989" y="1742313"/>
                </a:lnTo>
                <a:lnTo>
                  <a:pt x="184090" y="1726756"/>
                </a:lnTo>
                <a:lnTo>
                  <a:pt x="191440" y="1711200"/>
                </a:lnTo>
                <a:lnTo>
                  <a:pt x="197893" y="1695644"/>
                </a:lnTo>
                <a:lnTo>
                  <a:pt x="203392" y="1680087"/>
                </a:lnTo>
                <a:lnTo>
                  <a:pt x="207953" y="1664531"/>
                </a:lnTo>
                <a:lnTo>
                  <a:pt x="211643" y="1648975"/>
                </a:lnTo>
                <a:lnTo>
                  <a:pt x="214564" y="1633418"/>
                </a:lnTo>
                <a:lnTo>
                  <a:pt x="216829" y="1617862"/>
                </a:lnTo>
                <a:lnTo>
                  <a:pt x="218549" y="1602305"/>
                </a:lnTo>
                <a:lnTo>
                  <a:pt x="219826" y="1586749"/>
                </a:lnTo>
                <a:lnTo>
                  <a:pt x="220742" y="1571193"/>
                </a:lnTo>
                <a:lnTo>
                  <a:pt x="221363" y="1555636"/>
                </a:lnTo>
                <a:lnTo>
                  <a:pt x="221737" y="1540080"/>
                </a:lnTo>
                <a:lnTo>
                  <a:pt x="221902" y="1524524"/>
                </a:lnTo>
                <a:lnTo>
                  <a:pt x="221883" y="1508967"/>
                </a:lnTo>
                <a:lnTo>
                  <a:pt x="221701" y="1493411"/>
                </a:lnTo>
                <a:lnTo>
                  <a:pt x="221376" y="1477855"/>
                </a:lnTo>
                <a:lnTo>
                  <a:pt x="220923" y="1462298"/>
                </a:lnTo>
                <a:lnTo>
                  <a:pt x="220361" y="1446742"/>
                </a:lnTo>
                <a:lnTo>
                  <a:pt x="219706" y="1431185"/>
                </a:lnTo>
                <a:lnTo>
                  <a:pt x="218975" y="1415629"/>
                </a:lnTo>
                <a:lnTo>
                  <a:pt x="218188" y="1400073"/>
                </a:lnTo>
                <a:lnTo>
                  <a:pt x="217366" y="1384516"/>
                </a:lnTo>
                <a:lnTo>
                  <a:pt x="216532" y="1368960"/>
                </a:lnTo>
                <a:lnTo>
                  <a:pt x="215714" y="1353404"/>
                </a:lnTo>
                <a:lnTo>
                  <a:pt x="214943" y="1337847"/>
                </a:lnTo>
                <a:lnTo>
                  <a:pt x="214256" y="1322291"/>
                </a:lnTo>
                <a:lnTo>
                  <a:pt x="213690" y="1306735"/>
                </a:lnTo>
                <a:lnTo>
                  <a:pt x="213282" y="1291178"/>
                </a:lnTo>
                <a:lnTo>
                  <a:pt x="213068" y="1275622"/>
                </a:lnTo>
                <a:lnTo>
                  <a:pt x="213072" y="1260065"/>
                </a:lnTo>
                <a:lnTo>
                  <a:pt x="213309" y="1244509"/>
                </a:lnTo>
                <a:lnTo>
                  <a:pt x="213781" y="1228953"/>
                </a:lnTo>
                <a:lnTo>
                  <a:pt x="214472" y="1213396"/>
                </a:lnTo>
                <a:lnTo>
                  <a:pt x="215352" y="1197840"/>
                </a:lnTo>
                <a:lnTo>
                  <a:pt x="216378" y="1182284"/>
                </a:lnTo>
                <a:lnTo>
                  <a:pt x="217498" y="1166727"/>
                </a:lnTo>
                <a:lnTo>
                  <a:pt x="218655" y="1151171"/>
                </a:lnTo>
                <a:lnTo>
                  <a:pt x="219795" y="1135615"/>
                </a:lnTo>
                <a:lnTo>
                  <a:pt x="220868" y="1120058"/>
                </a:lnTo>
                <a:lnTo>
                  <a:pt x="221834" y="1104502"/>
                </a:lnTo>
                <a:lnTo>
                  <a:pt x="222664" y="1088945"/>
                </a:lnTo>
                <a:lnTo>
                  <a:pt x="223343" y="1073389"/>
                </a:lnTo>
                <a:lnTo>
                  <a:pt x="223868" y="1057833"/>
                </a:lnTo>
                <a:lnTo>
                  <a:pt x="224250" y="1042276"/>
                </a:lnTo>
                <a:lnTo>
                  <a:pt x="224506" y="1026720"/>
                </a:lnTo>
                <a:lnTo>
                  <a:pt x="224660" y="1011164"/>
                </a:lnTo>
                <a:lnTo>
                  <a:pt x="224741" y="995607"/>
                </a:lnTo>
                <a:lnTo>
                  <a:pt x="224776" y="980051"/>
                </a:lnTo>
                <a:lnTo>
                  <a:pt x="224794" y="964495"/>
                </a:lnTo>
                <a:lnTo>
                  <a:pt x="224816" y="948938"/>
                </a:lnTo>
                <a:lnTo>
                  <a:pt x="224859" y="933382"/>
                </a:lnTo>
                <a:lnTo>
                  <a:pt x="224936" y="917825"/>
                </a:lnTo>
                <a:lnTo>
                  <a:pt x="225051" y="902269"/>
                </a:lnTo>
                <a:lnTo>
                  <a:pt x="225204" y="886713"/>
                </a:lnTo>
                <a:lnTo>
                  <a:pt x="225391" y="871156"/>
                </a:lnTo>
                <a:lnTo>
                  <a:pt x="225604" y="855600"/>
                </a:lnTo>
                <a:lnTo>
                  <a:pt x="225832" y="840044"/>
                </a:lnTo>
                <a:lnTo>
                  <a:pt x="226065" y="824487"/>
                </a:lnTo>
                <a:lnTo>
                  <a:pt x="226292" y="808931"/>
                </a:lnTo>
                <a:lnTo>
                  <a:pt x="226507" y="793375"/>
                </a:lnTo>
                <a:lnTo>
                  <a:pt x="226701" y="777818"/>
                </a:lnTo>
                <a:lnTo>
                  <a:pt x="226871" y="762262"/>
                </a:lnTo>
                <a:lnTo>
                  <a:pt x="227015" y="746705"/>
                </a:lnTo>
                <a:lnTo>
                  <a:pt x="227133" y="731149"/>
                </a:lnTo>
                <a:lnTo>
                  <a:pt x="227225" y="715593"/>
                </a:lnTo>
                <a:lnTo>
                  <a:pt x="227294" y="700036"/>
                </a:lnTo>
                <a:lnTo>
                  <a:pt x="227341" y="684480"/>
                </a:lnTo>
                <a:lnTo>
                  <a:pt x="227369" y="668924"/>
                </a:lnTo>
                <a:lnTo>
                  <a:pt x="227378" y="653367"/>
                </a:lnTo>
                <a:lnTo>
                  <a:pt x="227369" y="637811"/>
                </a:lnTo>
                <a:lnTo>
                  <a:pt x="227341" y="622255"/>
                </a:lnTo>
                <a:lnTo>
                  <a:pt x="227294" y="606698"/>
                </a:lnTo>
                <a:lnTo>
                  <a:pt x="227225" y="591142"/>
                </a:lnTo>
                <a:lnTo>
                  <a:pt x="227132" y="575585"/>
                </a:lnTo>
                <a:lnTo>
                  <a:pt x="227013" y="560029"/>
                </a:lnTo>
                <a:lnTo>
                  <a:pt x="226868" y="544473"/>
                </a:lnTo>
                <a:lnTo>
                  <a:pt x="226695" y="528916"/>
                </a:lnTo>
                <a:lnTo>
                  <a:pt x="226497" y="513360"/>
                </a:lnTo>
                <a:lnTo>
                  <a:pt x="226277" y="497804"/>
                </a:lnTo>
                <a:lnTo>
                  <a:pt x="226040" y="482247"/>
                </a:lnTo>
                <a:lnTo>
                  <a:pt x="225792" y="466691"/>
                </a:lnTo>
                <a:lnTo>
                  <a:pt x="225540" y="451135"/>
                </a:lnTo>
                <a:lnTo>
                  <a:pt x="225292" y="435578"/>
                </a:lnTo>
                <a:lnTo>
                  <a:pt x="225052" y="420022"/>
                </a:lnTo>
                <a:lnTo>
                  <a:pt x="224819" y="404465"/>
                </a:lnTo>
                <a:lnTo>
                  <a:pt x="224585" y="388909"/>
                </a:lnTo>
                <a:lnTo>
                  <a:pt x="224331" y="373353"/>
                </a:lnTo>
                <a:lnTo>
                  <a:pt x="224024" y="357796"/>
                </a:lnTo>
                <a:lnTo>
                  <a:pt x="223612" y="342240"/>
                </a:lnTo>
                <a:lnTo>
                  <a:pt x="223020" y="326684"/>
                </a:lnTo>
                <a:lnTo>
                  <a:pt x="222141" y="311127"/>
                </a:lnTo>
                <a:lnTo>
                  <a:pt x="220839" y="295571"/>
                </a:lnTo>
                <a:lnTo>
                  <a:pt x="218938" y="280015"/>
                </a:lnTo>
                <a:lnTo>
                  <a:pt x="216225" y="264458"/>
                </a:lnTo>
                <a:lnTo>
                  <a:pt x="212450" y="248902"/>
                </a:lnTo>
                <a:lnTo>
                  <a:pt x="207337" y="233345"/>
                </a:lnTo>
                <a:lnTo>
                  <a:pt x="200600" y="217789"/>
                </a:lnTo>
                <a:lnTo>
                  <a:pt x="191967" y="202233"/>
                </a:lnTo>
                <a:lnTo>
                  <a:pt x="181215" y="186676"/>
                </a:lnTo>
                <a:lnTo>
                  <a:pt x="168209" y="171120"/>
                </a:lnTo>
                <a:lnTo>
                  <a:pt x="152947" y="155564"/>
                </a:lnTo>
                <a:lnTo>
                  <a:pt x="135599" y="140007"/>
                </a:lnTo>
                <a:lnTo>
                  <a:pt x="116534" y="124451"/>
                </a:lnTo>
                <a:lnTo>
                  <a:pt x="96338" y="108895"/>
                </a:lnTo>
                <a:lnTo>
                  <a:pt x="75797" y="93338"/>
                </a:lnTo>
                <a:lnTo>
                  <a:pt x="55858" y="77782"/>
                </a:lnTo>
                <a:lnTo>
                  <a:pt x="37567" y="62225"/>
                </a:lnTo>
                <a:lnTo>
                  <a:pt x="21976" y="46669"/>
                </a:lnTo>
                <a:lnTo>
                  <a:pt x="10048" y="31113"/>
                </a:lnTo>
                <a:lnTo>
                  <a:pt x="2555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5" y="15556"/>
                </a:lnTo>
                <a:lnTo>
                  <a:pt x="444952" y="31113"/>
                </a:lnTo>
                <a:lnTo>
                  <a:pt x="433024" y="46669"/>
                </a:lnTo>
                <a:lnTo>
                  <a:pt x="417433" y="62225"/>
                </a:lnTo>
                <a:lnTo>
                  <a:pt x="399142" y="77782"/>
                </a:lnTo>
                <a:lnTo>
                  <a:pt x="379203" y="93338"/>
                </a:lnTo>
                <a:lnTo>
                  <a:pt x="358662" y="108895"/>
                </a:lnTo>
                <a:lnTo>
                  <a:pt x="338466" y="124451"/>
                </a:lnTo>
                <a:lnTo>
                  <a:pt x="319401" y="140007"/>
                </a:lnTo>
                <a:lnTo>
                  <a:pt x="302053" y="155564"/>
                </a:lnTo>
                <a:lnTo>
                  <a:pt x="286791" y="171120"/>
                </a:lnTo>
                <a:lnTo>
                  <a:pt x="273785" y="186676"/>
                </a:lnTo>
                <a:lnTo>
                  <a:pt x="263033" y="202233"/>
                </a:lnTo>
                <a:lnTo>
                  <a:pt x="254400" y="217789"/>
                </a:lnTo>
                <a:lnTo>
                  <a:pt x="247663" y="233345"/>
                </a:lnTo>
                <a:lnTo>
                  <a:pt x="242550" y="248902"/>
                </a:lnTo>
                <a:lnTo>
                  <a:pt x="238775" y="264458"/>
                </a:lnTo>
                <a:lnTo>
                  <a:pt x="236062" y="280015"/>
                </a:lnTo>
                <a:lnTo>
                  <a:pt x="234161" y="295571"/>
                </a:lnTo>
                <a:lnTo>
                  <a:pt x="232859" y="311127"/>
                </a:lnTo>
                <a:lnTo>
                  <a:pt x="231980" y="326684"/>
                </a:lnTo>
                <a:lnTo>
                  <a:pt x="231388" y="342240"/>
                </a:lnTo>
                <a:lnTo>
                  <a:pt x="230976" y="357796"/>
                </a:lnTo>
                <a:lnTo>
                  <a:pt x="230669" y="373353"/>
                </a:lnTo>
                <a:lnTo>
                  <a:pt x="230415" y="388909"/>
                </a:lnTo>
                <a:lnTo>
                  <a:pt x="230181" y="404465"/>
                </a:lnTo>
                <a:lnTo>
                  <a:pt x="229948" y="420022"/>
                </a:lnTo>
                <a:lnTo>
                  <a:pt x="229708" y="435578"/>
                </a:lnTo>
                <a:lnTo>
                  <a:pt x="229460" y="451135"/>
                </a:lnTo>
                <a:lnTo>
                  <a:pt x="229208" y="466691"/>
                </a:lnTo>
                <a:lnTo>
                  <a:pt x="228960" y="482247"/>
                </a:lnTo>
                <a:lnTo>
                  <a:pt x="228723" y="497804"/>
                </a:lnTo>
                <a:lnTo>
                  <a:pt x="228503" y="513360"/>
                </a:lnTo>
                <a:lnTo>
                  <a:pt x="228305" y="528916"/>
                </a:lnTo>
                <a:lnTo>
                  <a:pt x="228132" y="544473"/>
                </a:lnTo>
                <a:lnTo>
                  <a:pt x="227987" y="560029"/>
                </a:lnTo>
                <a:lnTo>
                  <a:pt x="227868" y="575585"/>
                </a:lnTo>
                <a:lnTo>
                  <a:pt x="227775" y="591142"/>
                </a:lnTo>
                <a:lnTo>
                  <a:pt x="227706" y="606698"/>
                </a:lnTo>
                <a:lnTo>
                  <a:pt x="227659" y="622255"/>
                </a:lnTo>
                <a:lnTo>
                  <a:pt x="227631" y="637811"/>
                </a:lnTo>
                <a:lnTo>
                  <a:pt x="227622" y="653367"/>
                </a:lnTo>
                <a:lnTo>
                  <a:pt x="227631" y="668924"/>
                </a:lnTo>
                <a:lnTo>
                  <a:pt x="227659" y="684480"/>
                </a:lnTo>
                <a:lnTo>
                  <a:pt x="227706" y="700036"/>
                </a:lnTo>
                <a:lnTo>
                  <a:pt x="227775" y="715593"/>
                </a:lnTo>
                <a:lnTo>
                  <a:pt x="227867" y="731149"/>
                </a:lnTo>
                <a:lnTo>
                  <a:pt x="227985" y="746705"/>
                </a:lnTo>
                <a:lnTo>
                  <a:pt x="228129" y="762262"/>
                </a:lnTo>
                <a:lnTo>
                  <a:pt x="228299" y="777818"/>
                </a:lnTo>
                <a:lnTo>
                  <a:pt x="228493" y="793375"/>
                </a:lnTo>
                <a:lnTo>
                  <a:pt x="228708" y="808931"/>
                </a:lnTo>
                <a:lnTo>
                  <a:pt x="228935" y="824487"/>
                </a:lnTo>
                <a:lnTo>
                  <a:pt x="229168" y="840044"/>
                </a:lnTo>
                <a:lnTo>
                  <a:pt x="229396" y="855600"/>
                </a:lnTo>
                <a:lnTo>
                  <a:pt x="229609" y="871156"/>
                </a:lnTo>
                <a:lnTo>
                  <a:pt x="229796" y="886713"/>
                </a:lnTo>
                <a:lnTo>
                  <a:pt x="229949" y="902269"/>
                </a:lnTo>
                <a:lnTo>
                  <a:pt x="230064" y="917825"/>
                </a:lnTo>
                <a:lnTo>
                  <a:pt x="230141" y="933382"/>
                </a:lnTo>
                <a:lnTo>
                  <a:pt x="230184" y="948938"/>
                </a:lnTo>
                <a:lnTo>
                  <a:pt x="230206" y="964495"/>
                </a:lnTo>
                <a:lnTo>
                  <a:pt x="230224" y="980051"/>
                </a:lnTo>
                <a:lnTo>
                  <a:pt x="230259" y="995607"/>
                </a:lnTo>
                <a:lnTo>
                  <a:pt x="230340" y="1011164"/>
                </a:lnTo>
                <a:lnTo>
                  <a:pt x="230494" y="1026720"/>
                </a:lnTo>
                <a:lnTo>
                  <a:pt x="230750" y="1042276"/>
                </a:lnTo>
                <a:lnTo>
                  <a:pt x="231132" y="1057833"/>
                </a:lnTo>
                <a:lnTo>
                  <a:pt x="231657" y="1073389"/>
                </a:lnTo>
                <a:lnTo>
                  <a:pt x="232336" y="1088945"/>
                </a:lnTo>
                <a:lnTo>
                  <a:pt x="233166" y="1104502"/>
                </a:lnTo>
                <a:lnTo>
                  <a:pt x="234132" y="1120058"/>
                </a:lnTo>
                <a:lnTo>
                  <a:pt x="235205" y="1135615"/>
                </a:lnTo>
                <a:lnTo>
                  <a:pt x="236345" y="1151171"/>
                </a:lnTo>
                <a:lnTo>
                  <a:pt x="237502" y="1166727"/>
                </a:lnTo>
                <a:lnTo>
                  <a:pt x="238622" y="1182284"/>
                </a:lnTo>
                <a:lnTo>
                  <a:pt x="239648" y="1197840"/>
                </a:lnTo>
                <a:lnTo>
                  <a:pt x="240528" y="1213396"/>
                </a:lnTo>
                <a:lnTo>
                  <a:pt x="241219" y="1228953"/>
                </a:lnTo>
                <a:lnTo>
                  <a:pt x="241691" y="1244509"/>
                </a:lnTo>
                <a:lnTo>
                  <a:pt x="241928" y="1260065"/>
                </a:lnTo>
                <a:lnTo>
                  <a:pt x="241932" y="1275622"/>
                </a:lnTo>
                <a:lnTo>
                  <a:pt x="241718" y="1291178"/>
                </a:lnTo>
                <a:lnTo>
                  <a:pt x="241310" y="1306735"/>
                </a:lnTo>
                <a:lnTo>
                  <a:pt x="240744" y="1322291"/>
                </a:lnTo>
                <a:lnTo>
                  <a:pt x="240057" y="1337847"/>
                </a:lnTo>
                <a:lnTo>
                  <a:pt x="239286" y="1353404"/>
                </a:lnTo>
                <a:lnTo>
                  <a:pt x="238468" y="1368960"/>
                </a:lnTo>
                <a:lnTo>
                  <a:pt x="237634" y="1384516"/>
                </a:lnTo>
                <a:lnTo>
                  <a:pt x="236812" y="1400073"/>
                </a:lnTo>
                <a:lnTo>
                  <a:pt x="236025" y="1415629"/>
                </a:lnTo>
                <a:lnTo>
                  <a:pt x="235294" y="1431185"/>
                </a:lnTo>
                <a:lnTo>
                  <a:pt x="234639" y="1446742"/>
                </a:lnTo>
                <a:lnTo>
                  <a:pt x="234077" y="1462298"/>
                </a:lnTo>
                <a:lnTo>
                  <a:pt x="233624" y="1477855"/>
                </a:lnTo>
                <a:lnTo>
                  <a:pt x="233299" y="1493411"/>
                </a:lnTo>
                <a:lnTo>
                  <a:pt x="233117" y="1508967"/>
                </a:lnTo>
                <a:lnTo>
                  <a:pt x="233098" y="1524524"/>
                </a:lnTo>
                <a:lnTo>
                  <a:pt x="233263" y="1540080"/>
                </a:lnTo>
                <a:lnTo>
                  <a:pt x="233637" y="1555636"/>
                </a:lnTo>
                <a:lnTo>
                  <a:pt x="234258" y="1571193"/>
                </a:lnTo>
                <a:lnTo>
                  <a:pt x="235174" y="1586749"/>
                </a:lnTo>
                <a:lnTo>
                  <a:pt x="236451" y="1602305"/>
                </a:lnTo>
                <a:lnTo>
                  <a:pt x="238171" y="1617862"/>
                </a:lnTo>
                <a:lnTo>
                  <a:pt x="240436" y="1633418"/>
                </a:lnTo>
                <a:lnTo>
                  <a:pt x="243357" y="1648975"/>
                </a:lnTo>
                <a:lnTo>
                  <a:pt x="247047" y="1664531"/>
                </a:lnTo>
                <a:lnTo>
                  <a:pt x="251608" y="1680087"/>
                </a:lnTo>
                <a:lnTo>
                  <a:pt x="257107" y="1695644"/>
                </a:lnTo>
                <a:lnTo>
                  <a:pt x="263560" y="1711200"/>
                </a:lnTo>
                <a:lnTo>
                  <a:pt x="270910" y="1726756"/>
                </a:lnTo>
                <a:lnTo>
                  <a:pt x="279011" y="1742313"/>
                </a:lnTo>
                <a:lnTo>
                  <a:pt x="287623" y="1757869"/>
                </a:lnTo>
                <a:lnTo>
                  <a:pt x="296412" y="1773425"/>
                </a:lnTo>
                <a:lnTo>
                  <a:pt x="304971" y="1788982"/>
                </a:lnTo>
                <a:lnTo>
                  <a:pt x="312844" y="1804538"/>
                </a:lnTo>
                <a:lnTo>
                  <a:pt x="319569" y="1820095"/>
                </a:lnTo>
                <a:lnTo>
                  <a:pt x="324724" y="1835651"/>
                </a:lnTo>
                <a:lnTo>
                  <a:pt x="327965" y="1851207"/>
                </a:lnTo>
                <a:lnTo>
                  <a:pt x="329072" y="1866764"/>
                </a:lnTo>
                <a:lnTo>
                  <a:pt x="329072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7" name="07_small_GT_pose50_rmsd2_3000">
            <a:extLst>
              <a:ext uri="{FF2B5EF4-FFF2-40B4-BE49-F238E27FC236}">
                <a16:creationId xmlns:a16="http://schemas.microsoft.com/office/drawing/2014/main" id="{2C7DFA52-04AA-4E4F-9F49-14F3C6615801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3001">
            <a:extLst>
              <a:ext uri="{FF2B5EF4-FFF2-40B4-BE49-F238E27FC236}">
                <a16:creationId xmlns:a16="http://schemas.microsoft.com/office/drawing/2014/main" id="{F00020E6-676E-46BD-BE6E-450CC06895CB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7_small_GT_pose50_rmsd2_3002">
            <a:extLst>
              <a:ext uri="{FF2B5EF4-FFF2-40B4-BE49-F238E27FC236}">
                <a16:creationId xmlns:a16="http://schemas.microsoft.com/office/drawing/2014/main" id="{98AB0205-0AE7-436E-93AD-75B6B3814788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3003">
            <a:extLst>
              <a:ext uri="{FF2B5EF4-FFF2-40B4-BE49-F238E27FC236}">
                <a16:creationId xmlns:a16="http://schemas.microsoft.com/office/drawing/2014/main" id="{3296526C-7CCF-4628-9504-C2DCA0C8E0EB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7_small_GT_pose50_rmsd2_3004">
            <a:extLst>
              <a:ext uri="{FF2B5EF4-FFF2-40B4-BE49-F238E27FC236}">
                <a16:creationId xmlns:a16="http://schemas.microsoft.com/office/drawing/2014/main" id="{D75E3F1B-6D6B-42EE-96D2-728ABD07417F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3005">
            <a:extLst>
              <a:ext uri="{FF2B5EF4-FFF2-40B4-BE49-F238E27FC236}">
                <a16:creationId xmlns:a16="http://schemas.microsoft.com/office/drawing/2014/main" id="{969FA406-C325-4AE2-9496-E9BE0EFD9E7D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7_small_GT_pose50_rmsd2_3006">
            <a:extLst>
              <a:ext uri="{FF2B5EF4-FFF2-40B4-BE49-F238E27FC236}">
                <a16:creationId xmlns:a16="http://schemas.microsoft.com/office/drawing/2014/main" id="{50995D4E-5B93-42EC-AA44-4EE3F60E72D0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3007">
            <a:extLst>
              <a:ext uri="{FF2B5EF4-FFF2-40B4-BE49-F238E27FC236}">
                <a16:creationId xmlns:a16="http://schemas.microsoft.com/office/drawing/2014/main" id="{1D3D94A7-654D-4D1C-A24E-968775B21B75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7_small_GT_pose50_rmsd2_3008">
            <a:extLst>
              <a:ext uri="{FF2B5EF4-FFF2-40B4-BE49-F238E27FC236}">
                <a16:creationId xmlns:a16="http://schemas.microsoft.com/office/drawing/2014/main" id="{DC581BB4-9BC7-48AD-BB10-B6147C424D50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3009">
            <a:extLst>
              <a:ext uri="{FF2B5EF4-FFF2-40B4-BE49-F238E27FC236}">
                <a16:creationId xmlns:a16="http://schemas.microsoft.com/office/drawing/2014/main" id="{A9D73649-E4F2-4C65-8D12-F03047B7C6D5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3010">
            <a:extLst>
              <a:ext uri="{FF2B5EF4-FFF2-40B4-BE49-F238E27FC236}">
                <a16:creationId xmlns:a16="http://schemas.microsoft.com/office/drawing/2014/main" id="{97F20148-7B85-491E-9EFA-A1099EFC303F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7_small_GT_pose50_rmsd2_3011">
            <a:extLst>
              <a:ext uri="{FF2B5EF4-FFF2-40B4-BE49-F238E27FC236}">
                <a16:creationId xmlns:a16="http://schemas.microsoft.com/office/drawing/2014/main" id="{D6AA058C-75AC-4C6B-8D2C-0BDA849523D6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7_small_GT_pose50_rmsd2_3012">
            <a:extLst>
              <a:ext uri="{FF2B5EF4-FFF2-40B4-BE49-F238E27FC236}">
                <a16:creationId xmlns:a16="http://schemas.microsoft.com/office/drawing/2014/main" id="{8D65FFF4-3A79-4525-830D-BDFF06A7ACBA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3013">
            <a:extLst>
              <a:ext uri="{FF2B5EF4-FFF2-40B4-BE49-F238E27FC236}">
                <a16:creationId xmlns:a16="http://schemas.microsoft.com/office/drawing/2014/main" id="{B6801207-4F39-42DF-A5B5-A2BC3B55602E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7_small_GT_pose50_rmsd2_3014">
            <a:extLst>
              <a:ext uri="{FF2B5EF4-FFF2-40B4-BE49-F238E27FC236}">
                <a16:creationId xmlns:a16="http://schemas.microsoft.com/office/drawing/2014/main" id="{310656AF-A396-4429-B4D8-D1E90056F220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7_small_GT_pose50_rmsd2_3015">
            <a:extLst>
              <a:ext uri="{FF2B5EF4-FFF2-40B4-BE49-F238E27FC236}">
                <a16:creationId xmlns:a16="http://schemas.microsoft.com/office/drawing/2014/main" id="{64D013A9-0E2F-4461-BCAC-5912AD910113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3016">
            <a:extLst>
              <a:ext uri="{FF2B5EF4-FFF2-40B4-BE49-F238E27FC236}">
                <a16:creationId xmlns:a16="http://schemas.microsoft.com/office/drawing/2014/main" id="{AA49BA02-ABF8-4CEC-9336-6138D9F976D7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7_small_GT_pose50_rmsd2_3017">
            <a:extLst>
              <a:ext uri="{FF2B5EF4-FFF2-40B4-BE49-F238E27FC236}">
                <a16:creationId xmlns:a16="http://schemas.microsoft.com/office/drawing/2014/main" id="{422AE9E5-77D8-4828-814E-118E812BC5E6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7_small_GT_pose50_rmsd2_3018">
            <a:extLst>
              <a:ext uri="{FF2B5EF4-FFF2-40B4-BE49-F238E27FC236}">
                <a16:creationId xmlns:a16="http://schemas.microsoft.com/office/drawing/2014/main" id="{DEA327B3-666C-4F82-9A65-9FEE63C6126A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3019">
            <a:extLst>
              <a:ext uri="{FF2B5EF4-FFF2-40B4-BE49-F238E27FC236}">
                <a16:creationId xmlns:a16="http://schemas.microsoft.com/office/drawing/2014/main" id="{E5EE266F-5612-4DF3-B69A-754117225ECA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7_small_GT_pose50_rmsd2_3020">
            <a:extLst>
              <a:ext uri="{FF2B5EF4-FFF2-40B4-BE49-F238E27FC236}">
                <a16:creationId xmlns:a16="http://schemas.microsoft.com/office/drawing/2014/main" id="{9C09DEF7-BAA1-4ADC-8CD0-E4309672D629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7_small_GT_pose50_rmsd2_3021">
            <a:extLst>
              <a:ext uri="{FF2B5EF4-FFF2-40B4-BE49-F238E27FC236}">
                <a16:creationId xmlns:a16="http://schemas.microsoft.com/office/drawing/2014/main" id="{27352941-39E9-4044-B24B-68D2EC66EA1B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3022">
            <a:extLst>
              <a:ext uri="{FF2B5EF4-FFF2-40B4-BE49-F238E27FC236}">
                <a16:creationId xmlns:a16="http://schemas.microsoft.com/office/drawing/2014/main" id="{5B8AAD01-D511-43B3-859E-78BFC3609F93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7_small_GT_pose50_rmsd2_3023">
            <a:extLst>
              <a:ext uri="{FF2B5EF4-FFF2-40B4-BE49-F238E27FC236}">
                <a16:creationId xmlns:a16="http://schemas.microsoft.com/office/drawing/2014/main" id="{76D1D8B5-2E6E-4B7E-9007-A5B914BF2CE5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7_small_GT_pose50_rmsd2_3024">
            <a:extLst>
              <a:ext uri="{FF2B5EF4-FFF2-40B4-BE49-F238E27FC236}">
                <a16:creationId xmlns:a16="http://schemas.microsoft.com/office/drawing/2014/main" id="{F070D8F5-9440-4B4E-BAD8-675363ADCA7F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3025">
            <a:extLst>
              <a:ext uri="{FF2B5EF4-FFF2-40B4-BE49-F238E27FC236}">
                <a16:creationId xmlns:a16="http://schemas.microsoft.com/office/drawing/2014/main" id="{EFB7C7DD-B32F-4B8A-A6B9-F822D6D92518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3026">
            <a:extLst>
              <a:ext uri="{FF2B5EF4-FFF2-40B4-BE49-F238E27FC236}">
                <a16:creationId xmlns:a16="http://schemas.microsoft.com/office/drawing/2014/main" id="{2CC331EB-ECB7-45A1-8460-F4B8C3033C22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7_small_GT_pose50_rmsd2_3027">
            <a:extLst>
              <a:ext uri="{FF2B5EF4-FFF2-40B4-BE49-F238E27FC236}">
                <a16:creationId xmlns:a16="http://schemas.microsoft.com/office/drawing/2014/main" id="{325593FF-38ED-498C-9D97-31F0E39DF508}"/>
              </a:ext>
            </a:extLst>
          </p:cNvPr>
          <p:cNvSpPr>
            <a:spLocks noGrp="1"/>
          </p:cNvSpPr>
          <p:nvPr/>
        </p:nvSpPr>
        <p:spPr>
          <a:xfrm>
            <a:off x="14848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7_small_GT_pose50_rmsd2_3028">
            <a:extLst>
              <a:ext uri="{FF2B5EF4-FFF2-40B4-BE49-F238E27FC236}">
                <a16:creationId xmlns:a16="http://schemas.microsoft.com/office/drawing/2014/main" id="{52055F53-37FF-4476-BAC3-022BE4B34E2D}"/>
              </a:ext>
            </a:extLst>
          </p:cNvPr>
          <p:cNvSpPr>
            <a:spLocks noGrp="1"/>
          </p:cNvSpPr>
          <p:nvPr/>
        </p:nvSpPr>
        <p:spPr>
          <a:xfrm>
            <a:off x="1718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7_small_GT_pose50_rmsd2_3029">
            <a:extLst>
              <a:ext uri="{FF2B5EF4-FFF2-40B4-BE49-F238E27FC236}">
                <a16:creationId xmlns:a16="http://schemas.microsoft.com/office/drawing/2014/main" id="{F56EFFAB-CBB5-40F9-A719-DF44035935E8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7_small_GT_pose50_rmsd2_3030">
            <a:extLst>
              <a:ext uri="{FF2B5EF4-FFF2-40B4-BE49-F238E27FC236}">
                <a16:creationId xmlns:a16="http://schemas.microsoft.com/office/drawing/2014/main" id="{5D827ECA-7557-40D2-9908-9C262DDDE682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7_small_GT_pose50_rmsd2_3031">
            <a:extLst>
              <a:ext uri="{FF2B5EF4-FFF2-40B4-BE49-F238E27FC236}">
                <a16:creationId xmlns:a16="http://schemas.microsoft.com/office/drawing/2014/main" id="{FB24607C-8D65-4962-B96A-83682E20E99A}"/>
              </a:ext>
            </a:extLst>
          </p:cNvPr>
          <p:cNvSpPr>
            <a:spLocks noGrp="1"/>
          </p:cNvSpPr>
          <p:nvPr/>
        </p:nvSpPr>
        <p:spPr>
          <a:xfrm>
            <a:off x="1721426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7_small_GT_pose50_rmsd2_3032">
            <a:extLst>
              <a:ext uri="{FF2B5EF4-FFF2-40B4-BE49-F238E27FC236}">
                <a16:creationId xmlns:a16="http://schemas.microsoft.com/office/drawing/2014/main" id="{EFDDF651-E690-402C-A86A-F834E5C667E6}"/>
              </a:ext>
            </a:extLst>
          </p:cNvPr>
          <p:cNvSpPr>
            <a:spLocks noGrp="1"/>
          </p:cNvSpPr>
          <p:nvPr/>
        </p:nvSpPr>
        <p:spPr>
          <a:xfrm>
            <a:off x="1653376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7_small_GT_pose50_rmsd2_3033">
            <a:extLst>
              <a:ext uri="{FF2B5EF4-FFF2-40B4-BE49-F238E27FC236}">
                <a16:creationId xmlns:a16="http://schemas.microsoft.com/office/drawing/2014/main" id="{15C51005-AC7E-4DF8-A548-A12D33174C8A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7_small_GT_pose50_rmsd2_3034">
            <a:extLst>
              <a:ext uri="{FF2B5EF4-FFF2-40B4-BE49-F238E27FC236}">
                <a16:creationId xmlns:a16="http://schemas.microsoft.com/office/drawing/2014/main" id="{24A2BE02-26BB-46B4-82A7-57E39B9863A9}"/>
              </a:ext>
            </a:extLst>
          </p:cNvPr>
          <p:cNvSpPr>
            <a:spLocks noGrp="1"/>
          </p:cNvSpPr>
          <p:nvPr/>
        </p:nvSpPr>
        <p:spPr>
          <a:xfrm>
            <a:off x="1518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7_small_GT_pose50_rmsd2_3035">
            <a:extLst>
              <a:ext uri="{FF2B5EF4-FFF2-40B4-BE49-F238E27FC236}">
                <a16:creationId xmlns:a16="http://schemas.microsoft.com/office/drawing/2014/main" id="{72CE9695-9AB3-41E6-8E97-94699E2F82CA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7_small_GT_pose50_rmsd2_3036">
            <a:extLst>
              <a:ext uri="{FF2B5EF4-FFF2-40B4-BE49-F238E27FC236}">
                <a16:creationId xmlns:a16="http://schemas.microsoft.com/office/drawing/2014/main" id="{F5867CA4-3D37-4780-91CF-5D504FADC3C7}"/>
              </a:ext>
            </a:extLst>
          </p:cNvPr>
          <p:cNvSpPr>
            <a:spLocks noGrp="1"/>
          </p:cNvSpPr>
          <p:nvPr/>
        </p:nvSpPr>
        <p:spPr>
          <a:xfrm>
            <a:off x="1522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7_small_GT_pose50_rmsd2_3037">
            <a:extLst>
              <a:ext uri="{FF2B5EF4-FFF2-40B4-BE49-F238E27FC236}">
                <a16:creationId xmlns:a16="http://schemas.microsoft.com/office/drawing/2014/main" id="{0EE0BC39-F2B9-42E3-B80D-4E577F5B25E3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7_small_GT_pose50_rmsd2_3038">
            <a:extLst>
              <a:ext uri="{FF2B5EF4-FFF2-40B4-BE49-F238E27FC236}">
                <a16:creationId xmlns:a16="http://schemas.microsoft.com/office/drawing/2014/main" id="{26192A3A-AF37-4641-9FE2-8695DA2744F9}"/>
              </a:ext>
            </a:extLst>
          </p:cNvPr>
          <p:cNvSpPr>
            <a:spLocks noGrp="1"/>
          </p:cNvSpPr>
          <p:nvPr/>
        </p:nvSpPr>
        <p:spPr>
          <a:xfrm>
            <a:off x="1429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7_small_GT_pose50_rmsd2_3039">
            <a:extLst>
              <a:ext uri="{FF2B5EF4-FFF2-40B4-BE49-F238E27FC236}">
                <a16:creationId xmlns:a16="http://schemas.microsoft.com/office/drawing/2014/main" id="{02A16F2C-8D6D-42B3-8EB1-F3F1F00CD60B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7_small_GT_pose50_rmsd2_3040">
            <a:extLst>
              <a:ext uri="{FF2B5EF4-FFF2-40B4-BE49-F238E27FC236}">
                <a16:creationId xmlns:a16="http://schemas.microsoft.com/office/drawing/2014/main" id="{6CE6C93A-4524-48FD-B1CD-E09D129E2F39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7_small_GT_pose50_rmsd2_3041">
            <a:extLst>
              <a:ext uri="{FF2B5EF4-FFF2-40B4-BE49-F238E27FC236}">
                <a16:creationId xmlns:a16="http://schemas.microsoft.com/office/drawing/2014/main" id="{263542A1-4485-4A76-B6EA-EF35FF78579E}"/>
              </a:ext>
            </a:extLst>
          </p:cNvPr>
          <p:cNvSpPr>
            <a:spLocks noGrp="1"/>
          </p:cNvSpPr>
          <p:nvPr/>
        </p:nvSpPr>
        <p:spPr>
          <a:xfrm>
            <a:off x="17083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7_small_GT_pose50_rmsd2_3042">
            <a:extLst>
              <a:ext uri="{FF2B5EF4-FFF2-40B4-BE49-F238E27FC236}">
                <a16:creationId xmlns:a16="http://schemas.microsoft.com/office/drawing/2014/main" id="{A2134D01-C46E-4D30-9971-E857C286DBD6}"/>
              </a:ext>
            </a:extLst>
          </p:cNvPr>
          <p:cNvSpPr>
            <a:spLocks noGrp="1"/>
          </p:cNvSpPr>
          <p:nvPr/>
        </p:nvSpPr>
        <p:spPr>
          <a:xfrm>
            <a:off x="1468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7_small_GT_pose50_rmsd2_3043">
            <a:extLst>
              <a:ext uri="{FF2B5EF4-FFF2-40B4-BE49-F238E27FC236}">
                <a16:creationId xmlns:a16="http://schemas.microsoft.com/office/drawing/2014/main" id="{0BD64EE8-48B1-4667-A2BD-C3E2516BE827}"/>
              </a:ext>
            </a:extLst>
          </p:cNvPr>
          <p:cNvSpPr>
            <a:spLocks noGrp="1"/>
          </p:cNvSpPr>
          <p:nvPr/>
        </p:nvSpPr>
        <p:spPr>
          <a:xfrm>
            <a:off x="1456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7_small_GT_pose50_rmsd2_3044">
            <a:extLst>
              <a:ext uri="{FF2B5EF4-FFF2-40B4-BE49-F238E27FC236}">
                <a16:creationId xmlns:a16="http://schemas.microsoft.com/office/drawing/2014/main" id="{D2E417DE-AD55-4E90-AA06-1D7EE6E4B037}"/>
              </a:ext>
            </a:extLst>
          </p:cNvPr>
          <p:cNvSpPr>
            <a:spLocks noGrp="1"/>
          </p:cNvSpPr>
          <p:nvPr/>
        </p:nvSpPr>
        <p:spPr>
          <a:xfrm>
            <a:off x="1565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7_small_GT_pose50_rmsd2_3045">
            <a:extLst>
              <a:ext uri="{FF2B5EF4-FFF2-40B4-BE49-F238E27FC236}">
                <a16:creationId xmlns:a16="http://schemas.microsoft.com/office/drawing/2014/main" id="{629B746B-0D29-425A-9E05-5D7E351C4B9D}"/>
              </a:ext>
            </a:extLst>
          </p:cNvPr>
          <p:cNvSpPr>
            <a:spLocks noGrp="1"/>
          </p:cNvSpPr>
          <p:nvPr/>
        </p:nvSpPr>
        <p:spPr>
          <a:xfrm>
            <a:off x="1469478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7_small_GT_pose50_rmsd2_3046">
            <a:extLst>
              <a:ext uri="{FF2B5EF4-FFF2-40B4-BE49-F238E27FC236}">
                <a16:creationId xmlns:a16="http://schemas.microsoft.com/office/drawing/2014/main" id="{D2C72503-D0E3-464E-B8D2-DC402A6C73C4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7_small_GT_pose50_rmsd2_3047">
            <a:extLst>
              <a:ext uri="{FF2B5EF4-FFF2-40B4-BE49-F238E27FC236}">
                <a16:creationId xmlns:a16="http://schemas.microsoft.com/office/drawing/2014/main" id="{281993BB-F65C-4B05-A2C8-AEAD6CD03FA2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7_small_GT_pose50_rmsd2_3048">
            <a:extLst>
              <a:ext uri="{FF2B5EF4-FFF2-40B4-BE49-F238E27FC236}">
                <a16:creationId xmlns:a16="http://schemas.microsoft.com/office/drawing/2014/main" id="{0DE82313-C39D-4245-9906-2CB4962E0979}"/>
              </a:ext>
            </a:extLst>
          </p:cNvPr>
          <p:cNvSpPr>
            <a:spLocks noGrp="1"/>
          </p:cNvSpPr>
          <p:nvPr/>
        </p:nvSpPr>
        <p:spPr>
          <a:xfrm>
            <a:off x="1528608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7_small_GT_pose50_rmsd2_3049">
            <a:extLst>
              <a:ext uri="{FF2B5EF4-FFF2-40B4-BE49-F238E27FC236}">
                <a16:creationId xmlns:a16="http://schemas.microsoft.com/office/drawing/2014/main" id="{41960DB0-8E9B-464C-871E-75A7B67A35BB}"/>
              </a:ext>
            </a:extLst>
          </p:cNvPr>
          <p:cNvSpPr>
            <a:spLocks noGrp="1"/>
          </p:cNvSpPr>
          <p:nvPr/>
        </p:nvSpPr>
        <p:spPr>
          <a:xfrm>
            <a:off x="1399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7_small_GT_pose50_rmsd2_3050">
            <a:extLst>
              <a:ext uri="{FF2B5EF4-FFF2-40B4-BE49-F238E27FC236}">
                <a16:creationId xmlns:a16="http://schemas.microsoft.com/office/drawing/2014/main" id="{E1E63F38-A0DF-43A5-958B-9208A3EB23E9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7_small_GT_pose50_rmsd2_3051">
            <a:extLst>
              <a:ext uri="{FF2B5EF4-FFF2-40B4-BE49-F238E27FC236}">
                <a16:creationId xmlns:a16="http://schemas.microsoft.com/office/drawing/2014/main" id="{C5B87D3D-C950-4B1C-9BEE-01A1513DE222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7_small_GT_pose50_rmsd2_3052">
            <a:extLst>
              <a:ext uri="{FF2B5EF4-FFF2-40B4-BE49-F238E27FC236}">
                <a16:creationId xmlns:a16="http://schemas.microsoft.com/office/drawing/2014/main" id="{073FAF17-EE3B-46A9-885F-91C8DBF0FFC6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7_small_GT_pose50_rmsd2_3053">
            <a:extLst>
              <a:ext uri="{FF2B5EF4-FFF2-40B4-BE49-F238E27FC236}">
                <a16:creationId xmlns:a16="http://schemas.microsoft.com/office/drawing/2014/main" id="{5518EFB2-1BE9-4790-B7D2-4A9BABB7E65B}"/>
              </a:ext>
            </a:extLst>
          </p:cNvPr>
          <p:cNvSpPr>
            <a:spLocks noGrp="1"/>
          </p:cNvSpPr>
          <p:nvPr/>
        </p:nvSpPr>
        <p:spPr>
          <a:xfrm>
            <a:off x="1500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7_small_GT_pose50_rmsd2_3054">
            <a:extLst>
              <a:ext uri="{FF2B5EF4-FFF2-40B4-BE49-F238E27FC236}">
                <a16:creationId xmlns:a16="http://schemas.microsoft.com/office/drawing/2014/main" id="{BEE056E3-B3FB-4471-B276-70D4FD1B4A34}"/>
              </a:ext>
            </a:extLst>
          </p:cNvPr>
          <p:cNvSpPr>
            <a:spLocks noGrp="1"/>
          </p:cNvSpPr>
          <p:nvPr/>
        </p:nvSpPr>
        <p:spPr>
          <a:xfrm>
            <a:off x="1628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7_small_GT_pose50_rmsd2_3055">
            <a:extLst>
              <a:ext uri="{FF2B5EF4-FFF2-40B4-BE49-F238E27FC236}">
                <a16:creationId xmlns:a16="http://schemas.microsoft.com/office/drawing/2014/main" id="{9EA02573-35D9-4130-BF36-6C9ACD944960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7_small_GT_pose50_rmsd2_3056">
            <a:extLst>
              <a:ext uri="{FF2B5EF4-FFF2-40B4-BE49-F238E27FC236}">
                <a16:creationId xmlns:a16="http://schemas.microsoft.com/office/drawing/2014/main" id="{69D3CFEC-AA3E-4E49-A72B-D6C35AD8587E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7_small_GT_pose50_rmsd2_3057">
            <a:extLst>
              <a:ext uri="{FF2B5EF4-FFF2-40B4-BE49-F238E27FC236}">
                <a16:creationId xmlns:a16="http://schemas.microsoft.com/office/drawing/2014/main" id="{44FB06AF-68A8-462F-9DC5-5922015EFFDF}"/>
              </a:ext>
            </a:extLst>
          </p:cNvPr>
          <p:cNvSpPr>
            <a:spLocks noGrp="1"/>
          </p:cNvSpPr>
          <p:nvPr/>
        </p:nvSpPr>
        <p:spPr>
          <a:xfrm>
            <a:off x="16392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7_small_GT_pose50_rmsd2_3058">
            <a:extLst>
              <a:ext uri="{FF2B5EF4-FFF2-40B4-BE49-F238E27FC236}">
                <a16:creationId xmlns:a16="http://schemas.microsoft.com/office/drawing/2014/main" id="{545C00B9-7A94-4DBF-96B0-79CF1683A107}"/>
              </a:ext>
            </a:extLst>
          </p:cNvPr>
          <p:cNvSpPr>
            <a:spLocks noGrp="1"/>
          </p:cNvSpPr>
          <p:nvPr/>
        </p:nvSpPr>
        <p:spPr>
          <a:xfrm>
            <a:off x="1415967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7_small_GT_pose50_rmsd2_3059">
            <a:extLst>
              <a:ext uri="{FF2B5EF4-FFF2-40B4-BE49-F238E27FC236}">
                <a16:creationId xmlns:a16="http://schemas.microsoft.com/office/drawing/2014/main" id="{7849C09E-CE92-48EB-9EA9-50CC21E58D2D}"/>
              </a:ext>
            </a:extLst>
          </p:cNvPr>
          <p:cNvSpPr>
            <a:spLocks noGrp="1"/>
          </p:cNvSpPr>
          <p:nvPr/>
        </p:nvSpPr>
        <p:spPr>
          <a:xfrm>
            <a:off x="1408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7_small_GT_pose50_rmsd2_3060">
            <a:extLst>
              <a:ext uri="{FF2B5EF4-FFF2-40B4-BE49-F238E27FC236}">
                <a16:creationId xmlns:a16="http://schemas.microsoft.com/office/drawing/2014/main" id="{F66ACAAA-F306-49CC-A204-F49871E0BDE2}"/>
              </a:ext>
            </a:extLst>
          </p:cNvPr>
          <p:cNvSpPr>
            <a:spLocks noGrp="1"/>
          </p:cNvSpPr>
          <p:nvPr/>
        </p:nvSpPr>
        <p:spPr>
          <a:xfrm>
            <a:off x="16870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7_small_GT_pose50_rmsd2_3061">
            <a:extLst>
              <a:ext uri="{FF2B5EF4-FFF2-40B4-BE49-F238E27FC236}">
                <a16:creationId xmlns:a16="http://schemas.microsoft.com/office/drawing/2014/main" id="{A74E1F52-57F7-46A3-998D-666BBB22A889}"/>
              </a:ext>
            </a:extLst>
          </p:cNvPr>
          <p:cNvSpPr>
            <a:spLocks noGrp="1"/>
          </p:cNvSpPr>
          <p:nvPr/>
        </p:nvSpPr>
        <p:spPr>
          <a:xfrm>
            <a:off x="1406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7_small_GT_pose50_rmsd2_3062">
            <a:extLst>
              <a:ext uri="{FF2B5EF4-FFF2-40B4-BE49-F238E27FC236}">
                <a16:creationId xmlns:a16="http://schemas.microsoft.com/office/drawing/2014/main" id="{23E457C8-CA79-414A-A9F8-396F7BF3738D}"/>
              </a:ext>
            </a:extLst>
          </p:cNvPr>
          <p:cNvSpPr>
            <a:spLocks noGrp="1"/>
          </p:cNvSpPr>
          <p:nvPr/>
        </p:nvSpPr>
        <p:spPr>
          <a:xfrm>
            <a:off x="1511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7_small_GT_pose50_rmsd2_3063">
            <a:extLst>
              <a:ext uri="{FF2B5EF4-FFF2-40B4-BE49-F238E27FC236}">
                <a16:creationId xmlns:a16="http://schemas.microsoft.com/office/drawing/2014/main" id="{EBDE4D1B-C9C2-4C6C-A191-8F2DEF486545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7_small_GT_pose50_rmsd2_3064">
            <a:extLst>
              <a:ext uri="{FF2B5EF4-FFF2-40B4-BE49-F238E27FC236}">
                <a16:creationId xmlns:a16="http://schemas.microsoft.com/office/drawing/2014/main" id="{FE9F1A9A-16A2-4E1E-AD69-A00E5759D821}"/>
              </a:ext>
            </a:extLst>
          </p:cNvPr>
          <p:cNvSpPr>
            <a:spLocks noGrp="1"/>
          </p:cNvSpPr>
          <p:nvPr/>
        </p:nvSpPr>
        <p:spPr>
          <a:xfrm>
            <a:off x="1440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7_small_GT_pose50_rmsd2_3065">
            <a:extLst>
              <a:ext uri="{FF2B5EF4-FFF2-40B4-BE49-F238E27FC236}">
                <a16:creationId xmlns:a16="http://schemas.microsoft.com/office/drawing/2014/main" id="{7BB3160D-AAD5-4228-9A56-A11A6522D99B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7_small_GT_pose50_rmsd2_3066">
            <a:extLst>
              <a:ext uri="{FF2B5EF4-FFF2-40B4-BE49-F238E27FC236}">
                <a16:creationId xmlns:a16="http://schemas.microsoft.com/office/drawing/2014/main" id="{9A676BDC-6AC0-4A85-91A3-8701849E2201}"/>
              </a:ext>
            </a:extLst>
          </p:cNvPr>
          <p:cNvSpPr>
            <a:spLocks noGrp="1"/>
          </p:cNvSpPr>
          <p:nvPr/>
        </p:nvSpPr>
        <p:spPr>
          <a:xfrm>
            <a:off x="1494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7_small_GT_pose50_rmsd2_3067">
            <a:extLst>
              <a:ext uri="{FF2B5EF4-FFF2-40B4-BE49-F238E27FC236}">
                <a16:creationId xmlns:a16="http://schemas.microsoft.com/office/drawing/2014/main" id="{6CE021D1-905D-4FFC-8E14-7E70B86B9C7E}"/>
              </a:ext>
            </a:extLst>
          </p:cNvPr>
          <p:cNvSpPr>
            <a:spLocks noGrp="1"/>
          </p:cNvSpPr>
          <p:nvPr/>
        </p:nvSpPr>
        <p:spPr>
          <a:xfrm>
            <a:off x="1697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7_small_GT_pose50_rmsd2_3068">
            <a:extLst>
              <a:ext uri="{FF2B5EF4-FFF2-40B4-BE49-F238E27FC236}">
                <a16:creationId xmlns:a16="http://schemas.microsoft.com/office/drawing/2014/main" id="{F4E62B20-68EC-4103-ABE7-7C9468B42E69}"/>
              </a:ext>
            </a:extLst>
          </p:cNvPr>
          <p:cNvSpPr>
            <a:spLocks noGrp="1"/>
          </p:cNvSpPr>
          <p:nvPr/>
        </p:nvSpPr>
        <p:spPr>
          <a:xfrm>
            <a:off x="1586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7_small_GT_pose50_rmsd2_3069">
            <a:extLst>
              <a:ext uri="{FF2B5EF4-FFF2-40B4-BE49-F238E27FC236}">
                <a16:creationId xmlns:a16="http://schemas.microsoft.com/office/drawing/2014/main" id="{2F383695-D106-4D7D-9C06-2FB5E11180C2}"/>
              </a:ext>
            </a:extLst>
          </p:cNvPr>
          <p:cNvSpPr>
            <a:spLocks noGrp="1"/>
          </p:cNvSpPr>
          <p:nvPr/>
        </p:nvSpPr>
        <p:spPr>
          <a:xfrm>
            <a:off x="1579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7_small_GT_pose50_rmsd2_3070">
            <a:extLst>
              <a:ext uri="{FF2B5EF4-FFF2-40B4-BE49-F238E27FC236}">
                <a16:creationId xmlns:a16="http://schemas.microsoft.com/office/drawing/2014/main" id="{DE36AE1E-57A8-42E7-B3F6-2F40D968ED3D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7_small_GT_pose50_rmsd2_3071">
            <a:extLst>
              <a:ext uri="{FF2B5EF4-FFF2-40B4-BE49-F238E27FC236}">
                <a16:creationId xmlns:a16="http://schemas.microsoft.com/office/drawing/2014/main" id="{233CD6D0-1AFC-4523-A9B9-ABC486AE9D52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7_small_GT_pose50_rmsd2_3072">
            <a:extLst>
              <a:ext uri="{FF2B5EF4-FFF2-40B4-BE49-F238E27FC236}">
                <a16:creationId xmlns:a16="http://schemas.microsoft.com/office/drawing/2014/main" id="{BF5F2CA2-67E9-4628-BB88-201A03E70087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7_small_GT_pose50_rmsd2_3073">
            <a:extLst>
              <a:ext uri="{FF2B5EF4-FFF2-40B4-BE49-F238E27FC236}">
                <a16:creationId xmlns:a16="http://schemas.microsoft.com/office/drawing/2014/main" id="{1B3C1368-EA09-4C27-9B93-2C5201100D78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7_small_GT_pose50_rmsd2_3074">
            <a:extLst>
              <a:ext uri="{FF2B5EF4-FFF2-40B4-BE49-F238E27FC236}">
                <a16:creationId xmlns:a16="http://schemas.microsoft.com/office/drawing/2014/main" id="{D776197E-35D9-4072-A328-B4A2CC00BBAC}"/>
              </a:ext>
            </a:extLst>
          </p:cNvPr>
          <p:cNvSpPr>
            <a:spLocks noGrp="1"/>
          </p:cNvSpPr>
          <p:nvPr/>
        </p:nvSpPr>
        <p:spPr>
          <a:xfrm>
            <a:off x="1478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7_small_GT_pose50_rmsd2_3075">
            <a:extLst>
              <a:ext uri="{FF2B5EF4-FFF2-40B4-BE49-F238E27FC236}">
                <a16:creationId xmlns:a16="http://schemas.microsoft.com/office/drawing/2014/main" id="{9774BDD1-ED5B-42D5-8263-20BA0D3DFC57}"/>
              </a:ext>
            </a:extLst>
          </p:cNvPr>
          <p:cNvSpPr>
            <a:spLocks noGrp="1"/>
          </p:cNvSpPr>
          <p:nvPr/>
        </p:nvSpPr>
        <p:spPr>
          <a:xfrm>
            <a:off x="1394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7_small_GT_pose50_rmsd2_3076">
            <a:extLst>
              <a:ext uri="{FF2B5EF4-FFF2-40B4-BE49-F238E27FC236}">
                <a16:creationId xmlns:a16="http://schemas.microsoft.com/office/drawing/2014/main" id="{D82E17BA-D835-4C6E-A908-BA673E5C2401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7_small_GT_pose50_rmsd2_3077">
            <a:extLst>
              <a:ext uri="{FF2B5EF4-FFF2-40B4-BE49-F238E27FC236}">
                <a16:creationId xmlns:a16="http://schemas.microsoft.com/office/drawing/2014/main" id="{C45EF6BE-1D9D-49FC-B88F-2C3F00FEEC12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7_small_GT_pose50_rmsd2_3078">
            <a:extLst>
              <a:ext uri="{FF2B5EF4-FFF2-40B4-BE49-F238E27FC236}">
                <a16:creationId xmlns:a16="http://schemas.microsoft.com/office/drawing/2014/main" id="{191333AA-99BF-4945-A6F9-DFDF54F9A1DB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7_small_GT_pose50_rmsd2_3079">
            <a:extLst>
              <a:ext uri="{FF2B5EF4-FFF2-40B4-BE49-F238E27FC236}">
                <a16:creationId xmlns:a16="http://schemas.microsoft.com/office/drawing/2014/main" id="{D6C72253-208D-4AAB-95DF-35C2827226A1}"/>
              </a:ext>
            </a:extLst>
          </p:cNvPr>
          <p:cNvSpPr>
            <a:spLocks noGrp="1"/>
          </p:cNvSpPr>
          <p:nvPr/>
        </p:nvSpPr>
        <p:spPr>
          <a:xfrm>
            <a:off x="166519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7_small_GT_pose50_rmsd2_3080">
            <a:extLst>
              <a:ext uri="{FF2B5EF4-FFF2-40B4-BE49-F238E27FC236}">
                <a16:creationId xmlns:a16="http://schemas.microsoft.com/office/drawing/2014/main" id="{9DD68E23-758D-4396-A55D-D0E02C25E69D}"/>
              </a:ext>
            </a:extLst>
          </p:cNvPr>
          <p:cNvSpPr>
            <a:spLocks noGrp="1"/>
          </p:cNvSpPr>
          <p:nvPr/>
        </p:nvSpPr>
        <p:spPr>
          <a:xfrm>
            <a:off x="16532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7_small_GT_pose50_rmsd2_3081">
            <a:extLst>
              <a:ext uri="{FF2B5EF4-FFF2-40B4-BE49-F238E27FC236}">
                <a16:creationId xmlns:a16="http://schemas.microsoft.com/office/drawing/2014/main" id="{C8F62485-921C-4AA3-BDE4-E1C6C66B90DE}"/>
              </a:ext>
            </a:extLst>
          </p:cNvPr>
          <p:cNvSpPr>
            <a:spLocks noGrp="1"/>
          </p:cNvSpPr>
          <p:nvPr/>
        </p:nvSpPr>
        <p:spPr>
          <a:xfrm>
            <a:off x="144667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7_small_GT_pose50_rmsd2_3082">
            <a:extLst>
              <a:ext uri="{FF2B5EF4-FFF2-40B4-BE49-F238E27FC236}">
                <a16:creationId xmlns:a16="http://schemas.microsoft.com/office/drawing/2014/main" id="{306A3085-3B43-44F1-8ED8-ABA10C86F63D}"/>
              </a:ext>
            </a:extLst>
          </p:cNvPr>
          <p:cNvSpPr>
            <a:spLocks noGrp="1"/>
          </p:cNvSpPr>
          <p:nvPr/>
        </p:nvSpPr>
        <p:spPr>
          <a:xfrm>
            <a:off x="1582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7_small_GT_pose50_rmsd2_3083">
            <a:extLst>
              <a:ext uri="{FF2B5EF4-FFF2-40B4-BE49-F238E27FC236}">
                <a16:creationId xmlns:a16="http://schemas.microsoft.com/office/drawing/2014/main" id="{68FA35D8-015B-4726-AA5F-B3272EE7D000}"/>
              </a:ext>
            </a:extLst>
          </p:cNvPr>
          <p:cNvSpPr>
            <a:spLocks noGrp="1"/>
          </p:cNvSpPr>
          <p:nvPr/>
        </p:nvSpPr>
        <p:spPr>
          <a:xfrm>
            <a:off x="1592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7_small_GT_pose50_rmsd2_3084">
            <a:extLst>
              <a:ext uri="{FF2B5EF4-FFF2-40B4-BE49-F238E27FC236}">
                <a16:creationId xmlns:a16="http://schemas.microsoft.com/office/drawing/2014/main" id="{8B06FB03-170B-4FEA-96F8-CF9556DF6381}"/>
              </a:ext>
            </a:extLst>
          </p:cNvPr>
          <p:cNvSpPr>
            <a:spLocks noGrp="1"/>
          </p:cNvSpPr>
          <p:nvPr/>
        </p:nvSpPr>
        <p:spPr>
          <a:xfrm>
            <a:off x="1674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7_small_GT_pose50_rmsd2_3085">
            <a:extLst>
              <a:ext uri="{FF2B5EF4-FFF2-40B4-BE49-F238E27FC236}">
                <a16:creationId xmlns:a16="http://schemas.microsoft.com/office/drawing/2014/main" id="{BC1C3C3E-3B5E-43A0-A2FC-B6625F20DC6B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7_small_GT_pose50_rmsd2_3086">
            <a:extLst>
              <a:ext uri="{FF2B5EF4-FFF2-40B4-BE49-F238E27FC236}">
                <a16:creationId xmlns:a16="http://schemas.microsoft.com/office/drawing/2014/main" id="{6E247A3A-CC4F-450A-8535-358E474F9692}"/>
              </a:ext>
            </a:extLst>
          </p:cNvPr>
          <p:cNvSpPr>
            <a:spLocks noGrp="1"/>
          </p:cNvSpPr>
          <p:nvPr/>
        </p:nvSpPr>
        <p:spPr>
          <a:xfrm>
            <a:off x="1685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7_small_GT_pose50_rmsd2_3087">
            <a:extLst>
              <a:ext uri="{FF2B5EF4-FFF2-40B4-BE49-F238E27FC236}">
                <a16:creationId xmlns:a16="http://schemas.microsoft.com/office/drawing/2014/main" id="{A6EEB207-1E7E-4DA6-87E8-4D181CFC7B75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7_small_GT_pose50_rmsd2_3088">
            <a:extLst>
              <a:ext uri="{FF2B5EF4-FFF2-40B4-BE49-F238E27FC236}">
                <a16:creationId xmlns:a16="http://schemas.microsoft.com/office/drawing/2014/main" id="{2C321090-F7DD-4659-893E-D0094221B64F}"/>
              </a:ext>
            </a:extLst>
          </p:cNvPr>
          <p:cNvSpPr>
            <a:spLocks noGrp="1"/>
          </p:cNvSpPr>
          <p:nvPr/>
        </p:nvSpPr>
        <p:spPr>
          <a:xfrm>
            <a:off x="165367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7_small_GT_pose50_rmsd2_3089">
            <a:extLst>
              <a:ext uri="{FF2B5EF4-FFF2-40B4-BE49-F238E27FC236}">
                <a16:creationId xmlns:a16="http://schemas.microsoft.com/office/drawing/2014/main" id="{FD6645EB-B996-4EDE-AD12-BE81D6F17DDA}"/>
              </a:ext>
            </a:extLst>
          </p:cNvPr>
          <p:cNvSpPr>
            <a:spLocks noGrp="1"/>
          </p:cNvSpPr>
          <p:nvPr/>
        </p:nvSpPr>
        <p:spPr>
          <a:xfrm>
            <a:off x="1610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7_small_GT_pose50_rmsd2_3090">
            <a:extLst>
              <a:ext uri="{FF2B5EF4-FFF2-40B4-BE49-F238E27FC236}">
                <a16:creationId xmlns:a16="http://schemas.microsoft.com/office/drawing/2014/main" id="{46332FE7-1150-49FD-B3DB-F35BC5701672}"/>
              </a:ext>
            </a:extLst>
          </p:cNvPr>
          <p:cNvSpPr>
            <a:spLocks noGrp="1"/>
          </p:cNvSpPr>
          <p:nvPr/>
        </p:nvSpPr>
        <p:spPr>
          <a:xfrm>
            <a:off x="147548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7_small_GT_pose50_rmsd2_3091">
            <a:extLst>
              <a:ext uri="{FF2B5EF4-FFF2-40B4-BE49-F238E27FC236}">
                <a16:creationId xmlns:a16="http://schemas.microsoft.com/office/drawing/2014/main" id="{C5F29726-4715-4F88-9A1E-01519456F936}"/>
              </a:ext>
            </a:extLst>
          </p:cNvPr>
          <p:cNvSpPr>
            <a:spLocks noGrp="1"/>
          </p:cNvSpPr>
          <p:nvPr/>
        </p:nvSpPr>
        <p:spPr>
          <a:xfrm>
            <a:off x="14368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7_small_GT_pose50_rmsd2_3092">
            <a:extLst>
              <a:ext uri="{FF2B5EF4-FFF2-40B4-BE49-F238E27FC236}">
                <a16:creationId xmlns:a16="http://schemas.microsoft.com/office/drawing/2014/main" id="{60321FAA-55D2-4106-9BB0-16D784228047}"/>
              </a:ext>
            </a:extLst>
          </p:cNvPr>
          <p:cNvSpPr>
            <a:spLocks noGrp="1"/>
          </p:cNvSpPr>
          <p:nvPr/>
        </p:nvSpPr>
        <p:spPr>
          <a:xfrm>
            <a:off x="1574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7_small_GT_pose50_rmsd2_3093">
            <a:extLst>
              <a:ext uri="{FF2B5EF4-FFF2-40B4-BE49-F238E27FC236}">
                <a16:creationId xmlns:a16="http://schemas.microsoft.com/office/drawing/2014/main" id="{AF19E27E-BB5C-43E7-A4B1-FB701006081A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7_small_GT_pose50_rmsd2_3094">
            <a:extLst>
              <a:ext uri="{FF2B5EF4-FFF2-40B4-BE49-F238E27FC236}">
                <a16:creationId xmlns:a16="http://schemas.microsoft.com/office/drawing/2014/main" id="{90FC56C9-FE26-498B-BB93-55E99A176D8A}"/>
              </a:ext>
            </a:extLst>
          </p:cNvPr>
          <p:cNvSpPr>
            <a:spLocks noGrp="1"/>
          </p:cNvSpPr>
          <p:nvPr/>
        </p:nvSpPr>
        <p:spPr>
          <a:xfrm>
            <a:off x="1649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7_small_GT_pose50_rmsd2_3095">
            <a:extLst>
              <a:ext uri="{FF2B5EF4-FFF2-40B4-BE49-F238E27FC236}">
                <a16:creationId xmlns:a16="http://schemas.microsoft.com/office/drawing/2014/main" id="{BC821E1F-292B-402A-A6FC-7F1282D7DCCE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7_small_GT_pose50_rmsd2_3096">
            <a:extLst>
              <a:ext uri="{FF2B5EF4-FFF2-40B4-BE49-F238E27FC236}">
                <a16:creationId xmlns:a16="http://schemas.microsoft.com/office/drawing/2014/main" id="{5C4BD9A9-28BB-47C6-A8EF-2464E5E63075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7_small_GT_pose50_rmsd2_3097">
            <a:extLst>
              <a:ext uri="{FF2B5EF4-FFF2-40B4-BE49-F238E27FC236}">
                <a16:creationId xmlns:a16="http://schemas.microsoft.com/office/drawing/2014/main" id="{F921DC18-BA55-4866-9ADA-0BBF3EEECC81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7_small_GT_pose50_rmsd2_3098">
            <a:extLst>
              <a:ext uri="{FF2B5EF4-FFF2-40B4-BE49-F238E27FC236}">
                <a16:creationId xmlns:a16="http://schemas.microsoft.com/office/drawing/2014/main" id="{9B4363C5-70EE-4FCC-A998-ECE8CF1BEDFF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7_small_GT_pose50_rmsd2_3099">
            <a:extLst>
              <a:ext uri="{FF2B5EF4-FFF2-40B4-BE49-F238E27FC236}">
                <a16:creationId xmlns:a16="http://schemas.microsoft.com/office/drawing/2014/main" id="{10110ADC-14B2-4FFC-A4FB-86907A5D4C73}"/>
              </a:ext>
            </a:extLst>
          </p:cNvPr>
          <p:cNvSpPr>
            <a:spLocks noGrp="1"/>
          </p:cNvSpPr>
          <p:nvPr/>
        </p:nvSpPr>
        <p:spPr>
          <a:xfrm>
            <a:off x="1719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7_small_GT_pose50_rmsd2_3100">
            <a:extLst>
              <a:ext uri="{FF2B5EF4-FFF2-40B4-BE49-F238E27FC236}">
                <a16:creationId xmlns:a16="http://schemas.microsoft.com/office/drawing/2014/main" id="{7AF952FE-6A4F-472C-8079-B583DE11063B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7_small_GT_pose50_rmsd2_3101">
            <a:extLst>
              <a:ext uri="{FF2B5EF4-FFF2-40B4-BE49-F238E27FC236}">
                <a16:creationId xmlns:a16="http://schemas.microsoft.com/office/drawing/2014/main" id="{E41BD3A2-B96D-4CDA-AAE9-13250E40CBD4}"/>
              </a:ext>
            </a:extLst>
          </p:cNvPr>
          <p:cNvSpPr>
            <a:spLocks noGrp="1"/>
          </p:cNvSpPr>
          <p:nvPr/>
        </p:nvSpPr>
        <p:spPr>
          <a:xfrm>
            <a:off x="1539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7_small_GT_pose50_rmsd2_3102">
            <a:extLst>
              <a:ext uri="{FF2B5EF4-FFF2-40B4-BE49-F238E27FC236}">
                <a16:creationId xmlns:a16="http://schemas.microsoft.com/office/drawing/2014/main" id="{2F1495F3-C383-4549-AC17-9A07DABA480E}"/>
              </a:ext>
            </a:extLst>
          </p:cNvPr>
          <p:cNvSpPr>
            <a:spLocks noGrp="1"/>
          </p:cNvSpPr>
          <p:nvPr/>
        </p:nvSpPr>
        <p:spPr>
          <a:xfrm>
            <a:off x="15699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7_small_GT_pose50_rmsd2_3103">
            <a:extLst>
              <a:ext uri="{FF2B5EF4-FFF2-40B4-BE49-F238E27FC236}">
                <a16:creationId xmlns:a16="http://schemas.microsoft.com/office/drawing/2014/main" id="{45C05DE8-708E-4200-A585-1A27A8F639B3}"/>
              </a:ext>
            </a:extLst>
          </p:cNvPr>
          <p:cNvSpPr>
            <a:spLocks noGrp="1"/>
          </p:cNvSpPr>
          <p:nvPr/>
        </p:nvSpPr>
        <p:spPr>
          <a:xfrm>
            <a:off x="1475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7_small_GT_pose50_rmsd2_3104">
            <a:extLst>
              <a:ext uri="{FF2B5EF4-FFF2-40B4-BE49-F238E27FC236}">
                <a16:creationId xmlns:a16="http://schemas.microsoft.com/office/drawing/2014/main" id="{D72EFD65-30D9-4802-843E-9E271BF782B1}"/>
              </a:ext>
            </a:extLst>
          </p:cNvPr>
          <p:cNvSpPr>
            <a:spLocks noGrp="1"/>
          </p:cNvSpPr>
          <p:nvPr/>
        </p:nvSpPr>
        <p:spPr>
          <a:xfrm>
            <a:off x="23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7_small_GT_pose50_rmsd2_3105">
            <a:extLst>
              <a:ext uri="{FF2B5EF4-FFF2-40B4-BE49-F238E27FC236}">
                <a16:creationId xmlns:a16="http://schemas.microsoft.com/office/drawing/2014/main" id="{CFF3094A-8D02-40AF-981D-2624D8A7471A}"/>
              </a:ext>
            </a:extLst>
          </p:cNvPr>
          <p:cNvSpPr>
            <a:spLocks noGrp="1"/>
          </p:cNvSpPr>
          <p:nvPr/>
        </p:nvSpPr>
        <p:spPr>
          <a:xfrm>
            <a:off x="25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7_small_GT_pose50_rmsd2_3106">
            <a:extLst>
              <a:ext uri="{FF2B5EF4-FFF2-40B4-BE49-F238E27FC236}">
                <a16:creationId xmlns:a16="http://schemas.microsoft.com/office/drawing/2014/main" id="{00639E55-12B8-4727-93E2-DA9DA9C35D69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7_small_GT_pose50_rmsd2_3107">
            <a:extLst>
              <a:ext uri="{FF2B5EF4-FFF2-40B4-BE49-F238E27FC236}">
                <a16:creationId xmlns:a16="http://schemas.microsoft.com/office/drawing/2014/main" id="{97BF4BF9-68F7-4FB3-905C-4FE3D4550D93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7_small_GT_pose50_rmsd2_3108">
            <a:extLst>
              <a:ext uri="{FF2B5EF4-FFF2-40B4-BE49-F238E27FC236}">
                <a16:creationId xmlns:a16="http://schemas.microsoft.com/office/drawing/2014/main" id="{585FC5F2-B8C6-4326-BA25-7ACE9B0FAD64}"/>
              </a:ext>
            </a:extLst>
          </p:cNvPr>
          <p:cNvSpPr>
            <a:spLocks noGrp="1"/>
          </p:cNvSpPr>
          <p:nvPr/>
        </p:nvSpPr>
        <p:spPr>
          <a:xfrm>
            <a:off x="25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7_small_GT_pose50_rmsd2_3109">
            <a:extLst>
              <a:ext uri="{FF2B5EF4-FFF2-40B4-BE49-F238E27FC236}">
                <a16:creationId xmlns:a16="http://schemas.microsoft.com/office/drawing/2014/main" id="{D37DFAE4-94CA-4BF3-98B8-A370FA909F3C}"/>
              </a:ext>
            </a:extLst>
          </p:cNvPr>
          <p:cNvSpPr>
            <a:spLocks noGrp="1"/>
          </p:cNvSpPr>
          <p:nvPr/>
        </p:nvSpPr>
        <p:spPr>
          <a:xfrm>
            <a:off x="25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7_small_GT_pose50_rmsd2_3110">
            <a:extLst>
              <a:ext uri="{FF2B5EF4-FFF2-40B4-BE49-F238E27FC236}">
                <a16:creationId xmlns:a16="http://schemas.microsoft.com/office/drawing/2014/main" id="{8C414B1D-A726-425D-84BF-85E5A1792FE7}"/>
              </a:ext>
            </a:extLst>
          </p:cNvPr>
          <p:cNvSpPr>
            <a:spLocks noGrp="1"/>
          </p:cNvSpPr>
          <p:nvPr/>
        </p:nvSpPr>
        <p:spPr>
          <a:xfrm>
            <a:off x="232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7_small_GT_pose50_rmsd2_3111">
            <a:extLst>
              <a:ext uri="{FF2B5EF4-FFF2-40B4-BE49-F238E27FC236}">
                <a16:creationId xmlns:a16="http://schemas.microsoft.com/office/drawing/2014/main" id="{5C208034-0343-422D-9132-8039B3719420}"/>
              </a:ext>
            </a:extLst>
          </p:cNvPr>
          <p:cNvSpPr>
            <a:spLocks noGrp="1"/>
          </p:cNvSpPr>
          <p:nvPr/>
        </p:nvSpPr>
        <p:spPr>
          <a:xfrm>
            <a:off x="239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7_small_GT_pose50_rmsd2_3112">
            <a:extLst>
              <a:ext uri="{FF2B5EF4-FFF2-40B4-BE49-F238E27FC236}">
                <a16:creationId xmlns:a16="http://schemas.microsoft.com/office/drawing/2014/main" id="{18560C46-A853-4C99-B7BC-3EC8C47F8C6E}"/>
              </a:ext>
            </a:extLst>
          </p:cNvPr>
          <p:cNvSpPr>
            <a:spLocks noGrp="1"/>
          </p:cNvSpPr>
          <p:nvPr/>
        </p:nvSpPr>
        <p:spPr>
          <a:xfrm>
            <a:off x="243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7_small_GT_pose50_rmsd2_3113">
            <a:extLst>
              <a:ext uri="{FF2B5EF4-FFF2-40B4-BE49-F238E27FC236}">
                <a16:creationId xmlns:a16="http://schemas.microsoft.com/office/drawing/2014/main" id="{74D39FD3-9B64-4E3E-989D-2497C151487C}"/>
              </a:ext>
            </a:extLst>
          </p:cNvPr>
          <p:cNvSpPr>
            <a:spLocks noGrp="1"/>
          </p:cNvSpPr>
          <p:nvPr/>
        </p:nvSpPr>
        <p:spPr>
          <a:xfrm>
            <a:off x="23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7_small_GT_pose50_rmsd2_3114">
            <a:extLst>
              <a:ext uri="{FF2B5EF4-FFF2-40B4-BE49-F238E27FC236}">
                <a16:creationId xmlns:a16="http://schemas.microsoft.com/office/drawing/2014/main" id="{2DAF9FDB-A0DF-4920-9BD2-D2DE3BAE0A65}"/>
              </a:ext>
            </a:extLst>
          </p:cNvPr>
          <p:cNvSpPr>
            <a:spLocks noGrp="1"/>
          </p:cNvSpPr>
          <p:nvPr/>
        </p:nvSpPr>
        <p:spPr>
          <a:xfrm>
            <a:off x="25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7_small_GT_pose50_rmsd2_3115">
            <a:extLst>
              <a:ext uri="{FF2B5EF4-FFF2-40B4-BE49-F238E27FC236}">
                <a16:creationId xmlns:a16="http://schemas.microsoft.com/office/drawing/2014/main" id="{2BEAE094-D4E3-41B1-8029-A56C405C535B}"/>
              </a:ext>
            </a:extLst>
          </p:cNvPr>
          <p:cNvSpPr>
            <a:spLocks noGrp="1"/>
          </p:cNvSpPr>
          <p:nvPr/>
        </p:nvSpPr>
        <p:spPr>
          <a:xfrm>
            <a:off x="23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7_small_GT_pose50_rmsd2_3116">
            <a:extLst>
              <a:ext uri="{FF2B5EF4-FFF2-40B4-BE49-F238E27FC236}">
                <a16:creationId xmlns:a16="http://schemas.microsoft.com/office/drawing/2014/main" id="{7893A1C8-94E1-433B-88F3-DCCAB3127E3B}"/>
              </a:ext>
            </a:extLst>
          </p:cNvPr>
          <p:cNvSpPr>
            <a:spLocks noGrp="1"/>
          </p:cNvSpPr>
          <p:nvPr/>
        </p:nvSpPr>
        <p:spPr>
          <a:xfrm>
            <a:off x="23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7_small_GT_pose50_rmsd2_3117">
            <a:extLst>
              <a:ext uri="{FF2B5EF4-FFF2-40B4-BE49-F238E27FC236}">
                <a16:creationId xmlns:a16="http://schemas.microsoft.com/office/drawing/2014/main" id="{6D707CFB-5182-4E3A-AA4B-5BF933FBB3A4}"/>
              </a:ext>
            </a:extLst>
          </p:cNvPr>
          <p:cNvSpPr>
            <a:spLocks noGrp="1"/>
          </p:cNvSpPr>
          <p:nvPr/>
        </p:nvSpPr>
        <p:spPr>
          <a:xfrm>
            <a:off x="229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7_small_GT_pose50_rmsd2_3118">
            <a:extLst>
              <a:ext uri="{FF2B5EF4-FFF2-40B4-BE49-F238E27FC236}">
                <a16:creationId xmlns:a16="http://schemas.microsoft.com/office/drawing/2014/main" id="{339D4D91-73E4-48A5-B543-3172925DF85A}"/>
              </a:ext>
            </a:extLst>
          </p:cNvPr>
          <p:cNvSpPr>
            <a:spLocks noGrp="1"/>
          </p:cNvSpPr>
          <p:nvPr/>
        </p:nvSpPr>
        <p:spPr>
          <a:xfrm>
            <a:off x="25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7_small_GT_pose50_rmsd2_3119">
            <a:extLst>
              <a:ext uri="{FF2B5EF4-FFF2-40B4-BE49-F238E27FC236}">
                <a16:creationId xmlns:a16="http://schemas.microsoft.com/office/drawing/2014/main" id="{D93C9CBE-9997-4919-A02D-11F771B25BCA}"/>
              </a:ext>
            </a:extLst>
          </p:cNvPr>
          <p:cNvSpPr>
            <a:spLocks noGrp="1"/>
          </p:cNvSpPr>
          <p:nvPr/>
        </p:nvSpPr>
        <p:spPr>
          <a:xfrm>
            <a:off x="234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7_small_GT_pose50_rmsd2_3120">
            <a:extLst>
              <a:ext uri="{FF2B5EF4-FFF2-40B4-BE49-F238E27FC236}">
                <a16:creationId xmlns:a16="http://schemas.microsoft.com/office/drawing/2014/main" id="{5ED58AC0-C40F-4D82-8337-290A682F374A}"/>
              </a:ext>
            </a:extLst>
          </p:cNvPr>
          <p:cNvSpPr>
            <a:spLocks noGrp="1"/>
          </p:cNvSpPr>
          <p:nvPr/>
        </p:nvSpPr>
        <p:spPr>
          <a:xfrm>
            <a:off x="233140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7_small_GT_pose50_rmsd2_3121">
            <a:extLst>
              <a:ext uri="{FF2B5EF4-FFF2-40B4-BE49-F238E27FC236}">
                <a16:creationId xmlns:a16="http://schemas.microsoft.com/office/drawing/2014/main" id="{109CF8F1-28E5-4EEC-8096-7A0A67C78D89}"/>
              </a:ext>
            </a:extLst>
          </p:cNvPr>
          <p:cNvSpPr>
            <a:spLocks noGrp="1"/>
          </p:cNvSpPr>
          <p:nvPr/>
        </p:nvSpPr>
        <p:spPr>
          <a:xfrm>
            <a:off x="24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7_small_GT_pose50_rmsd2_3122">
            <a:extLst>
              <a:ext uri="{FF2B5EF4-FFF2-40B4-BE49-F238E27FC236}">
                <a16:creationId xmlns:a16="http://schemas.microsoft.com/office/drawing/2014/main" id="{EC972E54-B8AD-4FF7-BC3A-DB1AB0CD47C5}"/>
              </a:ext>
            </a:extLst>
          </p:cNvPr>
          <p:cNvSpPr>
            <a:spLocks noGrp="1"/>
          </p:cNvSpPr>
          <p:nvPr/>
        </p:nvSpPr>
        <p:spPr>
          <a:xfrm>
            <a:off x="23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7_small_GT_pose50_rmsd2_3123">
            <a:extLst>
              <a:ext uri="{FF2B5EF4-FFF2-40B4-BE49-F238E27FC236}">
                <a16:creationId xmlns:a16="http://schemas.microsoft.com/office/drawing/2014/main" id="{454D23D9-497B-4172-A837-03C2A6A4A06A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7_small_GT_pose50_rmsd2_3124">
            <a:extLst>
              <a:ext uri="{FF2B5EF4-FFF2-40B4-BE49-F238E27FC236}">
                <a16:creationId xmlns:a16="http://schemas.microsoft.com/office/drawing/2014/main" id="{ED66D94F-7175-4375-9200-D1E4B57BE7D3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7_small_GT_pose50_rmsd2_3125">
            <a:extLst>
              <a:ext uri="{FF2B5EF4-FFF2-40B4-BE49-F238E27FC236}">
                <a16:creationId xmlns:a16="http://schemas.microsoft.com/office/drawing/2014/main" id="{56D85810-51C9-42BC-9C27-60F43471AE73}"/>
              </a:ext>
            </a:extLst>
          </p:cNvPr>
          <p:cNvSpPr>
            <a:spLocks noGrp="1"/>
          </p:cNvSpPr>
          <p:nvPr/>
        </p:nvSpPr>
        <p:spPr>
          <a:xfrm>
            <a:off x="24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7_small_GT_pose50_rmsd2_3126">
            <a:extLst>
              <a:ext uri="{FF2B5EF4-FFF2-40B4-BE49-F238E27FC236}">
                <a16:creationId xmlns:a16="http://schemas.microsoft.com/office/drawing/2014/main" id="{F8911A54-9117-4A73-95D4-421DAAE544C0}"/>
              </a:ext>
            </a:extLst>
          </p:cNvPr>
          <p:cNvSpPr>
            <a:spLocks noGrp="1"/>
          </p:cNvSpPr>
          <p:nvPr/>
        </p:nvSpPr>
        <p:spPr>
          <a:xfrm>
            <a:off x="227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7_small_GT_pose50_rmsd2_3127">
            <a:extLst>
              <a:ext uri="{FF2B5EF4-FFF2-40B4-BE49-F238E27FC236}">
                <a16:creationId xmlns:a16="http://schemas.microsoft.com/office/drawing/2014/main" id="{AE46ACB7-EB67-497D-8B2C-2C0DA63C21C1}"/>
              </a:ext>
            </a:extLst>
          </p:cNvPr>
          <p:cNvSpPr>
            <a:spLocks noGrp="1"/>
          </p:cNvSpPr>
          <p:nvPr/>
        </p:nvSpPr>
        <p:spPr>
          <a:xfrm>
            <a:off x="25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7_small_GT_pose50_rmsd2_3128">
            <a:extLst>
              <a:ext uri="{FF2B5EF4-FFF2-40B4-BE49-F238E27FC236}">
                <a16:creationId xmlns:a16="http://schemas.microsoft.com/office/drawing/2014/main" id="{61A4974B-793D-4E4A-B3C4-995AEFE50C4D}"/>
              </a:ext>
            </a:extLst>
          </p:cNvPr>
          <p:cNvSpPr>
            <a:spLocks noGrp="1"/>
          </p:cNvSpPr>
          <p:nvPr/>
        </p:nvSpPr>
        <p:spPr>
          <a:xfrm>
            <a:off x="23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7_small_GT_pose50_rmsd2_3129">
            <a:extLst>
              <a:ext uri="{FF2B5EF4-FFF2-40B4-BE49-F238E27FC236}">
                <a16:creationId xmlns:a16="http://schemas.microsoft.com/office/drawing/2014/main" id="{6D398D0D-18A0-4461-A336-ADAE48A85ACB}"/>
              </a:ext>
            </a:extLst>
          </p:cNvPr>
          <p:cNvSpPr>
            <a:spLocks noGrp="1"/>
          </p:cNvSpPr>
          <p:nvPr/>
        </p:nvSpPr>
        <p:spPr>
          <a:xfrm>
            <a:off x="25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7_small_GT_pose50_rmsd2_3130">
            <a:extLst>
              <a:ext uri="{FF2B5EF4-FFF2-40B4-BE49-F238E27FC236}">
                <a16:creationId xmlns:a16="http://schemas.microsoft.com/office/drawing/2014/main" id="{8781390E-9EE0-4850-878B-97277919C972}"/>
              </a:ext>
            </a:extLst>
          </p:cNvPr>
          <p:cNvSpPr>
            <a:spLocks noGrp="1"/>
          </p:cNvSpPr>
          <p:nvPr/>
        </p:nvSpPr>
        <p:spPr>
          <a:xfrm>
            <a:off x="23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7_small_GT_pose50_rmsd2_3131">
            <a:extLst>
              <a:ext uri="{FF2B5EF4-FFF2-40B4-BE49-F238E27FC236}">
                <a16:creationId xmlns:a16="http://schemas.microsoft.com/office/drawing/2014/main" id="{83F70641-6420-4AB8-A192-516CD05F32B4}"/>
              </a:ext>
            </a:extLst>
          </p:cNvPr>
          <p:cNvSpPr>
            <a:spLocks noGrp="1"/>
          </p:cNvSpPr>
          <p:nvPr/>
        </p:nvSpPr>
        <p:spPr>
          <a:xfrm>
            <a:off x="25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7_small_GT_pose50_rmsd2_3132">
            <a:extLst>
              <a:ext uri="{FF2B5EF4-FFF2-40B4-BE49-F238E27FC236}">
                <a16:creationId xmlns:a16="http://schemas.microsoft.com/office/drawing/2014/main" id="{AB183EE6-0777-47CB-9F3F-396F0A0AFF28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7_small_GT_pose50_rmsd2_3133">
            <a:extLst>
              <a:ext uri="{FF2B5EF4-FFF2-40B4-BE49-F238E27FC236}">
                <a16:creationId xmlns:a16="http://schemas.microsoft.com/office/drawing/2014/main" id="{DA79F7F1-2E57-4172-B5EB-7DE4AE850CCE}"/>
              </a:ext>
            </a:extLst>
          </p:cNvPr>
          <p:cNvSpPr>
            <a:spLocks noGrp="1"/>
          </p:cNvSpPr>
          <p:nvPr/>
        </p:nvSpPr>
        <p:spPr>
          <a:xfrm>
            <a:off x="23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7_small_GT_pose50_rmsd2_3134">
            <a:extLst>
              <a:ext uri="{FF2B5EF4-FFF2-40B4-BE49-F238E27FC236}">
                <a16:creationId xmlns:a16="http://schemas.microsoft.com/office/drawing/2014/main" id="{D2E99015-3981-4211-948A-55EF2443D951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7_small_GT_pose50_rmsd2_3135">
            <a:extLst>
              <a:ext uri="{FF2B5EF4-FFF2-40B4-BE49-F238E27FC236}">
                <a16:creationId xmlns:a16="http://schemas.microsoft.com/office/drawing/2014/main" id="{6C9DAB81-501E-4455-9CB9-0A96BAD90A45}"/>
              </a:ext>
            </a:extLst>
          </p:cNvPr>
          <p:cNvSpPr>
            <a:spLocks noGrp="1"/>
          </p:cNvSpPr>
          <p:nvPr/>
        </p:nvSpPr>
        <p:spPr>
          <a:xfrm>
            <a:off x="22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7_small_GT_pose50_rmsd2_3136">
            <a:extLst>
              <a:ext uri="{FF2B5EF4-FFF2-40B4-BE49-F238E27FC236}">
                <a16:creationId xmlns:a16="http://schemas.microsoft.com/office/drawing/2014/main" id="{3AFFBD06-3FD1-4441-9A53-5EF5B5ACAB9C}"/>
              </a:ext>
            </a:extLst>
          </p:cNvPr>
          <p:cNvSpPr>
            <a:spLocks noGrp="1"/>
          </p:cNvSpPr>
          <p:nvPr/>
        </p:nvSpPr>
        <p:spPr>
          <a:xfrm>
            <a:off x="22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7_small_GT_pose50_rmsd2_3137">
            <a:extLst>
              <a:ext uri="{FF2B5EF4-FFF2-40B4-BE49-F238E27FC236}">
                <a16:creationId xmlns:a16="http://schemas.microsoft.com/office/drawing/2014/main" id="{6700A672-FF00-4087-A631-3C168206E7AE}"/>
              </a:ext>
            </a:extLst>
          </p:cNvPr>
          <p:cNvSpPr>
            <a:spLocks noGrp="1"/>
          </p:cNvSpPr>
          <p:nvPr/>
        </p:nvSpPr>
        <p:spPr>
          <a:xfrm>
            <a:off x="25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7_small_GT_pose50_rmsd2_3138">
            <a:extLst>
              <a:ext uri="{FF2B5EF4-FFF2-40B4-BE49-F238E27FC236}">
                <a16:creationId xmlns:a16="http://schemas.microsoft.com/office/drawing/2014/main" id="{6A399050-4B64-4C9F-87AE-ACE93C1FFD9C}"/>
              </a:ext>
            </a:extLst>
          </p:cNvPr>
          <p:cNvSpPr>
            <a:spLocks noGrp="1"/>
          </p:cNvSpPr>
          <p:nvPr/>
        </p:nvSpPr>
        <p:spPr>
          <a:xfrm>
            <a:off x="22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7_small_GT_pose50_rmsd2_3139">
            <a:extLst>
              <a:ext uri="{FF2B5EF4-FFF2-40B4-BE49-F238E27FC236}">
                <a16:creationId xmlns:a16="http://schemas.microsoft.com/office/drawing/2014/main" id="{D2DE7FE0-3445-444B-8926-8962C0FC80BE}"/>
              </a:ext>
            </a:extLst>
          </p:cNvPr>
          <p:cNvSpPr>
            <a:spLocks noGrp="1"/>
          </p:cNvSpPr>
          <p:nvPr/>
        </p:nvSpPr>
        <p:spPr>
          <a:xfrm>
            <a:off x="23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7_small_GT_pose50_rmsd2_3140">
            <a:extLst>
              <a:ext uri="{FF2B5EF4-FFF2-40B4-BE49-F238E27FC236}">
                <a16:creationId xmlns:a16="http://schemas.microsoft.com/office/drawing/2014/main" id="{2CDC25FA-D3A4-46AE-9CE4-6665CF3B6BC2}"/>
              </a:ext>
            </a:extLst>
          </p:cNvPr>
          <p:cNvSpPr>
            <a:spLocks noGrp="1"/>
          </p:cNvSpPr>
          <p:nvPr/>
        </p:nvSpPr>
        <p:spPr>
          <a:xfrm>
            <a:off x="24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7_small_GT_pose50_rmsd2_3141">
            <a:extLst>
              <a:ext uri="{FF2B5EF4-FFF2-40B4-BE49-F238E27FC236}">
                <a16:creationId xmlns:a16="http://schemas.microsoft.com/office/drawing/2014/main" id="{E4426DE3-CC4E-485A-85E6-43D25699AA65}"/>
              </a:ext>
            </a:extLst>
          </p:cNvPr>
          <p:cNvSpPr>
            <a:spLocks noGrp="1"/>
          </p:cNvSpPr>
          <p:nvPr/>
        </p:nvSpPr>
        <p:spPr>
          <a:xfrm>
            <a:off x="23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7_small_GT_pose50_rmsd2_3142">
            <a:extLst>
              <a:ext uri="{FF2B5EF4-FFF2-40B4-BE49-F238E27FC236}">
                <a16:creationId xmlns:a16="http://schemas.microsoft.com/office/drawing/2014/main" id="{69BE65CB-1B61-4AA7-8F87-850BACCF5F82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7_small_GT_pose50_rmsd2_3143">
            <a:extLst>
              <a:ext uri="{FF2B5EF4-FFF2-40B4-BE49-F238E27FC236}">
                <a16:creationId xmlns:a16="http://schemas.microsoft.com/office/drawing/2014/main" id="{B401A2ED-DAC3-4ABD-81C9-35E0314F542C}"/>
              </a:ext>
            </a:extLst>
          </p:cNvPr>
          <p:cNvSpPr>
            <a:spLocks noGrp="1"/>
          </p:cNvSpPr>
          <p:nvPr/>
        </p:nvSpPr>
        <p:spPr>
          <a:xfrm>
            <a:off x="23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7_small_GT_pose50_rmsd2_3144">
            <a:extLst>
              <a:ext uri="{FF2B5EF4-FFF2-40B4-BE49-F238E27FC236}">
                <a16:creationId xmlns:a16="http://schemas.microsoft.com/office/drawing/2014/main" id="{435367E6-76E8-4BA7-B588-B6EF89DDAEBE}"/>
              </a:ext>
            </a:extLst>
          </p:cNvPr>
          <p:cNvSpPr>
            <a:spLocks noGrp="1"/>
          </p:cNvSpPr>
          <p:nvPr/>
        </p:nvSpPr>
        <p:spPr>
          <a:xfrm>
            <a:off x="2572025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7_small_GT_pose50_rmsd2_3145">
            <a:extLst>
              <a:ext uri="{FF2B5EF4-FFF2-40B4-BE49-F238E27FC236}">
                <a16:creationId xmlns:a16="http://schemas.microsoft.com/office/drawing/2014/main" id="{93F57E8F-E306-49ED-825F-798152E1B593}"/>
              </a:ext>
            </a:extLst>
          </p:cNvPr>
          <p:cNvSpPr>
            <a:spLocks noGrp="1"/>
          </p:cNvSpPr>
          <p:nvPr/>
        </p:nvSpPr>
        <p:spPr>
          <a:xfrm>
            <a:off x="246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7_small_GT_pose50_rmsd2_3146">
            <a:extLst>
              <a:ext uri="{FF2B5EF4-FFF2-40B4-BE49-F238E27FC236}">
                <a16:creationId xmlns:a16="http://schemas.microsoft.com/office/drawing/2014/main" id="{65395A14-E175-499C-BD3F-799EDF5B9776}"/>
              </a:ext>
            </a:extLst>
          </p:cNvPr>
          <p:cNvSpPr>
            <a:spLocks noGrp="1"/>
          </p:cNvSpPr>
          <p:nvPr/>
        </p:nvSpPr>
        <p:spPr>
          <a:xfrm>
            <a:off x="245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7_small_GT_pose50_rmsd2_3147">
            <a:extLst>
              <a:ext uri="{FF2B5EF4-FFF2-40B4-BE49-F238E27FC236}">
                <a16:creationId xmlns:a16="http://schemas.microsoft.com/office/drawing/2014/main" id="{1701BC1A-D075-483B-AF52-79E3849DCF44}"/>
              </a:ext>
            </a:extLst>
          </p:cNvPr>
          <p:cNvSpPr>
            <a:spLocks noGrp="1"/>
          </p:cNvSpPr>
          <p:nvPr/>
        </p:nvSpPr>
        <p:spPr>
          <a:xfrm>
            <a:off x="25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7_small_GT_pose50_rmsd2_3148">
            <a:extLst>
              <a:ext uri="{FF2B5EF4-FFF2-40B4-BE49-F238E27FC236}">
                <a16:creationId xmlns:a16="http://schemas.microsoft.com/office/drawing/2014/main" id="{D2E1E176-A94F-4BCE-BE7E-7C1F306E1EF3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7_small_GT_pose50_rmsd2_3149">
            <a:extLst>
              <a:ext uri="{FF2B5EF4-FFF2-40B4-BE49-F238E27FC236}">
                <a16:creationId xmlns:a16="http://schemas.microsoft.com/office/drawing/2014/main" id="{6DF1EA46-64CB-449A-ACD0-03708B47A779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7_small_GT_pose50_rmsd2_3150">
            <a:extLst>
              <a:ext uri="{FF2B5EF4-FFF2-40B4-BE49-F238E27FC236}">
                <a16:creationId xmlns:a16="http://schemas.microsoft.com/office/drawing/2014/main" id="{806E7600-6219-4871-ABB2-0A4EE975A6EE}"/>
              </a:ext>
            </a:extLst>
          </p:cNvPr>
          <p:cNvSpPr>
            <a:spLocks noGrp="1"/>
          </p:cNvSpPr>
          <p:nvPr/>
        </p:nvSpPr>
        <p:spPr>
          <a:xfrm>
            <a:off x="25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7_small_GT_pose50_rmsd2_3151">
            <a:extLst>
              <a:ext uri="{FF2B5EF4-FFF2-40B4-BE49-F238E27FC236}">
                <a16:creationId xmlns:a16="http://schemas.microsoft.com/office/drawing/2014/main" id="{B9560C5C-96CE-46C1-BB43-A5AD4AA7AB05}"/>
              </a:ext>
            </a:extLst>
          </p:cNvPr>
          <p:cNvSpPr>
            <a:spLocks noGrp="1"/>
          </p:cNvSpPr>
          <p:nvPr/>
        </p:nvSpPr>
        <p:spPr>
          <a:xfrm>
            <a:off x="23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7_small_GT_pose50_rmsd2_3152">
            <a:extLst>
              <a:ext uri="{FF2B5EF4-FFF2-40B4-BE49-F238E27FC236}">
                <a16:creationId xmlns:a16="http://schemas.microsoft.com/office/drawing/2014/main" id="{164E6306-E5B4-4761-913D-27C6213D1962}"/>
              </a:ext>
            </a:extLst>
          </p:cNvPr>
          <p:cNvSpPr>
            <a:spLocks noGrp="1"/>
          </p:cNvSpPr>
          <p:nvPr/>
        </p:nvSpPr>
        <p:spPr>
          <a:xfrm>
            <a:off x="22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7_small_GT_pose50_rmsd2_3153">
            <a:extLst>
              <a:ext uri="{FF2B5EF4-FFF2-40B4-BE49-F238E27FC236}">
                <a16:creationId xmlns:a16="http://schemas.microsoft.com/office/drawing/2014/main" id="{21A79F2A-7B7B-4405-968A-D371FDFC8A5C}"/>
              </a:ext>
            </a:extLst>
          </p:cNvPr>
          <p:cNvSpPr>
            <a:spLocks noGrp="1"/>
          </p:cNvSpPr>
          <p:nvPr/>
        </p:nvSpPr>
        <p:spPr>
          <a:xfrm>
            <a:off x="25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7_small_GT_pose50_rmsd2_3154">
            <a:extLst>
              <a:ext uri="{FF2B5EF4-FFF2-40B4-BE49-F238E27FC236}">
                <a16:creationId xmlns:a16="http://schemas.microsoft.com/office/drawing/2014/main" id="{7D71F6FA-18BF-4993-BE68-D424A7EE959D}"/>
              </a:ext>
            </a:extLst>
          </p:cNvPr>
          <p:cNvSpPr>
            <a:spLocks noGrp="1"/>
          </p:cNvSpPr>
          <p:nvPr/>
        </p:nvSpPr>
        <p:spPr>
          <a:xfrm>
            <a:off x="258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7_small_GT_pose50_rmsd2_3155">
            <a:extLst>
              <a:ext uri="{FF2B5EF4-FFF2-40B4-BE49-F238E27FC236}">
                <a16:creationId xmlns:a16="http://schemas.microsoft.com/office/drawing/2014/main" id="{FA46F3CA-B6EF-4B67-A5B3-65920BA035AE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7_small_GT_pose50_rmsd2_3156">
            <a:extLst>
              <a:ext uri="{FF2B5EF4-FFF2-40B4-BE49-F238E27FC236}">
                <a16:creationId xmlns:a16="http://schemas.microsoft.com/office/drawing/2014/main" id="{AAC97DC5-950B-4F38-89C6-47E7A51661D7}"/>
              </a:ext>
            </a:extLst>
          </p:cNvPr>
          <p:cNvSpPr>
            <a:spLocks noGrp="1"/>
          </p:cNvSpPr>
          <p:nvPr/>
        </p:nvSpPr>
        <p:spPr>
          <a:xfrm>
            <a:off x="25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7_small_GT_pose50_rmsd2_3157">
            <a:extLst>
              <a:ext uri="{FF2B5EF4-FFF2-40B4-BE49-F238E27FC236}">
                <a16:creationId xmlns:a16="http://schemas.microsoft.com/office/drawing/2014/main" id="{D48F3C63-A0E5-4AAC-B73C-3BF7ADBD6EA6}"/>
              </a:ext>
            </a:extLst>
          </p:cNvPr>
          <p:cNvSpPr>
            <a:spLocks noGrp="1"/>
          </p:cNvSpPr>
          <p:nvPr/>
        </p:nvSpPr>
        <p:spPr>
          <a:xfrm>
            <a:off x="25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7_small_GT_pose50_rmsd2_3158">
            <a:extLst>
              <a:ext uri="{FF2B5EF4-FFF2-40B4-BE49-F238E27FC236}">
                <a16:creationId xmlns:a16="http://schemas.microsoft.com/office/drawing/2014/main" id="{0CF25544-EB08-4A75-A3C7-B13CF974C8AF}"/>
              </a:ext>
            </a:extLst>
          </p:cNvPr>
          <p:cNvSpPr>
            <a:spLocks noGrp="1"/>
          </p:cNvSpPr>
          <p:nvPr/>
        </p:nvSpPr>
        <p:spPr>
          <a:xfrm>
            <a:off x="2321672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7_small_GT_pose50_rmsd2_3159">
            <a:extLst>
              <a:ext uri="{FF2B5EF4-FFF2-40B4-BE49-F238E27FC236}">
                <a16:creationId xmlns:a16="http://schemas.microsoft.com/office/drawing/2014/main" id="{5FA65243-F9FD-44C4-A419-23934F6AE35C}"/>
              </a:ext>
            </a:extLst>
          </p:cNvPr>
          <p:cNvSpPr>
            <a:spLocks noGrp="1"/>
          </p:cNvSpPr>
          <p:nvPr/>
        </p:nvSpPr>
        <p:spPr>
          <a:xfrm>
            <a:off x="24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7_small_GT_pose50_rmsd2_3160">
            <a:extLst>
              <a:ext uri="{FF2B5EF4-FFF2-40B4-BE49-F238E27FC236}">
                <a16:creationId xmlns:a16="http://schemas.microsoft.com/office/drawing/2014/main" id="{B4FDD4BB-362D-4394-89DE-435033587374}"/>
              </a:ext>
            </a:extLst>
          </p:cNvPr>
          <p:cNvSpPr>
            <a:spLocks noGrp="1"/>
          </p:cNvSpPr>
          <p:nvPr/>
        </p:nvSpPr>
        <p:spPr>
          <a:xfrm>
            <a:off x="24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7_small_GT_pose50_rmsd2_3161">
            <a:extLst>
              <a:ext uri="{FF2B5EF4-FFF2-40B4-BE49-F238E27FC236}">
                <a16:creationId xmlns:a16="http://schemas.microsoft.com/office/drawing/2014/main" id="{AE40D35E-D3D4-412B-B095-A6EE507B219A}"/>
              </a:ext>
            </a:extLst>
          </p:cNvPr>
          <p:cNvSpPr>
            <a:spLocks noGrp="1"/>
          </p:cNvSpPr>
          <p:nvPr/>
        </p:nvSpPr>
        <p:spPr>
          <a:xfrm>
            <a:off x="2549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7_small_GT_pose50_rmsd2_3162">
            <a:extLst>
              <a:ext uri="{FF2B5EF4-FFF2-40B4-BE49-F238E27FC236}">
                <a16:creationId xmlns:a16="http://schemas.microsoft.com/office/drawing/2014/main" id="{79DBC9FB-37A7-45BC-9977-8ED6FF22CBDE}"/>
              </a:ext>
            </a:extLst>
          </p:cNvPr>
          <p:cNvSpPr>
            <a:spLocks noGrp="1"/>
          </p:cNvSpPr>
          <p:nvPr/>
        </p:nvSpPr>
        <p:spPr>
          <a:xfrm>
            <a:off x="257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7_small_GT_pose50_rmsd2_3163">
            <a:extLst>
              <a:ext uri="{FF2B5EF4-FFF2-40B4-BE49-F238E27FC236}">
                <a16:creationId xmlns:a16="http://schemas.microsoft.com/office/drawing/2014/main" id="{562A28D9-46AB-4C2F-9986-078DCF943431}"/>
              </a:ext>
            </a:extLst>
          </p:cNvPr>
          <p:cNvSpPr>
            <a:spLocks noGrp="1"/>
          </p:cNvSpPr>
          <p:nvPr/>
        </p:nvSpPr>
        <p:spPr>
          <a:xfrm>
            <a:off x="25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7_small_GT_pose50_rmsd2_3164">
            <a:extLst>
              <a:ext uri="{FF2B5EF4-FFF2-40B4-BE49-F238E27FC236}">
                <a16:creationId xmlns:a16="http://schemas.microsoft.com/office/drawing/2014/main" id="{FFEF964A-1943-414A-AF6A-866019B61A2E}"/>
              </a:ext>
            </a:extLst>
          </p:cNvPr>
          <p:cNvSpPr>
            <a:spLocks noGrp="1"/>
          </p:cNvSpPr>
          <p:nvPr/>
        </p:nvSpPr>
        <p:spPr>
          <a:xfrm>
            <a:off x="24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7_small_GT_pose50_rmsd2_3165">
            <a:extLst>
              <a:ext uri="{FF2B5EF4-FFF2-40B4-BE49-F238E27FC236}">
                <a16:creationId xmlns:a16="http://schemas.microsoft.com/office/drawing/2014/main" id="{EF5CC89A-9E5F-42C5-885A-25853C1814F4}"/>
              </a:ext>
            </a:extLst>
          </p:cNvPr>
          <p:cNvSpPr>
            <a:spLocks noGrp="1"/>
          </p:cNvSpPr>
          <p:nvPr/>
        </p:nvSpPr>
        <p:spPr>
          <a:xfrm>
            <a:off x="25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7_small_GT_pose50_rmsd2_3166">
            <a:extLst>
              <a:ext uri="{FF2B5EF4-FFF2-40B4-BE49-F238E27FC236}">
                <a16:creationId xmlns:a16="http://schemas.microsoft.com/office/drawing/2014/main" id="{A877BFCB-6EF3-44EE-A98F-9544D17030C0}"/>
              </a:ext>
            </a:extLst>
          </p:cNvPr>
          <p:cNvSpPr>
            <a:spLocks noGrp="1"/>
          </p:cNvSpPr>
          <p:nvPr/>
        </p:nvSpPr>
        <p:spPr>
          <a:xfrm>
            <a:off x="24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7_small_GT_pose50_rmsd2_3167">
            <a:extLst>
              <a:ext uri="{FF2B5EF4-FFF2-40B4-BE49-F238E27FC236}">
                <a16:creationId xmlns:a16="http://schemas.microsoft.com/office/drawing/2014/main" id="{57E3AA42-F6A4-4535-8CE9-855850879D42}"/>
              </a:ext>
            </a:extLst>
          </p:cNvPr>
          <p:cNvSpPr>
            <a:spLocks noGrp="1"/>
          </p:cNvSpPr>
          <p:nvPr/>
        </p:nvSpPr>
        <p:spPr>
          <a:xfrm>
            <a:off x="23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7_small_GT_pose50_rmsd2_3168">
            <a:extLst>
              <a:ext uri="{FF2B5EF4-FFF2-40B4-BE49-F238E27FC236}">
                <a16:creationId xmlns:a16="http://schemas.microsoft.com/office/drawing/2014/main" id="{8A748226-C95F-44D1-B79D-95E2F0C943D2}"/>
              </a:ext>
            </a:extLst>
          </p:cNvPr>
          <p:cNvSpPr>
            <a:spLocks noGrp="1"/>
          </p:cNvSpPr>
          <p:nvPr/>
        </p:nvSpPr>
        <p:spPr>
          <a:xfrm>
            <a:off x="23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7_small_GT_pose50_rmsd2_3169">
            <a:extLst>
              <a:ext uri="{FF2B5EF4-FFF2-40B4-BE49-F238E27FC236}">
                <a16:creationId xmlns:a16="http://schemas.microsoft.com/office/drawing/2014/main" id="{2CBBD08D-5258-4C76-8380-CBA44FB1475F}"/>
              </a:ext>
            </a:extLst>
          </p:cNvPr>
          <p:cNvSpPr>
            <a:spLocks noGrp="1"/>
          </p:cNvSpPr>
          <p:nvPr/>
        </p:nvSpPr>
        <p:spPr>
          <a:xfrm>
            <a:off x="24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7_small_GT_pose50_rmsd2_3170">
            <a:extLst>
              <a:ext uri="{FF2B5EF4-FFF2-40B4-BE49-F238E27FC236}">
                <a16:creationId xmlns:a16="http://schemas.microsoft.com/office/drawing/2014/main" id="{48EE5AA4-0BEC-497A-B749-312FA7248745}"/>
              </a:ext>
            </a:extLst>
          </p:cNvPr>
          <p:cNvSpPr>
            <a:spLocks noGrp="1"/>
          </p:cNvSpPr>
          <p:nvPr/>
        </p:nvSpPr>
        <p:spPr>
          <a:xfrm>
            <a:off x="24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7_small_GT_pose50_rmsd2_3171">
            <a:extLst>
              <a:ext uri="{FF2B5EF4-FFF2-40B4-BE49-F238E27FC236}">
                <a16:creationId xmlns:a16="http://schemas.microsoft.com/office/drawing/2014/main" id="{D0FA0ADD-81AE-4ED7-94A6-656F628FC19A}"/>
              </a:ext>
            </a:extLst>
          </p:cNvPr>
          <p:cNvSpPr>
            <a:spLocks noGrp="1"/>
          </p:cNvSpPr>
          <p:nvPr/>
        </p:nvSpPr>
        <p:spPr>
          <a:xfrm>
            <a:off x="25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7_small_GT_pose50_rmsd2_3172">
            <a:extLst>
              <a:ext uri="{FF2B5EF4-FFF2-40B4-BE49-F238E27FC236}">
                <a16:creationId xmlns:a16="http://schemas.microsoft.com/office/drawing/2014/main" id="{A307F3D5-4E60-4043-906E-1724A19056BB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7_small_GT_pose50_rmsd2_3173">
            <a:extLst>
              <a:ext uri="{FF2B5EF4-FFF2-40B4-BE49-F238E27FC236}">
                <a16:creationId xmlns:a16="http://schemas.microsoft.com/office/drawing/2014/main" id="{372D81EB-392E-46A2-A4A8-6BFFF36692D0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7_small_GT_pose50_rmsd2_3174">
            <a:extLst>
              <a:ext uri="{FF2B5EF4-FFF2-40B4-BE49-F238E27FC236}">
                <a16:creationId xmlns:a16="http://schemas.microsoft.com/office/drawing/2014/main" id="{B183CE08-2D89-4575-8C16-0DC4892832AA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7_small_GT_pose50_rmsd2_3175">
            <a:extLst>
              <a:ext uri="{FF2B5EF4-FFF2-40B4-BE49-F238E27FC236}">
                <a16:creationId xmlns:a16="http://schemas.microsoft.com/office/drawing/2014/main" id="{B58F052F-A5E6-4222-A99B-6BDF94ED2FB8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7_small_GT_pose50_rmsd2_3176">
            <a:extLst>
              <a:ext uri="{FF2B5EF4-FFF2-40B4-BE49-F238E27FC236}">
                <a16:creationId xmlns:a16="http://schemas.microsoft.com/office/drawing/2014/main" id="{A63E55BC-4378-4486-999F-CA5376E4CCC0}"/>
              </a:ext>
            </a:extLst>
          </p:cNvPr>
          <p:cNvSpPr>
            <a:spLocks noGrp="1"/>
          </p:cNvSpPr>
          <p:nvPr/>
        </p:nvSpPr>
        <p:spPr>
          <a:xfrm>
            <a:off x="25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7_small_GT_pose50_rmsd2_3177">
            <a:extLst>
              <a:ext uri="{FF2B5EF4-FFF2-40B4-BE49-F238E27FC236}">
                <a16:creationId xmlns:a16="http://schemas.microsoft.com/office/drawing/2014/main" id="{7F0411CF-FA59-4AD3-95AD-86F4FA0DC695}"/>
              </a:ext>
            </a:extLst>
          </p:cNvPr>
          <p:cNvSpPr>
            <a:spLocks noGrp="1"/>
          </p:cNvSpPr>
          <p:nvPr/>
        </p:nvSpPr>
        <p:spPr>
          <a:xfrm>
            <a:off x="25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7_small_GT_pose50_rmsd2_3178">
            <a:extLst>
              <a:ext uri="{FF2B5EF4-FFF2-40B4-BE49-F238E27FC236}">
                <a16:creationId xmlns:a16="http://schemas.microsoft.com/office/drawing/2014/main" id="{917EEBCB-9719-4B3F-B794-8AE54D5D52D6}"/>
              </a:ext>
            </a:extLst>
          </p:cNvPr>
          <p:cNvSpPr>
            <a:spLocks noGrp="1"/>
          </p:cNvSpPr>
          <p:nvPr/>
        </p:nvSpPr>
        <p:spPr>
          <a:xfrm>
            <a:off x="24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7_small_GT_pose50_rmsd2_3179">
            <a:extLst>
              <a:ext uri="{FF2B5EF4-FFF2-40B4-BE49-F238E27FC236}">
                <a16:creationId xmlns:a16="http://schemas.microsoft.com/office/drawing/2014/main" id="{2C961E24-335F-4414-BAC0-19CA87B36FAD}"/>
              </a:ext>
            </a:extLst>
          </p:cNvPr>
          <p:cNvSpPr>
            <a:spLocks noGrp="1"/>
          </p:cNvSpPr>
          <p:nvPr/>
        </p:nvSpPr>
        <p:spPr>
          <a:xfrm>
            <a:off x="24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7_small_GT_pose50_rmsd2_3180">
            <a:extLst>
              <a:ext uri="{FF2B5EF4-FFF2-40B4-BE49-F238E27FC236}">
                <a16:creationId xmlns:a16="http://schemas.microsoft.com/office/drawing/2014/main" id="{399E5DAF-4BBF-4827-9319-3337FBA92CD4}"/>
              </a:ext>
            </a:extLst>
          </p:cNvPr>
          <p:cNvSpPr>
            <a:spLocks noGrp="1"/>
          </p:cNvSpPr>
          <p:nvPr/>
        </p:nvSpPr>
        <p:spPr>
          <a:xfrm>
            <a:off x="23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7_small_GT_pose50_rmsd2_3181">
            <a:extLst>
              <a:ext uri="{FF2B5EF4-FFF2-40B4-BE49-F238E27FC236}">
                <a16:creationId xmlns:a16="http://schemas.microsoft.com/office/drawing/2014/main" id="{E1924442-D252-4C0A-A739-9188102AC386}"/>
              </a:ext>
            </a:extLst>
          </p:cNvPr>
          <p:cNvSpPr>
            <a:spLocks noGrp="1"/>
          </p:cNvSpPr>
          <p:nvPr/>
        </p:nvSpPr>
        <p:spPr>
          <a:xfrm>
            <a:off x="410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7_small_GT_pose50_rmsd2_3182">
            <a:extLst>
              <a:ext uri="{FF2B5EF4-FFF2-40B4-BE49-F238E27FC236}">
                <a16:creationId xmlns:a16="http://schemas.microsoft.com/office/drawing/2014/main" id="{880532B7-A132-404B-BA4B-DB67A486FB65}"/>
              </a:ext>
            </a:extLst>
          </p:cNvPr>
          <p:cNvSpPr>
            <a:spLocks noGrp="1"/>
          </p:cNvSpPr>
          <p:nvPr/>
        </p:nvSpPr>
        <p:spPr>
          <a:xfrm>
            <a:off x="434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7_small_GT_pose50_rmsd2_3183">
            <a:extLst>
              <a:ext uri="{FF2B5EF4-FFF2-40B4-BE49-F238E27FC236}">
                <a16:creationId xmlns:a16="http://schemas.microsoft.com/office/drawing/2014/main" id="{0159C531-C6EA-4EFF-89BA-A89E9C08F5A1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7_small_GT_pose50_rmsd2_3184">
            <a:extLst>
              <a:ext uri="{FF2B5EF4-FFF2-40B4-BE49-F238E27FC236}">
                <a16:creationId xmlns:a16="http://schemas.microsoft.com/office/drawing/2014/main" id="{6EE57CA5-F013-415E-9438-16885B769EF2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7_small_GT_pose50_rmsd2_3185">
            <a:extLst>
              <a:ext uri="{FF2B5EF4-FFF2-40B4-BE49-F238E27FC236}">
                <a16:creationId xmlns:a16="http://schemas.microsoft.com/office/drawing/2014/main" id="{8EF412A7-7388-4FFC-BE0A-672F0525DA66}"/>
              </a:ext>
            </a:extLst>
          </p:cNvPr>
          <p:cNvSpPr>
            <a:spLocks noGrp="1"/>
          </p:cNvSpPr>
          <p:nvPr/>
        </p:nvSpPr>
        <p:spPr>
          <a:xfrm>
            <a:off x="434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7_small_GT_pose50_rmsd2_3186">
            <a:extLst>
              <a:ext uri="{FF2B5EF4-FFF2-40B4-BE49-F238E27FC236}">
                <a16:creationId xmlns:a16="http://schemas.microsoft.com/office/drawing/2014/main" id="{FC7AE4B2-1E02-4244-B863-BA35C3551496}"/>
              </a:ext>
            </a:extLst>
          </p:cNvPr>
          <p:cNvSpPr>
            <a:spLocks noGrp="1"/>
          </p:cNvSpPr>
          <p:nvPr/>
        </p:nvSpPr>
        <p:spPr>
          <a:xfrm>
            <a:off x="427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7_small_GT_pose50_rmsd2_3187">
            <a:extLst>
              <a:ext uri="{FF2B5EF4-FFF2-40B4-BE49-F238E27FC236}">
                <a16:creationId xmlns:a16="http://schemas.microsoft.com/office/drawing/2014/main" id="{D9EAE299-C166-4B34-9DF6-FBF196969C5E}"/>
              </a:ext>
            </a:extLst>
          </p:cNvPr>
          <p:cNvSpPr>
            <a:spLocks noGrp="1"/>
          </p:cNvSpPr>
          <p:nvPr/>
        </p:nvSpPr>
        <p:spPr>
          <a:xfrm>
            <a:off x="40710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7_small_GT_pose50_rmsd2_3188">
            <a:extLst>
              <a:ext uri="{FF2B5EF4-FFF2-40B4-BE49-F238E27FC236}">
                <a16:creationId xmlns:a16="http://schemas.microsoft.com/office/drawing/2014/main" id="{F8C882C0-DCC0-4898-9C0E-544E88980412}"/>
              </a:ext>
            </a:extLst>
          </p:cNvPr>
          <p:cNvSpPr>
            <a:spLocks noGrp="1"/>
          </p:cNvSpPr>
          <p:nvPr/>
        </p:nvSpPr>
        <p:spPr>
          <a:xfrm>
            <a:off x="414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7_small_GT_pose50_rmsd2_3189">
            <a:extLst>
              <a:ext uri="{FF2B5EF4-FFF2-40B4-BE49-F238E27FC236}">
                <a16:creationId xmlns:a16="http://schemas.microsoft.com/office/drawing/2014/main" id="{2B40A5C1-7763-4A5E-AD2C-CE60D967262C}"/>
              </a:ext>
            </a:extLst>
          </p:cNvPr>
          <p:cNvSpPr>
            <a:spLocks noGrp="1"/>
          </p:cNvSpPr>
          <p:nvPr/>
        </p:nvSpPr>
        <p:spPr>
          <a:xfrm>
            <a:off x="418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7_small_GT_pose50_rmsd2_3190">
            <a:extLst>
              <a:ext uri="{FF2B5EF4-FFF2-40B4-BE49-F238E27FC236}">
                <a16:creationId xmlns:a16="http://schemas.microsoft.com/office/drawing/2014/main" id="{2E59BD5A-E118-466E-A515-543EA9FD16B8}"/>
              </a:ext>
            </a:extLst>
          </p:cNvPr>
          <p:cNvSpPr>
            <a:spLocks noGrp="1"/>
          </p:cNvSpPr>
          <p:nvPr/>
        </p:nvSpPr>
        <p:spPr>
          <a:xfrm>
            <a:off x="414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7_small_GT_pose50_rmsd2_3191">
            <a:extLst>
              <a:ext uri="{FF2B5EF4-FFF2-40B4-BE49-F238E27FC236}">
                <a16:creationId xmlns:a16="http://schemas.microsoft.com/office/drawing/2014/main" id="{341C9836-E7AA-410B-9E89-A46968D490F0}"/>
              </a:ext>
            </a:extLst>
          </p:cNvPr>
          <p:cNvSpPr>
            <a:spLocks noGrp="1"/>
          </p:cNvSpPr>
          <p:nvPr/>
        </p:nvSpPr>
        <p:spPr>
          <a:xfrm>
            <a:off x="426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7_small_GT_pose50_rmsd2_3192">
            <a:extLst>
              <a:ext uri="{FF2B5EF4-FFF2-40B4-BE49-F238E27FC236}">
                <a16:creationId xmlns:a16="http://schemas.microsoft.com/office/drawing/2014/main" id="{98FEF28D-E040-4665-95E8-D2437096CA80}"/>
              </a:ext>
            </a:extLst>
          </p:cNvPr>
          <p:cNvSpPr>
            <a:spLocks noGrp="1"/>
          </p:cNvSpPr>
          <p:nvPr/>
        </p:nvSpPr>
        <p:spPr>
          <a:xfrm>
            <a:off x="405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7_small_GT_pose50_rmsd2_3193">
            <a:extLst>
              <a:ext uri="{FF2B5EF4-FFF2-40B4-BE49-F238E27FC236}">
                <a16:creationId xmlns:a16="http://schemas.microsoft.com/office/drawing/2014/main" id="{0B851BA9-FAFE-486A-831F-331E1D1C0CF4}"/>
              </a:ext>
            </a:extLst>
          </p:cNvPr>
          <p:cNvSpPr>
            <a:spLocks noGrp="1"/>
          </p:cNvSpPr>
          <p:nvPr/>
        </p:nvSpPr>
        <p:spPr>
          <a:xfrm>
            <a:off x="414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7_small_GT_pose50_rmsd2_3194">
            <a:extLst>
              <a:ext uri="{FF2B5EF4-FFF2-40B4-BE49-F238E27FC236}">
                <a16:creationId xmlns:a16="http://schemas.microsoft.com/office/drawing/2014/main" id="{9586856C-B994-43A0-BB79-778E189E1448}"/>
              </a:ext>
            </a:extLst>
          </p:cNvPr>
          <p:cNvSpPr>
            <a:spLocks noGrp="1"/>
          </p:cNvSpPr>
          <p:nvPr/>
        </p:nvSpPr>
        <p:spPr>
          <a:xfrm>
            <a:off x="404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7_small_GT_pose50_rmsd2_3195">
            <a:extLst>
              <a:ext uri="{FF2B5EF4-FFF2-40B4-BE49-F238E27FC236}">
                <a16:creationId xmlns:a16="http://schemas.microsoft.com/office/drawing/2014/main" id="{37BB8092-440F-4D64-B246-B41FFAFF9612}"/>
              </a:ext>
            </a:extLst>
          </p:cNvPr>
          <p:cNvSpPr>
            <a:spLocks noGrp="1"/>
          </p:cNvSpPr>
          <p:nvPr/>
        </p:nvSpPr>
        <p:spPr>
          <a:xfrm>
            <a:off x="433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7_small_GT_pose50_rmsd2_3196">
            <a:extLst>
              <a:ext uri="{FF2B5EF4-FFF2-40B4-BE49-F238E27FC236}">
                <a16:creationId xmlns:a16="http://schemas.microsoft.com/office/drawing/2014/main" id="{D4136BF2-9BE2-4635-81BB-EC209CF99AB5}"/>
              </a:ext>
            </a:extLst>
          </p:cNvPr>
          <p:cNvSpPr>
            <a:spLocks noGrp="1"/>
          </p:cNvSpPr>
          <p:nvPr/>
        </p:nvSpPr>
        <p:spPr>
          <a:xfrm>
            <a:off x="409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7_small_GT_pose50_rmsd2_3197">
            <a:extLst>
              <a:ext uri="{FF2B5EF4-FFF2-40B4-BE49-F238E27FC236}">
                <a16:creationId xmlns:a16="http://schemas.microsoft.com/office/drawing/2014/main" id="{FB06AFF4-2901-46D7-920B-3A5ED8F6D989}"/>
              </a:ext>
            </a:extLst>
          </p:cNvPr>
          <p:cNvSpPr>
            <a:spLocks noGrp="1"/>
          </p:cNvSpPr>
          <p:nvPr/>
        </p:nvSpPr>
        <p:spPr>
          <a:xfrm>
            <a:off x="408140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7_small_GT_pose50_rmsd2_3198">
            <a:extLst>
              <a:ext uri="{FF2B5EF4-FFF2-40B4-BE49-F238E27FC236}">
                <a16:creationId xmlns:a16="http://schemas.microsoft.com/office/drawing/2014/main" id="{3CEF128B-6C34-46AE-95D9-AEA795D85776}"/>
              </a:ext>
            </a:extLst>
          </p:cNvPr>
          <p:cNvSpPr>
            <a:spLocks noGrp="1"/>
          </p:cNvSpPr>
          <p:nvPr/>
        </p:nvSpPr>
        <p:spPr>
          <a:xfrm>
            <a:off x="419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7_small_GT_pose50_rmsd2_3199">
            <a:extLst>
              <a:ext uri="{FF2B5EF4-FFF2-40B4-BE49-F238E27FC236}">
                <a16:creationId xmlns:a16="http://schemas.microsoft.com/office/drawing/2014/main" id="{F19DE3E3-F275-4E8A-A389-3CF7B64DCCD4}"/>
              </a:ext>
            </a:extLst>
          </p:cNvPr>
          <p:cNvSpPr>
            <a:spLocks noGrp="1"/>
          </p:cNvSpPr>
          <p:nvPr/>
        </p:nvSpPr>
        <p:spPr>
          <a:xfrm>
            <a:off x="409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7_small_GT_pose50_rmsd2_3200">
            <a:extLst>
              <a:ext uri="{FF2B5EF4-FFF2-40B4-BE49-F238E27FC236}">
                <a16:creationId xmlns:a16="http://schemas.microsoft.com/office/drawing/2014/main" id="{8E805CA3-310A-4660-8A98-2097336AF360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7_small_GT_pose50_rmsd2_3201">
            <a:extLst>
              <a:ext uri="{FF2B5EF4-FFF2-40B4-BE49-F238E27FC236}">
                <a16:creationId xmlns:a16="http://schemas.microsoft.com/office/drawing/2014/main" id="{19D64830-F100-47BA-A08E-CBE901DC0D0E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7_small_GT_pose50_rmsd2_3202">
            <a:extLst>
              <a:ext uri="{FF2B5EF4-FFF2-40B4-BE49-F238E27FC236}">
                <a16:creationId xmlns:a16="http://schemas.microsoft.com/office/drawing/2014/main" id="{EF61EBB2-3AE9-4F16-BA05-AB372BEC2440}"/>
              </a:ext>
            </a:extLst>
          </p:cNvPr>
          <p:cNvSpPr>
            <a:spLocks noGrp="1"/>
          </p:cNvSpPr>
          <p:nvPr/>
        </p:nvSpPr>
        <p:spPr>
          <a:xfrm>
            <a:off x="415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7_small_GT_pose50_rmsd2_3203">
            <a:extLst>
              <a:ext uri="{FF2B5EF4-FFF2-40B4-BE49-F238E27FC236}">
                <a16:creationId xmlns:a16="http://schemas.microsoft.com/office/drawing/2014/main" id="{9EA8CD06-2957-4A2E-904D-63D5A1793811}"/>
              </a:ext>
            </a:extLst>
          </p:cNvPr>
          <p:cNvSpPr>
            <a:spLocks noGrp="1"/>
          </p:cNvSpPr>
          <p:nvPr/>
        </p:nvSpPr>
        <p:spPr>
          <a:xfrm>
            <a:off x="402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7_small_GT_pose50_rmsd2_3204">
            <a:extLst>
              <a:ext uri="{FF2B5EF4-FFF2-40B4-BE49-F238E27FC236}">
                <a16:creationId xmlns:a16="http://schemas.microsoft.com/office/drawing/2014/main" id="{1D230BFE-4F8A-41F2-9652-B0B7FDAD09E8}"/>
              </a:ext>
            </a:extLst>
          </p:cNvPr>
          <p:cNvSpPr>
            <a:spLocks noGrp="1"/>
          </p:cNvSpPr>
          <p:nvPr/>
        </p:nvSpPr>
        <p:spPr>
          <a:xfrm>
            <a:off x="426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7_small_GT_pose50_rmsd2_3205">
            <a:extLst>
              <a:ext uri="{FF2B5EF4-FFF2-40B4-BE49-F238E27FC236}">
                <a16:creationId xmlns:a16="http://schemas.microsoft.com/office/drawing/2014/main" id="{8A555EB8-645B-44EE-93A0-555FB30A8D29}"/>
              </a:ext>
            </a:extLst>
          </p:cNvPr>
          <p:cNvSpPr>
            <a:spLocks noGrp="1"/>
          </p:cNvSpPr>
          <p:nvPr/>
        </p:nvSpPr>
        <p:spPr>
          <a:xfrm>
            <a:off x="413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7_small_GT_pose50_rmsd2_3206">
            <a:extLst>
              <a:ext uri="{FF2B5EF4-FFF2-40B4-BE49-F238E27FC236}">
                <a16:creationId xmlns:a16="http://schemas.microsoft.com/office/drawing/2014/main" id="{D7C0BDC2-F262-4F30-8C02-3135A587EA58}"/>
              </a:ext>
            </a:extLst>
          </p:cNvPr>
          <p:cNvSpPr>
            <a:spLocks noGrp="1"/>
          </p:cNvSpPr>
          <p:nvPr/>
        </p:nvSpPr>
        <p:spPr>
          <a:xfrm>
            <a:off x="432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7_small_GT_pose50_rmsd2_3207">
            <a:extLst>
              <a:ext uri="{FF2B5EF4-FFF2-40B4-BE49-F238E27FC236}">
                <a16:creationId xmlns:a16="http://schemas.microsoft.com/office/drawing/2014/main" id="{1E34A76A-B113-4010-BE8B-9594575F4E15}"/>
              </a:ext>
            </a:extLst>
          </p:cNvPr>
          <p:cNvSpPr>
            <a:spLocks noGrp="1"/>
          </p:cNvSpPr>
          <p:nvPr/>
        </p:nvSpPr>
        <p:spPr>
          <a:xfrm>
            <a:off x="412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7_small_GT_pose50_rmsd2_3208">
            <a:extLst>
              <a:ext uri="{FF2B5EF4-FFF2-40B4-BE49-F238E27FC236}">
                <a16:creationId xmlns:a16="http://schemas.microsoft.com/office/drawing/2014/main" id="{B438E7AB-4289-4900-82B7-1F9F77A6B1E5}"/>
              </a:ext>
            </a:extLst>
          </p:cNvPr>
          <p:cNvSpPr>
            <a:spLocks noGrp="1"/>
          </p:cNvSpPr>
          <p:nvPr/>
        </p:nvSpPr>
        <p:spPr>
          <a:xfrm>
            <a:off x="425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7_small_GT_pose50_rmsd2_3209">
            <a:extLst>
              <a:ext uri="{FF2B5EF4-FFF2-40B4-BE49-F238E27FC236}">
                <a16:creationId xmlns:a16="http://schemas.microsoft.com/office/drawing/2014/main" id="{4AA10BDA-2A9A-47C4-85E3-8547D0AD805D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7_small_GT_pose50_rmsd2_3210">
            <a:extLst>
              <a:ext uri="{FF2B5EF4-FFF2-40B4-BE49-F238E27FC236}">
                <a16:creationId xmlns:a16="http://schemas.microsoft.com/office/drawing/2014/main" id="{62C5C0F4-6A96-4D49-916C-A71B845E81C5}"/>
              </a:ext>
            </a:extLst>
          </p:cNvPr>
          <p:cNvSpPr>
            <a:spLocks noGrp="1"/>
          </p:cNvSpPr>
          <p:nvPr/>
        </p:nvSpPr>
        <p:spPr>
          <a:xfrm>
            <a:off x="413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7_small_GT_pose50_rmsd2_3211">
            <a:extLst>
              <a:ext uri="{FF2B5EF4-FFF2-40B4-BE49-F238E27FC236}">
                <a16:creationId xmlns:a16="http://schemas.microsoft.com/office/drawing/2014/main" id="{C67FA217-F8F2-4E11-AB8F-99289B5B748E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7_small_GT_pose50_rmsd2_3212">
            <a:extLst>
              <a:ext uri="{FF2B5EF4-FFF2-40B4-BE49-F238E27FC236}">
                <a16:creationId xmlns:a16="http://schemas.microsoft.com/office/drawing/2014/main" id="{7376911B-7F05-46A3-B1A9-220C4E149E2E}"/>
              </a:ext>
            </a:extLst>
          </p:cNvPr>
          <p:cNvSpPr>
            <a:spLocks noGrp="1"/>
          </p:cNvSpPr>
          <p:nvPr/>
        </p:nvSpPr>
        <p:spPr>
          <a:xfrm>
            <a:off x="404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7_small_GT_pose50_rmsd2_3213">
            <a:extLst>
              <a:ext uri="{FF2B5EF4-FFF2-40B4-BE49-F238E27FC236}">
                <a16:creationId xmlns:a16="http://schemas.microsoft.com/office/drawing/2014/main" id="{4D7B56BA-76BF-4177-99DB-0C1EE10B54E4}"/>
              </a:ext>
            </a:extLst>
          </p:cNvPr>
          <p:cNvSpPr>
            <a:spLocks noGrp="1"/>
          </p:cNvSpPr>
          <p:nvPr/>
        </p:nvSpPr>
        <p:spPr>
          <a:xfrm>
            <a:off x="403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7_small_GT_pose50_rmsd2_3214">
            <a:extLst>
              <a:ext uri="{FF2B5EF4-FFF2-40B4-BE49-F238E27FC236}">
                <a16:creationId xmlns:a16="http://schemas.microsoft.com/office/drawing/2014/main" id="{76BE9CA1-2115-484F-9B41-38179677AB63}"/>
              </a:ext>
            </a:extLst>
          </p:cNvPr>
          <p:cNvSpPr>
            <a:spLocks noGrp="1"/>
          </p:cNvSpPr>
          <p:nvPr/>
        </p:nvSpPr>
        <p:spPr>
          <a:xfrm>
            <a:off x="431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7_small_GT_pose50_rmsd2_3215">
            <a:extLst>
              <a:ext uri="{FF2B5EF4-FFF2-40B4-BE49-F238E27FC236}">
                <a16:creationId xmlns:a16="http://schemas.microsoft.com/office/drawing/2014/main" id="{3C19823B-8306-4806-8464-04F155675665}"/>
              </a:ext>
            </a:extLst>
          </p:cNvPr>
          <p:cNvSpPr>
            <a:spLocks noGrp="1"/>
          </p:cNvSpPr>
          <p:nvPr/>
        </p:nvSpPr>
        <p:spPr>
          <a:xfrm>
            <a:off x="403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7_small_GT_pose50_rmsd2_3216">
            <a:extLst>
              <a:ext uri="{FF2B5EF4-FFF2-40B4-BE49-F238E27FC236}">
                <a16:creationId xmlns:a16="http://schemas.microsoft.com/office/drawing/2014/main" id="{3F32E39C-523C-4F41-9C7B-5C9E7FFB44D1}"/>
              </a:ext>
            </a:extLst>
          </p:cNvPr>
          <p:cNvSpPr>
            <a:spLocks noGrp="1"/>
          </p:cNvSpPr>
          <p:nvPr/>
        </p:nvSpPr>
        <p:spPr>
          <a:xfrm>
            <a:off x="413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7_small_GT_pose50_rmsd2_3217">
            <a:extLst>
              <a:ext uri="{FF2B5EF4-FFF2-40B4-BE49-F238E27FC236}">
                <a16:creationId xmlns:a16="http://schemas.microsoft.com/office/drawing/2014/main" id="{58E6161B-30FF-4F2F-83F2-FC0E6719186A}"/>
              </a:ext>
            </a:extLst>
          </p:cNvPr>
          <p:cNvSpPr>
            <a:spLocks noGrp="1"/>
          </p:cNvSpPr>
          <p:nvPr/>
        </p:nvSpPr>
        <p:spPr>
          <a:xfrm>
            <a:off x="417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7_small_GT_pose50_rmsd2_3218">
            <a:extLst>
              <a:ext uri="{FF2B5EF4-FFF2-40B4-BE49-F238E27FC236}">
                <a16:creationId xmlns:a16="http://schemas.microsoft.com/office/drawing/2014/main" id="{7D73C2A6-3524-44C2-A204-76C1EE1451F2}"/>
              </a:ext>
            </a:extLst>
          </p:cNvPr>
          <p:cNvSpPr>
            <a:spLocks noGrp="1"/>
          </p:cNvSpPr>
          <p:nvPr/>
        </p:nvSpPr>
        <p:spPr>
          <a:xfrm>
            <a:off x="406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7_small_GT_pose50_rmsd2_3219">
            <a:extLst>
              <a:ext uri="{FF2B5EF4-FFF2-40B4-BE49-F238E27FC236}">
                <a16:creationId xmlns:a16="http://schemas.microsoft.com/office/drawing/2014/main" id="{A7AC5894-D562-44C0-94B7-0872EAB6AD38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7_small_GT_pose50_rmsd2_3220">
            <a:extLst>
              <a:ext uri="{FF2B5EF4-FFF2-40B4-BE49-F238E27FC236}">
                <a16:creationId xmlns:a16="http://schemas.microsoft.com/office/drawing/2014/main" id="{FD21C726-349B-449A-A05F-64CC72866A67}"/>
              </a:ext>
            </a:extLst>
          </p:cNvPr>
          <p:cNvSpPr>
            <a:spLocks noGrp="1"/>
          </p:cNvSpPr>
          <p:nvPr/>
        </p:nvSpPr>
        <p:spPr>
          <a:xfrm>
            <a:off x="411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7_small_GT_pose50_rmsd2_3221">
            <a:extLst>
              <a:ext uri="{FF2B5EF4-FFF2-40B4-BE49-F238E27FC236}">
                <a16:creationId xmlns:a16="http://schemas.microsoft.com/office/drawing/2014/main" id="{EB2B917C-9410-4904-AB07-4D4414CFA798}"/>
              </a:ext>
            </a:extLst>
          </p:cNvPr>
          <p:cNvSpPr>
            <a:spLocks noGrp="1"/>
          </p:cNvSpPr>
          <p:nvPr/>
        </p:nvSpPr>
        <p:spPr>
          <a:xfrm>
            <a:off x="4322025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7_small_GT_pose50_rmsd2_3222">
            <a:extLst>
              <a:ext uri="{FF2B5EF4-FFF2-40B4-BE49-F238E27FC236}">
                <a16:creationId xmlns:a16="http://schemas.microsoft.com/office/drawing/2014/main" id="{F824C87F-91EF-4813-BF47-089237EA7AC7}"/>
              </a:ext>
            </a:extLst>
          </p:cNvPr>
          <p:cNvSpPr>
            <a:spLocks noGrp="1"/>
          </p:cNvSpPr>
          <p:nvPr/>
        </p:nvSpPr>
        <p:spPr>
          <a:xfrm>
            <a:off x="421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7_small_GT_pose50_rmsd2_3223">
            <a:extLst>
              <a:ext uri="{FF2B5EF4-FFF2-40B4-BE49-F238E27FC236}">
                <a16:creationId xmlns:a16="http://schemas.microsoft.com/office/drawing/2014/main" id="{03C9AF0C-8557-4221-AFC9-3FEF71C1564C}"/>
              </a:ext>
            </a:extLst>
          </p:cNvPr>
          <p:cNvSpPr>
            <a:spLocks noGrp="1"/>
          </p:cNvSpPr>
          <p:nvPr/>
        </p:nvSpPr>
        <p:spPr>
          <a:xfrm>
            <a:off x="420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7_small_GT_pose50_rmsd2_3224">
            <a:extLst>
              <a:ext uri="{FF2B5EF4-FFF2-40B4-BE49-F238E27FC236}">
                <a16:creationId xmlns:a16="http://schemas.microsoft.com/office/drawing/2014/main" id="{22F6A253-865D-42B0-B5DE-543D16766113}"/>
              </a:ext>
            </a:extLst>
          </p:cNvPr>
          <p:cNvSpPr>
            <a:spLocks noGrp="1"/>
          </p:cNvSpPr>
          <p:nvPr/>
        </p:nvSpPr>
        <p:spPr>
          <a:xfrm>
            <a:off x="429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7_small_GT_pose50_rmsd2_3225">
            <a:extLst>
              <a:ext uri="{FF2B5EF4-FFF2-40B4-BE49-F238E27FC236}">
                <a16:creationId xmlns:a16="http://schemas.microsoft.com/office/drawing/2014/main" id="{C3B8C8A5-8E70-46A6-8342-5F21998F9791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7_small_GT_pose50_rmsd2_3226">
            <a:extLst>
              <a:ext uri="{FF2B5EF4-FFF2-40B4-BE49-F238E27FC236}">
                <a16:creationId xmlns:a16="http://schemas.microsoft.com/office/drawing/2014/main" id="{0AAB0636-B7B8-43C6-98BA-7C43A6BAA1D3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7_small_GT_pose50_rmsd2_3227">
            <a:extLst>
              <a:ext uri="{FF2B5EF4-FFF2-40B4-BE49-F238E27FC236}">
                <a16:creationId xmlns:a16="http://schemas.microsoft.com/office/drawing/2014/main" id="{CAE3E5C3-E96B-4044-A3BE-D9A2231DC8A5}"/>
              </a:ext>
            </a:extLst>
          </p:cNvPr>
          <p:cNvSpPr>
            <a:spLocks noGrp="1"/>
          </p:cNvSpPr>
          <p:nvPr/>
        </p:nvSpPr>
        <p:spPr>
          <a:xfrm>
            <a:off x="425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7_small_GT_pose50_rmsd2_3228">
            <a:extLst>
              <a:ext uri="{FF2B5EF4-FFF2-40B4-BE49-F238E27FC236}">
                <a16:creationId xmlns:a16="http://schemas.microsoft.com/office/drawing/2014/main" id="{49E6224C-829F-469E-B952-CCD3239709F0}"/>
              </a:ext>
            </a:extLst>
          </p:cNvPr>
          <p:cNvSpPr>
            <a:spLocks noGrp="1"/>
          </p:cNvSpPr>
          <p:nvPr/>
        </p:nvSpPr>
        <p:spPr>
          <a:xfrm>
            <a:off x="410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7_small_GT_pose50_rmsd2_3229">
            <a:extLst>
              <a:ext uri="{FF2B5EF4-FFF2-40B4-BE49-F238E27FC236}">
                <a16:creationId xmlns:a16="http://schemas.microsoft.com/office/drawing/2014/main" id="{5C9FA65E-A8CB-4E55-A931-3FD4C39AC1D8}"/>
              </a:ext>
            </a:extLst>
          </p:cNvPr>
          <p:cNvSpPr>
            <a:spLocks noGrp="1"/>
          </p:cNvSpPr>
          <p:nvPr/>
        </p:nvSpPr>
        <p:spPr>
          <a:xfrm>
            <a:off x="401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7_small_GT_pose50_rmsd2_3230">
            <a:extLst>
              <a:ext uri="{FF2B5EF4-FFF2-40B4-BE49-F238E27FC236}">
                <a16:creationId xmlns:a16="http://schemas.microsoft.com/office/drawing/2014/main" id="{D6ACE127-AF76-4EA8-99B1-17E79BB275AF}"/>
              </a:ext>
            </a:extLst>
          </p:cNvPr>
          <p:cNvSpPr>
            <a:spLocks noGrp="1"/>
          </p:cNvSpPr>
          <p:nvPr/>
        </p:nvSpPr>
        <p:spPr>
          <a:xfrm>
            <a:off x="430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7_small_GT_pose50_rmsd2_3231">
            <a:extLst>
              <a:ext uri="{FF2B5EF4-FFF2-40B4-BE49-F238E27FC236}">
                <a16:creationId xmlns:a16="http://schemas.microsoft.com/office/drawing/2014/main" id="{6184FC31-F103-4747-9014-A75077A1CF78}"/>
              </a:ext>
            </a:extLst>
          </p:cNvPr>
          <p:cNvSpPr>
            <a:spLocks noGrp="1"/>
          </p:cNvSpPr>
          <p:nvPr/>
        </p:nvSpPr>
        <p:spPr>
          <a:xfrm>
            <a:off x="433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7_small_GT_pose50_rmsd2_3232">
            <a:extLst>
              <a:ext uri="{FF2B5EF4-FFF2-40B4-BE49-F238E27FC236}">
                <a16:creationId xmlns:a16="http://schemas.microsoft.com/office/drawing/2014/main" id="{FBB4557F-E5A5-4382-80A7-81C997232D5E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7_small_GT_pose50_rmsd2_3233">
            <a:extLst>
              <a:ext uri="{FF2B5EF4-FFF2-40B4-BE49-F238E27FC236}">
                <a16:creationId xmlns:a16="http://schemas.microsoft.com/office/drawing/2014/main" id="{C4189CD8-263D-4E6F-8157-A0F0861767F8}"/>
              </a:ext>
            </a:extLst>
          </p:cNvPr>
          <p:cNvSpPr>
            <a:spLocks noGrp="1"/>
          </p:cNvSpPr>
          <p:nvPr/>
        </p:nvSpPr>
        <p:spPr>
          <a:xfrm>
            <a:off x="429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7_small_GT_pose50_rmsd2_3234">
            <a:extLst>
              <a:ext uri="{FF2B5EF4-FFF2-40B4-BE49-F238E27FC236}">
                <a16:creationId xmlns:a16="http://schemas.microsoft.com/office/drawing/2014/main" id="{394AC417-50FD-4C62-8AE2-68BA08FDD6F3}"/>
              </a:ext>
            </a:extLst>
          </p:cNvPr>
          <p:cNvSpPr>
            <a:spLocks noGrp="1"/>
          </p:cNvSpPr>
          <p:nvPr/>
        </p:nvSpPr>
        <p:spPr>
          <a:xfrm>
            <a:off x="427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7_small_GT_pose50_rmsd2_3235">
            <a:extLst>
              <a:ext uri="{FF2B5EF4-FFF2-40B4-BE49-F238E27FC236}">
                <a16:creationId xmlns:a16="http://schemas.microsoft.com/office/drawing/2014/main" id="{49BBC83A-D75B-4ADF-AAF6-C9779DF09949}"/>
              </a:ext>
            </a:extLst>
          </p:cNvPr>
          <p:cNvSpPr>
            <a:spLocks noGrp="1"/>
          </p:cNvSpPr>
          <p:nvPr/>
        </p:nvSpPr>
        <p:spPr>
          <a:xfrm>
            <a:off x="407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7_small_GT_pose50_rmsd2_3236">
            <a:extLst>
              <a:ext uri="{FF2B5EF4-FFF2-40B4-BE49-F238E27FC236}">
                <a16:creationId xmlns:a16="http://schemas.microsoft.com/office/drawing/2014/main" id="{FC0A6C8E-DB40-4918-9E6C-1B8DBEEDAF14}"/>
              </a:ext>
            </a:extLst>
          </p:cNvPr>
          <p:cNvSpPr>
            <a:spLocks noGrp="1"/>
          </p:cNvSpPr>
          <p:nvPr/>
        </p:nvSpPr>
        <p:spPr>
          <a:xfrm>
            <a:off x="420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7_small_GT_pose50_rmsd2_3237">
            <a:extLst>
              <a:ext uri="{FF2B5EF4-FFF2-40B4-BE49-F238E27FC236}">
                <a16:creationId xmlns:a16="http://schemas.microsoft.com/office/drawing/2014/main" id="{A05987C6-5D2B-4B52-9700-035A0B2C656B}"/>
              </a:ext>
            </a:extLst>
          </p:cNvPr>
          <p:cNvSpPr>
            <a:spLocks noGrp="1"/>
          </p:cNvSpPr>
          <p:nvPr/>
        </p:nvSpPr>
        <p:spPr>
          <a:xfrm>
            <a:off x="421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7_small_GT_pose50_rmsd2_3238">
            <a:extLst>
              <a:ext uri="{FF2B5EF4-FFF2-40B4-BE49-F238E27FC236}">
                <a16:creationId xmlns:a16="http://schemas.microsoft.com/office/drawing/2014/main" id="{91C0C766-062A-4184-8DD7-A9D49142C7DC}"/>
              </a:ext>
            </a:extLst>
          </p:cNvPr>
          <p:cNvSpPr>
            <a:spLocks noGrp="1"/>
          </p:cNvSpPr>
          <p:nvPr/>
        </p:nvSpPr>
        <p:spPr>
          <a:xfrm>
            <a:off x="4299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7_small_GT_pose50_rmsd2_3239">
            <a:extLst>
              <a:ext uri="{FF2B5EF4-FFF2-40B4-BE49-F238E27FC236}">
                <a16:creationId xmlns:a16="http://schemas.microsoft.com/office/drawing/2014/main" id="{51B578DA-84D4-429C-8D8F-EC3D6B703709}"/>
              </a:ext>
            </a:extLst>
          </p:cNvPr>
          <p:cNvSpPr>
            <a:spLocks noGrp="1"/>
          </p:cNvSpPr>
          <p:nvPr/>
        </p:nvSpPr>
        <p:spPr>
          <a:xfrm>
            <a:off x="432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7_small_GT_pose50_rmsd2_3240">
            <a:extLst>
              <a:ext uri="{FF2B5EF4-FFF2-40B4-BE49-F238E27FC236}">
                <a16:creationId xmlns:a16="http://schemas.microsoft.com/office/drawing/2014/main" id="{8A351564-2F78-4DF0-B09E-3F182F525448}"/>
              </a:ext>
            </a:extLst>
          </p:cNvPr>
          <p:cNvSpPr>
            <a:spLocks noGrp="1"/>
          </p:cNvSpPr>
          <p:nvPr/>
        </p:nvSpPr>
        <p:spPr>
          <a:xfrm>
            <a:off x="431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7_small_GT_pose50_rmsd2_3241">
            <a:extLst>
              <a:ext uri="{FF2B5EF4-FFF2-40B4-BE49-F238E27FC236}">
                <a16:creationId xmlns:a16="http://schemas.microsoft.com/office/drawing/2014/main" id="{4A8C22ED-2869-4A7D-97EB-4F333899D327}"/>
              </a:ext>
            </a:extLst>
          </p:cNvPr>
          <p:cNvSpPr>
            <a:spLocks noGrp="1"/>
          </p:cNvSpPr>
          <p:nvPr/>
        </p:nvSpPr>
        <p:spPr>
          <a:xfrm>
            <a:off x="417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7_small_GT_pose50_rmsd2_3242">
            <a:extLst>
              <a:ext uri="{FF2B5EF4-FFF2-40B4-BE49-F238E27FC236}">
                <a16:creationId xmlns:a16="http://schemas.microsoft.com/office/drawing/2014/main" id="{B0BEAE3C-906C-4788-AE8A-B478F68470BE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7_small_GT_pose50_rmsd2_3243">
            <a:extLst>
              <a:ext uri="{FF2B5EF4-FFF2-40B4-BE49-F238E27FC236}">
                <a16:creationId xmlns:a16="http://schemas.microsoft.com/office/drawing/2014/main" id="{C2A15B8D-A672-41DD-AB93-01F088C59D99}"/>
              </a:ext>
            </a:extLst>
          </p:cNvPr>
          <p:cNvSpPr>
            <a:spLocks noGrp="1"/>
          </p:cNvSpPr>
          <p:nvPr/>
        </p:nvSpPr>
        <p:spPr>
          <a:xfrm>
            <a:off x="423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7_small_GT_pose50_rmsd2_3244">
            <a:extLst>
              <a:ext uri="{FF2B5EF4-FFF2-40B4-BE49-F238E27FC236}">
                <a16:creationId xmlns:a16="http://schemas.microsoft.com/office/drawing/2014/main" id="{31C0133F-9468-4B28-92EE-74361A1EC6D6}"/>
              </a:ext>
            </a:extLst>
          </p:cNvPr>
          <p:cNvSpPr>
            <a:spLocks noGrp="1"/>
          </p:cNvSpPr>
          <p:nvPr/>
        </p:nvSpPr>
        <p:spPr>
          <a:xfrm>
            <a:off x="410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7_small_GT_pose50_rmsd2_3245">
            <a:extLst>
              <a:ext uri="{FF2B5EF4-FFF2-40B4-BE49-F238E27FC236}">
                <a16:creationId xmlns:a16="http://schemas.microsoft.com/office/drawing/2014/main" id="{17A3A589-3767-4764-9C8B-BF9FD638EA07}"/>
              </a:ext>
            </a:extLst>
          </p:cNvPr>
          <p:cNvSpPr>
            <a:spLocks noGrp="1"/>
          </p:cNvSpPr>
          <p:nvPr/>
        </p:nvSpPr>
        <p:spPr>
          <a:xfrm>
            <a:off x="406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7_small_GT_pose50_rmsd2_3246">
            <a:extLst>
              <a:ext uri="{FF2B5EF4-FFF2-40B4-BE49-F238E27FC236}">
                <a16:creationId xmlns:a16="http://schemas.microsoft.com/office/drawing/2014/main" id="{D9769B85-DABA-4CD0-9099-B6D6F87AFD7A}"/>
              </a:ext>
            </a:extLst>
          </p:cNvPr>
          <p:cNvSpPr>
            <a:spLocks noGrp="1"/>
          </p:cNvSpPr>
          <p:nvPr/>
        </p:nvSpPr>
        <p:spPr>
          <a:xfrm>
            <a:off x="419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7_small_GT_pose50_rmsd2_3247">
            <a:extLst>
              <a:ext uri="{FF2B5EF4-FFF2-40B4-BE49-F238E27FC236}">
                <a16:creationId xmlns:a16="http://schemas.microsoft.com/office/drawing/2014/main" id="{1BA9BFF7-6961-4612-9673-BB7F1F070FD2}"/>
              </a:ext>
            </a:extLst>
          </p:cNvPr>
          <p:cNvSpPr>
            <a:spLocks noGrp="1"/>
          </p:cNvSpPr>
          <p:nvPr/>
        </p:nvSpPr>
        <p:spPr>
          <a:xfrm>
            <a:off x="424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7_small_GT_pose50_rmsd2_3248">
            <a:extLst>
              <a:ext uri="{FF2B5EF4-FFF2-40B4-BE49-F238E27FC236}">
                <a16:creationId xmlns:a16="http://schemas.microsoft.com/office/drawing/2014/main" id="{06D28C2C-C965-4597-B64A-6D6FEFA02270}"/>
              </a:ext>
            </a:extLst>
          </p:cNvPr>
          <p:cNvSpPr>
            <a:spLocks noGrp="1"/>
          </p:cNvSpPr>
          <p:nvPr/>
        </p:nvSpPr>
        <p:spPr>
          <a:xfrm>
            <a:off x="427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7_small_GT_pose50_rmsd2_3249">
            <a:extLst>
              <a:ext uri="{FF2B5EF4-FFF2-40B4-BE49-F238E27FC236}">
                <a16:creationId xmlns:a16="http://schemas.microsoft.com/office/drawing/2014/main" id="{70D96EDE-CBB2-4191-BD5D-17D16AFA2BE3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7_small_GT_pose50_rmsd2_3250">
            <a:extLst>
              <a:ext uri="{FF2B5EF4-FFF2-40B4-BE49-F238E27FC236}">
                <a16:creationId xmlns:a16="http://schemas.microsoft.com/office/drawing/2014/main" id="{CAF93460-9E10-431F-B11B-31F376850B2A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7_small_GT_pose50_rmsd2_3251">
            <a:extLst>
              <a:ext uri="{FF2B5EF4-FFF2-40B4-BE49-F238E27FC236}">
                <a16:creationId xmlns:a16="http://schemas.microsoft.com/office/drawing/2014/main" id="{02B2B88C-6365-4036-B037-F213CED50346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7_small_GT_pose50_rmsd2_3252">
            <a:extLst>
              <a:ext uri="{FF2B5EF4-FFF2-40B4-BE49-F238E27FC236}">
                <a16:creationId xmlns:a16="http://schemas.microsoft.com/office/drawing/2014/main" id="{8F88472B-04F4-4273-9376-01B5E0E715CC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7_small_GT_pose50_rmsd2_3253">
            <a:extLst>
              <a:ext uri="{FF2B5EF4-FFF2-40B4-BE49-F238E27FC236}">
                <a16:creationId xmlns:a16="http://schemas.microsoft.com/office/drawing/2014/main" id="{2376D008-F704-4EEB-8456-1B0F686C75E2}"/>
              </a:ext>
            </a:extLst>
          </p:cNvPr>
          <p:cNvSpPr>
            <a:spLocks noGrp="1"/>
          </p:cNvSpPr>
          <p:nvPr/>
        </p:nvSpPr>
        <p:spPr>
          <a:xfrm>
            <a:off x="434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7_small_GT_pose50_rmsd2_3254">
            <a:extLst>
              <a:ext uri="{FF2B5EF4-FFF2-40B4-BE49-F238E27FC236}">
                <a16:creationId xmlns:a16="http://schemas.microsoft.com/office/drawing/2014/main" id="{140DDBD8-889B-4BA3-93C2-EECE6E1F3DEF}"/>
              </a:ext>
            </a:extLst>
          </p:cNvPr>
          <p:cNvSpPr>
            <a:spLocks noGrp="1"/>
          </p:cNvSpPr>
          <p:nvPr/>
        </p:nvSpPr>
        <p:spPr>
          <a:xfrm>
            <a:off x="434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7_small_GT_pose50_rmsd2_3255">
            <a:extLst>
              <a:ext uri="{FF2B5EF4-FFF2-40B4-BE49-F238E27FC236}">
                <a16:creationId xmlns:a16="http://schemas.microsoft.com/office/drawing/2014/main" id="{73D3F8FF-240B-4F32-BD70-12895F77F598}"/>
              </a:ext>
            </a:extLst>
          </p:cNvPr>
          <p:cNvSpPr>
            <a:spLocks noGrp="1"/>
          </p:cNvSpPr>
          <p:nvPr/>
        </p:nvSpPr>
        <p:spPr>
          <a:xfrm>
            <a:off x="416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7_small_GT_pose50_rmsd2_3256">
            <a:extLst>
              <a:ext uri="{FF2B5EF4-FFF2-40B4-BE49-F238E27FC236}">
                <a16:creationId xmlns:a16="http://schemas.microsoft.com/office/drawing/2014/main" id="{3F9C199E-B3C5-4CDD-BB13-225D41856097}"/>
              </a:ext>
            </a:extLst>
          </p:cNvPr>
          <p:cNvSpPr>
            <a:spLocks noGrp="1"/>
          </p:cNvSpPr>
          <p:nvPr/>
        </p:nvSpPr>
        <p:spPr>
          <a:xfrm>
            <a:off x="419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7_small_GT_pose50_rmsd2_3257">
            <a:extLst>
              <a:ext uri="{FF2B5EF4-FFF2-40B4-BE49-F238E27FC236}">
                <a16:creationId xmlns:a16="http://schemas.microsoft.com/office/drawing/2014/main" id="{50901611-1BC2-4BC0-A4AA-C4324CF76A43}"/>
              </a:ext>
            </a:extLst>
          </p:cNvPr>
          <p:cNvSpPr>
            <a:spLocks noGrp="1"/>
          </p:cNvSpPr>
          <p:nvPr/>
        </p:nvSpPr>
        <p:spPr>
          <a:xfrm>
            <a:off x="410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7_small_GT_pose50_rmsd2_3258">
            <a:extLst>
              <a:ext uri="{FF2B5EF4-FFF2-40B4-BE49-F238E27FC236}">
                <a16:creationId xmlns:a16="http://schemas.microsoft.com/office/drawing/2014/main" id="{195FEBF4-012B-420A-B7D5-1148911ADDE2}"/>
              </a:ext>
            </a:extLst>
          </p:cNvPr>
          <p:cNvSpPr>
            <a:spLocks noGrp="1"/>
          </p:cNvSpPr>
          <p:nvPr/>
        </p:nvSpPr>
        <p:spPr>
          <a:xfrm>
            <a:off x="58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7_small_GT_pose50_rmsd2_3259">
            <a:extLst>
              <a:ext uri="{FF2B5EF4-FFF2-40B4-BE49-F238E27FC236}">
                <a16:creationId xmlns:a16="http://schemas.microsoft.com/office/drawing/2014/main" id="{8294E5AE-FEA6-42A2-8ED9-F3C717276B92}"/>
              </a:ext>
            </a:extLst>
          </p:cNvPr>
          <p:cNvSpPr>
            <a:spLocks noGrp="1"/>
          </p:cNvSpPr>
          <p:nvPr/>
        </p:nvSpPr>
        <p:spPr>
          <a:xfrm>
            <a:off x="60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7_small_GT_pose50_rmsd2_3260">
            <a:extLst>
              <a:ext uri="{FF2B5EF4-FFF2-40B4-BE49-F238E27FC236}">
                <a16:creationId xmlns:a16="http://schemas.microsoft.com/office/drawing/2014/main" id="{F7A6BB45-818C-4B7F-92BD-0DCD7A9D998F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7_small_GT_pose50_rmsd2_3261">
            <a:extLst>
              <a:ext uri="{FF2B5EF4-FFF2-40B4-BE49-F238E27FC236}">
                <a16:creationId xmlns:a16="http://schemas.microsoft.com/office/drawing/2014/main" id="{6A4999A0-7834-44AF-99FA-B349BD4ED946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7_small_GT_pose50_rmsd2_3262">
            <a:extLst>
              <a:ext uri="{FF2B5EF4-FFF2-40B4-BE49-F238E27FC236}">
                <a16:creationId xmlns:a16="http://schemas.microsoft.com/office/drawing/2014/main" id="{CA8322D5-11D5-4028-94EE-016B7527D26A}"/>
              </a:ext>
            </a:extLst>
          </p:cNvPr>
          <p:cNvSpPr>
            <a:spLocks noGrp="1"/>
          </p:cNvSpPr>
          <p:nvPr/>
        </p:nvSpPr>
        <p:spPr>
          <a:xfrm>
            <a:off x="60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7_small_GT_pose50_rmsd2_3263">
            <a:extLst>
              <a:ext uri="{FF2B5EF4-FFF2-40B4-BE49-F238E27FC236}">
                <a16:creationId xmlns:a16="http://schemas.microsoft.com/office/drawing/2014/main" id="{F5406038-546F-4AB0-9466-AF31863E770D}"/>
              </a:ext>
            </a:extLst>
          </p:cNvPr>
          <p:cNvSpPr>
            <a:spLocks noGrp="1"/>
          </p:cNvSpPr>
          <p:nvPr/>
        </p:nvSpPr>
        <p:spPr>
          <a:xfrm>
            <a:off x="60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7_small_GT_pose50_rmsd2_3264">
            <a:extLst>
              <a:ext uri="{FF2B5EF4-FFF2-40B4-BE49-F238E27FC236}">
                <a16:creationId xmlns:a16="http://schemas.microsoft.com/office/drawing/2014/main" id="{FD3FCA26-821D-4E6A-A38D-2FEE6DFC4DEF}"/>
              </a:ext>
            </a:extLst>
          </p:cNvPr>
          <p:cNvSpPr>
            <a:spLocks noGrp="1"/>
          </p:cNvSpPr>
          <p:nvPr/>
        </p:nvSpPr>
        <p:spPr>
          <a:xfrm>
            <a:off x="58210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7_small_GT_pose50_rmsd2_3265">
            <a:extLst>
              <a:ext uri="{FF2B5EF4-FFF2-40B4-BE49-F238E27FC236}">
                <a16:creationId xmlns:a16="http://schemas.microsoft.com/office/drawing/2014/main" id="{FBB89840-756C-418C-848D-F67ABA9A817E}"/>
              </a:ext>
            </a:extLst>
          </p:cNvPr>
          <p:cNvSpPr>
            <a:spLocks noGrp="1"/>
          </p:cNvSpPr>
          <p:nvPr/>
        </p:nvSpPr>
        <p:spPr>
          <a:xfrm>
            <a:off x="589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7_small_GT_pose50_rmsd2_3266">
            <a:extLst>
              <a:ext uri="{FF2B5EF4-FFF2-40B4-BE49-F238E27FC236}">
                <a16:creationId xmlns:a16="http://schemas.microsoft.com/office/drawing/2014/main" id="{35BD3125-0BC7-4C9E-BE2C-F31A67546208}"/>
              </a:ext>
            </a:extLst>
          </p:cNvPr>
          <p:cNvSpPr>
            <a:spLocks noGrp="1"/>
          </p:cNvSpPr>
          <p:nvPr/>
        </p:nvSpPr>
        <p:spPr>
          <a:xfrm>
            <a:off x="593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7_small_GT_pose50_rmsd2_3267">
            <a:extLst>
              <a:ext uri="{FF2B5EF4-FFF2-40B4-BE49-F238E27FC236}">
                <a16:creationId xmlns:a16="http://schemas.microsoft.com/office/drawing/2014/main" id="{51BB65BC-DDDF-4941-96DC-E92799470577}"/>
              </a:ext>
            </a:extLst>
          </p:cNvPr>
          <p:cNvSpPr>
            <a:spLocks noGrp="1"/>
          </p:cNvSpPr>
          <p:nvPr/>
        </p:nvSpPr>
        <p:spPr>
          <a:xfrm>
            <a:off x="58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7_small_GT_pose50_rmsd2_3268">
            <a:extLst>
              <a:ext uri="{FF2B5EF4-FFF2-40B4-BE49-F238E27FC236}">
                <a16:creationId xmlns:a16="http://schemas.microsoft.com/office/drawing/2014/main" id="{E2878328-AECA-4C1B-AF4C-40E0475E6115}"/>
              </a:ext>
            </a:extLst>
          </p:cNvPr>
          <p:cNvSpPr>
            <a:spLocks noGrp="1"/>
          </p:cNvSpPr>
          <p:nvPr/>
        </p:nvSpPr>
        <p:spPr>
          <a:xfrm>
            <a:off x="60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7_small_GT_pose50_rmsd2_3269">
            <a:extLst>
              <a:ext uri="{FF2B5EF4-FFF2-40B4-BE49-F238E27FC236}">
                <a16:creationId xmlns:a16="http://schemas.microsoft.com/office/drawing/2014/main" id="{FDABBD7B-D1A3-4B84-8A81-02BEC4718BF0}"/>
              </a:ext>
            </a:extLst>
          </p:cNvPr>
          <p:cNvSpPr>
            <a:spLocks noGrp="1"/>
          </p:cNvSpPr>
          <p:nvPr/>
        </p:nvSpPr>
        <p:spPr>
          <a:xfrm>
            <a:off x="58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7_small_GT_pose50_rmsd2_3270">
            <a:extLst>
              <a:ext uri="{FF2B5EF4-FFF2-40B4-BE49-F238E27FC236}">
                <a16:creationId xmlns:a16="http://schemas.microsoft.com/office/drawing/2014/main" id="{39C9509A-F947-4FA7-B73C-14567F70021A}"/>
              </a:ext>
            </a:extLst>
          </p:cNvPr>
          <p:cNvSpPr>
            <a:spLocks noGrp="1"/>
          </p:cNvSpPr>
          <p:nvPr/>
        </p:nvSpPr>
        <p:spPr>
          <a:xfrm>
            <a:off x="58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7_small_GT_pose50_rmsd2_3271">
            <a:extLst>
              <a:ext uri="{FF2B5EF4-FFF2-40B4-BE49-F238E27FC236}">
                <a16:creationId xmlns:a16="http://schemas.microsoft.com/office/drawing/2014/main" id="{EDD7151C-4CD7-46EA-A4EA-42D6E0DC6B1F}"/>
              </a:ext>
            </a:extLst>
          </p:cNvPr>
          <p:cNvSpPr>
            <a:spLocks noGrp="1"/>
          </p:cNvSpPr>
          <p:nvPr/>
        </p:nvSpPr>
        <p:spPr>
          <a:xfrm>
            <a:off x="579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7_small_GT_pose50_rmsd2_3272">
            <a:extLst>
              <a:ext uri="{FF2B5EF4-FFF2-40B4-BE49-F238E27FC236}">
                <a16:creationId xmlns:a16="http://schemas.microsoft.com/office/drawing/2014/main" id="{323127F0-8A6E-45D5-8D19-EE19C819B726}"/>
              </a:ext>
            </a:extLst>
          </p:cNvPr>
          <p:cNvSpPr>
            <a:spLocks noGrp="1"/>
          </p:cNvSpPr>
          <p:nvPr/>
        </p:nvSpPr>
        <p:spPr>
          <a:xfrm>
            <a:off x="60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7_small_GT_pose50_rmsd2_3273">
            <a:extLst>
              <a:ext uri="{FF2B5EF4-FFF2-40B4-BE49-F238E27FC236}">
                <a16:creationId xmlns:a16="http://schemas.microsoft.com/office/drawing/2014/main" id="{7E015DC6-2417-4E33-89D1-1260441F7027}"/>
              </a:ext>
            </a:extLst>
          </p:cNvPr>
          <p:cNvSpPr>
            <a:spLocks noGrp="1"/>
          </p:cNvSpPr>
          <p:nvPr/>
        </p:nvSpPr>
        <p:spPr>
          <a:xfrm>
            <a:off x="584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7_small_GT_pose50_rmsd2_3274">
            <a:extLst>
              <a:ext uri="{FF2B5EF4-FFF2-40B4-BE49-F238E27FC236}">
                <a16:creationId xmlns:a16="http://schemas.microsoft.com/office/drawing/2014/main" id="{BC05C710-9CA4-4FED-B390-081EB02B72C0}"/>
              </a:ext>
            </a:extLst>
          </p:cNvPr>
          <p:cNvSpPr>
            <a:spLocks noGrp="1"/>
          </p:cNvSpPr>
          <p:nvPr/>
        </p:nvSpPr>
        <p:spPr>
          <a:xfrm>
            <a:off x="583140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7_small_GT_pose50_rmsd2_3275">
            <a:extLst>
              <a:ext uri="{FF2B5EF4-FFF2-40B4-BE49-F238E27FC236}">
                <a16:creationId xmlns:a16="http://schemas.microsoft.com/office/drawing/2014/main" id="{51FD223F-4A2C-472B-AE84-2435FD8EE51A}"/>
              </a:ext>
            </a:extLst>
          </p:cNvPr>
          <p:cNvSpPr>
            <a:spLocks noGrp="1"/>
          </p:cNvSpPr>
          <p:nvPr/>
        </p:nvSpPr>
        <p:spPr>
          <a:xfrm>
            <a:off x="59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7_small_GT_pose50_rmsd2_3276">
            <a:extLst>
              <a:ext uri="{FF2B5EF4-FFF2-40B4-BE49-F238E27FC236}">
                <a16:creationId xmlns:a16="http://schemas.microsoft.com/office/drawing/2014/main" id="{7A2A570F-D232-47A1-B556-DFF7C2CC8CC8}"/>
              </a:ext>
            </a:extLst>
          </p:cNvPr>
          <p:cNvSpPr>
            <a:spLocks noGrp="1"/>
          </p:cNvSpPr>
          <p:nvPr/>
        </p:nvSpPr>
        <p:spPr>
          <a:xfrm>
            <a:off x="58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7_small_GT_pose50_rmsd2_3277">
            <a:extLst>
              <a:ext uri="{FF2B5EF4-FFF2-40B4-BE49-F238E27FC236}">
                <a16:creationId xmlns:a16="http://schemas.microsoft.com/office/drawing/2014/main" id="{31444EE0-0349-4AC2-9C0D-925A71A897C3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7_small_GT_pose50_rmsd2_3278">
            <a:extLst>
              <a:ext uri="{FF2B5EF4-FFF2-40B4-BE49-F238E27FC236}">
                <a16:creationId xmlns:a16="http://schemas.microsoft.com/office/drawing/2014/main" id="{83FCA4A3-1948-4ED0-93CE-6EDD3FAF2B57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7_small_GT_pose50_rmsd2_3279">
            <a:extLst>
              <a:ext uri="{FF2B5EF4-FFF2-40B4-BE49-F238E27FC236}">
                <a16:creationId xmlns:a16="http://schemas.microsoft.com/office/drawing/2014/main" id="{3B5D2BA7-DC4D-448E-A526-013172F6B033}"/>
              </a:ext>
            </a:extLst>
          </p:cNvPr>
          <p:cNvSpPr>
            <a:spLocks noGrp="1"/>
          </p:cNvSpPr>
          <p:nvPr/>
        </p:nvSpPr>
        <p:spPr>
          <a:xfrm>
            <a:off x="59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7_small_GT_pose50_rmsd2_3280">
            <a:extLst>
              <a:ext uri="{FF2B5EF4-FFF2-40B4-BE49-F238E27FC236}">
                <a16:creationId xmlns:a16="http://schemas.microsoft.com/office/drawing/2014/main" id="{850BF231-72AE-4107-8283-152666149FD9}"/>
              </a:ext>
            </a:extLst>
          </p:cNvPr>
          <p:cNvSpPr>
            <a:spLocks noGrp="1"/>
          </p:cNvSpPr>
          <p:nvPr/>
        </p:nvSpPr>
        <p:spPr>
          <a:xfrm>
            <a:off x="577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7_small_GT_pose50_rmsd2_3281">
            <a:extLst>
              <a:ext uri="{FF2B5EF4-FFF2-40B4-BE49-F238E27FC236}">
                <a16:creationId xmlns:a16="http://schemas.microsoft.com/office/drawing/2014/main" id="{F358AEA5-ACBB-4465-B1D9-216339783936}"/>
              </a:ext>
            </a:extLst>
          </p:cNvPr>
          <p:cNvSpPr>
            <a:spLocks noGrp="1"/>
          </p:cNvSpPr>
          <p:nvPr/>
        </p:nvSpPr>
        <p:spPr>
          <a:xfrm>
            <a:off x="60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7_small_GT_pose50_rmsd2_3282">
            <a:extLst>
              <a:ext uri="{FF2B5EF4-FFF2-40B4-BE49-F238E27FC236}">
                <a16:creationId xmlns:a16="http://schemas.microsoft.com/office/drawing/2014/main" id="{2FB87E36-2639-468E-97D2-E80152E8724B}"/>
              </a:ext>
            </a:extLst>
          </p:cNvPr>
          <p:cNvSpPr>
            <a:spLocks noGrp="1"/>
          </p:cNvSpPr>
          <p:nvPr/>
        </p:nvSpPr>
        <p:spPr>
          <a:xfrm>
            <a:off x="58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7_small_GT_pose50_rmsd2_3283">
            <a:extLst>
              <a:ext uri="{FF2B5EF4-FFF2-40B4-BE49-F238E27FC236}">
                <a16:creationId xmlns:a16="http://schemas.microsoft.com/office/drawing/2014/main" id="{2AFACA90-F7AF-4656-A0D5-B0D611338AFC}"/>
              </a:ext>
            </a:extLst>
          </p:cNvPr>
          <p:cNvSpPr>
            <a:spLocks noGrp="1"/>
          </p:cNvSpPr>
          <p:nvPr/>
        </p:nvSpPr>
        <p:spPr>
          <a:xfrm>
            <a:off x="60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7_small_GT_pose50_rmsd2_3284">
            <a:extLst>
              <a:ext uri="{FF2B5EF4-FFF2-40B4-BE49-F238E27FC236}">
                <a16:creationId xmlns:a16="http://schemas.microsoft.com/office/drawing/2014/main" id="{DDD82025-0008-453F-8C3B-38212F77C937}"/>
              </a:ext>
            </a:extLst>
          </p:cNvPr>
          <p:cNvSpPr>
            <a:spLocks noGrp="1"/>
          </p:cNvSpPr>
          <p:nvPr/>
        </p:nvSpPr>
        <p:spPr>
          <a:xfrm>
            <a:off x="58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7_small_GT_pose50_rmsd2_3285">
            <a:extLst>
              <a:ext uri="{FF2B5EF4-FFF2-40B4-BE49-F238E27FC236}">
                <a16:creationId xmlns:a16="http://schemas.microsoft.com/office/drawing/2014/main" id="{51A16ADE-7F27-4C10-8870-A5B8B2EF7D53}"/>
              </a:ext>
            </a:extLst>
          </p:cNvPr>
          <p:cNvSpPr>
            <a:spLocks noGrp="1"/>
          </p:cNvSpPr>
          <p:nvPr/>
        </p:nvSpPr>
        <p:spPr>
          <a:xfrm>
            <a:off x="60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7_small_GT_pose50_rmsd2_3286">
            <a:extLst>
              <a:ext uri="{FF2B5EF4-FFF2-40B4-BE49-F238E27FC236}">
                <a16:creationId xmlns:a16="http://schemas.microsoft.com/office/drawing/2014/main" id="{C841583B-922E-4A12-AADF-E3BC7E84A1E1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7_small_GT_pose50_rmsd2_3287">
            <a:extLst>
              <a:ext uri="{FF2B5EF4-FFF2-40B4-BE49-F238E27FC236}">
                <a16:creationId xmlns:a16="http://schemas.microsoft.com/office/drawing/2014/main" id="{7A4C3F2D-7A98-44C1-8AF2-E6EE5B88E0E7}"/>
              </a:ext>
            </a:extLst>
          </p:cNvPr>
          <p:cNvSpPr>
            <a:spLocks noGrp="1"/>
          </p:cNvSpPr>
          <p:nvPr/>
        </p:nvSpPr>
        <p:spPr>
          <a:xfrm>
            <a:off x="58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7_small_GT_pose50_rmsd2_3288">
            <a:extLst>
              <a:ext uri="{FF2B5EF4-FFF2-40B4-BE49-F238E27FC236}">
                <a16:creationId xmlns:a16="http://schemas.microsoft.com/office/drawing/2014/main" id="{8CC4D866-D96F-4ABB-A4B6-3A1A51A3BD50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7_small_GT_pose50_rmsd2_3289">
            <a:extLst>
              <a:ext uri="{FF2B5EF4-FFF2-40B4-BE49-F238E27FC236}">
                <a16:creationId xmlns:a16="http://schemas.microsoft.com/office/drawing/2014/main" id="{E585DD56-139D-422B-B266-B6D635D44706}"/>
              </a:ext>
            </a:extLst>
          </p:cNvPr>
          <p:cNvSpPr>
            <a:spLocks noGrp="1"/>
          </p:cNvSpPr>
          <p:nvPr/>
        </p:nvSpPr>
        <p:spPr>
          <a:xfrm>
            <a:off x="57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7_small_GT_pose50_rmsd2_3290">
            <a:extLst>
              <a:ext uri="{FF2B5EF4-FFF2-40B4-BE49-F238E27FC236}">
                <a16:creationId xmlns:a16="http://schemas.microsoft.com/office/drawing/2014/main" id="{1B3781C7-DE44-468C-A557-C8E3CD8344FE}"/>
              </a:ext>
            </a:extLst>
          </p:cNvPr>
          <p:cNvSpPr>
            <a:spLocks noGrp="1"/>
          </p:cNvSpPr>
          <p:nvPr/>
        </p:nvSpPr>
        <p:spPr>
          <a:xfrm>
            <a:off x="57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7_small_GT_pose50_rmsd2_3291">
            <a:extLst>
              <a:ext uri="{FF2B5EF4-FFF2-40B4-BE49-F238E27FC236}">
                <a16:creationId xmlns:a16="http://schemas.microsoft.com/office/drawing/2014/main" id="{1DCC7A4A-1E83-4E7B-AF02-765E0D1C668F}"/>
              </a:ext>
            </a:extLst>
          </p:cNvPr>
          <p:cNvSpPr>
            <a:spLocks noGrp="1"/>
          </p:cNvSpPr>
          <p:nvPr/>
        </p:nvSpPr>
        <p:spPr>
          <a:xfrm>
            <a:off x="60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7_small_GT_pose50_rmsd2_3292">
            <a:extLst>
              <a:ext uri="{FF2B5EF4-FFF2-40B4-BE49-F238E27FC236}">
                <a16:creationId xmlns:a16="http://schemas.microsoft.com/office/drawing/2014/main" id="{F95A7C88-83B8-454A-A491-C7DE3816551C}"/>
              </a:ext>
            </a:extLst>
          </p:cNvPr>
          <p:cNvSpPr>
            <a:spLocks noGrp="1"/>
          </p:cNvSpPr>
          <p:nvPr/>
        </p:nvSpPr>
        <p:spPr>
          <a:xfrm>
            <a:off x="57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7_small_GT_pose50_rmsd2_3293">
            <a:extLst>
              <a:ext uri="{FF2B5EF4-FFF2-40B4-BE49-F238E27FC236}">
                <a16:creationId xmlns:a16="http://schemas.microsoft.com/office/drawing/2014/main" id="{996ACD22-5B2D-4C2E-8163-0343772D5D65}"/>
              </a:ext>
            </a:extLst>
          </p:cNvPr>
          <p:cNvSpPr>
            <a:spLocks noGrp="1"/>
          </p:cNvSpPr>
          <p:nvPr/>
        </p:nvSpPr>
        <p:spPr>
          <a:xfrm>
            <a:off x="58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7_small_GT_pose50_rmsd2_3294">
            <a:extLst>
              <a:ext uri="{FF2B5EF4-FFF2-40B4-BE49-F238E27FC236}">
                <a16:creationId xmlns:a16="http://schemas.microsoft.com/office/drawing/2014/main" id="{BDA137CC-B11F-4D82-963B-AF49C71285D8}"/>
              </a:ext>
            </a:extLst>
          </p:cNvPr>
          <p:cNvSpPr>
            <a:spLocks noGrp="1"/>
          </p:cNvSpPr>
          <p:nvPr/>
        </p:nvSpPr>
        <p:spPr>
          <a:xfrm>
            <a:off x="59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7_small_GT_pose50_rmsd2_3295">
            <a:extLst>
              <a:ext uri="{FF2B5EF4-FFF2-40B4-BE49-F238E27FC236}">
                <a16:creationId xmlns:a16="http://schemas.microsoft.com/office/drawing/2014/main" id="{1187E541-C8CC-47C1-A20D-15CD2249B0FD}"/>
              </a:ext>
            </a:extLst>
          </p:cNvPr>
          <p:cNvSpPr>
            <a:spLocks noGrp="1"/>
          </p:cNvSpPr>
          <p:nvPr/>
        </p:nvSpPr>
        <p:spPr>
          <a:xfrm>
            <a:off x="58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7_small_GT_pose50_rmsd2_3296">
            <a:extLst>
              <a:ext uri="{FF2B5EF4-FFF2-40B4-BE49-F238E27FC236}">
                <a16:creationId xmlns:a16="http://schemas.microsoft.com/office/drawing/2014/main" id="{BC187923-B91F-4ACE-999F-8F7157C508D5}"/>
              </a:ext>
            </a:extLst>
          </p:cNvPr>
          <p:cNvSpPr>
            <a:spLocks noGrp="1"/>
          </p:cNvSpPr>
          <p:nvPr/>
        </p:nvSpPr>
        <p:spPr>
          <a:xfrm>
            <a:off x="58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7_small_GT_pose50_rmsd2_3297">
            <a:extLst>
              <a:ext uri="{FF2B5EF4-FFF2-40B4-BE49-F238E27FC236}">
                <a16:creationId xmlns:a16="http://schemas.microsoft.com/office/drawing/2014/main" id="{9C49A800-B6E7-4933-B065-B8C158E1E2BF}"/>
              </a:ext>
            </a:extLst>
          </p:cNvPr>
          <p:cNvSpPr>
            <a:spLocks noGrp="1"/>
          </p:cNvSpPr>
          <p:nvPr/>
        </p:nvSpPr>
        <p:spPr>
          <a:xfrm>
            <a:off x="58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7_small_GT_pose50_rmsd2_3298">
            <a:extLst>
              <a:ext uri="{FF2B5EF4-FFF2-40B4-BE49-F238E27FC236}">
                <a16:creationId xmlns:a16="http://schemas.microsoft.com/office/drawing/2014/main" id="{EF36A51B-D90D-4550-B51C-7D152C1A26B9}"/>
              </a:ext>
            </a:extLst>
          </p:cNvPr>
          <p:cNvSpPr>
            <a:spLocks noGrp="1"/>
          </p:cNvSpPr>
          <p:nvPr/>
        </p:nvSpPr>
        <p:spPr>
          <a:xfrm>
            <a:off x="6072025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7_small_GT_pose50_rmsd2_3299">
            <a:extLst>
              <a:ext uri="{FF2B5EF4-FFF2-40B4-BE49-F238E27FC236}">
                <a16:creationId xmlns:a16="http://schemas.microsoft.com/office/drawing/2014/main" id="{76AFF0A3-EE4D-4472-91AF-43A21F230CDD}"/>
              </a:ext>
            </a:extLst>
          </p:cNvPr>
          <p:cNvSpPr>
            <a:spLocks noGrp="1"/>
          </p:cNvSpPr>
          <p:nvPr/>
        </p:nvSpPr>
        <p:spPr>
          <a:xfrm>
            <a:off x="596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7_small_GT_pose50_rmsd2_3300">
            <a:extLst>
              <a:ext uri="{FF2B5EF4-FFF2-40B4-BE49-F238E27FC236}">
                <a16:creationId xmlns:a16="http://schemas.microsoft.com/office/drawing/2014/main" id="{64AA4E62-AD3A-4D61-9C13-99224CB4B49D}"/>
              </a:ext>
            </a:extLst>
          </p:cNvPr>
          <p:cNvSpPr>
            <a:spLocks noGrp="1"/>
          </p:cNvSpPr>
          <p:nvPr/>
        </p:nvSpPr>
        <p:spPr>
          <a:xfrm>
            <a:off x="595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7_small_GT_pose50_rmsd2_3301">
            <a:extLst>
              <a:ext uri="{FF2B5EF4-FFF2-40B4-BE49-F238E27FC236}">
                <a16:creationId xmlns:a16="http://schemas.microsoft.com/office/drawing/2014/main" id="{3C4F310E-EE44-4EF5-A609-51FE722440C8}"/>
              </a:ext>
            </a:extLst>
          </p:cNvPr>
          <p:cNvSpPr>
            <a:spLocks noGrp="1"/>
          </p:cNvSpPr>
          <p:nvPr/>
        </p:nvSpPr>
        <p:spPr>
          <a:xfrm>
            <a:off x="60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7_small_GT_pose50_rmsd2_3302">
            <a:extLst>
              <a:ext uri="{FF2B5EF4-FFF2-40B4-BE49-F238E27FC236}">
                <a16:creationId xmlns:a16="http://schemas.microsoft.com/office/drawing/2014/main" id="{5DC2AF02-E099-4C5D-A314-87F144F24808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7_small_GT_pose50_rmsd2_3303">
            <a:extLst>
              <a:ext uri="{FF2B5EF4-FFF2-40B4-BE49-F238E27FC236}">
                <a16:creationId xmlns:a16="http://schemas.microsoft.com/office/drawing/2014/main" id="{70254EBA-E323-4A24-8071-1085D707C00B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7_small_GT_pose50_rmsd2_3304">
            <a:extLst>
              <a:ext uri="{FF2B5EF4-FFF2-40B4-BE49-F238E27FC236}">
                <a16:creationId xmlns:a16="http://schemas.microsoft.com/office/drawing/2014/main" id="{161D14B0-EE88-4608-99BA-B1979305A91A}"/>
              </a:ext>
            </a:extLst>
          </p:cNvPr>
          <p:cNvSpPr>
            <a:spLocks noGrp="1"/>
          </p:cNvSpPr>
          <p:nvPr/>
        </p:nvSpPr>
        <p:spPr>
          <a:xfrm>
            <a:off x="60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7_small_GT_pose50_rmsd2_3305">
            <a:extLst>
              <a:ext uri="{FF2B5EF4-FFF2-40B4-BE49-F238E27FC236}">
                <a16:creationId xmlns:a16="http://schemas.microsoft.com/office/drawing/2014/main" id="{227DC8D4-6EF4-4649-9D97-CD754F6885D9}"/>
              </a:ext>
            </a:extLst>
          </p:cNvPr>
          <p:cNvSpPr>
            <a:spLocks noGrp="1"/>
          </p:cNvSpPr>
          <p:nvPr/>
        </p:nvSpPr>
        <p:spPr>
          <a:xfrm>
            <a:off x="58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7_small_GT_pose50_rmsd2_3306">
            <a:extLst>
              <a:ext uri="{FF2B5EF4-FFF2-40B4-BE49-F238E27FC236}">
                <a16:creationId xmlns:a16="http://schemas.microsoft.com/office/drawing/2014/main" id="{D4F67504-4CF6-40F1-B091-B2ACA134034A}"/>
              </a:ext>
            </a:extLst>
          </p:cNvPr>
          <p:cNvSpPr>
            <a:spLocks noGrp="1"/>
          </p:cNvSpPr>
          <p:nvPr/>
        </p:nvSpPr>
        <p:spPr>
          <a:xfrm>
            <a:off x="57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7_small_GT_pose50_rmsd2_3307">
            <a:extLst>
              <a:ext uri="{FF2B5EF4-FFF2-40B4-BE49-F238E27FC236}">
                <a16:creationId xmlns:a16="http://schemas.microsoft.com/office/drawing/2014/main" id="{0EBA5241-748D-42B4-B7A2-66B371D779FC}"/>
              </a:ext>
            </a:extLst>
          </p:cNvPr>
          <p:cNvSpPr>
            <a:spLocks noGrp="1"/>
          </p:cNvSpPr>
          <p:nvPr/>
        </p:nvSpPr>
        <p:spPr>
          <a:xfrm>
            <a:off x="60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7_small_GT_pose50_rmsd2_3308">
            <a:extLst>
              <a:ext uri="{FF2B5EF4-FFF2-40B4-BE49-F238E27FC236}">
                <a16:creationId xmlns:a16="http://schemas.microsoft.com/office/drawing/2014/main" id="{EAF0C142-16DF-4D95-A7B2-4B7D0BD73DB0}"/>
              </a:ext>
            </a:extLst>
          </p:cNvPr>
          <p:cNvSpPr>
            <a:spLocks noGrp="1"/>
          </p:cNvSpPr>
          <p:nvPr/>
        </p:nvSpPr>
        <p:spPr>
          <a:xfrm>
            <a:off x="608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7_small_GT_pose50_rmsd2_3309">
            <a:extLst>
              <a:ext uri="{FF2B5EF4-FFF2-40B4-BE49-F238E27FC236}">
                <a16:creationId xmlns:a16="http://schemas.microsoft.com/office/drawing/2014/main" id="{02C04745-F2B9-4969-8B88-04C9EA2ED802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7_small_GT_pose50_rmsd2_3310">
            <a:extLst>
              <a:ext uri="{FF2B5EF4-FFF2-40B4-BE49-F238E27FC236}">
                <a16:creationId xmlns:a16="http://schemas.microsoft.com/office/drawing/2014/main" id="{058D2D1B-F440-4B06-9C27-AC1789E60E41}"/>
              </a:ext>
            </a:extLst>
          </p:cNvPr>
          <p:cNvSpPr>
            <a:spLocks noGrp="1"/>
          </p:cNvSpPr>
          <p:nvPr/>
        </p:nvSpPr>
        <p:spPr>
          <a:xfrm>
            <a:off x="60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7_small_GT_pose50_rmsd2_3311">
            <a:extLst>
              <a:ext uri="{FF2B5EF4-FFF2-40B4-BE49-F238E27FC236}">
                <a16:creationId xmlns:a16="http://schemas.microsoft.com/office/drawing/2014/main" id="{E5C48B7D-B791-407C-BDD7-09BE7FB2A38B}"/>
              </a:ext>
            </a:extLst>
          </p:cNvPr>
          <p:cNvSpPr>
            <a:spLocks noGrp="1"/>
          </p:cNvSpPr>
          <p:nvPr/>
        </p:nvSpPr>
        <p:spPr>
          <a:xfrm>
            <a:off x="60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7_small_GT_pose50_rmsd2_3312">
            <a:extLst>
              <a:ext uri="{FF2B5EF4-FFF2-40B4-BE49-F238E27FC236}">
                <a16:creationId xmlns:a16="http://schemas.microsoft.com/office/drawing/2014/main" id="{B966F217-7E26-4D88-9BEF-2CE79C74C7E2}"/>
              </a:ext>
            </a:extLst>
          </p:cNvPr>
          <p:cNvSpPr>
            <a:spLocks noGrp="1"/>
          </p:cNvSpPr>
          <p:nvPr/>
        </p:nvSpPr>
        <p:spPr>
          <a:xfrm>
            <a:off x="582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7_small_GT_pose50_rmsd2_3313">
            <a:extLst>
              <a:ext uri="{FF2B5EF4-FFF2-40B4-BE49-F238E27FC236}">
                <a16:creationId xmlns:a16="http://schemas.microsoft.com/office/drawing/2014/main" id="{D78ED069-BC3A-4099-BD1B-BB2E607BA47F}"/>
              </a:ext>
            </a:extLst>
          </p:cNvPr>
          <p:cNvSpPr>
            <a:spLocks noGrp="1"/>
          </p:cNvSpPr>
          <p:nvPr/>
        </p:nvSpPr>
        <p:spPr>
          <a:xfrm>
            <a:off x="59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7_small_GT_pose50_rmsd2_3314">
            <a:extLst>
              <a:ext uri="{FF2B5EF4-FFF2-40B4-BE49-F238E27FC236}">
                <a16:creationId xmlns:a16="http://schemas.microsoft.com/office/drawing/2014/main" id="{86F6A92A-A60B-415B-B8A8-7BC2B8EBA9FE}"/>
              </a:ext>
            </a:extLst>
          </p:cNvPr>
          <p:cNvSpPr>
            <a:spLocks noGrp="1"/>
          </p:cNvSpPr>
          <p:nvPr/>
        </p:nvSpPr>
        <p:spPr>
          <a:xfrm>
            <a:off x="59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7_small_GT_pose50_rmsd2_3315">
            <a:extLst>
              <a:ext uri="{FF2B5EF4-FFF2-40B4-BE49-F238E27FC236}">
                <a16:creationId xmlns:a16="http://schemas.microsoft.com/office/drawing/2014/main" id="{361705C3-7A94-4193-97EA-DB0CE6D74E1E}"/>
              </a:ext>
            </a:extLst>
          </p:cNvPr>
          <p:cNvSpPr>
            <a:spLocks noGrp="1"/>
          </p:cNvSpPr>
          <p:nvPr/>
        </p:nvSpPr>
        <p:spPr>
          <a:xfrm>
            <a:off x="6049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7_small_GT_pose50_rmsd2_3316">
            <a:extLst>
              <a:ext uri="{FF2B5EF4-FFF2-40B4-BE49-F238E27FC236}">
                <a16:creationId xmlns:a16="http://schemas.microsoft.com/office/drawing/2014/main" id="{4DDBBB24-8F28-4B97-8719-AE8945907261}"/>
              </a:ext>
            </a:extLst>
          </p:cNvPr>
          <p:cNvSpPr>
            <a:spLocks noGrp="1"/>
          </p:cNvSpPr>
          <p:nvPr/>
        </p:nvSpPr>
        <p:spPr>
          <a:xfrm>
            <a:off x="607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7_small_GT_pose50_rmsd2_3317">
            <a:extLst>
              <a:ext uri="{FF2B5EF4-FFF2-40B4-BE49-F238E27FC236}">
                <a16:creationId xmlns:a16="http://schemas.microsoft.com/office/drawing/2014/main" id="{C981ADF1-CF40-4C02-933B-4099AF81DFE4}"/>
              </a:ext>
            </a:extLst>
          </p:cNvPr>
          <p:cNvSpPr>
            <a:spLocks noGrp="1"/>
          </p:cNvSpPr>
          <p:nvPr/>
        </p:nvSpPr>
        <p:spPr>
          <a:xfrm>
            <a:off x="60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7_small_GT_pose50_rmsd2_3318">
            <a:extLst>
              <a:ext uri="{FF2B5EF4-FFF2-40B4-BE49-F238E27FC236}">
                <a16:creationId xmlns:a16="http://schemas.microsoft.com/office/drawing/2014/main" id="{0A261D3D-4832-4D64-9CFC-4327FFA0400A}"/>
              </a:ext>
            </a:extLst>
          </p:cNvPr>
          <p:cNvSpPr>
            <a:spLocks noGrp="1"/>
          </p:cNvSpPr>
          <p:nvPr/>
        </p:nvSpPr>
        <p:spPr>
          <a:xfrm>
            <a:off x="59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7_small_GT_pose50_rmsd2_3319">
            <a:extLst>
              <a:ext uri="{FF2B5EF4-FFF2-40B4-BE49-F238E27FC236}">
                <a16:creationId xmlns:a16="http://schemas.microsoft.com/office/drawing/2014/main" id="{9CE22446-5CB6-4676-9C5F-6C424FD6B05C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7_small_GT_pose50_rmsd2_3320">
            <a:extLst>
              <a:ext uri="{FF2B5EF4-FFF2-40B4-BE49-F238E27FC236}">
                <a16:creationId xmlns:a16="http://schemas.microsoft.com/office/drawing/2014/main" id="{28849D8A-F1FD-4B0D-8D89-1B54EE83785F}"/>
              </a:ext>
            </a:extLst>
          </p:cNvPr>
          <p:cNvSpPr>
            <a:spLocks noGrp="1"/>
          </p:cNvSpPr>
          <p:nvPr/>
        </p:nvSpPr>
        <p:spPr>
          <a:xfrm>
            <a:off x="59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7_small_GT_pose50_rmsd2_3321">
            <a:extLst>
              <a:ext uri="{FF2B5EF4-FFF2-40B4-BE49-F238E27FC236}">
                <a16:creationId xmlns:a16="http://schemas.microsoft.com/office/drawing/2014/main" id="{C281A475-F261-474C-91F3-106009A46A1B}"/>
              </a:ext>
            </a:extLst>
          </p:cNvPr>
          <p:cNvSpPr>
            <a:spLocks noGrp="1"/>
          </p:cNvSpPr>
          <p:nvPr/>
        </p:nvSpPr>
        <p:spPr>
          <a:xfrm>
            <a:off x="58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7_small_GT_pose50_rmsd2_3322">
            <a:extLst>
              <a:ext uri="{FF2B5EF4-FFF2-40B4-BE49-F238E27FC236}">
                <a16:creationId xmlns:a16="http://schemas.microsoft.com/office/drawing/2014/main" id="{B225B64B-F751-4DC0-A78A-7C20B2CCDEDB}"/>
              </a:ext>
            </a:extLst>
          </p:cNvPr>
          <p:cNvSpPr>
            <a:spLocks noGrp="1"/>
          </p:cNvSpPr>
          <p:nvPr/>
        </p:nvSpPr>
        <p:spPr>
          <a:xfrm>
            <a:off x="58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7_small_GT_pose50_rmsd2_3323">
            <a:extLst>
              <a:ext uri="{FF2B5EF4-FFF2-40B4-BE49-F238E27FC236}">
                <a16:creationId xmlns:a16="http://schemas.microsoft.com/office/drawing/2014/main" id="{7B5D77D8-0E50-422C-955F-46EBB9963E9C}"/>
              </a:ext>
            </a:extLst>
          </p:cNvPr>
          <p:cNvSpPr>
            <a:spLocks noGrp="1"/>
          </p:cNvSpPr>
          <p:nvPr/>
        </p:nvSpPr>
        <p:spPr>
          <a:xfrm>
            <a:off x="59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7_small_GT_pose50_rmsd2_3324">
            <a:extLst>
              <a:ext uri="{FF2B5EF4-FFF2-40B4-BE49-F238E27FC236}">
                <a16:creationId xmlns:a16="http://schemas.microsoft.com/office/drawing/2014/main" id="{95B93B68-15B9-4257-8129-6B4B6D92387F}"/>
              </a:ext>
            </a:extLst>
          </p:cNvPr>
          <p:cNvSpPr>
            <a:spLocks noGrp="1"/>
          </p:cNvSpPr>
          <p:nvPr/>
        </p:nvSpPr>
        <p:spPr>
          <a:xfrm>
            <a:off x="59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7_small_GT_pose50_rmsd2_3325">
            <a:extLst>
              <a:ext uri="{FF2B5EF4-FFF2-40B4-BE49-F238E27FC236}">
                <a16:creationId xmlns:a16="http://schemas.microsoft.com/office/drawing/2014/main" id="{6CA47B6F-B58A-4C58-8AF6-77B471A088B0}"/>
              </a:ext>
            </a:extLst>
          </p:cNvPr>
          <p:cNvSpPr>
            <a:spLocks noGrp="1"/>
          </p:cNvSpPr>
          <p:nvPr/>
        </p:nvSpPr>
        <p:spPr>
          <a:xfrm>
            <a:off x="60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7_small_GT_pose50_rmsd2_3326">
            <a:extLst>
              <a:ext uri="{FF2B5EF4-FFF2-40B4-BE49-F238E27FC236}">
                <a16:creationId xmlns:a16="http://schemas.microsoft.com/office/drawing/2014/main" id="{56902D15-FC70-4FDD-885E-9DFBA8C778E1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7_small_GT_pose50_rmsd2_3327">
            <a:extLst>
              <a:ext uri="{FF2B5EF4-FFF2-40B4-BE49-F238E27FC236}">
                <a16:creationId xmlns:a16="http://schemas.microsoft.com/office/drawing/2014/main" id="{8BDD4348-035B-4C6F-953A-DC7558D27ADC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7_small_GT_pose50_rmsd2_3328">
            <a:extLst>
              <a:ext uri="{FF2B5EF4-FFF2-40B4-BE49-F238E27FC236}">
                <a16:creationId xmlns:a16="http://schemas.microsoft.com/office/drawing/2014/main" id="{A8CA9EC2-7EBD-4DB3-9435-06D813C63A50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7_small_GT_pose50_rmsd2_3329">
            <a:extLst>
              <a:ext uri="{FF2B5EF4-FFF2-40B4-BE49-F238E27FC236}">
                <a16:creationId xmlns:a16="http://schemas.microsoft.com/office/drawing/2014/main" id="{A03F0588-E5FE-4C60-BD03-B4526063662B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7_small_GT_pose50_rmsd2_3330">
            <a:extLst>
              <a:ext uri="{FF2B5EF4-FFF2-40B4-BE49-F238E27FC236}">
                <a16:creationId xmlns:a16="http://schemas.microsoft.com/office/drawing/2014/main" id="{C93928C7-A503-4033-BF6F-3E7770A7CCC5}"/>
              </a:ext>
            </a:extLst>
          </p:cNvPr>
          <p:cNvSpPr>
            <a:spLocks noGrp="1"/>
          </p:cNvSpPr>
          <p:nvPr/>
        </p:nvSpPr>
        <p:spPr>
          <a:xfrm>
            <a:off x="60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7_small_GT_pose50_rmsd2_3331">
            <a:extLst>
              <a:ext uri="{FF2B5EF4-FFF2-40B4-BE49-F238E27FC236}">
                <a16:creationId xmlns:a16="http://schemas.microsoft.com/office/drawing/2014/main" id="{9BDA8170-F343-4014-B1BE-FA18B0FB5F48}"/>
              </a:ext>
            </a:extLst>
          </p:cNvPr>
          <p:cNvSpPr>
            <a:spLocks noGrp="1"/>
          </p:cNvSpPr>
          <p:nvPr/>
        </p:nvSpPr>
        <p:spPr>
          <a:xfrm>
            <a:off x="60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7_small_GT_pose50_rmsd2_3332">
            <a:extLst>
              <a:ext uri="{FF2B5EF4-FFF2-40B4-BE49-F238E27FC236}">
                <a16:creationId xmlns:a16="http://schemas.microsoft.com/office/drawing/2014/main" id="{813D13C6-035A-4F29-9E62-3CE5442655CC}"/>
              </a:ext>
            </a:extLst>
          </p:cNvPr>
          <p:cNvSpPr>
            <a:spLocks noGrp="1"/>
          </p:cNvSpPr>
          <p:nvPr/>
        </p:nvSpPr>
        <p:spPr>
          <a:xfrm>
            <a:off x="59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7_small_GT_pose50_rmsd2_3333">
            <a:extLst>
              <a:ext uri="{FF2B5EF4-FFF2-40B4-BE49-F238E27FC236}">
                <a16:creationId xmlns:a16="http://schemas.microsoft.com/office/drawing/2014/main" id="{E5ACD2CD-7964-4935-8E5A-49B825E316CE}"/>
              </a:ext>
            </a:extLst>
          </p:cNvPr>
          <p:cNvSpPr>
            <a:spLocks noGrp="1"/>
          </p:cNvSpPr>
          <p:nvPr/>
        </p:nvSpPr>
        <p:spPr>
          <a:xfrm>
            <a:off x="59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7_small_GT_pose50_rmsd2_3334">
            <a:extLst>
              <a:ext uri="{FF2B5EF4-FFF2-40B4-BE49-F238E27FC236}">
                <a16:creationId xmlns:a16="http://schemas.microsoft.com/office/drawing/2014/main" id="{DF4AD5E8-EBA7-4DCC-BC57-8C4EB9A8EDEF}"/>
              </a:ext>
            </a:extLst>
          </p:cNvPr>
          <p:cNvSpPr>
            <a:spLocks noGrp="1"/>
          </p:cNvSpPr>
          <p:nvPr/>
        </p:nvSpPr>
        <p:spPr>
          <a:xfrm>
            <a:off x="58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7_small_GT_pose50_rmsd2_3335">
            <a:extLst>
              <a:ext uri="{FF2B5EF4-FFF2-40B4-BE49-F238E27FC236}">
                <a16:creationId xmlns:a16="http://schemas.microsoft.com/office/drawing/2014/main" id="{C4C5194D-4261-43DD-90D7-41559840644D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3" name="07_small_GT_pose50_rmsd2_3336">
            <a:extLst>
              <a:ext uri="{FF2B5EF4-FFF2-40B4-BE49-F238E27FC236}">
                <a16:creationId xmlns:a16="http://schemas.microsoft.com/office/drawing/2014/main" id="{35CA2278-603F-4CA0-A27F-9DC05195DED0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4" name="text_3337">
            <a:extLst>
              <a:ext uri="{FF2B5EF4-FFF2-40B4-BE49-F238E27FC236}">
                <a16:creationId xmlns:a16="http://schemas.microsoft.com/office/drawing/2014/main" id="{B7BB3A81-F0BA-4A82-B74F-0DF36888895C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674749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Best-of-50 · RMSD &lt;2 Å · GT</a:t>
            </a:r>
          </a:p>
        </p:txBody>
      </p:sp>
      <p:sp>
        <p:nvSpPr>
          <p:cNvPr id="345" name="07_small_GT_pose50_rmsd2_3338">
            <a:extLst>
              <a:ext uri="{FF2B5EF4-FFF2-40B4-BE49-F238E27FC236}">
                <a16:creationId xmlns:a16="http://schemas.microsoft.com/office/drawing/2014/main" id="{C82E3DEF-B95A-49DA-9AA2-1C559BF84138}"/>
              </a:ext>
            </a:extLst>
          </p:cNvPr>
          <p:cNvSpPr>
            <a:spLocks noGrp="1"/>
          </p:cNvSpPr>
          <p:nvPr/>
        </p:nvSpPr>
        <p:spPr>
          <a:xfrm>
            <a:off x="700500" y="3609967"/>
            <a:ext cx="5250000" cy="1202774"/>
          </a:xfrm>
          <a:custGeom>
            <a:avLst/>
            <a:gdLst/>
            <a:ahLst/>
            <a:cxnLst/>
            <a:rect l="0" t="0" r="0" b="0"/>
            <a:pathLst>
              <a:path w="5250000" h="1202774">
                <a:moveTo>
                  <a:pt x="0" y="1202774"/>
                </a:moveTo>
                <a:lnTo>
                  <a:pt x="72917" y="1201842"/>
                </a:lnTo>
                <a:lnTo>
                  <a:pt x="72917" y="1200832"/>
                </a:lnTo>
                <a:lnTo>
                  <a:pt x="97222" y="1200521"/>
                </a:lnTo>
                <a:lnTo>
                  <a:pt x="97222" y="1199174"/>
                </a:lnTo>
                <a:lnTo>
                  <a:pt x="125000" y="1198863"/>
                </a:lnTo>
                <a:lnTo>
                  <a:pt x="125000" y="1197132"/>
                </a:lnTo>
                <a:lnTo>
                  <a:pt x="145833" y="1196821"/>
                </a:lnTo>
                <a:lnTo>
                  <a:pt x="145833" y="1193790"/>
                </a:lnTo>
                <a:lnTo>
                  <a:pt x="159091" y="1193480"/>
                </a:lnTo>
                <a:lnTo>
                  <a:pt x="159091" y="1189072"/>
                </a:lnTo>
                <a:lnTo>
                  <a:pt x="175000" y="1189072"/>
                </a:lnTo>
                <a:lnTo>
                  <a:pt x="175000" y="1186647"/>
                </a:lnTo>
                <a:lnTo>
                  <a:pt x="194444" y="1186336"/>
                </a:lnTo>
                <a:lnTo>
                  <a:pt x="194444" y="1184990"/>
                </a:lnTo>
                <a:lnTo>
                  <a:pt x="250000" y="1184057"/>
                </a:lnTo>
                <a:lnTo>
                  <a:pt x="250000" y="1178862"/>
                </a:lnTo>
                <a:lnTo>
                  <a:pt x="291667" y="1178551"/>
                </a:lnTo>
                <a:lnTo>
                  <a:pt x="291667" y="1156017"/>
                </a:lnTo>
                <a:lnTo>
                  <a:pt x="318182" y="1155706"/>
                </a:lnTo>
                <a:lnTo>
                  <a:pt x="318182" y="1151298"/>
                </a:lnTo>
                <a:lnTo>
                  <a:pt x="350000" y="1150987"/>
                </a:lnTo>
                <a:lnTo>
                  <a:pt x="350000" y="1138866"/>
                </a:lnTo>
                <a:lnTo>
                  <a:pt x="375000" y="1137545"/>
                </a:lnTo>
                <a:lnTo>
                  <a:pt x="375000" y="1135813"/>
                </a:lnTo>
                <a:lnTo>
                  <a:pt x="388889" y="1135502"/>
                </a:lnTo>
                <a:lnTo>
                  <a:pt x="388889" y="1134155"/>
                </a:lnTo>
                <a:lnTo>
                  <a:pt x="437500" y="1133534"/>
                </a:lnTo>
                <a:lnTo>
                  <a:pt x="437500" y="1091107"/>
                </a:lnTo>
                <a:lnTo>
                  <a:pt x="477273" y="1090486"/>
                </a:lnTo>
                <a:lnTo>
                  <a:pt x="477273" y="1086078"/>
                </a:lnTo>
                <a:lnTo>
                  <a:pt x="493590" y="1084731"/>
                </a:lnTo>
                <a:lnTo>
                  <a:pt x="493590" y="1084420"/>
                </a:lnTo>
                <a:lnTo>
                  <a:pt x="500000" y="1084420"/>
                </a:lnTo>
                <a:lnTo>
                  <a:pt x="500000" y="1079225"/>
                </a:lnTo>
                <a:lnTo>
                  <a:pt x="525000" y="1078914"/>
                </a:lnTo>
                <a:lnTo>
                  <a:pt x="525000" y="1076490"/>
                </a:lnTo>
                <a:lnTo>
                  <a:pt x="583333" y="1075868"/>
                </a:lnTo>
                <a:lnTo>
                  <a:pt x="583333" y="1037845"/>
                </a:lnTo>
                <a:lnTo>
                  <a:pt x="625000" y="1037534"/>
                </a:lnTo>
                <a:lnTo>
                  <a:pt x="625000" y="1035802"/>
                </a:lnTo>
                <a:lnTo>
                  <a:pt x="636364" y="1035491"/>
                </a:lnTo>
                <a:lnTo>
                  <a:pt x="636364" y="1031084"/>
                </a:lnTo>
                <a:lnTo>
                  <a:pt x="680556" y="1030462"/>
                </a:lnTo>
                <a:lnTo>
                  <a:pt x="680556" y="1027768"/>
                </a:lnTo>
                <a:lnTo>
                  <a:pt x="700000" y="1027457"/>
                </a:lnTo>
                <a:lnTo>
                  <a:pt x="700000" y="1010487"/>
                </a:lnTo>
                <a:lnTo>
                  <a:pt x="750000" y="1009865"/>
                </a:lnTo>
                <a:lnTo>
                  <a:pt x="750000" y="1004670"/>
                </a:lnTo>
                <a:lnTo>
                  <a:pt x="795455" y="1004048"/>
                </a:lnTo>
                <a:lnTo>
                  <a:pt x="795455" y="999640"/>
                </a:lnTo>
                <a:lnTo>
                  <a:pt x="875000" y="998708"/>
                </a:lnTo>
                <a:lnTo>
                  <a:pt x="875000" y="846759"/>
                </a:lnTo>
                <a:lnTo>
                  <a:pt x="954545" y="845826"/>
                </a:lnTo>
                <a:lnTo>
                  <a:pt x="954545" y="841418"/>
                </a:lnTo>
                <a:lnTo>
                  <a:pt x="1000000" y="840797"/>
                </a:lnTo>
                <a:lnTo>
                  <a:pt x="1000000" y="835602"/>
                </a:lnTo>
                <a:lnTo>
                  <a:pt x="1020833" y="835291"/>
                </a:lnTo>
                <a:lnTo>
                  <a:pt x="1020833" y="833271"/>
                </a:lnTo>
                <a:lnTo>
                  <a:pt x="1050000" y="832960"/>
                </a:lnTo>
                <a:lnTo>
                  <a:pt x="1050000" y="815989"/>
                </a:lnTo>
                <a:lnTo>
                  <a:pt x="1113636" y="815057"/>
                </a:lnTo>
                <a:lnTo>
                  <a:pt x="1113636" y="810649"/>
                </a:lnTo>
                <a:lnTo>
                  <a:pt x="1125000" y="810338"/>
                </a:lnTo>
                <a:lnTo>
                  <a:pt x="1125000" y="808606"/>
                </a:lnTo>
                <a:lnTo>
                  <a:pt x="1166667" y="808295"/>
                </a:lnTo>
                <a:lnTo>
                  <a:pt x="1166667" y="777680"/>
                </a:lnTo>
                <a:lnTo>
                  <a:pt x="1225000" y="777058"/>
                </a:lnTo>
                <a:lnTo>
                  <a:pt x="1225000" y="774634"/>
                </a:lnTo>
                <a:lnTo>
                  <a:pt x="1250000" y="774323"/>
                </a:lnTo>
                <a:lnTo>
                  <a:pt x="1250000" y="769128"/>
                </a:lnTo>
                <a:lnTo>
                  <a:pt x="1272727" y="768817"/>
                </a:lnTo>
                <a:lnTo>
                  <a:pt x="1272727" y="764409"/>
                </a:lnTo>
                <a:lnTo>
                  <a:pt x="1312500" y="763788"/>
                </a:lnTo>
                <a:lnTo>
                  <a:pt x="1312500" y="733483"/>
                </a:lnTo>
                <a:lnTo>
                  <a:pt x="1361111" y="732861"/>
                </a:lnTo>
                <a:lnTo>
                  <a:pt x="1361111" y="731515"/>
                </a:lnTo>
                <a:lnTo>
                  <a:pt x="1375000" y="731204"/>
                </a:lnTo>
                <a:lnTo>
                  <a:pt x="1375000" y="729472"/>
                </a:lnTo>
                <a:lnTo>
                  <a:pt x="1400000" y="729161"/>
                </a:lnTo>
                <a:lnTo>
                  <a:pt x="1400000" y="712191"/>
                </a:lnTo>
                <a:lnTo>
                  <a:pt x="1431818" y="711880"/>
                </a:lnTo>
                <a:lnTo>
                  <a:pt x="1431818" y="707472"/>
                </a:lnTo>
                <a:lnTo>
                  <a:pt x="1458333" y="707161"/>
                </a:lnTo>
                <a:lnTo>
                  <a:pt x="1458333" y="686647"/>
                </a:lnTo>
                <a:lnTo>
                  <a:pt x="1500000" y="686336"/>
                </a:lnTo>
                <a:lnTo>
                  <a:pt x="1500000" y="681141"/>
                </a:lnTo>
                <a:lnTo>
                  <a:pt x="1575000" y="679898"/>
                </a:lnTo>
                <a:lnTo>
                  <a:pt x="1575000" y="677474"/>
                </a:lnTo>
                <a:lnTo>
                  <a:pt x="1590909" y="677474"/>
                </a:lnTo>
                <a:lnTo>
                  <a:pt x="1590909" y="673066"/>
                </a:lnTo>
                <a:lnTo>
                  <a:pt x="1625000" y="672444"/>
                </a:lnTo>
                <a:lnTo>
                  <a:pt x="1625000" y="670712"/>
                </a:lnTo>
                <a:lnTo>
                  <a:pt x="1727564" y="669469"/>
                </a:lnTo>
                <a:lnTo>
                  <a:pt x="1727564" y="669158"/>
                </a:lnTo>
                <a:lnTo>
                  <a:pt x="1750000" y="669158"/>
                </a:lnTo>
                <a:lnTo>
                  <a:pt x="1750000" y="18183"/>
                </a:lnTo>
                <a:lnTo>
                  <a:pt x="2625000" y="18183"/>
                </a:lnTo>
                <a:lnTo>
                  <a:pt x="2625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46" name="07_small_GT_pose50_rmsd2_3339">
            <a:extLst>
              <a:ext uri="{FF2B5EF4-FFF2-40B4-BE49-F238E27FC236}">
                <a16:creationId xmlns:a16="http://schemas.microsoft.com/office/drawing/2014/main" id="{FF81689B-E53C-44E4-BF55-E5B9B2DBD879}"/>
              </a:ext>
            </a:extLst>
          </p:cNvPr>
          <p:cNvSpPr>
            <a:spLocks noGrp="1"/>
          </p:cNvSpPr>
          <p:nvPr/>
        </p:nvSpPr>
        <p:spPr>
          <a:xfrm>
            <a:off x="700500" y="2945978"/>
            <a:ext cx="5250000" cy="1866764"/>
          </a:xfrm>
          <a:custGeom>
            <a:avLst/>
            <a:gdLst/>
            <a:ahLst/>
            <a:cxnLst/>
            <a:rect l="0" t="0" r="0" b="0"/>
            <a:pathLst>
              <a:path w="5250000" h="1866764">
                <a:moveTo>
                  <a:pt x="0" y="1866764"/>
                </a:moveTo>
                <a:lnTo>
                  <a:pt x="1750000" y="1866764"/>
                </a:lnTo>
                <a:lnTo>
                  <a:pt x="1750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47" name="07_small_GT_pose50_rmsd2_3340">
            <a:extLst>
              <a:ext uri="{FF2B5EF4-FFF2-40B4-BE49-F238E27FC236}">
                <a16:creationId xmlns:a16="http://schemas.microsoft.com/office/drawing/2014/main" id="{9D994E9A-FCA6-404F-B809-069C39F1FE2C}"/>
              </a:ext>
            </a:extLst>
          </p:cNvPr>
          <p:cNvSpPr>
            <a:spLocks noGrp="1"/>
          </p:cNvSpPr>
          <p:nvPr/>
        </p:nvSpPr>
        <p:spPr>
          <a:xfrm>
            <a:off x="1553910" y="443513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8" name="07_small_GT_pose50_rmsd2_3341">
            <a:extLst>
              <a:ext uri="{FF2B5EF4-FFF2-40B4-BE49-F238E27FC236}">
                <a16:creationId xmlns:a16="http://schemas.microsoft.com/office/drawing/2014/main" id="{354988A8-2475-463D-BCBA-425ADB11468D}"/>
              </a:ext>
            </a:extLst>
          </p:cNvPr>
          <p:cNvSpPr>
            <a:spLocks noGrp="1"/>
          </p:cNvSpPr>
          <p:nvPr/>
        </p:nvSpPr>
        <p:spPr>
          <a:xfrm>
            <a:off x="2428910" y="3606560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9" name="07_small_GT_pose50_rmsd2_3342">
            <a:extLst>
              <a:ext uri="{FF2B5EF4-FFF2-40B4-BE49-F238E27FC236}">
                <a16:creationId xmlns:a16="http://schemas.microsoft.com/office/drawing/2014/main" id="{97B9C75B-1901-4872-997E-16DCA05A2DA3}"/>
              </a:ext>
            </a:extLst>
          </p:cNvPr>
          <p:cNvSpPr>
            <a:spLocks noGrp="1"/>
          </p:cNvSpPr>
          <p:nvPr/>
        </p:nvSpPr>
        <p:spPr>
          <a:xfrm>
            <a:off x="4178910" y="358837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0" name="07_small_GT_pose50_rmsd2_3343">
            <a:extLst>
              <a:ext uri="{FF2B5EF4-FFF2-40B4-BE49-F238E27FC236}">
                <a16:creationId xmlns:a16="http://schemas.microsoft.com/office/drawing/2014/main" id="{6C5B98D4-B742-4EAB-94B8-718061868BA2}"/>
              </a:ext>
            </a:extLst>
          </p:cNvPr>
          <p:cNvSpPr>
            <a:spLocks noGrp="1"/>
          </p:cNvSpPr>
          <p:nvPr/>
        </p:nvSpPr>
        <p:spPr>
          <a:xfrm>
            <a:off x="5928910" y="358837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1" name="07_small_GT_pose50_rmsd2_3344">
            <a:extLst>
              <a:ext uri="{FF2B5EF4-FFF2-40B4-BE49-F238E27FC236}">
                <a16:creationId xmlns:a16="http://schemas.microsoft.com/office/drawing/2014/main" id="{2413ED1F-12CA-440E-A1B4-9972C426F358}"/>
              </a:ext>
            </a:extLst>
          </p:cNvPr>
          <p:cNvSpPr>
            <a:spLocks noGrp="1"/>
          </p:cNvSpPr>
          <p:nvPr/>
        </p:nvSpPr>
        <p:spPr>
          <a:xfrm>
            <a:off x="1539579" y="477682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2" name="07_small_GT_pose50_rmsd2_3345">
            <a:extLst>
              <a:ext uri="{FF2B5EF4-FFF2-40B4-BE49-F238E27FC236}">
                <a16:creationId xmlns:a16="http://schemas.microsoft.com/office/drawing/2014/main" id="{B5E0FA22-1B97-40C1-87FC-F503C2F89883}"/>
              </a:ext>
            </a:extLst>
          </p:cNvPr>
          <p:cNvSpPr>
            <a:spLocks noGrp="1"/>
          </p:cNvSpPr>
          <p:nvPr/>
        </p:nvSpPr>
        <p:spPr>
          <a:xfrm>
            <a:off x="241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3" name="07_small_GT_pose50_rmsd2_3346">
            <a:extLst>
              <a:ext uri="{FF2B5EF4-FFF2-40B4-BE49-F238E27FC236}">
                <a16:creationId xmlns:a16="http://schemas.microsoft.com/office/drawing/2014/main" id="{6398B612-DE36-414E-9FC8-27A641ED9F91}"/>
              </a:ext>
            </a:extLst>
          </p:cNvPr>
          <p:cNvSpPr>
            <a:spLocks noGrp="1"/>
          </p:cNvSpPr>
          <p:nvPr/>
        </p:nvSpPr>
        <p:spPr>
          <a:xfrm>
            <a:off x="416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4" name="07_small_GT_pose50_rmsd2_3347">
            <a:extLst>
              <a:ext uri="{FF2B5EF4-FFF2-40B4-BE49-F238E27FC236}">
                <a16:creationId xmlns:a16="http://schemas.microsoft.com/office/drawing/2014/main" id="{179617E2-4943-4583-AFC5-2EDC79EFFB1A}"/>
              </a:ext>
            </a:extLst>
          </p:cNvPr>
          <p:cNvSpPr>
            <a:spLocks noGrp="1"/>
          </p:cNvSpPr>
          <p:nvPr/>
        </p:nvSpPr>
        <p:spPr>
          <a:xfrm>
            <a:off x="591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5" name="text_3348">
            <a:extLst>
              <a:ext uri="{FF2B5EF4-FFF2-40B4-BE49-F238E27FC236}">
                <a16:creationId xmlns:a16="http://schemas.microsoft.com/office/drawing/2014/main" id="{C3AC4A88-876C-466E-8433-39BD309B7540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961610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Small-molecule reconstruction</a:t>
            </a:r>
          </a:p>
        </p:txBody>
      </p:sp>
      <p:sp>
        <p:nvSpPr>
          <p:cNvPr id="356" name="07_small_GT_pose50_rmsd2_3349">
            <a:extLst>
              <a:ext uri="{FF2B5EF4-FFF2-40B4-BE49-F238E27FC236}">
                <a16:creationId xmlns:a16="http://schemas.microsoft.com/office/drawing/2014/main" id="{FD1CC577-B1DD-4E9C-94C1-1176253C30E0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57" name="07_small_GT_pose50_rmsd2_3350">
            <a:extLst>
              <a:ext uri="{FF2B5EF4-FFF2-40B4-BE49-F238E27FC236}">
                <a16:creationId xmlns:a16="http://schemas.microsoft.com/office/drawing/2014/main" id="{2B26E15F-3CEB-43DE-BEFD-4A1A49F56E44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8" name="text_3351">
            <a:extLst>
              <a:ext uri="{FF2B5EF4-FFF2-40B4-BE49-F238E27FC236}">
                <a16:creationId xmlns:a16="http://schemas.microsoft.com/office/drawing/2014/main" id="{5EB09385-9B00-4580-BF1A-D984E95AF206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359" name="07_small_GT_pose50_rmsd2_3352">
            <a:extLst>
              <a:ext uri="{FF2B5EF4-FFF2-40B4-BE49-F238E27FC236}">
                <a16:creationId xmlns:a16="http://schemas.microsoft.com/office/drawing/2014/main" id="{375364DF-802A-4139-AC95-A64DE55CB8C5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60" name="07_small_GT_pose50_rmsd2_3353">
            <a:extLst>
              <a:ext uri="{FF2B5EF4-FFF2-40B4-BE49-F238E27FC236}">
                <a16:creationId xmlns:a16="http://schemas.microsoft.com/office/drawing/2014/main" id="{579CB044-9FE1-4DB6-B3C7-723EAE48FF93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61" name="text_3354">
            <a:extLst>
              <a:ext uri="{FF2B5EF4-FFF2-40B4-BE49-F238E27FC236}">
                <a16:creationId xmlns:a16="http://schemas.microsoft.com/office/drawing/2014/main" id="{8A3CCBD7-8F81-41A3-B70A-D9695B98F8FE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362" name="07_small_GT_pose50_rmsd2_3355">
            <a:extLst>
              <a:ext uri="{FF2B5EF4-FFF2-40B4-BE49-F238E27FC236}">
                <a16:creationId xmlns:a16="http://schemas.microsoft.com/office/drawing/2014/main" id="{6CFA67BB-8D8D-4E85-A13B-C597E77D2CE5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363" name="text_3356">
            <a:extLst>
              <a:ext uri="{FF2B5EF4-FFF2-40B4-BE49-F238E27FC236}">
                <a16:creationId xmlns:a16="http://schemas.microsoft.com/office/drawing/2014/main" id="{6E298D55-27B8-4BA9-BF08-DB2B92E8F1C5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473627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08_small_CA2_pose50_rmsd2_3357">
            <a:extLst>
              <a:ext uri="{FF2B5EF4-FFF2-40B4-BE49-F238E27FC236}">
                <a16:creationId xmlns:a16="http://schemas.microsoft.com/office/drawing/2014/main" id="{1C84B061-694D-4D2D-A87B-1B047F2E33CD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8_small_CA2_pose50_rmsd2_3358">
            <a:extLst>
              <a:ext uri="{FF2B5EF4-FFF2-40B4-BE49-F238E27FC236}">
                <a16:creationId xmlns:a16="http://schemas.microsoft.com/office/drawing/2014/main" id="{6D735334-97A2-40A2-A82B-35F89FE67F44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8_small_CA2_pose50_rmsd2_3359">
            <a:extLst>
              <a:ext uri="{FF2B5EF4-FFF2-40B4-BE49-F238E27FC236}">
                <a16:creationId xmlns:a16="http://schemas.microsoft.com/office/drawing/2014/main" id="{E3902507-8216-4E10-9F88-CC67A93E3A27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40" y="1851207"/>
                </a:lnTo>
                <a:lnTo>
                  <a:pt x="9986" y="1835651"/>
                </a:lnTo>
                <a:lnTo>
                  <a:pt x="21843" y="1820095"/>
                </a:lnTo>
                <a:lnTo>
                  <a:pt x="37340" y="1804538"/>
                </a:lnTo>
                <a:lnTo>
                  <a:pt x="55524" y="1788982"/>
                </a:lnTo>
                <a:lnTo>
                  <a:pt x="75348" y="1773425"/>
                </a:lnTo>
                <a:lnTo>
                  <a:pt x="95770" y="1757869"/>
                </a:lnTo>
                <a:lnTo>
                  <a:pt x="115847" y="1742313"/>
                </a:lnTo>
                <a:lnTo>
                  <a:pt x="134793" y="1726756"/>
                </a:lnTo>
                <a:lnTo>
                  <a:pt x="152021" y="1711200"/>
                </a:lnTo>
                <a:lnTo>
                  <a:pt x="167154" y="1695644"/>
                </a:lnTo>
                <a:lnTo>
                  <a:pt x="180016" y="1680087"/>
                </a:lnTo>
                <a:lnTo>
                  <a:pt x="190599" y="1664531"/>
                </a:lnTo>
                <a:lnTo>
                  <a:pt x="199025" y="1648975"/>
                </a:lnTo>
                <a:lnTo>
                  <a:pt x="205500" y="1633418"/>
                </a:lnTo>
                <a:lnTo>
                  <a:pt x="210281" y="1617862"/>
                </a:lnTo>
                <a:lnTo>
                  <a:pt x="213633" y="1602305"/>
                </a:lnTo>
                <a:lnTo>
                  <a:pt x="215816" y="1586749"/>
                </a:lnTo>
                <a:lnTo>
                  <a:pt x="217060" y="1571193"/>
                </a:lnTo>
                <a:lnTo>
                  <a:pt x="217568" y="1555636"/>
                </a:lnTo>
                <a:lnTo>
                  <a:pt x="217510" y="1540080"/>
                </a:lnTo>
                <a:lnTo>
                  <a:pt x="217026" y="1524524"/>
                </a:lnTo>
                <a:lnTo>
                  <a:pt x="216236" y="1508967"/>
                </a:lnTo>
                <a:lnTo>
                  <a:pt x="215242" y="1493411"/>
                </a:lnTo>
                <a:lnTo>
                  <a:pt x="214132" y="1477855"/>
                </a:lnTo>
                <a:lnTo>
                  <a:pt x="212984" y="1462298"/>
                </a:lnTo>
                <a:lnTo>
                  <a:pt x="211869" y="1446742"/>
                </a:lnTo>
                <a:lnTo>
                  <a:pt x="210845" y="1431185"/>
                </a:lnTo>
                <a:lnTo>
                  <a:pt x="209961" y="1415629"/>
                </a:lnTo>
                <a:lnTo>
                  <a:pt x="209253" y="1400073"/>
                </a:lnTo>
                <a:lnTo>
                  <a:pt x="208742" y="1384516"/>
                </a:lnTo>
                <a:lnTo>
                  <a:pt x="208434" y="1368960"/>
                </a:lnTo>
                <a:lnTo>
                  <a:pt x="208322" y="1353404"/>
                </a:lnTo>
                <a:lnTo>
                  <a:pt x="208386" y="1337847"/>
                </a:lnTo>
                <a:lnTo>
                  <a:pt x="208597" y="1322291"/>
                </a:lnTo>
                <a:lnTo>
                  <a:pt x="208918" y="1306735"/>
                </a:lnTo>
                <a:lnTo>
                  <a:pt x="209311" y="1291178"/>
                </a:lnTo>
                <a:lnTo>
                  <a:pt x="209735" y="1275622"/>
                </a:lnTo>
                <a:lnTo>
                  <a:pt x="210151" y="1260065"/>
                </a:lnTo>
                <a:lnTo>
                  <a:pt x="210520" y="1244509"/>
                </a:lnTo>
                <a:lnTo>
                  <a:pt x="210807" y="1228953"/>
                </a:lnTo>
                <a:lnTo>
                  <a:pt x="210972" y="1213396"/>
                </a:lnTo>
                <a:lnTo>
                  <a:pt x="210975" y="1197840"/>
                </a:lnTo>
                <a:lnTo>
                  <a:pt x="210771" y="1182284"/>
                </a:lnTo>
                <a:lnTo>
                  <a:pt x="210313" y="1166727"/>
                </a:lnTo>
                <a:lnTo>
                  <a:pt x="209550" y="1151171"/>
                </a:lnTo>
                <a:lnTo>
                  <a:pt x="208433" y="1135615"/>
                </a:lnTo>
                <a:lnTo>
                  <a:pt x="206920" y="1120058"/>
                </a:lnTo>
                <a:lnTo>
                  <a:pt x="204986" y="1104502"/>
                </a:lnTo>
                <a:lnTo>
                  <a:pt x="202625" y="1088945"/>
                </a:lnTo>
                <a:lnTo>
                  <a:pt x="199869" y="1073389"/>
                </a:lnTo>
                <a:lnTo>
                  <a:pt x="196784" y="1057833"/>
                </a:lnTo>
                <a:lnTo>
                  <a:pt x="193481" y="1042276"/>
                </a:lnTo>
                <a:lnTo>
                  <a:pt x="190108" y="1026720"/>
                </a:lnTo>
                <a:lnTo>
                  <a:pt x="186847" y="1011164"/>
                </a:lnTo>
                <a:lnTo>
                  <a:pt x="183900" y="995607"/>
                </a:lnTo>
                <a:lnTo>
                  <a:pt x="181469" y="980051"/>
                </a:lnTo>
                <a:lnTo>
                  <a:pt x="179741" y="964495"/>
                </a:lnTo>
                <a:lnTo>
                  <a:pt x="178865" y="948938"/>
                </a:lnTo>
                <a:lnTo>
                  <a:pt x="178938" y="933382"/>
                </a:lnTo>
                <a:lnTo>
                  <a:pt x="179988" y="917825"/>
                </a:lnTo>
                <a:lnTo>
                  <a:pt x="181981" y="902269"/>
                </a:lnTo>
                <a:lnTo>
                  <a:pt x="184813" y="886713"/>
                </a:lnTo>
                <a:lnTo>
                  <a:pt x="188329" y="871156"/>
                </a:lnTo>
                <a:lnTo>
                  <a:pt x="192337" y="855600"/>
                </a:lnTo>
                <a:lnTo>
                  <a:pt x="196627" y="840044"/>
                </a:lnTo>
                <a:lnTo>
                  <a:pt x="200992" y="824487"/>
                </a:lnTo>
                <a:lnTo>
                  <a:pt x="205245" y="808931"/>
                </a:lnTo>
                <a:lnTo>
                  <a:pt x="209232" y="793375"/>
                </a:lnTo>
                <a:lnTo>
                  <a:pt x="212840" y="777818"/>
                </a:lnTo>
                <a:lnTo>
                  <a:pt x="215999" y="762262"/>
                </a:lnTo>
                <a:lnTo>
                  <a:pt x="218680" y="746705"/>
                </a:lnTo>
                <a:lnTo>
                  <a:pt x="220888" y="731149"/>
                </a:lnTo>
                <a:lnTo>
                  <a:pt x="222655" y="715593"/>
                </a:lnTo>
                <a:lnTo>
                  <a:pt x="224030" y="700036"/>
                </a:lnTo>
                <a:lnTo>
                  <a:pt x="225071" y="684480"/>
                </a:lnTo>
                <a:lnTo>
                  <a:pt x="225838" y="668924"/>
                </a:lnTo>
                <a:lnTo>
                  <a:pt x="226389" y="653367"/>
                </a:lnTo>
                <a:lnTo>
                  <a:pt x="226774" y="637811"/>
                </a:lnTo>
                <a:lnTo>
                  <a:pt x="227036" y="622255"/>
                </a:lnTo>
                <a:lnTo>
                  <a:pt x="227210" y="606698"/>
                </a:lnTo>
                <a:lnTo>
                  <a:pt x="227323" y="591142"/>
                </a:lnTo>
                <a:lnTo>
                  <a:pt x="227395" y="575585"/>
                </a:lnTo>
                <a:lnTo>
                  <a:pt x="227439" y="560029"/>
                </a:lnTo>
                <a:lnTo>
                  <a:pt x="227465" y="544473"/>
                </a:lnTo>
                <a:lnTo>
                  <a:pt x="227481" y="528916"/>
                </a:lnTo>
                <a:lnTo>
                  <a:pt x="227489" y="513360"/>
                </a:lnTo>
                <a:lnTo>
                  <a:pt x="227494" y="497804"/>
                </a:lnTo>
                <a:lnTo>
                  <a:pt x="227497" y="482247"/>
                </a:lnTo>
                <a:lnTo>
                  <a:pt x="227499" y="466691"/>
                </a:lnTo>
                <a:lnTo>
                  <a:pt x="227499" y="451135"/>
                </a:lnTo>
                <a:lnTo>
                  <a:pt x="227500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0" y="435578"/>
                </a:lnTo>
                <a:lnTo>
                  <a:pt x="227501" y="451135"/>
                </a:lnTo>
                <a:lnTo>
                  <a:pt x="227501" y="466691"/>
                </a:lnTo>
                <a:lnTo>
                  <a:pt x="227503" y="482247"/>
                </a:lnTo>
                <a:lnTo>
                  <a:pt x="227506" y="497804"/>
                </a:lnTo>
                <a:lnTo>
                  <a:pt x="227511" y="513360"/>
                </a:lnTo>
                <a:lnTo>
                  <a:pt x="227519" y="528916"/>
                </a:lnTo>
                <a:lnTo>
                  <a:pt x="227535" y="544473"/>
                </a:lnTo>
                <a:lnTo>
                  <a:pt x="227561" y="560029"/>
                </a:lnTo>
                <a:lnTo>
                  <a:pt x="227605" y="575585"/>
                </a:lnTo>
                <a:lnTo>
                  <a:pt x="227677" y="591142"/>
                </a:lnTo>
                <a:lnTo>
                  <a:pt x="227790" y="606698"/>
                </a:lnTo>
                <a:lnTo>
                  <a:pt x="227964" y="622255"/>
                </a:lnTo>
                <a:lnTo>
                  <a:pt x="228226" y="637811"/>
                </a:lnTo>
                <a:lnTo>
                  <a:pt x="228611" y="653367"/>
                </a:lnTo>
                <a:lnTo>
                  <a:pt x="229162" y="668924"/>
                </a:lnTo>
                <a:lnTo>
                  <a:pt x="229929" y="684480"/>
                </a:lnTo>
                <a:lnTo>
                  <a:pt x="230970" y="700036"/>
                </a:lnTo>
                <a:lnTo>
                  <a:pt x="232345" y="715593"/>
                </a:lnTo>
                <a:lnTo>
                  <a:pt x="234112" y="731149"/>
                </a:lnTo>
                <a:lnTo>
                  <a:pt x="236320" y="746705"/>
                </a:lnTo>
                <a:lnTo>
                  <a:pt x="239001" y="762262"/>
                </a:lnTo>
                <a:lnTo>
                  <a:pt x="242160" y="777818"/>
                </a:lnTo>
                <a:lnTo>
                  <a:pt x="245768" y="793375"/>
                </a:lnTo>
                <a:lnTo>
                  <a:pt x="249755" y="808931"/>
                </a:lnTo>
                <a:lnTo>
                  <a:pt x="254008" y="824487"/>
                </a:lnTo>
                <a:lnTo>
                  <a:pt x="258373" y="840044"/>
                </a:lnTo>
                <a:lnTo>
                  <a:pt x="262663" y="855600"/>
                </a:lnTo>
                <a:lnTo>
                  <a:pt x="266671" y="871156"/>
                </a:lnTo>
                <a:lnTo>
                  <a:pt x="270187" y="886713"/>
                </a:lnTo>
                <a:lnTo>
                  <a:pt x="273019" y="902269"/>
                </a:lnTo>
                <a:lnTo>
                  <a:pt x="275012" y="917825"/>
                </a:lnTo>
                <a:lnTo>
                  <a:pt x="276062" y="933382"/>
                </a:lnTo>
                <a:lnTo>
                  <a:pt x="276135" y="948938"/>
                </a:lnTo>
                <a:lnTo>
                  <a:pt x="275259" y="964495"/>
                </a:lnTo>
                <a:lnTo>
                  <a:pt x="273531" y="980051"/>
                </a:lnTo>
                <a:lnTo>
                  <a:pt x="271100" y="995607"/>
                </a:lnTo>
                <a:lnTo>
                  <a:pt x="268153" y="1011164"/>
                </a:lnTo>
                <a:lnTo>
                  <a:pt x="264892" y="1026720"/>
                </a:lnTo>
                <a:lnTo>
                  <a:pt x="261519" y="1042276"/>
                </a:lnTo>
                <a:lnTo>
                  <a:pt x="258216" y="1057833"/>
                </a:lnTo>
                <a:lnTo>
                  <a:pt x="255131" y="1073389"/>
                </a:lnTo>
                <a:lnTo>
                  <a:pt x="252375" y="1088945"/>
                </a:lnTo>
                <a:lnTo>
                  <a:pt x="250014" y="1104502"/>
                </a:lnTo>
                <a:lnTo>
                  <a:pt x="248080" y="1120058"/>
                </a:lnTo>
                <a:lnTo>
                  <a:pt x="246567" y="1135615"/>
                </a:lnTo>
                <a:lnTo>
                  <a:pt x="245450" y="1151171"/>
                </a:lnTo>
                <a:lnTo>
                  <a:pt x="244687" y="1166727"/>
                </a:lnTo>
                <a:lnTo>
                  <a:pt x="244229" y="1182284"/>
                </a:lnTo>
                <a:lnTo>
                  <a:pt x="244025" y="1197840"/>
                </a:lnTo>
                <a:lnTo>
                  <a:pt x="244028" y="1213396"/>
                </a:lnTo>
                <a:lnTo>
                  <a:pt x="244193" y="1228953"/>
                </a:lnTo>
                <a:lnTo>
                  <a:pt x="244480" y="1244509"/>
                </a:lnTo>
                <a:lnTo>
                  <a:pt x="244849" y="1260065"/>
                </a:lnTo>
                <a:lnTo>
                  <a:pt x="245265" y="1275622"/>
                </a:lnTo>
                <a:lnTo>
                  <a:pt x="245689" y="1291178"/>
                </a:lnTo>
                <a:lnTo>
                  <a:pt x="246082" y="1306735"/>
                </a:lnTo>
                <a:lnTo>
                  <a:pt x="246403" y="1322291"/>
                </a:lnTo>
                <a:lnTo>
                  <a:pt x="246614" y="1337847"/>
                </a:lnTo>
                <a:lnTo>
                  <a:pt x="246678" y="1353404"/>
                </a:lnTo>
                <a:lnTo>
                  <a:pt x="246566" y="1368960"/>
                </a:lnTo>
                <a:lnTo>
                  <a:pt x="246258" y="1384516"/>
                </a:lnTo>
                <a:lnTo>
                  <a:pt x="245747" y="1400073"/>
                </a:lnTo>
                <a:lnTo>
                  <a:pt x="245039" y="1415629"/>
                </a:lnTo>
                <a:lnTo>
                  <a:pt x="244155" y="1431185"/>
                </a:lnTo>
                <a:lnTo>
                  <a:pt x="243131" y="1446742"/>
                </a:lnTo>
                <a:lnTo>
                  <a:pt x="242016" y="1462298"/>
                </a:lnTo>
                <a:lnTo>
                  <a:pt x="240868" y="1477855"/>
                </a:lnTo>
                <a:lnTo>
                  <a:pt x="239758" y="1493411"/>
                </a:lnTo>
                <a:lnTo>
                  <a:pt x="238764" y="1508967"/>
                </a:lnTo>
                <a:lnTo>
                  <a:pt x="237974" y="1524524"/>
                </a:lnTo>
                <a:lnTo>
                  <a:pt x="237490" y="1540080"/>
                </a:lnTo>
                <a:lnTo>
                  <a:pt x="237432" y="1555636"/>
                </a:lnTo>
                <a:lnTo>
                  <a:pt x="237940" y="1571193"/>
                </a:lnTo>
                <a:lnTo>
                  <a:pt x="239184" y="1586749"/>
                </a:lnTo>
                <a:lnTo>
                  <a:pt x="241367" y="1602305"/>
                </a:lnTo>
                <a:lnTo>
                  <a:pt x="244719" y="1617862"/>
                </a:lnTo>
                <a:lnTo>
                  <a:pt x="249500" y="1633418"/>
                </a:lnTo>
                <a:lnTo>
                  <a:pt x="255975" y="1648975"/>
                </a:lnTo>
                <a:lnTo>
                  <a:pt x="264401" y="1664531"/>
                </a:lnTo>
                <a:lnTo>
                  <a:pt x="274984" y="1680087"/>
                </a:lnTo>
                <a:lnTo>
                  <a:pt x="287846" y="1695644"/>
                </a:lnTo>
                <a:lnTo>
                  <a:pt x="302979" y="1711200"/>
                </a:lnTo>
                <a:lnTo>
                  <a:pt x="320207" y="1726756"/>
                </a:lnTo>
                <a:lnTo>
                  <a:pt x="339153" y="1742313"/>
                </a:lnTo>
                <a:lnTo>
                  <a:pt x="359230" y="1757869"/>
                </a:lnTo>
                <a:lnTo>
                  <a:pt x="379652" y="1773425"/>
                </a:lnTo>
                <a:lnTo>
                  <a:pt x="399476" y="1788982"/>
                </a:lnTo>
                <a:lnTo>
                  <a:pt x="417660" y="1804538"/>
                </a:lnTo>
                <a:lnTo>
                  <a:pt x="433158" y="1820095"/>
                </a:lnTo>
                <a:lnTo>
                  <a:pt x="445014" y="1835651"/>
                </a:lnTo>
                <a:lnTo>
                  <a:pt x="452460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4" name="08_small_CA2_pose50_rmsd2_3360">
            <a:extLst>
              <a:ext uri="{FF2B5EF4-FFF2-40B4-BE49-F238E27FC236}">
                <a16:creationId xmlns:a16="http://schemas.microsoft.com/office/drawing/2014/main" id="{8172BBD2-92A8-4597-8AB3-8D6D1FE67034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16" y="1851207"/>
                </a:lnTo>
                <a:lnTo>
                  <a:pt x="9892" y="1835651"/>
                </a:lnTo>
                <a:lnTo>
                  <a:pt x="21638" y="1820095"/>
                </a:lnTo>
                <a:lnTo>
                  <a:pt x="36996" y="1804538"/>
                </a:lnTo>
                <a:lnTo>
                  <a:pt x="55022" y="1788982"/>
                </a:lnTo>
                <a:lnTo>
                  <a:pt x="74684" y="1773425"/>
                </a:lnTo>
                <a:lnTo>
                  <a:pt x="94957" y="1757869"/>
                </a:lnTo>
                <a:lnTo>
                  <a:pt x="114909" y="1742313"/>
                </a:lnTo>
                <a:lnTo>
                  <a:pt x="133768" y="1726756"/>
                </a:lnTo>
                <a:lnTo>
                  <a:pt x="150956" y="1711200"/>
                </a:lnTo>
                <a:lnTo>
                  <a:pt x="166106" y="1695644"/>
                </a:lnTo>
                <a:lnTo>
                  <a:pt x="179044" y="1680087"/>
                </a:lnTo>
                <a:lnTo>
                  <a:pt x="189764" y="1664531"/>
                </a:lnTo>
                <a:lnTo>
                  <a:pt x="198384" y="1648975"/>
                </a:lnTo>
                <a:lnTo>
                  <a:pt x="205104" y="1633418"/>
                </a:lnTo>
                <a:lnTo>
                  <a:pt x="210169" y="1617862"/>
                </a:lnTo>
                <a:lnTo>
                  <a:pt x="213834" y="1602305"/>
                </a:lnTo>
                <a:lnTo>
                  <a:pt x="216339" y="1586749"/>
                </a:lnTo>
                <a:lnTo>
                  <a:pt x="217902" y="1571193"/>
                </a:lnTo>
                <a:lnTo>
                  <a:pt x="218706" y="1555636"/>
                </a:lnTo>
                <a:lnTo>
                  <a:pt x="218907" y="1540080"/>
                </a:lnTo>
                <a:lnTo>
                  <a:pt x="218633" y="1524524"/>
                </a:lnTo>
                <a:lnTo>
                  <a:pt x="217995" y="1508967"/>
                </a:lnTo>
                <a:lnTo>
                  <a:pt x="217091" y="1493411"/>
                </a:lnTo>
                <a:lnTo>
                  <a:pt x="216010" y="1477855"/>
                </a:lnTo>
                <a:lnTo>
                  <a:pt x="214838" y="1462298"/>
                </a:lnTo>
                <a:lnTo>
                  <a:pt x="213653" y="1446742"/>
                </a:lnTo>
                <a:lnTo>
                  <a:pt x="212529" y="1431185"/>
                </a:lnTo>
                <a:lnTo>
                  <a:pt x="211530" y="1415629"/>
                </a:lnTo>
                <a:lnTo>
                  <a:pt x="210707" y="1400073"/>
                </a:lnTo>
                <a:lnTo>
                  <a:pt x="210099" y="1384516"/>
                </a:lnTo>
                <a:lnTo>
                  <a:pt x="209731" y="1368960"/>
                </a:lnTo>
                <a:lnTo>
                  <a:pt x="209610" y="1353404"/>
                </a:lnTo>
                <a:lnTo>
                  <a:pt x="209732" y="1337847"/>
                </a:lnTo>
                <a:lnTo>
                  <a:pt x="210083" y="1322291"/>
                </a:lnTo>
                <a:lnTo>
                  <a:pt x="210639" y="1306735"/>
                </a:lnTo>
                <a:lnTo>
                  <a:pt x="211371" y="1291178"/>
                </a:lnTo>
                <a:lnTo>
                  <a:pt x="212248" y="1275622"/>
                </a:lnTo>
                <a:lnTo>
                  <a:pt x="213236" y="1260065"/>
                </a:lnTo>
                <a:lnTo>
                  <a:pt x="214302" y="1244509"/>
                </a:lnTo>
                <a:lnTo>
                  <a:pt x="215409" y="1228953"/>
                </a:lnTo>
                <a:lnTo>
                  <a:pt x="216524" y="1213396"/>
                </a:lnTo>
                <a:lnTo>
                  <a:pt x="217607" y="1197840"/>
                </a:lnTo>
                <a:lnTo>
                  <a:pt x="218620" y="1182284"/>
                </a:lnTo>
                <a:lnTo>
                  <a:pt x="219527" y="1166727"/>
                </a:lnTo>
                <a:lnTo>
                  <a:pt x="220291" y="1151171"/>
                </a:lnTo>
                <a:lnTo>
                  <a:pt x="220879" y="1135615"/>
                </a:lnTo>
                <a:lnTo>
                  <a:pt x="221265" y="1120058"/>
                </a:lnTo>
                <a:lnTo>
                  <a:pt x="221433" y="1104502"/>
                </a:lnTo>
                <a:lnTo>
                  <a:pt x="221377" y="1088945"/>
                </a:lnTo>
                <a:lnTo>
                  <a:pt x="221106" y="1073389"/>
                </a:lnTo>
                <a:lnTo>
                  <a:pt x="220640" y="1057833"/>
                </a:lnTo>
                <a:lnTo>
                  <a:pt x="220015" y="1042276"/>
                </a:lnTo>
                <a:lnTo>
                  <a:pt x="219278" y="1026720"/>
                </a:lnTo>
                <a:lnTo>
                  <a:pt x="218485" y="1011164"/>
                </a:lnTo>
                <a:lnTo>
                  <a:pt x="217693" y="995607"/>
                </a:lnTo>
                <a:lnTo>
                  <a:pt x="216963" y="980051"/>
                </a:lnTo>
                <a:lnTo>
                  <a:pt x="216344" y="964495"/>
                </a:lnTo>
                <a:lnTo>
                  <a:pt x="215879" y="948938"/>
                </a:lnTo>
                <a:lnTo>
                  <a:pt x="215591" y="933382"/>
                </a:lnTo>
                <a:lnTo>
                  <a:pt x="215489" y="917825"/>
                </a:lnTo>
                <a:lnTo>
                  <a:pt x="215563" y="902269"/>
                </a:lnTo>
                <a:lnTo>
                  <a:pt x="215786" y="886713"/>
                </a:lnTo>
                <a:lnTo>
                  <a:pt x="216120" y="871156"/>
                </a:lnTo>
                <a:lnTo>
                  <a:pt x="216518" y="855600"/>
                </a:lnTo>
                <a:lnTo>
                  <a:pt x="216931" y="840044"/>
                </a:lnTo>
                <a:lnTo>
                  <a:pt x="217312" y="824487"/>
                </a:lnTo>
                <a:lnTo>
                  <a:pt x="217621" y="808931"/>
                </a:lnTo>
                <a:lnTo>
                  <a:pt x="217830" y="793375"/>
                </a:lnTo>
                <a:lnTo>
                  <a:pt x="217921" y="777818"/>
                </a:lnTo>
                <a:lnTo>
                  <a:pt x="217889" y="762262"/>
                </a:lnTo>
                <a:lnTo>
                  <a:pt x="217741" y="746705"/>
                </a:lnTo>
                <a:lnTo>
                  <a:pt x="217496" y="731149"/>
                </a:lnTo>
                <a:lnTo>
                  <a:pt x="217181" y="715593"/>
                </a:lnTo>
                <a:lnTo>
                  <a:pt x="216827" y="700036"/>
                </a:lnTo>
                <a:lnTo>
                  <a:pt x="216471" y="684480"/>
                </a:lnTo>
                <a:lnTo>
                  <a:pt x="216150" y="668924"/>
                </a:lnTo>
                <a:lnTo>
                  <a:pt x="215898" y="653367"/>
                </a:lnTo>
                <a:lnTo>
                  <a:pt x="215747" y="637811"/>
                </a:lnTo>
                <a:lnTo>
                  <a:pt x="215721" y="622255"/>
                </a:lnTo>
                <a:lnTo>
                  <a:pt x="215838" y="606698"/>
                </a:lnTo>
                <a:lnTo>
                  <a:pt x="216106" y="591142"/>
                </a:lnTo>
                <a:lnTo>
                  <a:pt x="216524" y="575585"/>
                </a:lnTo>
                <a:lnTo>
                  <a:pt x="217082" y="560029"/>
                </a:lnTo>
                <a:lnTo>
                  <a:pt x="217761" y="544473"/>
                </a:lnTo>
                <a:lnTo>
                  <a:pt x="218537" y="528916"/>
                </a:lnTo>
                <a:lnTo>
                  <a:pt x="219379" y="513360"/>
                </a:lnTo>
                <a:lnTo>
                  <a:pt x="220254" y="497804"/>
                </a:lnTo>
                <a:lnTo>
                  <a:pt x="221129" y="482247"/>
                </a:lnTo>
                <a:lnTo>
                  <a:pt x="221970" y="466691"/>
                </a:lnTo>
                <a:lnTo>
                  <a:pt x="222745" y="451135"/>
                </a:lnTo>
                <a:lnTo>
                  <a:pt x="223426" y="435578"/>
                </a:lnTo>
                <a:lnTo>
                  <a:pt x="223986" y="420022"/>
                </a:lnTo>
                <a:lnTo>
                  <a:pt x="224400" y="404465"/>
                </a:lnTo>
                <a:lnTo>
                  <a:pt x="224642" y="388909"/>
                </a:lnTo>
                <a:lnTo>
                  <a:pt x="224684" y="373353"/>
                </a:lnTo>
                <a:lnTo>
                  <a:pt x="224491" y="357796"/>
                </a:lnTo>
                <a:lnTo>
                  <a:pt x="224019" y="342240"/>
                </a:lnTo>
                <a:lnTo>
                  <a:pt x="223208" y="326684"/>
                </a:lnTo>
                <a:lnTo>
                  <a:pt x="221977" y="311127"/>
                </a:lnTo>
                <a:lnTo>
                  <a:pt x="220220" y="295571"/>
                </a:lnTo>
                <a:lnTo>
                  <a:pt x="217798" y="280015"/>
                </a:lnTo>
                <a:lnTo>
                  <a:pt x="214538" y="264458"/>
                </a:lnTo>
                <a:lnTo>
                  <a:pt x="210236" y="248902"/>
                </a:lnTo>
                <a:lnTo>
                  <a:pt x="204657" y="233345"/>
                </a:lnTo>
                <a:lnTo>
                  <a:pt x="197556" y="217789"/>
                </a:lnTo>
                <a:lnTo>
                  <a:pt x="188696" y="202233"/>
                </a:lnTo>
                <a:lnTo>
                  <a:pt x="177879" y="186676"/>
                </a:lnTo>
                <a:lnTo>
                  <a:pt x="164986" y="171120"/>
                </a:lnTo>
                <a:lnTo>
                  <a:pt x="150017" y="155564"/>
                </a:lnTo>
                <a:lnTo>
                  <a:pt x="133131" y="140007"/>
                </a:lnTo>
                <a:lnTo>
                  <a:pt x="114675" y="124451"/>
                </a:lnTo>
                <a:lnTo>
                  <a:pt x="95195" y="108895"/>
                </a:lnTo>
                <a:lnTo>
                  <a:pt x="75433" y="93338"/>
                </a:lnTo>
                <a:lnTo>
                  <a:pt x="56283" y="77782"/>
                </a:lnTo>
                <a:lnTo>
                  <a:pt x="38734" y="62225"/>
                </a:lnTo>
                <a:lnTo>
                  <a:pt x="23787" y="46669"/>
                </a:lnTo>
                <a:lnTo>
                  <a:pt x="12355" y="31113"/>
                </a:lnTo>
                <a:lnTo>
                  <a:pt x="5177" y="15556"/>
                </a:lnTo>
                <a:lnTo>
                  <a:pt x="2728" y="0"/>
                </a:lnTo>
                <a:lnTo>
                  <a:pt x="452272" y="0"/>
                </a:lnTo>
                <a:lnTo>
                  <a:pt x="452272" y="0"/>
                </a:lnTo>
                <a:lnTo>
                  <a:pt x="449823" y="15556"/>
                </a:lnTo>
                <a:lnTo>
                  <a:pt x="442645" y="31113"/>
                </a:lnTo>
                <a:lnTo>
                  <a:pt x="431213" y="46669"/>
                </a:lnTo>
                <a:lnTo>
                  <a:pt x="416266" y="62225"/>
                </a:lnTo>
                <a:lnTo>
                  <a:pt x="398717" y="77782"/>
                </a:lnTo>
                <a:lnTo>
                  <a:pt x="379567" y="93338"/>
                </a:lnTo>
                <a:lnTo>
                  <a:pt x="359805" y="108895"/>
                </a:lnTo>
                <a:lnTo>
                  <a:pt x="340325" y="124451"/>
                </a:lnTo>
                <a:lnTo>
                  <a:pt x="321869" y="140007"/>
                </a:lnTo>
                <a:lnTo>
                  <a:pt x="304983" y="155564"/>
                </a:lnTo>
                <a:lnTo>
                  <a:pt x="290014" y="171120"/>
                </a:lnTo>
                <a:lnTo>
                  <a:pt x="277121" y="186676"/>
                </a:lnTo>
                <a:lnTo>
                  <a:pt x="266304" y="202233"/>
                </a:lnTo>
                <a:lnTo>
                  <a:pt x="257444" y="217789"/>
                </a:lnTo>
                <a:lnTo>
                  <a:pt x="250343" y="233345"/>
                </a:lnTo>
                <a:lnTo>
                  <a:pt x="244764" y="248902"/>
                </a:lnTo>
                <a:lnTo>
                  <a:pt x="240462" y="264458"/>
                </a:lnTo>
                <a:lnTo>
                  <a:pt x="237202" y="280015"/>
                </a:lnTo>
                <a:lnTo>
                  <a:pt x="234780" y="295571"/>
                </a:lnTo>
                <a:lnTo>
                  <a:pt x="233023" y="311127"/>
                </a:lnTo>
                <a:lnTo>
                  <a:pt x="231792" y="326684"/>
                </a:lnTo>
                <a:lnTo>
                  <a:pt x="230981" y="342240"/>
                </a:lnTo>
                <a:lnTo>
                  <a:pt x="230509" y="357796"/>
                </a:lnTo>
                <a:lnTo>
                  <a:pt x="230316" y="373353"/>
                </a:lnTo>
                <a:lnTo>
                  <a:pt x="230358" y="388909"/>
                </a:lnTo>
                <a:lnTo>
                  <a:pt x="230600" y="404465"/>
                </a:lnTo>
                <a:lnTo>
                  <a:pt x="231014" y="420022"/>
                </a:lnTo>
                <a:lnTo>
                  <a:pt x="231574" y="435578"/>
                </a:lnTo>
                <a:lnTo>
                  <a:pt x="232255" y="451135"/>
                </a:lnTo>
                <a:lnTo>
                  <a:pt x="233030" y="466691"/>
                </a:lnTo>
                <a:lnTo>
                  <a:pt x="233871" y="482247"/>
                </a:lnTo>
                <a:lnTo>
                  <a:pt x="234746" y="497804"/>
                </a:lnTo>
                <a:lnTo>
                  <a:pt x="235621" y="513360"/>
                </a:lnTo>
                <a:lnTo>
                  <a:pt x="236463" y="528916"/>
                </a:lnTo>
                <a:lnTo>
                  <a:pt x="237239" y="544473"/>
                </a:lnTo>
                <a:lnTo>
                  <a:pt x="237918" y="560029"/>
                </a:lnTo>
                <a:lnTo>
                  <a:pt x="238476" y="575585"/>
                </a:lnTo>
                <a:lnTo>
                  <a:pt x="238894" y="591142"/>
                </a:lnTo>
                <a:lnTo>
                  <a:pt x="239162" y="606698"/>
                </a:lnTo>
                <a:lnTo>
                  <a:pt x="239279" y="622255"/>
                </a:lnTo>
                <a:lnTo>
                  <a:pt x="239253" y="637811"/>
                </a:lnTo>
                <a:lnTo>
                  <a:pt x="239102" y="653367"/>
                </a:lnTo>
                <a:lnTo>
                  <a:pt x="238850" y="668924"/>
                </a:lnTo>
                <a:lnTo>
                  <a:pt x="238529" y="684480"/>
                </a:lnTo>
                <a:lnTo>
                  <a:pt x="238173" y="700036"/>
                </a:lnTo>
                <a:lnTo>
                  <a:pt x="237819" y="715593"/>
                </a:lnTo>
                <a:lnTo>
                  <a:pt x="237504" y="731149"/>
                </a:lnTo>
                <a:lnTo>
                  <a:pt x="237259" y="746705"/>
                </a:lnTo>
                <a:lnTo>
                  <a:pt x="237111" y="762262"/>
                </a:lnTo>
                <a:lnTo>
                  <a:pt x="237079" y="777818"/>
                </a:lnTo>
                <a:lnTo>
                  <a:pt x="237170" y="793375"/>
                </a:lnTo>
                <a:lnTo>
                  <a:pt x="237379" y="808931"/>
                </a:lnTo>
                <a:lnTo>
                  <a:pt x="237688" y="824487"/>
                </a:lnTo>
                <a:lnTo>
                  <a:pt x="238069" y="840044"/>
                </a:lnTo>
                <a:lnTo>
                  <a:pt x="238482" y="855600"/>
                </a:lnTo>
                <a:lnTo>
                  <a:pt x="238880" y="871156"/>
                </a:lnTo>
                <a:lnTo>
                  <a:pt x="239214" y="886713"/>
                </a:lnTo>
                <a:lnTo>
                  <a:pt x="239437" y="902269"/>
                </a:lnTo>
                <a:lnTo>
                  <a:pt x="239511" y="917825"/>
                </a:lnTo>
                <a:lnTo>
                  <a:pt x="239409" y="933382"/>
                </a:lnTo>
                <a:lnTo>
                  <a:pt x="239121" y="948938"/>
                </a:lnTo>
                <a:lnTo>
                  <a:pt x="238656" y="964495"/>
                </a:lnTo>
                <a:lnTo>
                  <a:pt x="238037" y="980051"/>
                </a:lnTo>
                <a:lnTo>
                  <a:pt x="237307" y="995607"/>
                </a:lnTo>
                <a:lnTo>
                  <a:pt x="236515" y="1011164"/>
                </a:lnTo>
                <a:lnTo>
                  <a:pt x="235722" y="1026720"/>
                </a:lnTo>
                <a:lnTo>
                  <a:pt x="234985" y="1042276"/>
                </a:lnTo>
                <a:lnTo>
                  <a:pt x="234360" y="1057833"/>
                </a:lnTo>
                <a:lnTo>
                  <a:pt x="233894" y="1073389"/>
                </a:lnTo>
                <a:lnTo>
                  <a:pt x="233623" y="1088945"/>
                </a:lnTo>
                <a:lnTo>
                  <a:pt x="233567" y="1104502"/>
                </a:lnTo>
                <a:lnTo>
                  <a:pt x="233735" y="1120058"/>
                </a:lnTo>
                <a:lnTo>
                  <a:pt x="234121" y="1135615"/>
                </a:lnTo>
                <a:lnTo>
                  <a:pt x="234709" y="1151171"/>
                </a:lnTo>
                <a:lnTo>
                  <a:pt x="235473" y="1166727"/>
                </a:lnTo>
                <a:lnTo>
                  <a:pt x="236380" y="1182284"/>
                </a:lnTo>
                <a:lnTo>
                  <a:pt x="237393" y="1197840"/>
                </a:lnTo>
                <a:lnTo>
                  <a:pt x="238476" y="1213396"/>
                </a:lnTo>
                <a:lnTo>
                  <a:pt x="239591" y="1228953"/>
                </a:lnTo>
                <a:lnTo>
                  <a:pt x="240698" y="1244509"/>
                </a:lnTo>
                <a:lnTo>
                  <a:pt x="241764" y="1260065"/>
                </a:lnTo>
                <a:lnTo>
                  <a:pt x="242752" y="1275622"/>
                </a:lnTo>
                <a:lnTo>
                  <a:pt x="243629" y="1291178"/>
                </a:lnTo>
                <a:lnTo>
                  <a:pt x="244361" y="1306735"/>
                </a:lnTo>
                <a:lnTo>
                  <a:pt x="244917" y="1322291"/>
                </a:lnTo>
                <a:lnTo>
                  <a:pt x="245268" y="1337847"/>
                </a:lnTo>
                <a:lnTo>
                  <a:pt x="245390" y="1353404"/>
                </a:lnTo>
                <a:lnTo>
                  <a:pt x="245269" y="1368960"/>
                </a:lnTo>
                <a:lnTo>
                  <a:pt x="244901" y="1384516"/>
                </a:lnTo>
                <a:lnTo>
                  <a:pt x="244293" y="1400073"/>
                </a:lnTo>
                <a:lnTo>
                  <a:pt x="243470" y="1415629"/>
                </a:lnTo>
                <a:lnTo>
                  <a:pt x="242471" y="1431185"/>
                </a:lnTo>
                <a:lnTo>
                  <a:pt x="241347" y="1446742"/>
                </a:lnTo>
                <a:lnTo>
                  <a:pt x="240162" y="1462298"/>
                </a:lnTo>
                <a:lnTo>
                  <a:pt x="238990" y="1477855"/>
                </a:lnTo>
                <a:lnTo>
                  <a:pt x="237909" y="1493411"/>
                </a:lnTo>
                <a:lnTo>
                  <a:pt x="237005" y="1508967"/>
                </a:lnTo>
                <a:lnTo>
                  <a:pt x="236367" y="1524524"/>
                </a:lnTo>
                <a:lnTo>
                  <a:pt x="236093" y="1540080"/>
                </a:lnTo>
                <a:lnTo>
                  <a:pt x="236294" y="1555636"/>
                </a:lnTo>
                <a:lnTo>
                  <a:pt x="237098" y="1571193"/>
                </a:lnTo>
                <a:lnTo>
                  <a:pt x="238661" y="1586749"/>
                </a:lnTo>
                <a:lnTo>
                  <a:pt x="241166" y="1602305"/>
                </a:lnTo>
                <a:lnTo>
                  <a:pt x="244831" y="1617862"/>
                </a:lnTo>
                <a:lnTo>
                  <a:pt x="249896" y="1633418"/>
                </a:lnTo>
                <a:lnTo>
                  <a:pt x="256616" y="1648975"/>
                </a:lnTo>
                <a:lnTo>
                  <a:pt x="265236" y="1664531"/>
                </a:lnTo>
                <a:lnTo>
                  <a:pt x="275956" y="1680087"/>
                </a:lnTo>
                <a:lnTo>
                  <a:pt x="288894" y="1695644"/>
                </a:lnTo>
                <a:lnTo>
                  <a:pt x="304044" y="1711200"/>
                </a:lnTo>
                <a:lnTo>
                  <a:pt x="321232" y="1726756"/>
                </a:lnTo>
                <a:lnTo>
                  <a:pt x="340091" y="1742313"/>
                </a:lnTo>
                <a:lnTo>
                  <a:pt x="360043" y="1757869"/>
                </a:lnTo>
                <a:lnTo>
                  <a:pt x="380316" y="1773425"/>
                </a:lnTo>
                <a:lnTo>
                  <a:pt x="399978" y="1788982"/>
                </a:lnTo>
                <a:lnTo>
                  <a:pt x="418004" y="1804538"/>
                </a:lnTo>
                <a:lnTo>
                  <a:pt x="433362" y="1820095"/>
                </a:lnTo>
                <a:lnTo>
                  <a:pt x="445108" y="1835651"/>
                </a:lnTo>
                <a:lnTo>
                  <a:pt x="452485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5" name="08_small_CA2_pose50_rmsd2_3361">
            <a:extLst>
              <a:ext uri="{FF2B5EF4-FFF2-40B4-BE49-F238E27FC236}">
                <a16:creationId xmlns:a16="http://schemas.microsoft.com/office/drawing/2014/main" id="{A066AFD0-63EB-4240-B921-F19F363BF34E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12657" y="1866764"/>
                </a:moveTo>
                <a:lnTo>
                  <a:pt x="42343" y="1866764"/>
                </a:lnTo>
                <a:lnTo>
                  <a:pt x="44383" y="1851207"/>
                </a:lnTo>
                <a:lnTo>
                  <a:pt x="50366" y="1835651"/>
                </a:lnTo>
                <a:lnTo>
                  <a:pt x="59893" y="1820095"/>
                </a:lnTo>
                <a:lnTo>
                  <a:pt x="72350" y="1804538"/>
                </a:lnTo>
                <a:lnTo>
                  <a:pt x="86972" y="1788982"/>
                </a:lnTo>
                <a:lnTo>
                  <a:pt x="102923" y="1773425"/>
                </a:lnTo>
                <a:lnTo>
                  <a:pt x="119371" y="1757869"/>
                </a:lnTo>
                <a:lnTo>
                  <a:pt x="135561" y="1742313"/>
                </a:lnTo>
                <a:lnTo>
                  <a:pt x="150867" y="1726756"/>
                </a:lnTo>
                <a:lnTo>
                  <a:pt x="164821" y="1711200"/>
                </a:lnTo>
                <a:lnTo>
                  <a:pt x="177124" y="1695644"/>
                </a:lnTo>
                <a:lnTo>
                  <a:pt x="187634" y="1680087"/>
                </a:lnTo>
                <a:lnTo>
                  <a:pt x="196345" y="1664531"/>
                </a:lnTo>
                <a:lnTo>
                  <a:pt x="203351" y="1648975"/>
                </a:lnTo>
                <a:lnTo>
                  <a:pt x="208812" y="1633418"/>
                </a:lnTo>
                <a:lnTo>
                  <a:pt x="212923" y="1617862"/>
                </a:lnTo>
                <a:lnTo>
                  <a:pt x="215887" y="1602305"/>
                </a:lnTo>
                <a:lnTo>
                  <a:pt x="217897" y="1586749"/>
                </a:lnTo>
                <a:lnTo>
                  <a:pt x="219122" y="1571193"/>
                </a:lnTo>
                <a:lnTo>
                  <a:pt x="219708" y="1555636"/>
                </a:lnTo>
                <a:lnTo>
                  <a:pt x="219775" y="1540080"/>
                </a:lnTo>
                <a:lnTo>
                  <a:pt x="219423" y="1524524"/>
                </a:lnTo>
                <a:lnTo>
                  <a:pt x="218737" y="1508967"/>
                </a:lnTo>
                <a:lnTo>
                  <a:pt x="217792" y="1493411"/>
                </a:lnTo>
                <a:lnTo>
                  <a:pt x="216656" y="1477855"/>
                </a:lnTo>
                <a:lnTo>
                  <a:pt x="215394" y="1462298"/>
                </a:lnTo>
                <a:lnTo>
                  <a:pt x="214068" y="1446742"/>
                </a:lnTo>
                <a:lnTo>
                  <a:pt x="212735" y="1431185"/>
                </a:lnTo>
                <a:lnTo>
                  <a:pt x="211449" y="1415629"/>
                </a:lnTo>
                <a:lnTo>
                  <a:pt x="210255" y="1400073"/>
                </a:lnTo>
                <a:lnTo>
                  <a:pt x="209194" y="1384516"/>
                </a:lnTo>
                <a:lnTo>
                  <a:pt x="208296" y="1368960"/>
                </a:lnTo>
                <a:lnTo>
                  <a:pt x="207589" y="1353404"/>
                </a:lnTo>
                <a:lnTo>
                  <a:pt x="207090" y="1337847"/>
                </a:lnTo>
                <a:lnTo>
                  <a:pt x="206815" y="1322291"/>
                </a:lnTo>
                <a:lnTo>
                  <a:pt x="206774" y="1306735"/>
                </a:lnTo>
                <a:lnTo>
                  <a:pt x="206971" y="1291178"/>
                </a:lnTo>
                <a:lnTo>
                  <a:pt x="207408" y="1275622"/>
                </a:lnTo>
                <a:lnTo>
                  <a:pt x="208076" y="1260065"/>
                </a:lnTo>
                <a:lnTo>
                  <a:pt x="208961" y="1244509"/>
                </a:lnTo>
                <a:lnTo>
                  <a:pt x="210036" y="1228953"/>
                </a:lnTo>
                <a:lnTo>
                  <a:pt x="211262" y="1213396"/>
                </a:lnTo>
                <a:lnTo>
                  <a:pt x="212592" y="1197840"/>
                </a:lnTo>
                <a:lnTo>
                  <a:pt x="213969" y="1182284"/>
                </a:lnTo>
                <a:lnTo>
                  <a:pt x="215329" y="1166727"/>
                </a:lnTo>
                <a:lnTo>
                  <a:pt x="216610" y="1151171"/>
                </a:lnTo>
                <a:lnTo>
                  <a:pt x="217750" y="1135615"/>
                </a:lnTo>
                <a:lnTo>
                  <a:pt x="218698" y="1120058"/>
                </a:lnTo>
                <a:lnTo>
                  <a:pt x="219418" y="1104502"/>
                </a:lnTo>
                <a:lnTo>
                  <a:pt x="219886" y="1088945"/>
                </a:lnTo>
                <a:lnTo>
                  <a:pt x="220101" y="1073389"/>
                </a:lnTo>
                <a:lnTo>
                  <a:pt x="220078" y="1057833"/>
                </a:lnTo>
                <a:lnTo>
                  <a:pt x="219852" y="1042276"/>
                </a:lnTo>
                <a:lnTo>
                  <a:pt x="219471" y="1026720"/>
                </a:lnTo>
                <a:lnTo>
                  <a:pt x="218994" y="1011164"/>
                </a:lnTo>
                <a:lnTo>
                  <a:pt x="218489" y="995607"/>
                </a:lnTo>
                <a:lnTo>
                  <a:pt x="218019" y="980051"/>
                </a:lnTo>
                <a:lnTo>
                  <a:pt x="217646" y="964495"/>
                </a:lnTo>
                <a:lnTo>
                  <a:pt x="217418" y="948938"/>
                </a:lnTo>
                <a:lnTo>
                  <a:pt x="217369" y="933382"/>
                </a:lnTo>
                <a:lnTo>
                  <a:pt x="217515" y="917825"/>
                </a:lnTo>
                <a:lnTo>
                  <a:pt x="217853" y="902269"/>
                </a:lnTo>
                <a:lnTo>
                  <a:pt x="218365" y="886713"/>
                </a:lnTo>
                <a:lnTo>
                  <a:pt x="219016" y="871156"/>
                </a:lnTo>
                <a:lnTo>
                  <a:pt x="219762" y="855600"/>
                </a:lnTo>
                <a:lnTo>
                  <a:pt x="220554" y="840044"/>
                </a:lnTo>
                <a:lnTo>
                  <a:pt x="221343" y="824487"/>
                </a:lnTo>
                <a:lnTo>
                  <a:pt x="222084" y="808931"/>
                </a:lnTo>
                <a:lnTo>
                  <a:pt x="222739" y="793375"/>
                </a:lnTo>
                <a:lnTo>
                  <a:pt x="223283" y="777818"/>
                </a:lnTo>
                <a:lnTo>
                  <a:pt x="223703" y="762262"/>
                </a:lnTo>
                <a:lnTo>
                  <a:pt x="223995" y="746705"/>
                </a:lnTo>
                <a:lnTo>
                  <a:pt x="224168" y="731149"/>
                </a:lnTo>
                <a:lnTo>
                  <a:pt x="224240" y="715593"/>
                </a:lnTo>
                <a:lnTo>
                  <a:pt x="224234" y="700036"/>
                </a:lnTo>
                <a:lnTo>
                  <a:pt x="224175" y="684480"/>
                </a:lnTo>
                <a:lnTo>
                  <a:pt x="224092" y="668924"/>
                </a:lnTo>
                <a:lnTo>
                  <a:pt x="224006" y="653367"/>
                </a:lnTo>
                <a:lnTo>
                  <a:pt x="223939" y="637811"/>
                </a:lnTo>
                <a:lnTo>
                  <a:pt x="223902" y="622255"/>
                </a:lnTo>
                <a:lnTo>
                  <a:pt x="223903" y="606698"/>
                </a:lnTo>
                <a:lnTo>
                  <a:pt x="223939" y="591142"/>
                </a:lnTo>
                <a:lnTo>
                  <a:pt x="224004" y="575585"/>
                </a:lnTo>
                <a:lnTo>
                  <a:pt x="224085" y="560029"/>
                </a:lnTo>
                <a:lnTo>
                  <a:pt x="224168" y="544473"/>
                </a:lnTo>
                <a:lnTo>
                  <a:pt x="224238" y="528916"/>
                </a:lnTo>
                <a:lnTo>
                  <a:pt x="224282" y="513360"/>
                </a:lnTo>
                <a:lnTo>
                  <a:pt x="224291" y="497804"/>
                </a:lnTo>
                <a:lnTo>
                  <a:pt x="224261" y="482247"/>
                </a:lnTo>
                <a:lnTo>
                  <a:pt x="224191" y="466691"/>
                </a:lnTo>
                <a:lnTo>
                  <a:pt x="224088" y="451135"/>
                </a:lnTo>
                <a:lnTo>
                  <a:pt x="223957" y="435578"/>
                </a:lnTo>
                <a:lnTo>
                  <a:pt x="223806" y="420022"/>
                </a:lnTo>
                <a:lnTo>
                  <a:pt x="223639" y="404465"/>
                </a:lnTo>
                <a:lnTo>
                  <a:pt x="223453" y="388909"/>
                </a:lnTo>
                <a:lnTo>
                  <a:pt x="223236" y="373353"/>
                </a:lnTo>
                <a:lnTo>
                  <a:pt x="222956" y="357796"/>
                </a:lnTo>
                <a:lnTo>
                  <a:pt x="222566" y="342240"/>
                </a:lnTo>
                <a:lnTo>
                  <a:pt x="221991" y="326684"/>
                </a:lnTo>
                <a:lnTo>
                  <a:pt x="221128" y="311127"/>
                </a:lnTo>
                <a:lnTo>
                  <a:pt x="219838" y="295571"/>
                </a:lnTo>
                <a:lnTo>
                  <a:pt x="217948" y="280015"/>
                </a:lnTo>
                <a:lnTo>
                  <a:pt x="215245" y="264458"/>
                </a:lnTo>
                <a:lnTo>
                  <a:pt x="211481" y="248902"/>
                </a:lnTo>
                <a:lnTo>
                  <a:pt x="206381" y="233345"/>
                </a:lnTo>
                <a:lnTo>
                  <a:pt x="199662" y="217789"/>
                </a:lnTo>
                <a:lnTo>
                  <a:pt x="191056" y="202233"/>
                </a:lnTo>
                <a:lnTo>
                  <a:pt x="180341" y="186676"/>
                </a:lnTo>
                <a:lnTo>
                  <a:pt x="167386" y="171120"/>
                </a:lnTo>
                <a:lnTo>
                  <a:pt x="152189" y="155564"/>
                </a:lnTo>
                <a:lnTo>
                  <a:pt x="134918" y="140007"/>
                </a:lnTo>
                <a:lnTo>
                  <a:pt x="115944" y="124451"/>
                </a:lnTo>
                <a:lnTo>
                  <a:pt x="95847" y="108895"/>
                </a:lnTo>
                <a:lnTo>
                  <a:pt x="75409" y="93338"/>
                </a:lnTo>
                <a:lnTo>
                  <a:pt x="55571" y="77782"/>
                </a:lnTo>
                <a:lnTo>
                  <a:pt x="37374" y="62225"/>
                </a:lnTo>
                <a:lnTo>
                  <a:pt x="21863" y="46669"/>
                </a:lnTo>
                <a:lnTo>
                  <a:pt x="9996" y="31113"/>
                </a:lnTo>
                <a:lnTo>
                  <a:pt x="2542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58" y="15556"/>
                </a:lnTo>
                <a:lnTo>
                  <a:pt x="445004" y="31113"/>
                </a:lnTo>
                <a:lnTo>
                  <a:pt x="433137" y="46669"/>
                </a:lnTo>
                <a:lnTo>
                  <a:pt x="417626" y="62225"/>
                </a:lnTo>
                <a:lnTo>
                  <a:pt x="399429" y="77782"/>
                </a:lnTo>
                <a:lnTo>
                  <a:pt x="379591" y="93338"/>
                </a:lnTo>
                <a:lnTo>
                  <a:pt x="359153" y="108895"/>
                </a:lnTo>
                <a:lnTo>
                  <a:pt x="339056" y="124451"/>
                </a:lnTo>
                <a:lnTo>
                  <a:pt x="320082" y="140007"/>
                </a:lnTo>
                <a:lnTo>
                  <a:pt x="302811" y="155564"/>
                </a:lnTo>
                <a:lnTo>
                  <a:pt x="287614" y="171120"/>
                </a:lnTo>
                <a:lnTo>
                  <a:pt x="274659" y="186676"/>
                </a:lnTo>
                <a:lnTo>
                  <a:pt x="263944" y="202233"/>
                </a:lnTo>
                <a:lnTo>
                  <a:pt x="255338" y="217789"/>
                </a:lnTo>
                <a:lnTo>
                  <a:pt x="248619" y="233345"/>
                </a:lnTo>
                <a:lnTo>
                  <a:pt x="243519" y="248902"/>
                </a:lnTo>
                <a:lnTo>
                  <a:pt x="239755" y="264458"/>
                </a:lnTo>
                <a:lnTo>
                  <a:pt x="237052" y="280015"/>
                </a:lnTo>
                <a:lnTo>
                  <a:pt x="235162" y="295571"/>
                </a:lnTo>
                <a:lnTo>
                  <a:pt x="233872" y="311127"/>
                </a:lnTo>
                <a:lnTo>
                  <a:pt x="233009" y="326684"/>
                </a:lnTo>
                <a:lnTo>
                  <a:pt x="232434" y="342240"/>
                </a:lnTo>
                <a:lnTo>
                  <a:pt x="232044" y="357796"/>
                </a:lnTo>
                <a:lnTo>
                  <a:pt x="231764" y="373353"/>
                </a:lnTo>
                <a:lnTo>
                  <a:pt x="231547" y="388909"/>
                </a:lnTo>
                <a:lnTo>
                  <a:pt x="231361" y="404465"/>
                </a:lnTo>
                <a:lnTo>
                  <a:pt x="231194" y="420022"/>
                </a:lnTo>
                <a:lnTo>
                  <a:pt x="231043" y="435578"/>
                </a:lnTo>
                <a:lnTo>
                  <a:pt x="230912" y="451135"/>
                </a:lnTo>
                <a:lnTo>
                  <a:pt x="230809" y="466691"/>
                </a:lnTo>
                <a:lnTo>
                  <a:pt x="230739" y="482247"/>
                </a:lnTo>
                <a:lnTo>
                  <a:pt x="230709" y="497804"/>
                </a:lnTo>
                <a:lnTo>
                  <a:pt x="230718" y="513360"/>
                </a:lnTo>
                <a:lnTo>
                  <a:pt x="230762" y="528916"/>
                </a:lnTo>
                <a:lnTo>
                  <a:pt x="230832" y="544473"/>
                </a:lnTo>
                <a:lnTo>
                  <a:pt x="230915" y="560029"/>
                </a:lnTo>
                <a:lnTo>
                  <a:pt x="230996" y="575585"/>
                </a:lnTo>
                <a:lnTo>
                  <a:pt x="231061" y="591142"/>
                </a:lnTo>
                <a:lnTo>
                  <a:pt x="231097" y="606698"/>
                </a:lnTo>
                <a:lnTo>
                  <a:pt x="231098" y="622255"/>
                </a:lnTo>
                <a:lnTo>
                  <a:pt x="231061" y="637811"/>
                </a:lnTo>
                <a:lnTo>
                  <a:pt x="230994" y="653367"/>
                </a:lnTo>
                <a:lnTo>
                  <a:pt x="230908" y="668924"/>
                </a:lnTo>
                <a:lnTo>
                  <a:pt x="230825" y="684480"/>
                </a:lnTo>
                <a:lnTo>
                  <a:pt x="230766" y="700036"/>
                </a:lnTo>
                <a:lnTo>
                  <a:pt x="230760" y="715593"/>
                </a:lnTo>
                <a:lnTo>
                  <a:pt x="230832" y="731149"/>
                </a:lnTo>
                <a:lnTo>
                  <a:pt x="231005" y="746705"/>
                </a:lnTo>
                <a:lnTo>
                  <a:pt x="231297" y="762262"/>
                </a:lnTo>
                <a:lnTo>
                  <a:pt x="231717" y="777818"/>
                </a:lnTo>
                <a:lnTo>
                  <a:pt x="232261" y="793375"/>
                </a:lnTo>
                <a:lnTo>
                  <a:pt x="232916" y="808931"/>
                </a:lnTo>
                <a:lnTo>
                  <a:pt x="233657" y="824487"/>
                </a:lnTo>
                <a:lnTo>
                  <a:pt x="234446" y="840044"/>
                </a:lnTo>
                <a:lnTo>
                  <a:pt x="235238" y="855600"/>
                </a:lnTo>
                <a:lnTo>
                  <a:pt x="235984" y="871156"/>
                </a:lnTo>
                <a:lnTo>
                  <a:pt x="236635" y="886713"/>
                </a:lnTo>
                <a:lnTo>
                  <a:pt x="237147" y="902269"/>
                </a:lnTo>
                <a:lnTo>
                  <a:pt x="237485" y="917825"/>
                </a:lnTo>
                <a:lnTo>
                  <a:pt x="237631" y="933382"/>
                </a:lnTo>
                <a:lnTo>
                  <a:pt x="237582" y="948938"/>
                </a:lnTo>
                <a:lnTo>
                  <a:pt x="237354" y="964495"/>
                </a:lnTo>
                <a:lnTo>
                  <a:pt x="236981" y="980051"/>
                </a:lnTo>
                <a:lnTo>
                  <a:pt x="236511" y="995607"/>
                </a:lnTo>
                <a:lnTo>
                  <a:pt x="236006" y="1011164"/>
                </a:lnTo>
                <a:lnTo>
                  <a:pt x="235529" y="1026720"/>
                </a:lnTo>
                <a:lnTo>
                  <a:pt x="235148" y="1042276"/>
                </a:lnTo>
                <a:lnTo>
                  <a:pt x="234922" y="1057833"/>
                </a:lnTo>
                <a:lnTo>
                  <a:pt x="234899" y="1073389"/>
                </a:lnTo>
                <a:lnTo>
                  <a:pt x="235114" y="1088945"/>
                </a:lnTo>
                <a:lnTo>
                  <a:pt x="235582" y="1104502"/>
                </a:lnTo>
                <a:lnTo>
                  <a:pt x="236302" y="1120058"/>
                </a:lnTo>
                <a:lnTo>
                  <a:pt x="237250" y="1135615"/>
                </a:lnTo>
                <a:lnTo>
                  <a:pt x="238390" y="1151171"/>
                </a:lnTo>
                <a:lnTo>
                  <a:pt x="239671" y="1166727"/>
                </a:lnTo>
                <a:lnTo>
                  <a:pt x="241031" y="1182284"/>
                </a:lnTo>
                <a:lnTo>
                  <a:pt x="242408" y="1197840"/>
                </a:lnTo>
                <a:lnTo>
                  <a:pt x="243738" y="1213396"/>
                </a:lnTo>
                <a:lnTo>
                  <a:pt x="244964" y="1228953"/>
                </a:lnTo>
                <a:lnTo>
                  <a:pt x="246039" y="1244509"/>
                </a:lnTo>
                <a:lnTo>
                  <a:pt x="246924" y="1260065"/>
                </a:lnTo>
                <a:lnTo>
                  <a:pt x="247592" y="1275622"/>
                </a:lnTo>
                <a:lnTo>
                  <a:pt x="248029" y="1291178"/>
                </a:lnTo>
                <a:lnTo>
                  <a:pt x="248226" y="1306735"/>
                </a:lnTo>
                <a:lnTo>
                  <a:pt x="248185" y="1322291"/>
                </a:lnTo>
                <a:lnTo>
                  <a:pt x="247910" y="1337847"/>
                </a:lnTo>
                <a:lnTo>
                  <a:pt x="247411" y="1353404"/>
                </a:lnTo>
                <a:lnTo>
                  <a:pt x="246704" y="1368960"/>
                </a:lnTo>
                <a:lnTo>
                  <a:pt x="245806" y="1384516"/>
                </a:lnTo>
                <a:lnTo>
                  <a:pt x="244745" y="1400073"/>
                </a:lnTo>
                <a:lnTo>
                  <a:pt x="243551" y="1415629"/>
                </a:lnTo>
                <a:lnTo>
                  <a:pt x="242265" y="1431185"/>
                </a:lnTo>
                <a:lnTo>
                  <a:pt x="240932" y="1446742"/>
                </a:lnTo>
                <a:lnTo>
                  <a:pt x="239606" y="1462298"/>
                </a:lnTo>
                <a:lnTo>
                  <a:pt x="238344" y="1477855"/>
                </a:lnTo>
                <a:lnTo>
                  <a:pt x="237208" y="1493411"/>
                </a:lnTo>
                <a:lnTo>
                  <a:pt x="236263" y="1508967"/>
                </a:lnTo>
                <a:lnTo>
                  <a:pt x="235577" y="1524524"/>
                </a:lnTo>
                <a:lnTo>
                  <a:pt x="235225" y="1540080"/>
                </a:lnTo>
                <a:lnTo>
                  <a:pt x="235292" y="1555636"/>
                </a:lnTo>
                <a:lnTo>
                  <a:pt x="235878" y="1571193"/>
                </a:lnTo>
                <a:lnTo>
                  <a:pt x="237103" y="1586749"/>
                </a:lnTo>
                <a:lnTo>
                  <a:pt x="239113" y="1602305"/>
                </a:lnTo>
                <a:lnTo>
                  <a:pt x="242077" y="1617862"/>
                </a:lnTo>
                <a:lnTo>
                  <a:pt x="246188" y="1633418"/>
                </a:lnTo>
                <a:lnTo>
                  <a:pt x="251649" y="1648975"/>
                </a:lnTo>
                <a:lnTo>
                  <a:pt x="258655" y="1664531"/>
                </a:lnTo>
                <a:lnTo>
                  <a:pt x="267366" y="1680087"/>
                </a:lnTo>
                <a:lnTo>
                  <a:pt x="277876" y="1695644"/>
                </a:lnTo>
                <a:lnTo>
                  <a:pt x="290179" y="1711200"/>
                </a:lnTo>
                <a:lnTo>
                  <a:pt x="304133" y="1726756"/>
                </a:lnTo>
                <a:lnTo>
                  <a:pt x="319439" y="1742313"/>
                </a:lnTo>
                <a:lnTo>
                  <a:pt x="335629" y="1757869"/>
                </a:lnTo>
                <a:lnTo>
                  <a:pt x="352077" y="1773425"/>
                </a:lnTo>
                <a:lnTo>
                  <a:pt x="368028" y="1788982"/>
                </a:lnTo>
                <a:lnTo>
                  <a:pt x="382650" y="1804538"/>
                </a:lnTo>
                <a:lnTo>
                  <a:pt x="395107" y="1820095"/>
                </a:lnTo>
                <a:lnTo>
                  <a:pt x="404634" y="1835651"/>
                </a:lnTo>
                <a:lnTo>
                  <a:pt x="410617" y="1851207"/>
                </a:lnTo>
                <a:lnTo>
                  <a:pt x="412657" y="1866764"/>
                </a:lnTo>
                <a:lnTo>
                  <a:pt x="412657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6" name="08_small_CA2_pose50_rmsd2_3362">
            <a:extLst>
              <a:ext uri="{FF2B5EF4-FFF2-40B4-BE49-F238E27FC236}">
                <a16:creationId xmlns:a16="http://schemas.microsoft.com/office/drawing/2014/main" id="{52A31677-16C8-47DB-84B1-96D6E461FD84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85492" y="1866764"/>
                </a:moveTo>
                <a:lnTo>
                  <a:pt x="69508" y="1866764"/>
                </a:lnTo>
                <a:lnTo>
                  <a:pt x="71244" y="1851207"/>
                </a:lnTo>
                <a:lnTo>
                  <a:pt x="76335" y="1835651"/>
                </a:lnTo>
                <a:lnTo>
                  <a:pt x="84442" y="1820095"/>
                </a:lnTo>
                <a:lnTo>
                  <a:pt x="95043" y="1804538"/>
                </a:lnTo>
                <a:lnTo>
                  <a:pt x="107487" y="1788982"/>
                </a:lnTo>
                <a:lnTo>
                  <a:pt x="121062" y="1773425"/>
                </a:lnTo>
                <a:lnTo>
                  <a:pt x="135062" y="1757869"/>
                </a:lnTo>
                <a:lnTo>
                  <a:pt x="148844" y="1742313"/>
                </a:lnTo>
                <a:lnTo>
                  <a:pt x="161876" y="1726756"/>
                </a:lnTo>
                <a:lnTo>
                  <a:pt x="173758" y="1711200"/>
                </a:lnTo>
                <a:lnTo>
                  <a:pt x="184237" y="1695644"/>
                </a:lnTo>
                <a:lnTo>
                  <a:pt x="193192" y="1680087"/>
                </a:lnTo>
                <a:lnTo>
                  <a:pt x="200616" y="1664531"/>
                </a:lnTo>
                <a:lnTo>
                  <a:pt x="206588" y="1648975"/>
                </a:lnTo>
                <a:lnTo>
                  <a:pt x="211244" y="1633418"/>
                </a:lnTo>
                <a:lnTo>
                  <a:pt x="214747" y="1617862"/>
                </a:lnTo>
                <a:lnTo>
                  <a:pt x="217268" y="1602305"/>
                </a:lnTo>
                <a:lnTo>
                  <a:pt x="218969" y="1586749"/>
                </a:lnTo>
                <a:lnTo>
                  <a:pt x="219992" y="1571193"/>
                </a:lnTo>
                <a:lnTo>
                  <a:pt x="220461" y="1555636"/>
                </a:lnTo>
                <a:lnTo>
                  <a:pt x="220476" y="1540080"/>
                </a:lnTo>
                <a:lnTo>
                  <a:pt x="220122" y="1524524"/>
                </a:lnTo>
                <a:lnTo>
                  <a:pt x="219473" y="1508967"/>
                </a:lnTo>
                <a:lnTo>
                  <a:pt x="218592" y="1493411"/>
                </a:lnTo>
                <a:lnTo>
                  <a:pt x="217541" y="1477855"/>
                </a:lnTo>
                <a:lnTo>
                  <a:pt x="216377" y="1462298"/>
                </a:lnTo>
                <a:lnTo>
                  <a:pt x="215156" y="1446742"/>
                </a:lnTo>
                <a:lnTo>
                  <a:pt x="213929" y="1431185"/>
                </a:lnTo>
                <a:lnTo>
                  <a:pt x="212746" y="1415629"/>
                </a:lnTo>
                <a:lnTo>
                  <a:pt x="211649" y="1400073"/>
                </a:lnTo>
                <a:lnTo>
                  <a:pt x="210673" y="1384516"/>
                </a:lnTo>
                <a:lnTo>
                  <a:pt x="209848" y="1368960"/>
                </a:lnTo>
                <a:lnTo>
                  <a:pt x="209198" y="1353404"/>
                </a:lnTo>
                <a:lnTo>
                  <a:pt x="208740" y="1337847"/>
                </a:lnTo>
                <a:lnTo>
                  <a:pt x="208488" y="1322291"/>
                </a:lnTo>
                <a:lnTo>
                  <a:pt x="208452" y="1306735"/>
                </a:lnTo>
                <a:lnTo>
                  <a:pt x="208636" y="1291178"/>
                </a:lnTo>
                <a:lnTo>
                  <a:pt x="209042" y="1275622"/>
                </a:lnTo>
                <a:lnTo>
                  <a:pt x="209665" y="1260065"/>
                </a:lnTo>
                <a:lnTo>
                  <a:pt x="210490" y="1244509"/>
                </a:lnTo>
                <a:lnTo>
                  <a:pt x="211495" y="1228953"/>
                </a:lnTo>
                <a:lnTo>
                  <a:pt x="212648" y="1213396"/>
                </a:lnTo>
                <a:lnTo>
                  <a:pt x="213907" y="1197840"/>
                </a:lnTo>
                <a:lnTo>
                  <a:pt x="215224" y="1182284"/>
                </a:lnTo>
                <a:lnTo>
                  <a:pt x="216543" y="1166727"/>
                </a:lnTo>
                <a:lnTo>
                  <a:pt x="217811" y="1151171"/>
                </a:lnTo>
                <a:lnTo>
                  <a:pt x="218976" y="1135615"/>
                </a:lnTo>
                <a:lnTo>
                  <a:pt x="219994" y="1120058"/>
                </a:lnTo>
                <a:lnTo>
                  <a:pt x="220832" y="1104502"/>
                </a:lnTo>
                <a:lnTo>
                  <a:pt x="221470" y="1088945"/>
                </a:lnTo>
                <a:lnTo>
                  <a:pt x="221904" y="1073389"/>
                </a:lnTo>
                <a:lnTo>
                  <a:pt x="222142" y="1057833"/>
                </a:lnTo>
                <a:lnTo>
                  <a:pt x="222210" y="1042276"/>
                </a:lnTo>
                <a:lnTo>
                  <a:pt x="222140" y="1026720"/>
                </a:lnTo>
                <a:lnTo>
                  <a:pt x="221975" y="1011164"/>
                </a:lnTo>
                <a:lnTo>
                  <a:pt x="221761" y="995607"/>
                </a:lnTo>
                <a:lnTo>
                  <a:pt x="221545" y="980051"/>
                </a:lnTo>
                <a:lnTo>
                  <a:pt x="221369" y="964495"/>
                </a:lnTo>
                <a:lnTo>
                  <a:pt x="221269" y="948938"/>
                </a:lnTo>
                <a:lnTo>
                  <a:pt x="221270" y="933382"/>
                </a:lnTo>
                <a:lnTo>
                  <a:pt x="221387" y="917825"/>
                </a:lnTo>
                <a:lnTo>
                  <a:pt x="221622" y="902269"/>
                </a:lnTo>
                <a:lnTo>
                  <a:pt x="221966" y="886713"/>
                </a:lnTo>
                <a:lnTo>
                  <a:pt x="222403" y="871156"/>
                </a:lnTo>
                <a:lnTo>
                  <a:pt x="222909" y="855600"/>
                </a:lnTo>
                <a:lnTo>
                  <a:pt x="223456" y="840044"/>
                </a:lnTo>
                <a:lnTo>
                  <a:pt x="224018" y="824487"/>
                </a:lnTo>
                <a:lnTo>
                  <a:pt x="224570" y="808931"/>
                </a:lnTo>
                <a:lnTo>
                  <a:pt x="225089" y="793375"/>
                </a:lnTo>
                <a:lnTo>
                  <a:pt x="225561" y="777818"/>
                </a:lnTo>
                <a:lnTo>
                  <a:pt x="225975" y="762262"/>
                </a:lnTo>
                <a:lnTo>
                  <a:pt x="226326" y="746705"/>
                </a:lnTo>
                <a:lnTo>
                  <a:pt x="226615" y="731149"/>
                </a:lnTo>
                <a:lnTo>
                  <a:pt x="226843" y="715593"/>
                </a:lnTo>
                <a:lnTo>
                  <a:pt x="227017" y="700036"/>
                </a:lnTo>
                <a:lnTo>
                  <a:pt x="227142" y="684480"/>
                </a:lnTo>
                <a:lnTo>
                  <a:pt x="227223" y="668924"/>
                </a:lnTo>
                <a:lnTo>
                  <a:pt x="227266" y="653367"/>
                </a:lnTo>
                <a:lnTo>
                  <a:pt x="227273" y="637811"/>
                </a:lnTo>
                <a:lnTo>
                  <a:pt x="227245" y="622255"/>
                </a:lnTo>
                <a:lnTo>
                  <a:pt x="227182" y="606698"/>
                </a:lnTo>
                <a:lnTo>
                  <a:pt x="227080" y="591142"/>
                </a:lnTo>
                <a:lnTo>
                  <a:pt x="226935" y="575585"/>
                </a:lnTo>
                <a:lnTo>
                  <a:pt x="226743" y="560029"/>
                </a:lnTo>
                <a:lnTo>
                  <a:pt x="226499" y="544473"/>
                </a:lnTo>
                <a:lnTo>
                  <a:pt x="226200" y="528916"/>
                </a:lnTo>
                <a:lnTo>
                  <a:pt x="225843" y="513360"/>
                </a:lnTo>
                <a:lnTo>
                  <a:pt x="225430" y="497804"/>
                </a:lnTo>
                <a:lnTo>
                  <a:pt x="224966" y="482247"/>
                </a:lnTo>
                <a:lnTo>
                  <a:pt x="224458" y="466691"/>
                </a:lnTo>
                <a:lnTo>
                  <a:pt x="223919" y="451135"/>
                </a:lnTo>
                <a:lnTo>
                  <a:pt x="223361" y="435578"/>
                </a:lnTo>
                <a:lnTo>
                  <a:pt x="222799" y="420022"/>
                </a:lnTo>
                <a:lnTo>
                  <a:pt x="222246" y="404465"/>
                </a:lnTo>
                <a:lnTo>
                  <a:pt x="221706" y="388909"/>
                </a:lnTo>
                <a:lnTo>
                  <a:pt x="221177" y="373353"/>
                </a:lnTo>
                <a:lnTo>
                  <a:pt x="220639" y="357796"/>
                </a:lnTo>
                <a:lnTo>
                  <a:pt x="220052" y="342240"/>
                </a:lnTo>
                <a:lnTo>
                  <a:pt x="219351" y="326684"/>
                </a:lnTo>
                <a:lnTo>
                  <a:pt x="218435" y="311127"/>
                </a:lnTo>
                <a:lnTo>
                  <a:pt x="217169" y="295571"/>
                </a:lnTo>
                <a:lnTo>
                  <a:pt x="215372" y="280015"/>
                </a:lnTo>
                <a:lnTo>
                  <a:pt x="212825" y="264458"/>
                </a:lnTo>
                <a:lnTo>
                  <a:pt x="209269" y="248902"/>
                </a:lnTo>
                <a:lnTo>
                  <a:pt x="204414" y="233345"/>
                </a:lnTo>
                <a:lnTo>
                  <a:pt x="197962" y="217789"/>
                </a:lnTo>
                <a:lnTo>
                  <a:pt x="189629" y="202233"/>
                </a:lnTo>
                <a:lnTo>
                  <a:pt x="179179" y="186676"/>
                </a:lnTo>
                <a:lnTo>
                  <a:pt x="166470" y="171120"/>
                </a:lnTo>
                <a:lnTo>
                  <a:pt x="151492" y="155564"/>
                </a:lnTo>
                <a:lnTo>
                  <a:pt x="134408" y="140007"/>
                </a:lnTo>
                <a:lnTo>
                  <a:pt x="115585" y="124451"/>
                </a:lnTo>
                <a:lnTo>
                  <a:pt x="95606" y="108895"/>
                </a:lnTo>
                <a:lnTo>
                  <a:pt x="75255" y="93338"/>
                </a:lnTo>
                <a:lnTo>
                  <a:pt x="55480" y="77782"/>
                </a:lnTo>
                <a:lnTo>
                  <a:pt x="37324" y="62225"/>
                </a:lnTo>
                <a:lnTo>
                  <a:pt x="21839" y="46669"/>
                </a:lnTo>
                <a:lnTo>
                  <a:pt x="9987" y="31113"/>
                </a:lnTo>
                <a:lnTo>
                  <a:pt x="2540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60" y="15556"/>
                </a:lnTo>
                <a:lnTo>
                  <a:pt x="445013" y="31113"/>
                </a:lnTo>
                <a:lnTo>
                  <a:pt x="433161" y="46669"/>
                </a:lnTo>
                <a:lnTo>
                  <a:pt x="417676" y="62225"/>
                </a:lnTo>
                <a:lnTo>
                  <a:pt x="399520" y="77782"/>
                </a:lnTo>
                <a:lnTo>
                  <a:pt x="379745" y="93338"/>
                </a:lnTo>
                <a:lnTo>
                  <a:pt x="359394" y="108895"/>
                </a:lnTo>
                <a:lnTo>
                  <a:pt x="339415" y="124451"/>
                </a:lnTo>
                <a:lnTo>
                  <a:pt x="320592" y="140007"/>
                </a:lnTo>
                <a:lnTo>
                  <a:pt x="303508" y="155564"/>
                </a:lnTo>
                <a:lnTo>
                  <a:pt x="288530" y="171120"/>
                </a:lnTo>
                <a:lnTo>
                  <a:pt x="275821" y="186676"/>
                </a:lnTo>
                <a:lnTo>
                  <a:pt x="265371" y="202233"/>
                </a:lnTo>
                <a:lnTo>
                  <a:pt x="257038" y="217789"/>
                </a:lnTo>
                <a:lnTo>
                  <a:pt x="250586" y="233345"/>
                </a:lnTo>
                <a:lnTo>
                  <a:pt x="245731" y="248902"/>
                </a:lnTo>
                <a:lnTo>
                  <a:pt x="242175" y="264458"/>
                </a:lnTo>
                <a:lnTo>
                  <a:pt x="239628" y="280015"/>
                </a:lnTo>
                <a:lnTo>
                  <a:pt x="237832" y="295571"/>
                </a:lnTo>
                <a:lnTo>
                  <a:pt x="236565" y="311127"/>
                </a:lnTo>
                <a:lnTo>
                  <a:pt x="235649" y="326684"/>
                </a:lnTo>
                <a:lnTo>
                  <a:pt x="234948" y="342240"/>
                </a:lnTo>
                <a:lnTo>
                  <a:pt x="234361" y="357796"/>
                </a:lnTo>
                <a:lnTo>
                  <a:pt x="233823" y="373353"/>
                </a:lnTo>
                <a:lnTo>
                  <a:pt x="233294" y="388909"/>
                </a:lnTo>
                <a:lnTo>
                  <a:pt x="232754" y="404465"/>
                </a:lnTo>
                <a:lnTo>
                  <a:pt x="232201" y="420022"/>
                </a:lnTo>
                <a:lnTo>
                  <a:pt x="231639" y="435578"/>
                </a:lnTo>
                <a:lnTo>
                  <a:pt x="231081" y="451135"/>
                </a:lnTo>
                <a:lnTo>
                  <a:pt x="230542" y="466691"/>
                </a:lnTo>
                <a:lnTo>
                  <a:pt x="230034" y="482247"/>
                </a:lnTo>
                <a:lnTo>
                  <a:pt x="229570" y="497804"/>
                </a:lnTo>
                <a:lnTo>
                  <a:pt x="229157" y="513360"/>
                </a:lnTo>
                <a:lnTo>
                  <a:pt x="228800" y="528916"/>
                </a:lnTo>
                <a:lnTo>
                  <a:pt x="228501" y="544473"/>
                </a:lnTo>
                <a:lnTo>
                  <a:pt x="228257" y="560029"/>
                </a:lnTo>
                <a:lnTo>
                  <a:pt x="228065" y="575585"/>
                </a:lnTo>
                <a:lnTo>
                  <a:pt x="227920" y="591142"/>
                </a:lnTo>
                <a:lnTo>
                  <a:pt x="227818" y="606698"/>
                </a:lnTo>
                <a:lnTo>
                  <a:pt x="227755" y="622255"/>
                </a:lnTo>
                <a:lnTo>
                  <a:pt x="227727" y="637811"/>
                </a:lnTo>
                <a:lnTo>
                  <a:pt x="227734" y="653367"/>
                </a:lnTo>
                <a:lnTo>
                  <a:pt x="227777" y="668924"/>
                </a:lnTo>
                <a:lnTo>
                  <a:pt x="227858" y="684480"/>
                </a:lnTo>
                <a:lnTo>
                  <a:pt x="227983" y="700036"/>
                </a:lnTo>
                <a:lnTo>
                  <a:pt x="228157" y="715593"/>
                </a:lnTo>
                <a:lnTo>
                  <a:pt x="228385" y="731149"/>
                </a:lnTo>
                <a:lnTo>
                  <a:pt x="228674" y="746705"/>
                </a:lnTo>
                <a:lnTo>
                  <a:pt x="229025" y="762262"/>
                </a:lnTo>
                <a:lnTo>
                  <a:pt x="229439" y="777818"/>
                </a:lnTo>
                <a:lnTo>
                  <a:pt x="229911" y="793375"/>
                </a:lnTo>
                <a:lnTo>
                  <a:pt x="230430" y="808931"/>
                </a:lnTo>
                <a:lnTo>
                  <a:pt x="230982" y="824487"/>
                </a:lnTo>
                <a:lnTo>
                  <a:pt x="231544" y="840044"/>
                </a:lnTo>
                <a:lnTo>
                  <a:pt x="232091" y="855600"/>
                </a:lnTo>
                <a:lnTo>
                  <a:pt x="232597" y="871156"/>
                </a:lnTo>
                <a:lnTo>
                  <a:pt x="233034" y="886713"/>
                </a:lnTo>
                <a:lnTo>
                  <a:pt x="233378" y="902269"/>
                </a:lnTo>
                <a:lnTo>
                  <a:pt x="233613" y="917825"/>
                </a:lnTo>
                <a:lnTo>
                  <a:pt x="233730" y="933382"/>
                </a:lnTo>
                <a:lnTo>
                  <a:pt x="233731" y="948938"/>
                </a:lnTo>
                <a:lnTo>
                  <a:pt x="233631" y="964495"/>
                </a:lnTo>
                <a:lnTo>
                  <a:pt x="233455" y="980051"/>
                </a:lnTo>
                <a:lnTo>
                  <a:pt x="233239" y="995607"/>
                </a:lnTo>
                <a:lnTo>
                  <a:pt x="233025" y="1011164"/>
                </a:lnTo>
                <a:lnTo>
                  <a:pt x="232860" y="1026720"/>
                </a:lnTo>
                <a:lnTo>
                  <a:pt x="232790" y="1042276"/>
                </a:lnTo>
                <a:lnTo>
                  <a:pt x="232858" y="1057833"/>
                </a:lnTo>
                <a:lnTo>
                  <a:pt x="233096" y="1073389"/>
                </a:lnTo>
                <a:lnTo>
                  <a:pt x="233530" y="1088945"/>
                </a:lnTo>
                <a:lnTo>
                  <a:pt x="234168" y="1104502"/>
                </a:lnTo>
                <a:lnTo>
                  <a:pt x="235006" y="1120058"/>
                </a:lnTo>
                <a:lnTo>
                  <a:pt x="236024" y="1135615"/>
                </a:lnTo>
                <a:lnTo>
                  <a:pt x="237189" y="1151171"/>
                </a:lnTo>
                <a:lnTo>
                  <a:pt x="238457" y="1166727"/>
                </a:lnTo>
                <a:lnTo>
                  <a:pt x="239776" y="1182284"/>
                </a:lnTo>
                <a:lnTo>
                  <a:pt x="241093" y="1197840"/>
                </a:lnTo>
                <a:lnTo>
                  <a:pt x="242352" y="1213396"/>
                </a:lnTo>
                <a:lnTo>
                  <a:pt x="243505" y="1228953"/>
                </a:lnTo>
                <a:lnTo>
                  <a:pt x="244510" y="1244509"/>
                </a:lnTo>
                <a:lnTo>
                  <a:pt x="245335" y="1260065"/>
                </a:lnTo>
                <a:lnTo>
                  <a:pt x="245958" y="1275622"/>
                </a:lnTo>
                <a:lnTo>
                  <a:pt x="246364" y="1291178"/>
                </a:lnTo>
                <a:lnTo>
                  <a:pt x="246548" y="1306735"/>
                </a:lnTo>
                <a:lnTo>
                  <a:pt x="246512" y="1322291"/>
                </a:lnTo>
                <a:lnTo>
                  <a:pt x="246260" y="1337847"/>
                </a:lnTo>
                <a:lnTo>
                  <a:pt x="245802" y="1353404"/>
                </a:lnTo>
                <a:lnTo>
                  <a:pt x="245152" y="1368960"/>
                </a:lnTo>
                <a:lnTo>
                  <a:pt x="244327" y="1384516"/>
                </a:lnTo>
                <a:lnTo>
                  <a:pt x="243351" y="1400073"/>
                </a:lnTo>
                <a:lnTo>
                  <a:pt x="242254" y="1415629"/>
                </a:lnTo>
                <a:lnTo>
                  <a:pt x="241071" y="1431185"/>
                </a:lnTo>
                <a:lnTo>
                  <a:pt x="239844" y="1446742"/>
                </a:lnTo>
                <a:lnTo>
                  <a:pt x="238623" y="1462298"/>
                </a:lnTo>
                <a:lnTo>
                  <a:pt x="237459" y="1477855"/>
                </a:lnTo>
                <a:lnTo>
                  <a:pt x="236408" y="1493411"/>
                </a:lnTo>
                <a:lnTo>
                  <a:pt x="235527" y="1508967"/>
                </a:lnTo>
                <a:lnTo>
                  <a:pt x="234878" y="1524524"/>
                </a:lnTo>
                <a:lnTo>
                  <a:pt x="234524" y="1540080"/>
                </a:lnTo>
                <a:lnTo>
                  <a:pt x="234539" y="1555636"/>
                </a:lnTo>
                <a:lnTo>
                  <a:pt x="235008" y="1571193"/>
                </a:lnTo>
                <a:lnTo>
                  <a:pt x="236031" y="1586749"/>
                </a:lnTo>
                <a:lnTo>
                  <a:pt x="237732" y="1602305"/>
                </a:lnTo>
                <a:lnTo>
                  <a:pt x="240253" y="1617862"/>
                </a:lnTo>
                <a:lnTo>
                  <a:pt x="243756" y="1633418"/>
                </a:lnTo>
                <a:lnTo>
                  <a:pt x="248412" y="1648975"/>
                </a:lnTo>
                <a:lnTo>
                  <a:pt x="254384" y="1664531"/>
                </a:lnTo>
                <a:lnTo>
                  <a:pt x="261808" y="1680087"/>
                </a:lnTo>
                <a:lnTo>
                  <a:pt x="270763" y="1695644"/>
                </a:lnTo>
                <a:lnTo>
                  <a:pt x="281242" y="1711200"/>
                </a:lnTo>
                <a:lnTo>
                  <a:pt x="293124" y="1726756"/>
                </a:lnTo>
                <a:lnTo>
                  <a:pt x="306156" y="1742313"/>
                </a:lnTo>
                <a:lnTo>
                  <a:pt x="319938" y="1757869"/>
                </a:lnTo>
                <a:lnTo>
                  <a:pt x="333938" y="1773425"/>
                </a:lnTo>
                <a:lnTo>
                  <a:pt x="347513" y="1788982"/>
                </a:lnTo>
                <a:lnTo>
                  <a:pt x="359957" y="1804538"/>
                </a:lnTo>
                <a:lnTo>
                  <a:pt x="370558" y="1820095"/>
                </a:lnTo>
                <a:lnTo>
                  <a:pt x="378665" y="1835651"/>
                </a:lnTo>
                <a:lnTo>
                  <a:pt x="383756" y="1851207"/>
                </a:lnTo>
                <a:lnTo>
                  <a:pt x="385492" y="1866764"/>
                </a:lnTo>
                <a:lnTo>
                  <a:pt x="385492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" name="08_small_CA2_pose50_rmsd2_3363">
            <a:extLst>
              <a:ext uri="{FF2B5EF4-FFF2-40B4-BE49-F238E27FC236}">
                <a16:creationId xmlns:a16="http://schemas.microsoft.com/office/drawing/2014/main" id="{F0A9DD7A-4C8A-41B7-AB63-23254DC5D161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3364">
            <a:extLst>
              <a:ext uri="{FF2B5EF4-FFF2-40B4-BE49-F238E27FC236}">
                <a16:creationId xmlns:a16="http://schemas.microsoft.com/office/drawing/2014/main" id="{F2ED04B2-B924-48D2-ABAF-DC6F6EA40E62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8_small_CA2_pose50_rmsd2_3365">
            <a:extLst>
              <a:ext uri="{FF2B5EF4-FFF2-40B4-BE49-F238E27FC236}">
                <a16:creationId xmlns:a16="http://schemas.microsoft.com/office/drawing/2014/main" id="{9640270F-5568-48E4-9AED-30EA47E6F15C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3366">
            <a:extLst>
              <a:ext uri="{FF2B5EF4-FFF2-40B4-BE49-F238E27FC236}">
                <a16:creationId xmlns:a16="http://schemas.microsoft.com/office/drawing/2014/main" id="{26DDBE37-FA49-4F23-A97C-CBB0A12BBB23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8_small_CA2_pose50_rmsd2_3367">
            <a:extLst>
              <a:ext uri="{FF2B5EF4-FFF2-40B4-BE49-F238E27FC236}">
                <a16:creationId xmlns:a16="http://schemas.microsoft.com/office/drawing/2014/main" id="{FAE3798E-7900-4315-AABC-438D20E5E621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3368">
            <a:extLst>
              <a:ext uri="{FF2B5EF4-FFF2-40B4-BE49-F238E27FC236}">
                <a16:creationId xmlns:a16="http://schemas.microsoft.com/office/drawing/2014/main" id="{6BA9E85C-72AB-41C7-93C4-03CEAFC891AA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8_small_CA2_pose50_rmsd2_3369">
            <a:extLst>
              <a:ext uri="{FF2B5EF4-FFF2-40B4-BE49-F238E27FC236}">
                <a16:creationId xmlns:a16="http://schemas.microsoft.com/office/drawing/2014/main" id="{38BB423E-3670-4684-AB14-9A02E71AF9BC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3370">
            <a:extLst>
              <a:ext uri="{FF2B5EF4-FFF2-40B4-BE49-F238E27FC236}">
                <a16:creationId xmlns:a16="http://schemas.microsoft.com/office/drawing/2014/main" id="{4725894E-30B7-4603-A22F-7393D2E36E0A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8_small_CA2_pose50_rmsd2_3371">
            <a:extLst>
              <a:ext uri="{FF2B5EF4-FFF2-40B4-BE49-F238E27FC236}">
                <a16:creationId xmlns:a16="http://schemas.microsoft.com/office/drawing/2014/main" id="{D1ED27CD-58AA-4BAC-8024-B811D7ABD89B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3372">
            <a:extLst>
              <a:ext uri="{FF2B5EF4-FFF2-40B4-BE49-F238E27FC236}">
                <a16:creationId xmlns:a16="http://schemas.microsoft.com/office/drawing/2014/main" id="{FC05BBBE-90D3-4378-ABD2-2F03B38D4413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3373">
            <a:extLst>
              <a:ext uri="{FF2B5EF4-FFF2-40B4-BE49-F238E27FC236}">
                <a16:creationId xmlns:a16="http://schemas.microsoft.com/office/drawing/2014/main" id="{FF5681FC-7991-4956-85BE-2452BEEB22F3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8_small_CA2_pose50_rmsd2_3374">
            <a:extLst>
              <a:ext uri="{FF2B5EF4-FFF2-40B4-BE49-F238E27FC236}">
                <a16:creationId xmlns:a16="http://schemas.microsoft.com/office/drawing/2014/main" id="{13528AF7-98D7-4152-A149-926BCDA92BEB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8_small_CA2_pose50_rmsd2_3375">
            <a:extLst>
              <a:ext uri="{FF2B5EF4-FFF2-40B4-BE49-F238E27FC236}">
                <a16:creationId xmlns:a16="http://schemas.microsoft.com/office/drawing/2014/main" id="{A659EF26-2534-4C3F-8771-D0720E796402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3376">
            <a:extLst>
              <a:ext uri="{FF2B5EF4-FFF2-40B4-BE49-F238E27FC236}">
                <a16:creationId xmlns:a16="http://schemas.microsoft.com/office/drawing/2014/main" id="{2FEA91E8-FC79-44AF-9805-AF8E4D5B6C34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8_small_CA2_pose50_rmsd2_3377">
            <a:extLst>
              <a:ext uri="{FF2B5EF4-FFF2-40B4-BE49-F238E27FC236}">
                <a16:creationId xmlns:a16="http://schemas.microsoft.com/office/drawing/2014/main" id="{F19ED906-C864-4FBE-8B13-A6C6E748F3A7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8_small_CA2_pose50_rmsd2_3378">
            <a:extLst>
              <a:ext uri="{FF2B5EF4-FFF2-40B4-BE49-F238E27FC236}">
                <a16:creationId xmlns:a16="http://schemas.microsoft.com/office/drawing/2014/main" id="{54584271-910E-4F62-B109-2DF3848FC1D1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3379">
            <a:extLst>
              <a:ext uri="{FF2B5EF4-FFF2-40B4-BE49-F238E27FC236}">
                <a16:creationId xmlns:a16="http://schemas.microsoft.com/office/drawing/2014/main" id="{2B616597-3767-468D-A721-75556481B84F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8_small_CA2_pose50_rmsd2_3380">
            <a:extLst>
              <a:ext uri="{FF2B5EF4-FFF2-40B4-BE49-F238E27FC236}">
                <a16:creationId xmlns:a16="http://schemas.microsoft.com/office/drawing/2014/main" id="{5D201D69-3922-45D6-B344-141AD65B4C3F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8_small_CA2_pose50_rmsd2_3381">
            <a:extLst>
              <a:ext uri="{FF2B5EF4-FFF2-40B4-BE49-F238E27FC236}">
                <a16:creationId xmlns:a16="http://schemas.microsoft.com/office/drawing/2014/main" id="{9222F09E-C3DF-4344-9DDF-D446EC46BD41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3382">
            <a:extLst>
              <a:ext uri="{FF2B5EF4-FFF2-40B4-BE49-F238E27FC236}">
                <a16:creationId xmlns:a16="http://schemas.microsoft.com/office/drawing/2014/main" id="{F013BE41-31F5-436A-9CDC-6A0F4B1FADAC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8_small_CA2_pose50_rmsd2_3383">
            <a:extLst>
              <a:ext uri="{FF2B5EF4-FFF2-40B4-BE49-F238E27FC236}">
                <a16:creationId xmlns:a16="http://schemas.microsoft.com/office/drawing/2014/main" id="{46562375-4C9A-4533-B4BF-C78F95C1D218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8_small_CA2_pose50_rmsd2_3384">
            <a:extLst>
              <a:ext uri="{FF2B5EF4-FFF2-40B4-BE49-F238E27FC236}">
                <a16:creationId xmlns:a16="http://schemas.microsoft.com/office/drawing/2014/main" id="{1B853897-839A-4342-B6C6-9E5267176C02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3385">
            <a:extLst>
              <a:ext uri="{FF2B5EF4-FFF2-40B4-BE49-F238E27FC236}">
                <a16:creationId xmlns:a16="http://schemas.microsoft.com/office/drawing/2014/main" id="{A26B4906-CE2C-4619-B72C-D67E7D26B711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8_small_CA2_pose50_rmsd2_3386">
            <a:extLst>
              <a:ext uri="{FF2B5EF4-FFF2-40B4-BE49-F238E27FC236}">
                <a16:creationId xmlns:a16="http://schemas.microsoft.com/office/drawing/2014/main" id="{BB110D1D-C5AE-449B-88D0-5CABB79B3B2C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8_small_CA2_pose50_rmsd2_3387">
            <a:extLst>
              <a:ext uri="{FF2B5EF4-FFF2-40B4-BE49-F238E27FC236}">
                <a16:creationId xmlns:a16="http://schemas.microsoft.com/office/drawing/2014/main" id="{82DD68A6-6396-4076-8789-A621DDA4AD53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3388">
            <a:extLst>
              <a:ext uri="{FF2B5EF4-FFF2-40B4-BE49-F238E27FC236}">
                <a16:creationId xmlns:a16="http://schemas.microsoft.com/office/drawing/2014/main" id="{F61ABEC7-3C97-41DD-8427-6BD9A67AE05F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3389">
            <a:extLst>
              <a:ext uri="{FF2B5EF4-FFF2-40B4-BE49-F238E27FC236}">
                <a16:creationId xmlns:a16="http://schemas.microsoft.com/office/drawing/2014/main" id="{E1497591-4B56-4EFA-8F87-FB2EE3A7C121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8_small_CA2_pose50_rmsd2_3390">
            <a:extLst>
              <a:ext uri="{FF2B5EF4-FFF2-40B4-BE49-F238E27FC236}">
                <a16:creationId xmlns:a16="http://schemas.microsoft.com/office/drawing/2014/main" id="{47B8D4DF-D553-479E-9199-5F483A8AA458}"/>
              </a:ext>
            </a:extLst>
          </p:cNvPr>
          <p:cNvSpPr>
            <a:spLocks noGrp="1"/>
          </p:cNvSpPr>
          <p:nvPr/>
        </p:nvSpPr>
        <p:spPr>
          <a:xfrm>
            <a:off x="14848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8_small_CA2_pose50_rmsd2_3391">
            <a:extLst>
              <a:ext uri="{FF2B5EF4-FFF2-40B4-BE49-F238E27FC236}">
                <a16:creationId xmlns:a16="http://schemas.microsoft.com/office/drawing/2014/main" id="{D7031605-3620-49F1-896F-659729455961}"/>
              </a:ext>
            </a:extLst>
          </p:cNvPr>
          <p:cNvSpPr>
            <a:spLocks noGrp="1"/>
          </p:cNvSpPr>
          <p:nvPr/>
        </p:nvSpPr>
        <p:spPr>
          <a:xfrm>
            <a:off x="1718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8_small_CA2_pose50_rmsd2_3392">
            <a:extLst>
              <a:ext uri="{FF2B5EF4-FFF2-40B4-BE49-F238E27FC236}">
                <a16:creationId xmlns:a16="http://schemas.microsoft.com/office/drawing/2014/main" id="{9D6D68C2-FF56-4846-8916-FB06ADB40027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8_small_CA2_pose50_rmsd2_3393">
            <a:extLst>
              <a:ext uri="{FF2B5EF4-FFF2-40B4-BE49-F238E27FC236}">
                <a16:creationId xmlns:a16="http://schemas.microsoft.com/office/drawing/2014/main" id="{13997025-C3C4-4F6C-A8FF-CA7B9FC50E63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8_small_CA2_pose50_rmsd2_3394">
            <a:extLst>
              <a:ext uri="{FF2B5EF4-FFF2-40B4-BE49-F238E27FC236}">
                <a16:creationId xmlns:a16="http://schemas.microsoft.com/office/drawing/2014/main" id="{4BA27532-E4D8-4B7C-B1B5-969875D0E03A}"/>
              </a:ext>
            </a:extLst>
          </p:cNvPr>
          <p:cNvSpPr>
            <a:spLocks noGrp="1"/>
          </p:cNvSpPr>
          <p:nvPr/>
        </p:nvSpPr>
        <p:spPr>
          <a:xfrm>
            <a:off x="1721426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8_small_CA2_pose50_rmsd2_3395">
            <a:extLst>
              <a:ext uri="{FF2B5EF4-FFF2-40B4-BE49-F238E27FC236}">
                <a16:creationId xmlns:a16="http://schemas.microsoft.com/office/drawing/2014/main" id="{4D813912-599B-442B-9CA1-060BCC216528}"/>
              </a:ext>
            </a:extLst>
          </p:cNvPr>
          <p:cNvSpPr>
            <a:spLocks noGrp="1"/>
          </p:cNvSpPr>
          <p:nvPr/>
        </p:nvSpPr>
        <p:spPr>
          <a:xfrm>
            <a:off x="1653376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8_small_CA2_pose50_rmsd2_3396">
            <a:extLst>
              <a:ext uri="{FF2B5EF4-FFF2-40B4-BE49-F238E27FC236}">
                <a16:creationId xmlns:a16="http://schemas.microsoft.com/office/drawing/2014/main" id="{BC399BE4-79EB-4B90-9082-E838A2321C45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8_small_CA2_pose50_rmsd2_3397">
            <a:extLst>
              <a:ext uri="{FF2B5EF4-FFF2-40B4-BE49-F238E27FC236}">
                <a16:creationId xmlns:a16="http://schemas.microsoft.com/office/drawing/2014/main" id="{936A54B2-CA98-4CAA-BF65-815B06335854}"/>
              </a:ext>
            </a:extLst>
          </p:cNvPr>
          <p:cNvSpPr>
            <a:spLocks noGrp="1"/>
          </p:cNvSpPr>
          <p:nvPr/>
        </p:nvSpPr>
        <p:spPr>
          <a:xfrm>
            <a:off x="1518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8_small_CA2_pose50_rmsd2_3398">
            <a:extLst>
              <a:ext uri="{FF2B5EF4-FFF2-40B4-BE49-F238E27FC236}">
                <a16:creationId xmlns:a16="http://schemas.microsoft.com/office/drawing/2014/main" id="{721BADBB-97D3-4685-8062-525B82DD32AC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8_small_CA2_pose50_rmsd2_3399">
            <a:extLst>
              <a:ext uri="{FF2B5EF4-FFF2-40B4-BE49-F238E27FC236}">
                <a16:creationId xmlns:a16="http://schemas.microsoft.com/office/drawing/2014/main" id="{A6FFD744-9DB9-4421-9E2A-F9CE3FE61774}"/>
              </a:ext>
            </a:extLst>
          </p:cNvPr>
          <p:cNvSpPr>
            <a:spLocks noGrp="1"/>
          </p:cNvSpPr>
          <p:nvPr/>
        </p:nvSpPr>
        <p:spPr>
          <a:xfrm>
            <a:off x="1522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8_small_CA2_pose50_rmsd2_3400">
            <a:extLst>
              <a:ext uri="{FF2B5EF4-FFF2-40B4-BE49-F238E27FC236}">
                <a16:creationId xmlns:a16="http://schemas.microsoft.com/office/drawing/2014/main" id="{AD4C191F-4384-4E23-A640-A12964A2ABC0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8_small_CA2_pose50_rmsd2_3401">
            <a:extLst>
              <a:ext uri="{FF2B5EF4-FFF2-40B4-BE49-F238E27FC236}">
                <a16:creationId xmlns:a16="http://schemas.microsoft.com/office/drawing/2014/main" id="{659190FF-80D4-42BD-B551-877208BE7F2A}"/>
              </a:ext>
            </a:extLst>
          </p:cNvPr>
          <p:cNvSpPr>
            <a:spLocks noGrp="1"/>
          </p:cNvSpPr>
          <p:nvPr/>
        </p:nvSpPr>
        <p:spPr>
          <a:xfrm>
            <a:off x="1429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8_small_CA2_pose50_rmsd2_3402">
            <a:extLst>
              <a:ext uri="{FF2B5EF4-FFF2-40B4-BE49-F238E27FC236}">
                <a16:creationId xmlns:a16="http://schemas.microsoft.com/office/drawing/2014/main" id="{7337BEBC-AEFD-44B6-BA03-662D26B37DE0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8_small_CA2_pose50_rmsd2_3403">
            <a:extLst>
              <a:ext uri="{FF2B5EF4-FFF2-40B4-BE49-F238E27FC236}">
                <a16:creationId xmlns:a16="http://schemas.microsoft.com/office/drawing/2014/main" id="{C926B85F-7671-4721-8379-E70C65B1869C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8_small_CA2_pose50_rmsd2_3404">
            <a:extLst>
              <a:ext uri="{FF2B5EF4-FFF2-40B4-BE49-F238E27FC236}">
                <a16:creationId xmlns:a16="http://schemas.microsoft.com/office/drawing/2014/main" id="{2D7F1497-C8AE-46E9-A1B4-1D6D17CC231F}"/>
              </a:ext>
            </a:extLst>
          </p:cNvPr>
          <p:cNvSpPr>
            <a:spLocks noGrp="1"/>
          </p:cNvSpPr>
          <p:nvPr/>
        </p:nvSpPr>
        <p:spPr>
          <a:xfrm>
            <a:off x="17083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8_small_CA2_pose50_rmsd2_3405">
            <a:extLst>
              <a:ext uri="{FF2B5EF4-FFF2-40B4-BE49-F238E27FC236}">
                <a16:creationId xmlns:a16="http://schemas.microsoft.com/office/drawing/2014/main" id="{E543C699-0E75-4080-BDF5-40FA4A5C8518}"/>
              </a:ext>
            </a:extLst>
          </p:cNvPr>
          <p:cNvSpPr>
            <a:spLocks noGrp="1"/>
          </p:cNvSpPr>
          <p:nvPr/>
        </p:nvSpPr>
        <p:spPr>
          <a:xfrm>
            <a:off x="1468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8_small_CA2_pose50_rmsd2_3406">
            <a:extLst>
              <a:ext uri="{FF2B5EF4-FFF2-40B4-BE49-F238E27FC236}">
                <a16:creationId xmlns:a16="http://schemas.microsoft.com/office/drawing/2014/main" id="{43D879F7-5A7F-47FB-87A7-32047F8E01BC}"/>
              </a:ext>
            </a:extLst>
          </p:cNvPr>
          <p:cNvSpPr>
            <a:spLocks noGrp="1"/>
          </p:cNvSpPr>
          <p:nvPr/>
        </p:nvSpPr>
        <p:spPr>
          <a:xfrm>
            <a:off x="1456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8_small_CA2_pose50_rmsd2_3407">
            <a:extLst>
              <a:ext uri="{FF2B5EF4-FFF2-40B4-BE49-F238E27FC236}">
                <a16:creationId xmlns:a16="http://schemas.microsoft.com/office/drawing/2014/main" id="{7791855D-B5B5-4D2B-9178-D97AC9B4FD3F}"/>
              </a:ext>
            </a:extLst>
          </p:cNvPr>
          <p:cNvSpPr>
            <a:spLocks noGrp="1"/>
          </p:cNvSpPr>
          <p:nvPr/>
        </p:nvSpPr>
        <p:spPr>
          <a:xfrm>
            <a:off x="1565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8_small_CA2_pose50_rmsd2_3408">
            <a:extLst>
              <a:ext uri="{FF2B5EF4-FFF2-40B4-BE49-F238E27FC236}">
                <a16:creationId xmlns:a16="http://schemas.microsoft.com/office/drawing/2014/main" id="{A510A110-D7D7-4D25-80A6-4789B96F95D5}"/>
              </a:ext>
            </a:extLst>
          </p:cNvPr>
          <p:cNvSpPr>
            <a:spLocks noGrp="1"/>
          </p:cNvSpPr>
          <p:nvPr/>
        </p:nvSpPr>
        <p:spPr>
          <a:xfrm>
            <a:off x="1469478" y="411595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8_small_CA2_pose50_rmsd2_3409">
            <a:extLst>
              <a:ext uri="{FF2B5EF4-FFF2-40B4-BE49-F238E27FC236}">
                <a16:creationId xmlns:a16="http://schemas.microsoft.com/office/drawing/2014/main" id="{F8122923-6D46-4F61-90A9-32E6664B4EE0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8_small_CA2_pose50_rmsd2_3410">
            <a:extLst>
              <a:ext uri="{FF2B5EF4-FFF2-40B4-BE49-F238E27FC236}">
                <a16:creationId xmlns:a16="http://schemas.microsoft.com/office/drawing/2014/main" id="{6E7220F9-3FFB-454A-87AF-A81BF49264D3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8_small_CA2_pose50_rmsd2_3411">
            <a:extLst>
              <a:ext uri="{FF2B5EF4-FFF2-40B4-BE49-F238E27FC236}">
                <a16:creationId xmlns:a16="http://schemas.microsoft.com/office/drawing/2014/main" id="{D2ECBBC1-07B3-4194-8699-6D758043D796}"/>
              </a:ext>
            </a:extLst>
          </p:cNvPr>
          <p:cNvSpPr>
            <a:spLocks noGrp="1"/>
          </p:cNvSpPr>
          <p:nvPr/>
        </p:nvSpPr>
        <p:spPr>
          <a:xfrm>
            <a:off x="152860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8_small_CA2_pose50_rmsd2_3412">
            <a:extLst>
              <a:ext uri="{FF2B5EF4-FFF2-40B4-BE49-F238E27FC236}">
                <a16:creationId xmlns:a16="http://schemas.microsoft.com/office/drawing/2014/main" id="{0C23E2D0-B1E6-4051-9037-988869719D6E}"/>
              </a:ext>
            </a:extLst>
          </p:cNvPr>
          <p:cNvSpPr>
            <a:spLocks noGrp="1"/>
          </p:cNvSpPr>
          <p:nvPr/>
        </p:nvSpPr>
        <p:spPr>
          <a:xfrm>
            <a:off x="139969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8_small_CA2_pose50_rmsd2_3413">
            <a:extLst>
              <a:ext uri="{FF2B5EF4-FFF2-40B4-BE49-F238E27FC236}">
                <a16:creationId xmlns:a16="http://schemas.microsoft.com/office/drawing/2014/main" id="{561847BA-6C33-44E0-8EFA-7D12AD9EB078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8_small_CA2_pose50_rmsd2_3414">
            <a:extLst>
              <a:ext uri="{FF2B5EF4-FFF2-40B4-BE49-F238E27FC236}">
                <a16:creationId xmlns:a16="http://schemas.microsoft.com/office/drawing/2014/main" id="{D13B961F-41AA-4326-96C4-87B077E70978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8_small_CA2_pose50_rmsd2_3415">
            <a:extLst>
              <a:ext uri="{FF2B5EF4-FFF2-40B4-BE49-F238E27FC236}">
                <a16:creationId xmlns:a16="http://schemas.microsoft.com/office/drawing/2014/main" id="{922DD3C7-5161-4D48-81CD-7E341AE0BF55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8_small_CA2_pose50_rmsd2_3416">
            <a:extLst>
              <a:ext uri="{FF2B5EF4-FFF2-40B4-BE49-F238E27FC236}">
                <a16:creationId xmlns:a16="http://schemas.microsoft.com/office/drawing/2014/main" id="{6FF7AFCF-E422-4F3A-A1EE-DE3AE59F41C5}"/>
              </a:ext>
            </a:extLst>
          </p:cNvPr>
          <p:cNvSpPr>
            <a:spLocks noGrp="1"/>
          </p:cNvSpPr>
          <p:nvPr/>
        </p:nvSpPr>
        <p:spPr>
          <a:xfrm>
            <a:off x="1500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8_small_CA2_pose50_rmsd2_3417">
            <a:extLst>
              <a:ext uri="{FF2B5EF4-FFF2-40B4-BE49-F238E27FC236}">
                <a16:creationId xmlns:a16="http://schemas.microsoft.com/office/drawing/2014/main" id="{51DBF83E-C863-47C8-B1C9-9DA0BE5569D5}"/>
              </a:ext>
            </a:extLst>
          </p:cNvPr>
          <p:cNvSpPr>
            <a:spLocks noGrp="1"/>
          </p:cNvSpPr>
          <p:nvPr/>
        </p:nvSpPr>
        <p:spPr>
          <a:xfrm>
            <a:off x="1628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8_small_CA2_pose50_rmsd2_3418">
            <a:extLst>
              <a:ext uri="{FF2B5EF4-FFF2-40B4-BE49-F238E27FC236}">
                <a16:creationId xmlns:a16="http://schemas.microsoft.com/office/drawing/2014/main" id="{82E10FBB-56CF-4888-93F7-B30D64403A47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8_small_CA2_pose50_rmsd2_3419">
            <a:extLst>
              <a:ext uri="{FF2B5EF4-FFF2-40B4-BE49-F238E27FC236}">
                <a16:creationId xmlns:a16="http://schemas.microsoft.com/office/drawing/2014/main" id="{63179F12-306D-4B14-B49D-46C092D70F3B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8_small_CA2_pose50_rmsd2_3420">
            <a:extLst>
              <a:ext uri="{FF2B5EF4-FFF2-40B4-BE49-F238E27FC236}">
                <a16:creationId xmlns:a16="http://schemas.microsoft.com/office/drawing/2014/main" id="{2BD16543-036F-4E34-9120-C3A14AFE9F2E}"/>
              </a:ext>
            </a:extLst>
          </p:cNvPr>
          <p:cNvSpPr>
            <a:spLocks noGrp="1"/>
          </p:cNvSpPr>
          <p:nvPr/>
        </p:nvSpPr>
        <p:spPr>
          <a:xfrm>
            <a:off x="16392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8_small_CA2_pose50_rmsd2_3421">
            <a:extLst>
              <a:ext uri="{FF2B5EF4-FFF2-40B4-BE49-F238E27FC236}">
                <a16:creationId xmlns:a16="http://schemas.microsoft.com/office/drawing/2014/main" id="{DF2B325A-691E-490E-AB1A-774B8C5FB352}"/>
              </a:ext>
            </a:extLst>
          </p:cNvPr>
          <p:cNvSpPr>
            <a:spLocks noGrp="1"/>
          </p:cNvSpPr>
          <p:nvPr/>
        </p:nvSpPr>
        <p:spPr>
          <a:xfrm>
            <a:off x="1415967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8_small_CA2_pose50_rmsd2_3422">
            <a:extLst>
              <a:ext uri="{FF2B5EF4-FFF2-40B4-BE49-F238E27FC236}">
                <a16:creationId xmlns:a16="http://schemas.microsoft.com/office/drawing/2014/main" id="{5C58D2B5-D066-4778-80C6-40D093B7BC0A}"/>
              </a:ext>
            </a:extLst>
          </p:cNvPr>
          <p:cNvSpPr>
            <a:spLocks noGrp="1"/>
          </p:cNvSpPr>
          <p:nvPr/>
        </p:nvSpPr>
        <p:spPr>
          <a:xfrm>
            <a:off x="1408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8_small_CA2_pose50_rmsd2_3423">
            <a:extLst>
              <a:ext uri="{FF2B5EF4-FFF2-40B4-BE49-F238E27FC236}">
                <a16:creationId xmlns:a16="http://schemas.microsoft.com/office/drawing/2014/main" id="{F0109F79-8294-47B1-9110-A464632E853E}"/>
              </a:ext>
            </a:extLst>
          </p:cNvPr>
          <p:cNvSpPr>
            <a:spLocks noGrp="1"/>
          </p:cNvSpPr>
          <p:nvPr/>
        </p:nvSpPr>
        <p:spPr>
          <a:xfrm>
            <a:off x="16870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8_small_CA2_pose50_rmsd2_3424">
            <a:extLst>
              <a:ext uri="{FF2B5EF4-FFF2-40B4-BE49-F238E27FC236}">
                <a16:creationId xmlns:a16="http://schemas.microsoft.com/office/drawing/2014/main" id="{8C14FEB7-D945-4A86-85BB-56847C802CBA}"/>
              </a:ext>
            </a:extLst>
          </p:cNvPr>
          <p:cNvSpPr>
            <a:spLocks noGrp="1"/>
          </p:cNvSpPr>
          <p:nvPr/>
        </p:nvSpPr>
        <p:spPr>
          <a:xfrm>
            <a:off x="1406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8_small_CA2_pose50_rmsd2_3425">
            <a:extLst>
              <a:ext uri="{FF2B5EF4-FFF2-40B4-BE49-F238E27FC236}">
                <a16:creationId xmlns:a16="http://schemas.microsoft.com/office/drawing/2014/main" id="{E9549AB8-74BF-4132-9D16-CE0D5B144B0E}"/>
              </a:ext>
            </a:extLst>
          </p:cNvPr>
          <p:cNvSpPr>
            <a:spLocks noGrp="1"/>
          </p:cNvSpPr>
          <p:nvPr/>
        </p:nvSpPr>
        <p:spPr>
          <a:xfrm>
            <a:off x="1511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8_small_CA2_pose50_rmsd2_3426">
            <a:extLst>
              <a:ext uri="{FF2B5EF4-FFF2-40B4-BE49-F238E27FC236}">
                <a16:creationId xmlns:a16="http://schemas.microsoft.com/office/drawing/2014/main" id="{0705F0F6-7FEC-4390-9589-D34B40B7C553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8_small_CA2_pose50_rmsd2_3427">
            <a:extLst>
              <a:ext uri="{FF2B5EF4-FFF2-40B4-BE49-F238E27FC236}">
                <a16:creationId xmlns:a16="http://schemas.microsoft.com/office/drawing/2014/main" id="{D2140734-61E8-4F4C-9963-B9CB1EE5027A}"/>
              </a:ext>
            </a:extLst>
          </p:cNvPr>
          <p:cNvSpPr>
            <a:spLocks noGrp="1"/>
          </p:cNvSpPr>
          <p:nvPr/>
        </p:nvSpPr>
        <p:spPr>
          <a:xfrm>
            <a:off x="1440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8_small_CA2_pose50_rmsd2_3428">
            <a:extLst>
              <a:ext uri="{FF2B5EF4-FFF2-40B4-BE49-F238E27FC236}">
                <a16:creationId xmlns:a16="http://schemas.microsoft.com/office/drawing/2014/main" id="{5196E0C5-73BB-49BD-96A9-81D6B4784E6E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8_small_CA2_pose50_rmsd2_3429">
            <a:extLst>
              <a:ext uri="{FF2B5EF4-FFF2-40B4-BE49-F238E27FC236}">
                <a16:creationId xmlns:a16="http://schemas.microsoft.com/office/drawing/2014/main" id="{186092F4-2EB0-4685-8EA3-333EE8693971}"/>
              </a:ext>
            </a:extLst>
          </p:cNvPr>
          <p:cNvSpPr>
            <a:spLocks noGrp="1"/>
          </p:cNvSpPr>
          <p:nvPr/>
        </p:nvSpPr>
        <p:spPr>
          <a:xfrm>
            <a:off x="1494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8_small_CA2_pose50_rmsd2_3430">
            <a:extLst>
              <a:ext uri="{FF2B5EF4-FFF2-40B4-BE49-F238E27FC236}">
                <a16:creationId xmlns:a16="http://schemas.microsoft.com/office/drawing/2014/main" id="{CCB848D0-EDF4-41EF-9F81-1AFF47F1D06B}"/>
              </a:ext>
            </a:extLst>
          </p:cNvPr>
          <p:cNvSpPr>
            <a:spLocks noGrp="1"/>
          </p:cNvSpPr>
          <p:nvPr/>
        </p:nvSpPr>
        <p:spPr>
          <a:xfrm>
            <a:off x="1697025" y="442142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8_small_CA2_pose50_rmsd2_3431">
            <a:extLst>
              <a:ext uri="{FF2B5EF4-FFF2-40B4-BE49-F238E27FC236}">
                <a16:creationId xmlns:a16="http://schemas.microsoft.com/office/drawing/2014/main" id="{94D43DBF-7CA2-44D6-8675-9716CE19247D}"/>
              </a:ext>
            </a:extLst>
          </p:cNvPr>
          <p:cNvSpPr>
            <a:spLocks noGrp="1"/>
          </p:cNvSpPr>
          <p:nvPr/>
        </p:nvSpPr>
        <p:spPr>
          <a:xfrm>
            <a:off x="1586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8_small_CA2_pose50_rmsd2_3432">
            <a:extLst>
              <a:ext uri="{FF2B5EF4-FFF2-40B4-BE49-F238E27FC236}">
                <a16:creationId xmlns:a16="http://schemas.microsoft.com/office/drawing/2014/main" id="{35B05859-FB95-4F34-A67E-7004A22741C6}"/>
              </a:ext>
            </a:extLst>
          </p:cNvPr>
          <p:cNvSpPr>
            <a:spLocks noGrp="1"/>
          </p:cNvSpPr>
          <p:nvPr/>
        </p:nvSpPr>
        <p:spPr>
          <a:xfrm>
            <a:off x="1579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8_small_CA2_pose50_rmsd2_3433">
            <a:extLst>
              <a:ext uri="{FF2B5EF4-FFF2-40B4-BE49-F238E27FC236}">
                <a16:creationId xmlns:a16="http://schemas.microsoft.com/office/drawing/2014/main" id="{09A9DA30-427C-4939-BA45-20A7DD64061C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8_small_CA2_pose50_rmsd2_3434">
            <a:extLst>
              <a:ext uri="{FF2B5EF4-FFF2-40B4-BE49-F238E27FC236}">
                <a16:creationId xmlns:a16="http://schemas.microsoft.com/office/drawing/2014/main" id="{CF525C8C-AE95-446B-9747-46AB1E1DCB4F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8_small_CA2_pose50_rmsd2_3435">
            <a:extLst>
              <a:ext uri="{FF2B5EF4-FFF2-40B4-BE49-F238E27FC236}">
                <a16:creationId xmlns:a16="http://schemas.microsoft.com/office/drawing/2014/main" id="{502DE2B2-B511-4C01-A318-1E5DF67B07AE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8_small_CA2_pose50_rmsd2_3436">
            <a:extLst>
              <a:ext uri="{FF2B5EF4-FFF2-40B4-BE49-F238E27FC236}">
                <a16:creationId xmlns:a16="http://schemas.microsoft.com/office/drawing/2014/main" id="{3BF3AFC2-48BC-496A-A914-5756B7D651F5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8_small_CA2_pose50_rmsd2_3437">
            <a:extLst>
              <a:ext uri="{FF2B5EF4-FFF2-40B4-BE49-F238E27FC236}">
                <a16:creationId xmlns:a16="http://schemas.microsoft.com/office/drawing/2014/main" id="{93789CC3-FE37-4CF2-9021-B707E24DCE3F}"/>
              </a:ext>
            </a:extLst>
          </p:cNvPr>
          <p:cNvSpPr>
            <a:spLocks noGrp="1"/>
          </p:cNvSpPr>
          <p:nvPr/>
        </p:nvSpPr>
        <p:spPr>
          <a:xfrm>
            <a:off x="1478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8_small_CA2_pose50_rmsd2_3438">
            <a:extLst>
              <a:ext uri="{FF2B5EF4-FFF2-40B4-BE49-F238E27FC236}">
                <a16:creationId xmlns:a16="http://schemas.microsoft.com/office/drawing/2014/main" id="{4D6AC1E2-A45B-4C58-9450-E73C4F3C0ACE}"/>
              </a:ext>
            </a:extLst>
          </p:cNvPr>
          <p:cNvSpPr>
            <a:spLocks noGrp="1"/>
          </p:cNvSpPr>
          <p:nvPr/>
        </p:nvSpPr>
        <p:spPr>
          <a:xfrm>
            <a:off x="1394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8_small_CA2_pose50_rmsd2_3439">
            <a:extLst>
              <a:ext uri="{FF2B5EF4-FFF2-40B4-BE49-F238E27FC236}">
                <a16:creationId xmlns:a16="http://schemas.microsoft.com/office/drawing/2014/main" id="{06658D0B-BB19-4C6E-890A-A4F50A973E67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8_small_CA2_pose50_rmsd2_3440">
            <a:extLst>
              <a:ext uri="{FF2B5EF4-FFF2-40B4-BE49-F238E27FC236}">
                <a16:creationId xmlns:a16="http://schemas.microsoft.com/office/drawing/2014/main" id="{17F2FB64-AD4E-4BD6-AB2B-88FD0CE5D343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8_small_CA2_pose50_rmsd2_3441">
            <a:extLst>
              <a:ext uri="{FF2B5EF4-FFF2-40B4-BE49-F238E27FC236}">
                <a16:creationId xmlns:a16="http://schemas.microsoft.com/office/drawing/2014/main" id="{20909AD6-2E16-48D4-B330-6EF062CEACF4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8_small_CA2_pose50_rmsd2_3442">
            <a:extLst>
              <a:ext uri="{FF2B5EF4-FFF2-40B4-BE49-F238E27FC236}">
                <a16:creationId xmlns:a16="http://schemas.microsoft.com/office/drawing/2014/main" id="{C97D9209-26E5-4BF7-B5F5-73112425F932}"/>
              </a:ext>
            </a:extLst>
          </p:cNvPr>
          <p:cNvSpPr>
            <a:spLocks noGrp="1"/>
          </p:cNvSpPr>
          <p:nvPr/>
        </p:nvSpPr>
        <p:spPr>
          <a:xfrm>
            <a:off x="166519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8_small_CA2_pose50_rmsd2_3443">
            <a:extLst>
              <a:ext uri="{FF2B5EF4-FFF2-40B4-BE49-F238E27FC236}">
                <a16:creationId xmlns:a16="http://schemas.microsoft.com/office/drawing/2014/main" id="{04D954D6-78F9-46B1-A9DD-F94F8B1BFAF8}"/>
              </a:ext>
            </a:extLst>
          </p:cNvPr>
          <p:cNvSpPr>
            <a:spLocks noGrp="1"/>
          </p:cNvSpPr>
          <p:nvPr/>
        </p:nvSpPr>
        <p:spPr>
          <a:xfrm>
            <a:off x="16532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8_small_CA2_pose50_rmsd2_3444">
            <a:extLst>
              <a:ext uri="{FF2B5EF4-FFF2-40B4-BE49-F238E27FC236}">
                <a16:creationId xmlns:a16="http://schemas.microsoft.com/office/drawing/2014/main" id="{5C75B7EB-91F3-4970-828E-1758901E1CB6}"/>
              </a:ext>
            </a:extLst>
          </p:cNvPr>
          <p:cNvSpPr>
            <a:spLocks noGrp="1"/>
          </p:cNvSpPr>
          <p:nvPr/>
        </p:nvSpPr>
        <p:spPr>
          <a:xfrm>
            <a:off x="1446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8_small_CA2_pose50_rmsd2_3445">
            <a:extLst>
              <a:ext uri="{FF2B5EF4-FFF2-40B4-BE49-F238E27FC236}">
                <a16:creationId xmlns:a16="http://schemas.microsoft.com/office/drawing/2014/main" id="{D4F8FDFA-DCD3-42BF-9791-B7B0D6C748A9}"/>
              </a:ext>
            </a:extLst>
          </p:cNvPr>
          <p:cNvSpPr>
            <a:spLocks noGrp="1"/>
          </p:cNvSpPr>
          <p:nvPr/>
        </p:nvSpPr>
        <p:spPr>
          <a:xfrm>
            <a:off x="1582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8_small_CA2_pose50_rmsd2_3446">
            <a:extLst>
              <a:ext uri="{FF2B5EF4-FFF2-40B4-BE49-F238E27FC236}">
                <a16:creationId xmlns:a16="http://schemas.microsoft.com/office/drawing/2014/main" id="{93EE5D57-9EDC-47F8-BB82-0EAE47284B49}"/>
              </a:ext>
            </a:extLst>
          </p:cNvPr>
          <p:cNvSpPr>
            <a:spLocks noGrp="1"/>
          </p:cNvSpPr>
          <p:nvPr/>
        </p:nvSpPr>
        <p:spPr>
          <a:xfrm>
            <a:off x="1592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8_small_CA2_pose50_rmsd2_3447">
            <a:extLst>
              <a:ext uri="{FF2B5EF4-FFF2-40B4-BE49-F238E27FC236}">
                <a16:creationId xmlns:a16="http://schemas.microsoft.com/office/drawing/2014/main" id="{6DE4212A-1BFB-478A-A694-D8422D9CB2EE}"/>
              </a:ext>
            </a:extLst>
          </p:cNvPr>
          <p:cNvSpPr>
            <a:spLocks noGrp="1"/>
          </p:cNvSpPr>
          <p:nvPr/>
        </p:nvSpPr>
        <p:spPr>
          <a:xfrm>
            <a:off x="1674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8_small_CA2_pose50_rmsd2_3448">
            <a:extLst>
              <a:ext uri="{FF2B5EF4-FFF2-40B4-BE49-F238E27FC236}">
                <a16:creationId xmlns:a16="http://schemas.microsoft.com/office/drawing/2014/main" id="{DFA51125-33BF-4270-AB20-395AB6CC3038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8_small_CA2_pose50_rmsd2_3449">
            <a:extLst>
              <a:ext uri="{FF2B5EF4-FFF2-40B4-BE49-F238E27FC236}">
                <a16:creationId xmlns:a16="http://schemas.microsoft.com/office/drawing/2014/main" id="{740F9E02-C408-4CB3-BBD2-DD921CC34E88}"/>
              </a:ext>
            </a:extLst>
          </p:cNvPr>
          <p:cNvSpPr>
            <a:spLocks noGrp="1"/>
          </p:cNvSpPr>
          <p:nvPr/>
        </p:nvSpPr>
        <p:spPr>
          <a:xfrm>
            <a:off x="1685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8_small_CA2_pose50_rmsd2_3450">
            <a:extLst>
              <a:ext uri="{FF2B5EF4-FFF2-40B4-BE49-F238E27FC236}">
                <a16:creationId xmlns:a16="http://schemas.microsoft.com/office/drawing/2014/main" id="{26C3835F-CCF8-4D22-B48E-7CF27589D915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8_small_CA2_pose50_rmsd2_3451">
            <a:extLst>
              <a:ext uri="{FF2B5EF4-FFF2-40B4-BE49-F238E27FC236}">
                <a16:creationId xmlns:a16="http://schemas.microsoft.com/office/drawing/2014/main" id="{B0705D02-D913-449B-92F0-6CAC0B6DFD09}"/>
              </a:ext>
            </a:extLst>
          </p:cNvPr>
          <p:cNvSpPr>
            <a:spLocks noGrp="1"/>
          </p:cNvSpPr>
          <p:nvPr/>
        </p:nvSpPr>
        <p:spPr>
          <a:xfrm>
            <a:off x="165367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8_small_CA2_pose50_rmsd2_3452">
            <a:extLst>
              <a:ext uri="{FF2B5EF4-FFF2-40B4-BE49-F238E27FC236}">
                <a16:creationId xmlns:a16="http://schemas.microsoft.com/office/drawing/2014/main" id="{28BC8E55-54B2-40D2-888F-D78427690AE7}"/>
              </a:ext>
            </a:extLst>
          </p:cNvPr>
          <p:cNvSpPr>
            <a:spLocks noGrp="1"/>
          </p:cNvSpPr>
          <p:nvPr/>
        </p:nvSpPr>
        <p:spPr>
          <a:xfrm>
            <a:off x="1610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8_small_CA2_pose50_rmsd2_3453">
            <a:extLst>
              <a:ext uri="{FF2B5EF4-FFF2-40B4-BE49-F238E27FC236}">
                <a16:creationId xmlns:a16="http://schemas.microsoft.com/office/drawing/2014/main" id="{D7813B16-6C62-4C36-BBD7-ACB618D62BF5}"/>
              </a:ext>
            </a:extLst>
          </p:cNvPr>
          <p:cNvSpPr>
            <a:spLocks noGrp="1"/>
          </p:cNvSpPr>
          <p:nvPr/>
        </p:nvSpPr>
        <p:spPr>
          <a:xfrm>
            <a:off x="147548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8_small_CA2_pose50_rmsd2_3454">
            <a:extLst>
              <a:ext uri="{FF2B5EF4-FFF2-40B4-BE49-F238E27FC236}">
                <a16:creationId xmlns:a16="http://schemas.microsoft.com/office/drawing/2014/main" id="{8B86B187-8638-436B-9871-A2F00C451C7A}"/>
              </a:ext>
            </a:extLst>
          </p:cNvPr>
          <p:cNvSpPr>
            <a:spLocks noGrp="1"/>
          </p:cNvSpPr>
          <p:nvPr/>
        </p:nvSpPr>
        <p:spPr>
          <a:xfrm>
            <a:off x="14368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8_small_CA2_pose50_rmsd2_3455">
            <a:extLst>
              <a:ext uri="{FF2B5EF4-FFF2-40B4-BE49-F238E27FC236}">
                <a16:creationId xmlns:a16="http://schemas.microsoft.com/office/drawing/2014/main" id="{E75EEBCB-C2FC-470D-9064-940DE3C59EB7}"/>
              </a:ext>
            </a:extLst>
          </p:cNvPr>
          <p:cNvSpPr>
            <a:spLocks noGrp="1"/>
          </p:cNvSpPr>
          <p:nvPr/>
        </p:nvSpPr>
        <p:spPr>
          <a:xfrm>
            <a:off x="1574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8_small_CA2_pose50_rmsd2_3456">
            <a:extLst>
              <a:ext uri="{FF2B5EF4-FFF2-40B4-BE49-F238E27FC236}">
                <a16:creationId xmlns:a16="http://schemas.microsoft.com/office/drawing/2014/main" id="{578196FB-1DA9-4B7C-B728-63EFE14E8056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8_small_CA2_pose50_rmsd2_3457">
            <a:extLst>
              <a:ext uri="{FF2B5EF4-FFF2-40B4-BE49-F238E27FC236}">
                <a16:creationId xmlns:a16="http://schemas.microsoft.com/office/drawing/2014/main" id="{B389971B-1C8E-483C-9E8E-813AD16E1582}"/>
              </a:ext>
            </a:extLst>
          </p:cNvPr>
          <p:cNvSpPr>
            <a:spLocks noGrp="1"/>
          </p:cNvSpPr>
          <p:nvPr/>
        </p:nvSpPr>
        <p:spPr>
          <a:xfrm>
            <a:off x="1649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8_small_CA2_pose50_rmsd2_3458">
            <a:extLst>
              <a:ext uri="{FF2B5EF4-FFF2-40B4-BE49-F238E27FC236}">
                <a16:creationId xmlns:a16="http://schemas.microsoft.com/office/drawing/2014/main" id="{01ACC562-C040-414A-B928-E1C4BC51920D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8_small_CA2_pose50_rmsd2_3459">
            <a:extLst>
              <a:ext uri="{FF2B5EF4-FFF2-40B4-BE49-F238E27FC236}">
                <a16:creationId xmlns:a16="http://schemas.microsoft.com/office/drawing/2014/main" id="{1214A7EA-A658-4826-9D37-F0B9BC3F5EEC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8_small_CA2_pose50_rmsd2_3460">
            <a:extLst>
              <a:ext uri="{FF2B5EF4-FFF2-40B4-BE49-F238E27FC236}">
                <a16:creationId xmlns:a16="http://schemas.microsoft.com/office/drawing/2014/main" id="{BE022A05-E562-422E-80C6-70A8BC48F066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8_small_CA2_pose50_rmsd2_3461">
            <a:extLst>
              <a:ext uri="{FF2B5EF4-FFF2-40B4-BE49-F238E27FC236}">
                <a16:creationId xmlns:a16="http://schemas.microsoft.com/office/drawing/2014/main" id="{70ACE2B6-E047-4FBB-A847-F55DC49EDB24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8_small_CA2_pose50_rmsd2_3462">
            <a:extLst>
              <a:ext uri="{FF2B5EF4-FFF2-40B4-BE49-F238E27FC236}">
                <a16:creationId xmlns:a16="http://schemas.microsoft.com/office/drawing/2014/main" id="{ACCA119F-BAC1-440A-B6D6-F33CA067FF8C}"/>
              </a:ext>
            </a:extLst>
          </p:cNvPr>
          <p:cNvSpPr>
            <a:spLocks noGrp="1"/>
          </p:cNvSpPr>
          <p:nvPr/>
        </p:nvSpPr>
        <p:spPr>
          <a:xfrm>
            <a:off x="1719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8_small_CA2_pose50_rmsd2_3463">
            <a:extLst>
              <a:ext uri="{FF2B5EF4-FFF2-40B4-BE49-F238E27FC236}">
                <a16:creationId xmlns:a16="http://schemas.microsoft.com/office/drawing/2014/main" id="{AF4CBDA0-E097-49B5-8FB6-90E2D8124964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8_small_CA2_pose50_rmsd2_3464">
            <a:extLst>
              <a:ext uri="{FF2B5EF4-FFF2-40B4-BE49-F238E27FC236}">
                <a16:creationId xmlns:a16="http://schemas.microsoft.com/office/drawing/2014/main" id="{1B88A0A4-CAC9-45AA-9422-2B6E75D8B339}"/>
              </a:ext>
            </a:extLst>
          </p:cNvPr>
          <p:cNvSpPr>
            <a:spLocks noGrp="1"/>
          </p:cNvSpPr>
          <p:nvPr/>
        </p:nvSpPr>
        <p:spPr>
          <a:xfrm>
            <a:off x="1539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8_small_CA2_pose50_rmsd2_3465">
            <a:extLst>
              <a:ext uri="{FF2B5EF4-FFF2-40B4-BE49-F238E27FC236}">
                <a16:creationId xmlns:a16="http://schemas.microsoft.com/office/drawing/2014/main" id="{A7FFDACE-306D-4CF0-B2BA-41805CB79BB4}"/>
              </a:ext>
            </a:extLst>
          </p:cNvPr>
          <p:cNvSpPr>
            <a:spLocks noGrp="1"/>
          </p:cNvSpPr>
          <p:nvPr/>
        </p:nvSpPr>
        <p:spPr>
          <a:xfrm>
            <a:off x="15699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8_small_CA2_pose50_rmsd2_3466">
            <a:extLst>
              <a:ext uri="{FF2B5EF4-FFF2-40B4-BE49-F238E27FC236}">
                <a16:creationId xmlns:a16="http://schemas.microsoft.com/office/drawing/2014/main" id="{A1E3FD0F-0EFF-46A1-BDC3-D4F30DAC9263}"/>
              </a:ext>
            </a:extLst>
          </p:cNvPr>
          <p:cNvSpPr>
            <a:spLocks noGrp="1"/>
          </p:cNvSpPr>
          <p:nvPr/>
        </p:nvSpPr>
        <p:spPr>
          <a:xfrm>
            <a:off x="1475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8_small_CA2_pose50_rmsd2_3467">
            <a:extLst>
              <a:ext uri="{FF2B5EF4-FFF2-40B4-BE49-F238E27FC236}">
                <a16:creationId xmlns:a16="http://schemas.microsoft.com/office/drawing/2014/main" id="{3977C188-E1DC-400A-9AB3-5D2EFADA5EDC}"/>
              </a:ext>
            </a:extLst>
          </p:cNvPr>
          <p:cNvSpPr>
            <a:spLocks noGrp="1"/>
          </p:cNvSpPr>
          <p:nvPr/>
        </p:nvSpPr>
        <p:spPr>
          <a:xfrm>
            <a:off x="23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8_small_CA2_pose50_rmsd2_3468">
            <a:extLst>
              <a:ext uri="{FF2B5EF4-FFF2-40B4-BE49-F238E27FC236}">
                <a16:creationId xmlns:a16="http://schemas.microsoft.com/office/drawing/2014/main" id="{42216723-6C59-4C19-8798-1A1197BB57F9}"/>
              </a:ext>
            </a:extLst>
          </p:cNvPr>
          <p:cNvSpPr>
            <a:spLocks noGrp="1"/>
          </p:cNvSpPr>
          <p:nvPr/>
        </p:nvSpPr>
        <p:spPr>
          <a:xfrm>
            <a:off x="2593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8_small_CA2_pose50_rmsd2_3469">
            <a:extLst>
              <a:ext uri="{FF2B5EF4-FFF2-40B4-BE49-F238E27FC236}">
                <a16:creationId xmlns:a16="http://schemas.microsoft.com/office/drawing/2014/main" id="{BFE9275C-005B-4E40-A634-96D9FC5F4D9E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8_small_CA2_pose50_rmsd2_3470">
            <a:extLst>
              <a:ext uri="{FF2B5EF4-FFF2-40B4-BE49-F238E27FC236}">
                <a16:creationId xmlns:a16="http://schemas.microsoft.com/office/drawing/2014/main" id="{C840228E-9BE9-492B-90A5-56A0002060D7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8_small_CA2_pose50_rmsd2_3471">
            <a:extLst>
              <a:ext uri="{FF2B5EF4-FFF2-40B4-BE49-F238E27FC236}">
                <a16:creationId xmlns:a16="http://schemas.microsoft.com/office/drawing/2014/main" id="{8BF4D975-0B91-482F-BB7A-AD02E6F4ECB5}"/>
              </a:ext>
            </a:extLst>
          </p:cNvPr>
          <p:cNvSpPr>
            <a:spLocks noGrp="1"/>
          </p:cNvSpPr>
          <p:nvPr/>
        </p:nvSpPr>
        <p:spPr>
          <a:xfrm>
            <a:off x="2596426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8_small_CA2_pose50_rmsd2_3472">
            <a:extLst>
              <a:ext uri="{FF2B5EF4-FFF2-40B4-BE49-F238E27FC236}">
                <a16:creationId xmlns:a16="http://schemas.microsoft.com/office/drawing/2014/main" id="{A706AA66-19BD-41F5-82F1-711D13F685A2}"/>
              </a:ext>
            </a:extLst>
          </p:cNvPr>
          <p:cNvSpPr>
            <a:spLocks noGrp="1"/>
          </p:cNvSpPr>
          <p:nvPr/>
        </p:nvSpPr>
        <p:spPr>
          <a:xfrm>
            <a:off x="25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8_small_CA2_pose50_rmsd2_3473">
            <a:extLst>
              <a:ext uri="{FF2B5EF4-FFF2-40B4-BE49-F238E27FC236}">
                <a16:creationId xmlns:a16="http://schemas.microsoft.com/office/drawing/2014/main" id="{BD19BCB9-1CBC-40D7-8C31-7C9575FE4C72}"/>
              </a:ext>
            </a:extLst>
          </p:cNvPr>
          <p:cNvSpPr>
            <a:spLocks noGrp="1"/>
          </p:cNvSpPr>
          <p:nvPr/>
        </p:nvSpPr>
        <p:spPr>
          <a:xfrm>
            <a:off x="232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8_small_CA2_pose50_rmsd2_3474">
            <a:extLst>
              <a:ext uri="{FF2B5EF4-FFF2-40B4-BE49-F238E27FC236}">
                <a16:creationId xmlns:a16="http://schemas.microsoft.com/office/drawing/2014/main" id="{ECCAA39A-FFE7-4E42-9FAB-6E046CEE3CC3}"/>
              </a:ext>
            </a:extLst>
          </p:cNvPr>
          <p:cNvSpPr>
            <a:spLocks noGrp="1"/>
          </p:cNvSpPr>
          <p:nvPr/>
        </p:nvSpPr>
        <p:spPr>
          <a:xfrm>
            <a:off x="239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8_small_CA2_pose50_rmsd2_3475">
            <a:extLst>
              <a:ext uri="{FF2B5EF4-FFF2-40B4-BE49-F238E27FC236}">
                <a16:creationId xmlns:a16="http://schemas.microsoft.com/office/drawing/2014/main" id="{E280F37C-005C-473F-A010-389186FF7246}"/>
              </a:ext>
            </a:extLst>
          </p:cNvPr>
          <p:cNvSpPr>
            <a:spLocks noGrp="1"/>
          </p:cNvSpPr>
          <p:nvPr/>
        </p:nvSpPr>
        <p:spPr>
          <a:xfrm>
            <a:off x="24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8_small_CA2_pose50_rmsd2_3476">
            <a:extLst>
              <a:ext uri="{FF2B5EF4-FFF2-40B4-BE49-F238E27FC236}">
                <a16:creationId xmlns:a16="http://schemas.microsoft.com/office/drawing/2014/main" id="{0A15CBF0-17D9-41F5-B940-6B167945D80D}"/>
              </a:ext>
            </a:extLst>
          </p:cNvPr>
          <p:cNvSpPr>
            <a:spLocks noGrp="1"/>
          </p:cNvSpPr>
          <p:nvPr/>
        </p:nvSpPr>
        <p:spPr>
          <a:xfrm>
            <a:off x="239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8_small_CA2_pose50_rmsd2_3477">
            <a:extLst>
              <a:ext uri="{FF2B5EF4-FFF2-40B4-BE49-F238E27FC236}">
                <a16:creationId xmlns:a16="http://schemas.microsoft.com/office/drawing/2014/main" id="{40685A0D-A662-47DC-8F20-31F783EFEC02}"/>
              </a:ext>
            </a:extLst>
          </p:cNvPr>
          <p:cNvSpPr>
            <a:spLocks noGrp="1"/>
          </p:cNvSpPr>
          <p:nvPr/>
        </p:nvSpPr>
        <p:spPr>
          <a:xfrm>
            <a:off x="2517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8_small_CA2_pose50_rmsd2_3478">
            <a:extLst>
              <a:ext uri="{FF2B5EF4-FFF2-40B4-BE49-F238E27FC236}">
                <a16:creationId xmlns:a16="http://schemas.microsoft.com/office/drawing/2014/main" id="{7013C1A0-FC4B-4383-81FA-BEADCD722A41}"/>
              </a:ext>
            </a:extLst>
          </p:cNvPr>
          <p:cNvSpPr>
            <a:spLocks noGrp="1"/>
          </p:cNvSpPr>
          <p:nvPr/>
        </p:nvSpPr>
        <p:spPr>
          <a:xfrm>
            <a:off x="23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8_small_CA2_pose50_rmsd2_3479">
            <a:extLst>
              <a:ext uri="{FF2B5EF4-FFF2-40B4-BE49-F238E27FC236}">
                <a16:creationId xmlns:a16="http://schemas.microsoft.com/office/drawing/2014/main" id="{D2C5E19F-B0E6-4087-A207-3E047C768995}"/>
              </a:ext>
            </a:extLst>
          </p:cNvPr>
          <p:cNvSpPr>
            <a:spLocks noGrp="1"/>
          </p:cNvSpPr>
          <p:nvPr/>
        </p:nvSpPr>
        <p:spPr>
          <a:xfrm>
            <a:off x="23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8_small_CA2_pose50_rmsd2_3480">
            <a:extLst>
              <a:ext uri="{FF2B5EF4-FFF2-40B4-BE49-F238E27FC236}">
                <a16:creationId xmlns:a16="http://schemas.microsoft.com/office/drawing/2014/main" id="{192F80B9-348A-45A3-9041-2026BB69A603}"/>
              </a:ext>
            </a:extLst>
          </p:cNvPr>
          <p:cNvSpPr>
            <a:spLocks noGrp="1"/>
          </p:cNvSpPr>
          <p:nvPr/>
        </p:nvSpPr>
        <p:spPr>
          <a:xfrm>
            <a:off x="22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8_small_CA2_pose50_rmsd2_3481">
            <a:extLst>
              <a:ext uri="{FF2B5EF4-FFF2-40B4-BE49-F238E27FC236}">
                <a16:creationId xmlns:a16="http://schemas.microsoft.com/office/drawing/2014/main" id="{66496F7D-26F6-406B-86E8-E4C49F91145E}"/>
              </a:ext>
            </a:extLst>
          </p:cNvPr>
          <p:cNvSpPr>
            <a:spLocks noGrp="1"/>
          </p:cNvSpPr>
          <p:nvPr/>
        </p:nvSpPr>
        <p:spPr>
          <a:xfrm>
            <a:off x="25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8_small_CA2_pose50_rmsd2_3482">
            <a:extLst>
              <a:ext uri="{FF2B5EF4-FFF2-40B4-BE49-F238E27FC236}">
                <a16:creationId xmlns:a16="http://schemas.microsoft.com/office/drawing/2014/main" id="{E863A3CB-3048-45F5-93C7-24F230D7D3AB}"/>
              </a:ext>
            </a:extLst>
          </p:cNvPr>
          <p:cNvSpPr>
            <a:spLocks noGrp="1"/>
          </p:cNvSpPr>
          <p:nvPr/>
        </p:nvSpPr>
        <p:spPr>
          <a:xfrm>
            <a:off x="234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8_small_CA2_pose50_rmsd2_3483">
            <a:extLst>
              <a:ext uri="{FF2B5EF4-FFF2-40B4-BE49-F238E27FC236}">
                <a16:creationId xmlns:a16="http://schemas.microsoft.com/office/drawing/2014/main" id="{958EAFA4-6699-4B1B-A8B1-245A29150D67}"/>
              </a:ext>
            </a:extLst>
          </p:cNvPr>
          <p:cNvSpPr>
            <a:spLocks noGrp="1"/>
          </p:cNvSpPr>
          <p:nvPr/>
        </p:nvSpPr>
        <p:spPr>
          <a:xfrm>
            <a:off x="2331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8_small_CA2_pose50_rmsd2_3484">
            <a:extLst>
              <a:ext uri="{FF2B5EF4-FFF2-40B4-BE49-F238E27FC236}">
                <a16:creationId xmlns:a16="http://schemas.microsoft.com/office/drawing/2014/main" id="{7E2EB6DF-0663-42C2-B0B8-3B931DB102B5}"/>
              </a:ext>
            </a:extLst>
          </p:cNvPr>
          <p:cNvSpPr>
            <a:spLocks noGrp="1"/>
          </p:cNvSpPr>
          <p:nvPr/>
        </p:nvSpPr>
        <p:spPr>
          <a:xfrm>
            <a:off x="24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8_small_CA2_pose50_rmsd2_3485">
            <a:extLst>
              <a:ext uri="{FF2B5EF4-FFF2-40B4-BE49-F238E27FC236}">
                <a16:creationId xmlns:a16="http://schemas.microsoft.com/office/drawing/2014/main" id="{B30C74A0-C78C-4EC1-B8C6-1D4D56F9331F}"/>
              </a:ext>
            </a:extLst>
          </p:cNvPr>
          <p:cNvSpPr>
            <a:spLocks noGrp="1"/>
          </p:cNvSpPr>
          <p:nvPr/>
        </p:nvSpPr>
        <p:spPr>
          <a:xfrm>
            <a:off x="2344478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8_small_CA2_pose50_rmsd2_3486">
            <a:extLst>
              <a:ext uri="{FF2B5EF4-FFF2-40B4-BE49-F238E27FC236}">
                <a16:creationId xmlns:a16="http://schemas.microsoft.com/office/drawing/2014/main" id="{753C6635-4712-4D49-9762-029A12D5BD8F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8_small_CA2_pose50_rmsd2_3487">
            <a:extLst>
              <a:ext uri="{FF2B5EF4-FFF2-40B4-BE49-F238E27FC236}">
                <a16:creationId xmlns:a16="http://schemas.microsoft.com/office/drawing/2014/main" id="{567E8884-474D-4EC7-99C0-7F0B6E07052C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8_small_CA2_pose50_rmsd2_3488">
            <a:extLst>
              <a:ext uri="{FF2B5EF4-FFF2-40B4-BE49-F238E27FC236}">
                <a16:creationId xmlns:a16="http://schemas.microsoft.com/office/drawing/2014/main" id="{1B5E251F-3E3C-47DB-9AA7-4048532013E3}"/>
              </a:ext>
            </a:extLst>
          </p:cNvPr>
          <p:cNvSpPr>
            <a:spLocks noGrp="1"/>
          </p:cNvSpPr>
          <p:nvPr/>
        </p:nvSpPr>
        <p:spPr>
          <a:xfrm>
            <a:off x="24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8_small_CA2_pose50_rmsd2_3489">
            <a:extLst>
              <a:ext uri="{FF2B5EF4-FFF2-40B4-BE49-F238E27FC236}">
                <a16:creationId xmlns:a16="http://schemas.microsoft.com/office/drawing/2014/main" id="{44F4C3EE-75AB-4B3A-B4A4-7AFC876482B6}"/>
              </a:ext>
            </a:extLst>
          </p:cNvPr>
          <p:cNvSpPr>
            <a:spLocks noGrp="1"/>
          </p:cNvSpPr>
          <p:nvPr/>
        </p:nvSpPr>
        <p:spPr>
          <a:xfrm>
            <a:off x="227469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8_small_CA2_pose50_rmsd2_3490">
            <a:extLst>
              <a:ext uri="{FF2B5EF4-FFF2-40B4-BE49-F238E27FC236}">
                <a16:creationId xmlns:a16="http://schemas.microsoft.com/office/drawing/2014/main" id="{23F4723A-AE89-440B-B3C3-641C3B4CB699}"/>
              </a:ext>
            </a:extLst>
          </p:cNvPr>
          <p:cNvSpPr>
            <a:spLocks noGrp="1"/>
          </p:cNvSpPr>
          <p:nvPr/>
        </p:nvSpPr>
        <p:spPr>
          <a:xfrm>
            <a:off x="25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8_small_CA2_pose50_rmsd2_3491">
            <a:extLst>
              <a:ext uri="{FF2B5EF4-FFF2-40B4-BE49-F238E27FC236}">
                <a16:creationId xmlns:a16="http://schemas.microsoft.com/office/drawing/2014/main" id="{281E6A17-AEEA-4F7A-8B46-62DE8B13DFB3}"/>
              </a:ext>
            </a:extLst>
          </p:cNvPr>
          <p:cNvSpPr>
            <a:spLocks noGrp="1"/>
          </p:cNvSpPr>
          <p:nvPr/>
        </p:nvSpPr>
        <p:spPr>
          <a:xfrm>
            <a:off x="23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8_small_CA2_pose50_rmsd2_3492">
            <a:extLst>
              <a:ext uri="{FF2B5EF4-FFF2-40B4-BE49-F238E27FC236}">
                <a16:creationId xmlns:a16="http://schemas.microsoft.com/office/drawing/2014/main" id="{5AF1EE86-2AD0-46C1-8F26-B1F7E1DA624B}"/>
              </a:ext>
            </a:extLst>
          </p:cNvPr>
          <p:cNvSpPr>
            <a:spLocks noGrp="1"/>
          </p:cNvSpPr>
          <p:nvPr/>
        </p:nvSpPr>
        <p:spPr>
          <a:xfrm>
            <a:off x="25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8_small_CA2_pose50_rmsd2_3493">
            <a:extLst>
              <a:ext uri="{FF2B5EF4-FFF2-40B4-BE49-F238E27FC236}">
                <a16:creationId xmlns:a16="http://schemas.microsoft.com/office/drawing/2014/main" id="{B32EC919-8DE4-4828-BB23-ABB8804FE1C5}"/>
              </a:ext>
            </a:extLst>
          </p:cNvPr>
          <p:cNvSpPr>
            <a:spLocks noGrp="1"/>
          </p:cNvSpPr>
          <p:nvPr/>
        </p:nvSpPr>
        <p:spPr>
          <a:xfrm>
            <a:off x="23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8_small_CA2_pose50_rmsd2_3494">
            <a:extLst>
              <a:ext uri="{FF2B5EF4-FFF2-40B4-BE49-F238E27FC236}">
                <a16:creationId xmlns:a16="http://schemas.microsoft.com/office/drawing/2014/main" id="{6B3C3988-3001-464D-9B4F-7136C77B46DD}"/>
              </a:ext>
            </a:extLst>
          </p:cNvPr>
          <p:cNvSpPr>
            <a:spLocks noGrp="1"/>
          </p:cNvSpPr>
          <p:nvPr/>
        </p:nvSpPr>
        <p:spPr>
          <a:xfrm>
            <a:off x="25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8_small_CA2_pose50_rmsd2_3495">
            <a:extLst>
              <a:ext uri="{FF2B5EF4-FFF2-40B4-BE49-F238E27FC236}">
                <a16:creationId xmlns:a16="http://schemas.microsoft.com/office/drawing/2014/main" id="{3AE9E8CD-B19A-474D-969B-159633D76560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8_small_CA2_pose50_rmsd2_3496">
            <a:extLst>
              <a:ext uri="{FF2B5EF4-FFF2-40B4-BE49-F238E27FC236}">
                <a16:creationId xmlns:a16="http://schemas.microsoft.com/office/drawing/2014/main" id="{B79E2DDE-5E34-41DF-95B3-58AC45BC9EE1}"/>
              </a:ext>
            </a:extLst>
          </p:cNvPr>
          <p:cNvSpPr>
            <a:spLocks noGrp="1"/>
          </p:cNvSpPr>
          <p:nvPr/>
        </p:nvSpPr>
        <p:spPr>
          <a:xfrm>
            <a:off x="23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8_small_CA2_pose50_rmsd2_3497">
            <a:extLst>
              <a:ext uri="{FF2B5EF4-FFF2-40B4-BE49-F238E27FC236}">
                <a16:creationId xmlns:a16="http://schemas.microsoft.com/office/drawing/2014/main" id="{23277BA2-F6CA-4C8B-A275-A0C04B956C71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8_small_CA2_pose50_rmsd2_3498">
            <a:extLst>
              <a:ext uri="{FF2B5EF4-FFF2-40B4-BE49-F238E27FC236}">
                <a16:creationId xmlns:a16="http://schemas.microsoft.com/office/drawing/2014/main" id="{176072BA-A130-41AF-9D9D-8D0C05844BD7}"/>
              </a:ext>
            </a:extLst>
          </p:cNvPr>
          <p:cNvSpPr>
            <a:spLocks noGrp="1"/>
          </p:cNvSpPr>
          <p:nvPr/>
        </p:nvSpPr>
        <p:spPr>
          <a:xfrm>
            <a:off x="22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8_small_CA2_pose50_rmsd2_3499">
            <a:extLst>
              <a:ext uri="{FF2B5EF4-FFF2-40B4-BE49-F238E27FC236}">
                <a16:creationId xmlns:a16="http://schemas.microsoft.com/office/drawing/2014/main" id="{2C0DA062-C671-48FA-A7B1-6A82A7F3D661}"/>
              </a:ext>
            </a:extLst>
          </p:cNvPr>
          <p:cNvSpPr>
            <a:spLocks noGrp="1"/>
          </p:cNvSpPr>
          <p:nvPr/>
        </p:nvSpPr>
        <p:spPr>
          <a:xfrm>
            <a:off x="22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8_small_CA2_pose50_rmsd2_3500">
            <a:extLst>
              <a:ext uri="{FF2B5EF4-FFF2-40B4-BE49-F238E27FC236}">
                <a16:creationId xmlns:a16="http://schemas.microsoft.com/office/drawing/2014/main" id="{1D3191EE-5709-4369-9B4A-361FE9A40444}"/>
              </a:ext>
            </a:extLst>
          </p:cNvPr>
          <p:cNvSpPr>
            <a:spLocks noGrp="1"/>
          </p:cNvSpPr>
          <p:nvPr/>
        </p:nvSpPr>
        <p:spPr>
          <a:xfrm>
            <a:off x="25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8_small_CA2_pose50_rmsd2_3501">
            <a:extLst>
              <a:ext uri="{FF2B5EF4-FFF2-40B4-BE49-F238E27FC236}">
                <a16:creationId xmlns:a16="http://schemas.microsoft.com/office/drawing/2014/main" id="{70204414-FA18-4EA3-9B34-3C7AE63CC268}"/>
              </a:ext>
            </a:extLst>
          </p:cNvPr>
          <p:cNvSpPr>
            <a:spLocks noGrp="1"/>
          </p:cNvSpPr>
          <p:nvPr/>
        </p:nvSpPr>
        <p:spPr>
          <a:xfrm>
            <a:off x="22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8_small_CA2_pose50_rmsd2_3502">
            <a:extLst>
              <a:ext uri="{FF2B5EF4-FFF2-40B4-BE49-F238E27FC236}">
                <a16:creationId xmlns:a16="http://schemas.microsoft.com/office/drawing/2014/main" id="{67340DF9-CC60-43E7-8CC4-D649E75A961C}"/>
              </a:ext>
            </a:extLst>
          </p:cNvPr>
          <p:cNvSpPr>
            <a:spLocks noGrp="1"/>
          </p:cNvSpPr>
          <p:nvPr/>
        </p:nvSpPr>
        <p:spPr>
          <a:xfrm>
            <a:off x="2386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8_small_CA2_pose50_rmsd2_3503">
            <a:extLst>
              <a:ext uri="{FF2B5EF4-FFF2-40B4-BE49-F238E27FC236}">
                <a16:creationId xmlns:a16="http://schemas.microsoft.com/office/drawing/2014/main" id="{F12C95F6-2E46-4A36-A596-22992FED63CB}"/>
              </a:ext>
            </a:extLst>
          </p:cNvPr>
          <p:cNvSpPr>
            <a:spLocks noGrp="1"/>
          </p:cNvSpPr>
          <p:nvPr/>
        </p:nvSpPr>
        <p:spPr>
          <a:xfrm>
            <a:off x="24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8_small_CA2_pose50_rmsd2_3504">
            <a:extLst>
              <a:ext uri="{FF2B5EF4-FFF2-40B4-BE49-F238E27FC236}">
                <a16:creationId xmlns:a16="http://schemas.microsoft.com/office/drawing/2014/main" id="{B797464A-BC40-46C4-B33A-D466D3AFD99B}"/>
              </a:ext>
            </a:extLst>
          </p:cNvPr>
          <p:cNvSpPr>
            <a:spLocks noGrp="1"/>
          </p:cNvSpPr>
          <p:nvPr/>
        </p:nvSpPr>
        <p:spPr>
          <a:xfrm>
            <a:off x="23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8_small_CA2_pose50_rmsd2_3505">
            <a:extLst>
              <a:ext uri="{FF2B5EF4-FFF2-40B4-BE49-F238E27FC236}">
                <a16:creationId xmlns:a16="http://schemas.microsoft.com/office/drawing/2014/main" id="{7DEAEA8A-FA59-4900-B9D7-C17D43978FAC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8_small_CA2_pose50_rmsd2_3506">
            <a:extLst>
              <a:ext uri="{FF2B5EF4-FFF2-40B4-BE49-F238E27FC236}">
                <a16:creationId xmlns:a16="http://schemas.microsoft.com/office/drawing/2014/main" id="{2529F0CF-324D-41A6-B30D-6709FB84B998}"/>
              </a:ext>
            </a:extLst>
          </p:cNvPr>
          <p:cNvSpPr>
            <a:spLocks noGrp="1"/>
          </p:cNvSpPr>
          <p:nvPr/>
        </p:nvSpPr>
        <p:spPr>
          <a:xfrm>
            <a:off x="23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8_small_CA2_pose50_rmsd2_3507">
            <a:extLst>
              <a:ext uri="{FF2B5EF4-FFF2-40B4-BE49-F238E27FC236}">
                <a16:creationId xmlns:a16="http://schemas.microsoft.com/office/drawing/2014/main" id="{B134F8BD-89E8-4DAE-8E61-1E1CC9AE0914}"/>
              </a:ext>
            </a:extLst>
          </p:cNvPr>
          <p:cNvSpPr>
            <a:spLocks noGrp="1"/>
          </p:cNvSpPr>
          <p:nvPr/>
        </p:nvSpPr>
        <p:spPr>
          <a:xfrm>
            <a:off x="2572025" y="3674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8_small_CA2_pose50_rmsd2_3508">
            <a:extLst>
              <a:ext uri="{FF2B5EF4-FFF2-40B4-BE49-F238E27FC236}">
                <a16:creationId xmlns:a16="http://schemas.microsoft.com/office/drawing/2014/main" id="{8FB0B3AE-3CAE-49AA-8367-381E418F2061}"/>
              </a:ext>
            </a:extLst>
          </p:cNvPr>
          <p:cNvSpPr>
            <a:spLocks noGrp="1"/>
          </p:cNvSpPr>
          <p:nvPr/>
        </p:nvSpPr>
        <p:spPr>
          <a:xfrm>
            <a:off x="246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8_small_CA2_pose50_rmsd2_3509">
            <a:extLst>
              <a:ext uri="{FF2B5EF4-FFF2-40B4-BE49-F238E27FC236}">
                <a16:creationId xmlns:a16="http://schemas.microsoft.com/office/drawing/2014/main" id="{0034A8E6-8A53-4A17-BC2F-7006C2016220}"/>
              </a:ext>
            </a:extLst>
          </p:cNvPr>
          <p:cNvSpPr>
            <a:spLocks noGrp="1"/>
          </p:cNvSpPr>
          <p:nvPr/>
        </p:nvSpPr>
        <p:spPr>
          <a:xfrm>
            <a:off x="245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8_small_CA2_pose50_rmsd2_3510">
            <a:extLst>
              <a:ext uri="{FF2B5EF4-FFF2-40B4-BE49-F238E27FC236}">
                <a16:creationId xmlns:a16="http://schemas.microsoft.com/office/drawing/2014/main" id="{FEF5793A-C2D0-4971-AD30-EA54A516266E}"/>
              </a:ext>
            </a:extLst>
          </p:cNvPr>
          <p:cNvSpPr>
            <a:spLocks noGrp="1"/>
          </p:cNvSpPr>
          <p:nvPr/>
        </p:nvSpPr>
        <p:spPr>
          <a:xfrm>
            <a:off x="25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8_small_CA2_pose50_rmsd2_3511">
            <a:extLst>
              <a:ext uri="{FF2B5EF4-FFF2-40B4-BE49-F238E27FC236}">
                <a16:creationId xmlns:a16="http://schemas.microsoft.com/office/drawing/2014/main" id="{3A4C4169-FC63-444F-8FEB-43CE0CBB92B4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8_small_CA2_pose50_rmsd2_3512">
            <a:extLst>
              <a:ext uri="{FF2B5EF4-FFF2-40B4-BE49-F238E27FC236}">
                <a16:creationId xmlns:a16="http://schemas.microsoft.com/office/drawing/2014/main" id="{69389892-CEC8-4290-8995-C060C14F85C6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8_small_CA2_pose50_rmsd2_3513">
            <a:extLst>
              <a:ext uri="{FF2B5EF4-FFF2-40B4-BE49-F238E27FC236}">
                <a16:creationId xmlns:a16="http://schemas.microsoft.com/office/drawing/2014/main" id="{4E00A97A-76E7-44AE-BE31-E31BCE05E619}"/>
              </a:ext>
            </a:extLst>
          </p:cNvPr>
          <p:cNvSpPr>
            <a:spLocks noGrp="1"/>
          </p:cNvSpPr>
          <p:nvPr/>
        </p:nvSpPr>
        <p:spPr>
          <a:xfrm>
            <a:off x="25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8_small_CA2_pose50_rmsd2_3514">
            <a:extLst>
              <a:ext uri="{FF2B5EF4-FFF2-40B4-BE49-F238E27FC236}">
                <a16:creationId xmlns:a16="http://schemas.microsoft.com/office/drawing/2014/main" id="{6AF69C98-3E82-46A8-A333-7FB0A923B5C9}"/>
              </a:ext>
            </a:extLst>
          </p:cNvPr>
          <p:cNvSpPr>
            <a:spLocks noGrp="1"/>
          </p:cNvSpPr>
          <p:nvPr/>
        </p:nvSpPr>
        <p:spPr>
          <a:xfrm>
            <a:off x="23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8_small_CA2_pose50_rmsd2_3515">
            <a:extLst>
              <a:ext uri="{FF2B5EF4-FFF2-40B4-BE49-F238E27FC236}">
                <a16:creationId xmlns:a16="http://schemas.microsoft.com/office/drawing/2014/main" id="{F91DB42D-A5A4-4206-9F6A-93C0791255C6}"/>
              </a:ext>
            </a:extLst>
          </p:cNvPr>
          <p:cNvSpPr>
            <a:spLocks noGrp="1"/>
          </p:cNvSpPr>
          <p:nvPr/>
        </p:nvSpPr>
        <p:spPr>
          <a:xfrm>
            <a:off x="22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8_small_CA2_pose50_rmsd2_3516">
            <a:extLst>
              <a:ext uri="{FF2B5EF4-FFF2-40B4-BE49-F238E27FC236}">
                <a16:creationId xmlns:a16="http://schemas.microsoft.com/office/drawing/2014/main" id="{9E708946-840A-46FA-B515-1A8E0B0FEB73}"/>
              </a:ext>
            </a:extLst>
          </p:cNvPr>
          <p:cNvSpPr>
            <a:spLocks noGrp="1"/>
          </p:cNvSpPr>
          <p:nvPr/>
        </p:nvSpPr>
        <p:spPr>
          <a:xfrm>
            <a:off x="25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8_small_CA2_pose50_rmsd2_3517">
            <a:extLst>
              <a:ext uri="{FF2B5EF4-FFF2-40B4-BE49-F238E27FC236}">
                <a16:creationId xmlns:a16="http://schemas.microsoft.com/office/drawing/2014/main" id="{F1FD8521-6A77-465C-8DF4-3DD4A546E153}"/>
              </a:ext>
            </a:extLst>
          </p:cNvPr>
          <p:cNvSpPr>
            <a:spLocks noGrp="1"/>
          </p:cNvSpPr>
          <p:nvPr/>
        </p:nvSpPr>
        <p:spPr>
          <a:xfrm>
            <a:off x="25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8_small_CA2_pose50_rmsd2_3518">
            <a:extLst>
              <a:ext uri="{FF2B5EF4-FFF2-40B4-BE49-F238E27FC236}">
                <a16:creationId xmlns:a16="http://schemas.microsoft.com/office/drawing/2014/main" id="{646AE16E-F2BE-4985-83D6-3A4B21B446AB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8_small_CA2_pose50_rmsd2_3519">
            <a:extLst>
              <a:ext uri="{FF2B5EF4-FFF2-40B4-BE49-F238E27FC236}">
                <a16:creationId xmlns:a16="http://schemas.microsoft.com/office/drawing/2014/main" id="{EF969339-A2F3-482D-84E3-0758BB4A9246}"/>
              </a:ext>
            </a:extLst>
          </p:cNvPr>
          <p:cNvSpPr>
            <a:spLocks noGrp="1"/>
          </p:cNvSpPr>
          <p:nvPr/>
        </p:nvSpPr>
        <p:spPr>
          <a:xfrm>
            <a:off x="25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8_small_CA2_pose50_rmsd2_3520">
            <a:extLst>
              <a:ext uri="{FF2B5EF4-FFF2-40B4-BE49-F238E27FC236}">
                <a16:creationId xmlns:a16="http://schemas.microsoft.com/office/drawing/2014/main" id="{6D41860C-A5D5-4F5C-A913-3AA9240694E4}"/>
              </a:ext>
            </a:extLst>
          </p:cNvPr>
          <p:cNvSpPr>
            <a:spLocks noGrp="1"/>
          </p:cNvSpPr>
          <p:nvPr/>
        </p:nvSpPr>
        <p:spPr>
          <a:xfrm>
            <a:off x="25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8_small_CA2_pose50_rmsd2_3521">
            <a:extLst>
              <a:ext uri="{FF2B5EF4-FFF2-40B4-BE49-F238E27FC236}">
                <a16:creationId xmlns:a16="http://schemas.microsoft.com/office/drawing/2014/main" id="{43FDF018-F27D-4606-8E30-E47EDF699678}"/>
              </a:ext>
            </a:extLst>
          </p:cNvPr>
          <p:cNvSpPr>
            <a:spLocks noGrp="1"/>
          </p:cNvSpPr>
          <p:nvPr/>
        </p:nvSpPr>
        <p:spPr>
          <a:xfrm>
            <a:off x="232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8_small_CA2_pose50_rmsd2_3522">
            <a:extLst>
              <a:ext uri="{FF2B5EF4-FFF2-40B4-BE49-F238E27FC236}">
                <a16:creationId xmlns:a16="http://schemas.microsoft.com/office/drawing/2014/main" id="{D0078A0A-5D5E-4C2B-BBC2-B46C31064948}"/>
              </a:ext>
            </a:extLst>
          </p:cNvPr>
          <p:cNvSpPr>
            <a:spLocks noGrp="1"/>
          </p:cNvSpPr>
          <p:nvPr/>
        </p:nvSpPr>
        <p:spPr>
          <a:xfrm>
            <a:off x="24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8_small_CA2_pose50_rmsd2_3523">
            <a:extLst>
              <a:ext uri="{FF2B5EF4-FFF2-40B4-BE49-F238E27FC236}">
                <a16:creationId xmlns:a16="http://schemas.microsoft.com/office/drawing/2014/main" id="{70D2C059-9FEF-4897-8558-FE8E48FB457B}"/>
              </a:ext>
            </a:extLst>
          </p:cNvPr>
          <p:cNvSpPr>
            <a:spLocks noGrp="1"/>
          </p:cNvSpPr>
          <p:nvPr/>
        </p:nvSpPr>
        <p:spPr>
          <a:xfrm>
            <a:off x="24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8_small_CA2_pose50_rmsd2_3524">
            <a:extLst>
              <a:ext uri="{FF2B5EF4-FFF2-40B4-BE49-F238E27FC236}">
                <a16:creationId xmlns:a16="http://schemas.microsoft.com/office/drawing/2014/main" id="{EDEBE95D-1210-43D8-B9FA-022C9B39812B}"/>
              </a:ext>
            </a:extLst>
          </p:cNvPr>
          <p:cNvSpPr>
            <a:spLocks noGrp="1"/>
          </p:cNvSpPr>
          <p:nvPr/>
        </p:nvSpPr>
        <p:spPr>
          <a:xfrm>
            <a:off x="254901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8_small_CA2_pose50_rmsd2_3525">
            <a:extLst>
              <a:ext uri="{FF2B5EF4-FFF2-40B4-BE49-F238E27FC236}">
                <a16:creationId xmlns:a16="http://schemas.microsoft.com/office/drawing/2014/main" id="{74277DEB-A6B1-40C3-8CDF-325216DD6638}"/>
              </a:ext>
            </a:extLst>
          </p:cNvPr>
          <p:cNvSpPr>
            <a:spLocks noGrp="1"/>
          </p:cNvSpPr>
          <p:nvPr/>
        </p:nvSpPr>
        <p:spPr>
          <a:xfrm>
            <a:off x="25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8_small_CA2_pose50_rmsd2_3526">
            <a:extLst>
              <a:ext uri="{FF2B5EF4-FFF2-40B4-BE49-F238E27FC236}">
                <a16:creationId xmlns:a16="http://schemas.microsoft.com/office/drawing/2014/main" id="{8E8057CD-4662-4E00-8C5D-BA3494B31B7F}"/>
              </a:ext>
            </a:extLst>
          </p:cNvPr>
          <p:cNvSpPr>
            <a:spLocks noGrp="1"/>
          </p:cNvSpPr>
          <p:nvPr/>
        </p:nvSpPr>
        <p:spPr>
          <a:xfrm>
            <a:off x="25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8_small_CA2_pose50_rmsd2_3527">
            <a:extLst>
              <a:ext uri="{FF2B5EF4-FFF2-40B4-BE49-F238E27FC236}">
                <a16:creationId xmlns:a16="http://schemas.microsoft.com/office/drawing/2014/main" id="{ADBAD449-B666-4B14-BD0C-32D175132903}"/>
              </a:ext>
            </a:extLst>
          </p:cNvPr>
          <p:cNvSpPr>
            <a:spLocks noGrp="1"/>
          </p:cNvSpPr>
          <p:nvPr/>
        </p:nvSpPr>
        <p:spPr>
          <a:xfrm>
            <a:off x="24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8_small_CA2_pose50_rmsd2_3528">
            <a:extLst>
              <a:ext uri="{FF2B5EF4-FFF2-40B4-BE49-F238E27FC236}">
                <a16:creationId xmlns:a16="http://schemas.microsoft.com/office/drawing/2014/main" id="{EAAA9B0C-4F30-4749-9F15-CBAEE288155E}"/>
              </a:ext>
            </a:extLst>
          </p:cNvPr>
          <p:cNvSpPr>
            <a:spLocks noGrp="1"/>
          </p:cNvSpPr>
          <p:nvPr/>
        </p:nvSpPr>
        <p:spPr>
          <a:xfrm>
            <a:off x="252867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8_small_CA2_pose50_rmsd2_3529">
            <a:extLst>
              <a:ext uri="{FF2B5EF4-FFF2-40B4-BE49-F238E27FC236}">
                <a16:creationId xmlns:a16="http://schemas.microsoft.com/office/drawing/2014/main" id="{5AA653B4-7FE9-4E9D-8F1E-9C5168CC1677}"/>
              </a:ext>
            </a:extLst>
          </p:cNvPr>
          <p:cNvSpPr>
            <a:spLocks noGrp="1"/>
          </p:cNvSpPr>
          <p:nvPr/>
        </p:nvSpPr>
        <p:spPr>
          <a:xfrm>
            <a:off x="24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8_small_CA2_pose50_rmsd2_3530">
            <a:extLst>
              <a:ext uri="{FF2B5EF4-FFF2-40B4-BE49-F238E27FC236}">
                <a16:creationId xmlns:a16="http://schemas.microsoft.com/office/drawing/2014/main" id="{ED784F96-E2F8-4480-89ED-7ADAF8DE1369}"/>
              </a:ext>
            </a:extLst>
          </p:cNvPr>
          <p:cNvSpPr>
            <a:spLocks noGrp="1"/>
          </p:cNvSpPr>
          <p:nvPr/>
        </p:nvSpPr>
        <p:spPr>
          <a:xfrm>
            <a:off x="23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8_small_CA2_pose50_rmsd2_3531">
            <a:extLst>
              <a:ext uri="{FF2B5EF4-FFF2-40B4-BE49-F238E27FC236}">
                <a16:creationId xmlns:a16="http://schemas.microsoft.com/office/drawing/2014/main" id="{C017FAD4-8A0C-45FC-B34B-FCD3A178D5B9}"/>
              </a:ext>
            </a:extLst>
          </p:cNvPr>
          <p:cNvSpPr>
            <a:spLocks noGrp="1"/>
          </p:cNvSpPr>
          <p:nvPr/>
        </p:nvSpPr>
        <p:spPr>
          <a:xfrm>
            <a:off x="23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8_small_CA2_pose50_rmsd2_3532">
            <a:extLst>
              <a:ext uri="{FF2B5EF4-FFF2-40B4-BE49-F238E27FC236}">
                <a16:creationId xmlns:a16="http://schemas.microsoft.com/office/drawing/2014/main" id="{C25091C9-7072-41A7-8958-C96A6FF56D25}"/>
              </a:ext>
            </a:extLst>
          </p:cNvPr>
          <p:cNvSpPr>
            <a:spLocks noGrp="1"/>
          </p:cNvSpPr>
          <p:nvPr/>
        </p:nvSpPr>
        <p:spPr>
          <a:xfrm>
            <a:off x="24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8_small_CA2_pose50_rmsd2_3533">
            <a:extLst>
              <a:ext uri="{FF2B5EF4-FFF2-40B4-BE49-F238E27FC236}">
                <a16:creationId xmlns:a16="http://schemas.microsoft.com/office/drawing/2014/main" id="{B5E70DB9-3F75-411E-B5C9-D3651C17D056}"/>
              </a:ext>
            </a:extLst>
          </p:cNvPr>
          <p:cNvSpPr>
            <a:spLocks noGrp="1"/>
          </p:cNvSpPr>
          <p:nvPr/>
        </p:nvSpPr>
        <p:spPr>
          <a:xfrm>
            <a:off x="2491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8_small_CA2_pose50_rmsd2_3534">
            <a:extLst>
              <a:ext uri="{FF2B5EF4-FFF2-40B4-BE49-F238E27FC236}">
                <a16:creationId xmlns:a16="http://schemas.microsoft.com/office/drawing/2014/main" id="{EECF549A-F3D4-43CE-84A4-4141BB1AFABD}"/>
              </a:ext>
            </a:extLst>
          </p:cNvPr>
          <p:cNvSpPr>
            <a:spLocks noGrp="1"/>
          </p:cNvSpPr>
          <p:nvPr/>
        </p:nvSpPr>
        <p:spPr>
          <a:xfrm>
            <a:off x="25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8_small_CA2_pose50_rmsd2_3535">
            <a:extLst>
              <a:ext uri="{FF2B5EF4-FFF2-40B4-BE49-F238E27FC236}">
                <a16:creationId xmlns:a16="http://schemas.microsoft.com/office/drawing/2014/main" id="{EB17F59C-06EC-40E6-BD1C-251015F7FB1B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8_small_CA2_pose50_rmsd2_3536">
            <a:extLst>
              <a:ext uri="{FF2B5EF4-FFF2-40B4-BE49-F238E27FC236}">
                <a16:creationId xmlns:a16="http://schemas.microsoft.com/office/drawing/2014/main" id="{F2C90D71-4814-4530-8EAD-E60F16575C56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8_small_CA2_pose50_rmsd2_3537">
            <a:extLst>
              <a:ext uri="{FF2B5EF4-FFF2-40B4-BE49-F238E27FC236}">
                <a16:creationId xmlns:a16="http://schemas.microsoft.com/office/drawing/2014/main" id="{C7D4FA69-DD9C-4B84-9FB0-A5A8F9AECD48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8_small_CA2_pose50_rmsd2_3538">
            <a:extLst>
              <a:ext uri="{FF2B5EF4-FFF2-40B4-BE49-F238E27FC236}">
                <a16:creationId xmlns:a16="http://schemas.microsoft.com/office/drawing/2014/main" id="{4FFF63DB-D304-4DC5-B313-4B0A6D10140E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8_small_CA2_pose50_rmsd2_3539">
            <a:extLst>
              <a:ext uri="{FF2B5EF4-FFF2-40B4-BE49-F238E27FC236}">
                <a16:creationId xmlns:a16="http://schemas.microsoft.com/office/drawing/2014/main" id="{7139CA57-FAD2-44DC-8852-C65DAEFB3CF0}"/>
              </a:ext>
            </a:extLst>
          </p:cNvPr>
          <p:cNvSpPr>
            <a:spLocks noGrp="1"/>
          </p:cNvSpPr>
          <p:nvPr/>
        </p:nvSpPr>
        <p:spPr>
          <a:xfrm>
            <a:off x="25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8_small_CA2_pose50_rmsd2_3540">
            <a:extLst>
              <a:ext uri="{FF2B5EF4-FFF2-40B4-BE49-F238E27FC236}">
                <a16:creationId xmlns:a16="http://schemas.microsoft.com/office/drawing/2014/main" id="{DE5F1422-86AE-46ED-93AD-874535710DC9}"/>
              </a:ext>
            </a:extLst>
          </p:cNvPr>
          <p:cNvSpPr>
            <a:spLocks noGrp="1"/>
          </p:cNvSpPr>
          <p:nvPr/>
        </p:nvSpPr>
        <p:spPr>
          <a:xfrm>
            <a:off x="25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8_small_CA2_pose50_rmsd2_3541">
            <a:extLst>
              <a:ext uri="{FF2B5EF4-FFF2-40B4-BE49-F238E27FC236}">
                <a16:creationId xmlns:a16="http://schemas.microsoft.com/office/drawing/2014/main" id="{D50256D7-9CE3-4C16-B856-7AA9B390E8B4}"/>
              </a:ext>
            </a:extLst>
          </p:cNvPr>
          <p:cNvSpPr>
            <a:spLocks noGrp="1"/>
          </p:cNvSpPr>
          <p:nvPr/>
        </p:nvSpPr>
        <p:spPr>
          <a:xfrm>
            <a:off x="24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8_small_CA2_pose50_rmsd2_3542">
            <a:extLst>
              <a:ext uri="{FF2B5EF4-FFF2-40B4-BE49-F238E27FC236}">
                <a16:creationId xmlns:a16="http://schemas.microsoft.com/office/drawing/2014/main" id="{8008BA2B-15DA-42A6-BE42-EC56B965CF4B}"/>
              </a:ext>
            </a:extLst>
          </p:cNvPr>
          <p:cNvSpPr>
            <a:spLocks noGrp="1"/>
          </p:cNvSpPr>
          <p:nvPr/>
        </p:nvSpPr>
        <p:spPr>
          <a:xfrm>
            <a:off x="24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8_small_CA2_pose50_rmsd2_3543">
            <a:extLst>
              <a:ext uri="{FF2B5EF4-FFF2-40B4-BE49-F238E27FC236}">
                <a16:creationId xmlns:a16="http://schemas.microsoft.com/office/drawing/2014/main" id="{305B7932-519F-4F17-BB57-20EEB7685419}"/>
              </a:ext>
            </a:extLst>
          </p:cNvPr>
          <p:cNvSpPr>
            <a:spLocks noGrp="1"/>
          </p:cNvSpPr>
          <p:nvPr/>
        </p:nvSpPr>
        <p:spPr>
          <a:xfrm>
            <a:off x="23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8_small_CA2_pose50_rmsd2_3544">
            <a:extLst>
              <a:ext uri="{FF2B5EF4-FFF2-40B4-BE49-F238E27FC236}">
                <a16:creationId xmlns:a16="http://schemas.microsoft.com/office/drawing/2014/main" id="{2C1D5733-BFE2-4C39-A817-B6BA6ADD01AB}"/>
              </a:ext>
            </a:extLst>
          </p:cNvPr>
          <p:cNvSpPr>
            <a:spLocks noGrp="1"/>
          </p:cNvSpPr>
          <p:nvPr/>
        </p:nvSpPr>
        <p:spPr>
          <a:xfrm>
            <a:off x="410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8_small_CA2_pose50_rmsd2_3545">
            <a:extLst>
              <a:ext uri="{FF2B5EF4-FFF2-40B4-BE49-F238E27FC236}">
                <a16:creationId xmlns:a16="http://schemas.microsoft.com/office/drawing/2014/main" id="{6064F311-6CCF-4926-986C-DCA7878ABA8E}"/>
              </a:ext>
            </a:extLst>
          </p:cNvPr>
          <p:cNvSpPr>
            <a:spLocks noGrp="1"/>
          </p:cNvSpPr>
          <p:nvPr/>
        </p:nvSpPr>
        <p:spPr>
          <a:xfrm>
            <a:off x="4343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8_small_CA2_pose50_rmsd2_3546">
            <a:extLst>
              <a:ext uri="{FF2B5EF4-FFF2-40B4-BE49-F238E27FC236}">
                <a16:creationId xmlns:a16="http://schemas.microsoft.com/office/drawing/2014/main" id="{5FF3E9B2-28F2-4959-81AD-CEDD67004529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8_small_CA2_pose50_rmsd2_3547">
            <a:extLst>
              <a:ext uri="{FF2B5EF4-FFF2-40B4-BE49-F238E27FC236}">
                <a16:creationId xmlns:a16="http://schemas.microsoft.com/office/drawing/2014/main" id="{32751CC6-45B5-4A88-8579-7D8BDA999E65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8_small_CA2_pose50_rmsd2_3548">
            <a:extLst>
              <a:ext uri="{FF2B5EF4-FFF2-40B4-BE49-F238E27FC236}">
                <a16:creationId xmlns:a16="http://schemas.microsoft.com/office/drawing/2014/main" id="{0FC2D3B2-4C7E-498D-B58A-86E681581F1C}"/>
              </a:ext>
            </a:extLst>
          </p:cNvPr>
          <p:cNvSpPr>
            <a:spLocks noGrp="1"/>
          </p:cNvSpPr>
          <p:nvPr/>
        </p:nvSpPr>
        <p:spPr>
          <a:xfrm>
            <a:off x="434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8_small_CA2_pose50_rmsd2_3549">
            <a:extLst>
              <a:ext uri="{FF2B5EF4-FFF2-40B4-BE49-F238E27FC236}">
                <a16:creationId xmlns:a16="http://schemas.microsoft.com/office/drawing/2014/main" id="{08C4A082-6F59-4C78-859A-1C74F00664CF}"/>
              </a:ext>
            </a:extLst>
          </p:cNvPr>
          <p:cNvSpPr>
            <a:spLocks noGrp="1"/>
          </p:cNvSpPr>
          <p:nvPr/>
        </p:nvSpPr>
        <p:spPr>
          <a:xfrm>
            <a:off x="427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8_small_CA2_pose50_rmsd2_3550">
            <a:extLst>
              <a:ext uri="{FF2B5EF4-FFF2-40B4-BE49-F238E27FC236}">
                <a16:creationId xmlns:a16="http://schemas.microsoft.com/office/drawing/2014/main" id="{E7558A00-5F57-4E96-B1A8-594B8E29F731}"/>
              </a:ext>
            </a:extLst>
          </p:cNvPr>
          <p:cNvSpPr>
            <a:spLocks noGrp="1"/>
          </p:cNvSpPr>
          <p:nvPr/>
        </p:nvSpPr>
        <p:spPr>
          <a:xfrm>
            <a:off x="407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8_small_CA2_pose50_rmsd2_3551">
            <a:extLst>
              <a:ext uri="{FF2B5EF4-FFF2-40B4-BE49-F238E27FC236}">
                <a16:creationId xmlns:a16="http://schemas.microsoft.com/office/drawing/2014/main" id="{CE9E7B6F-332E-4743-9634-D07E93E12821}"/>
              </a:ext>
            </a:extLst>
          </p:cNvPr>
          <p:cNvSpPr>
            <a:spLocks noGrp="1"/>
          </p:cNvSpPr>
          <p:nvPr/>
        </p:nvSpPr>
        <p:spPr>
          <a:xfrm>
            <a:off x="414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8_small_CA2_pose50_rmsd2_3552">
            <a:extLst>
              <a:ext uri="{FF2B5EF4-FFF2-40B4-BE49-F238E27FC236}">
                <a16:creationId xmlns:a16="http://schemas.microsoft.com/office/drawing/2014/main" id="{DF94BA84-355E-4A6E-991E-5BA07EB23366}"/>
              </a:ext>
            </a:extLst>
          </p:cNvPr>
          <p:cNvSpPr>
            <a:spLocks noGrp="1"/>
          </p:cNvSpPr>
          <p:nvPr/>
        </p:nvSpPr>
        <p:spPr>
          <a:xfrm>
            <a:off x="418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8_small_CA2_pose50_rmsd2_3553">
            <a:extLst>
              <a:ext uri="{FF2B5EF4-FFF2-40B4-BE49-F238E27FC236}">
                <a16:creationId xmlns:a16="http://schemas.microsoft.com/office/drawing/2014/main" id="{68EE145C-AD1B-4BBA-BA3D-A0D73410AE5F}"/>
              </a:ext>
            </a:extLst>
          </p:cNvPr>
          <p:cNvSpPr>
            <a:spLocks noGrp="1"/>
          </p:cNvSpPr>
          <p:nvPr/>
        </p:nvSpPr>
        <p:spPr>
          <a:xfrm>
            <a:off x="414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8_small_CA2_pose50_rmsd2_3554">
            <a:extLst>
              <a:ext uri="{FF2B5EF4-FFF2-40B4-BE49-F238E27FC236}">
                <a16:creationId xmlns:a16="http://schemas.microsoft.com/office/drawing/2014/main" id="{1E56E946-BAF0-4F9F-A5C2-FE1F272C5D28}"/>
              </a:ext>
            </a:extLst>
          </p:cNvPr>
          <p:cNvSpPr>
            <a:spLocks noGrp="1"/>
          </p:cNvSpPr>
          <p:nvPr/>
        </p:nvSpPr>
        <p:spPr>
          <a:xfrm>
            <a:off x="4267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8_small_CA2_pose50_rmsd2_3555">
            <a:extLst>
              <a:ext uri="{FF2B5EF4-FFF2-40B4-BE49-F238E27FC236}">
                <a16:creationId xmlns:a16="http://schemas.microsoft.com/office/drawing/2014/main" id="{FD8BC529-5128-416C-9D91-18BF448595F6}"/>
              </a:ext>
            </a:extLst>
          </p:cNvPr>
          <p:cNvSpPr>
            <a:spLocks noGrp="1"/>
          </p:cNvSpPr>
          <p:nvPr/>
        </p:nvSpPr>
        <p:spPr>
          <a:xfrm>
            <a:off x="405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8_small_CA2_pose50_rmsd2_3556">
            <a:extLst>
              <a:ext uri="{FF2B5EF4-FFF2-40B4-BE49-F238E27FC236}">
                <a16:creationId xmlns:a16="http://schemas.microsoft.com/office/drawing/2014/main" id="{3925DED3-39FD-4067-A16B-B66AE36AA7AB}"/>
              </a:ext>
            </a:extLst>
          </p:cNvPr>
          <p:cNvSpPr>
            <a:spLocks noGrp="1"/>
          </p:cNvSpPr>
          <p:nvPr/>
        </p:nvSpPr>
        <p:spPr>
          <a:xfrm>
            <a:off x="414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8_small_CA2_pose50_rmsd2_3557">
            <a:extLst>
              <a:ext uri="{FF2B5EF4-FFF2-40B4-BE49-F238E27FC236}">
                <a16:creationId xmlns:a16="http://schemas.microsoft.com/office/drawing/2014/main" id="{32A92867-7807-49F3-AF7B-9A9309D2B71B}"/>
              </a:ext>
            </a:extLst>
          </p:cNvPr>
          <p:cNvSpPr>
            <a:spLocks noGrp="1"/>
          </p:cNvSpPr>
          <p:nvPr/>
        </p:nvSpPr>
        <p:spPr>
          <a:xfrm>
            <a:off x="404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8_small_CA2_pose50_rmsd2_3558">
            <a:extLst>
              <a:ext uri="{FF2B5EF4-FFF2-40B4-BE49-F238E27FC236}">
                <a16:creationId xmlns:a16="http://schemas.microsoft.com/office/drawing/2014/main" id="{59F7D56E-7B5B-4666-B7A0-578FD792B9B8}"/>
              </a:ext>
            </a:extLst>
          </p:cNvPr>
          <p:cNvSpPr>
            <a:spLocks noGrp="1"/>
          </p:cNvSpPr>
          <p:nvPr/>
        </p:nvSpPr>
        <p:spPr>
          <a:xfrm>
            <a:off x="433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8_small_CA2_pose50_rmsd2_3559">
            <a:extLst>
              <a:ext uri="{FF2B5EF4-FFF2-40B4-BE49-F238E27FC236}">
                <a16:creationId xmlns:a16="http://schemas.microsoft.com/office/drawing/2014/main" id="{EB41DB3C-1FFF-4A8C-905E-E722476AD261}"/>
              </a:ext>
            </a:extLst>
          </p:cNvPr>
          <p:cNvSpPr>
            <a:spLocks noGrp="1"/>
          </p:cNvSpPr>
          <p:nvPr/>
        </p:nvSpPr>
        <p:spPr>
          <a:xfrm>
            <a:off x="409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8_small_CA2_pose50_rmsd2_3560">
            <a:extLst>
              <a:ext uri="{FF2B5EF4-FFF2-40B4-BE49-F238E27FC236}">
                <a16:creationId xmlns:a16="http://schemas.microsoft.com/office/drawing/2014/main" id="{80E7884E-AC99-45EB-A3C8-DAD885CEB372}"/>
              </a:ext>
            </a:extLst>
          </p:cNvPr>
          <p:cNvSpPr>
            <a:spLocks noGrp="1"/>
          </p:cNvSpPr>
          <p:nvPr/>
        </p:nvSpPr>
        <p:spPr>
          <a:xfrm>
            <a:off x="4081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8_small_CA2_pose50_rmsd2_3561">
            <a:extLst>
              <a:ext uri="{FF2B5EF4-FFF2-40B4-BE49-F238E27FC236}">
                <a16:creationId xmlns:a16="http://schemas.microsoft.com/office/drawing/2014/main" id="{72D4219A-0AE7-4E3B-8F1C-B3F517E27F9D}"/>
              </a:ext>
            </a:extLst>
          </p:cNvPr>
          <p:cNvSpPr>
            <a:spLocks noGrp="1"/>
          </p:cNvSpPr>
          <p:nvPr/>
        </p:nvSpPr>
        <p:spPr>
          <a:xfrm>
            <a:off x="419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8_small_CA2_pose50_rmsd2_3562">
            <a:extLst>
              <a:ext uri="{FF2B5EF4-FFF2-40B4-BE49-F238E27FC236}">
                <a16:creationId xmlns:a16="http://schemas.microsoft.com/office/drawing/2014/main" id="{D3F17688-23D9-48DC-B489-24CEA0B8D282}"/>
              </a:ext>
            </a:extLst>
          </p:cNvPr>
          <p:cNvSpPr>
            <a:spLocks noGrp="1"/>
          </p:cNvSpPr>
          <p:nvPr/>
        </p:nvSpPr>
        <p:spPr>
          <a:xfrm>
            <a:off x="409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8_small_CA2_pose50_rmsd2_3563">
            <a:extLst>
              <a:ext uri="{FF2B5EF4-FFF2-40B4-BE49-F238E27FC236}">
                <a16:creationId xmlns:a16="http://schemas.microsoft.com/office/drawing/2014/main" id="{5A8CAC05-18D9-4985-A838-7CE076272F20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8_small_CA2_pose50_rmsd2_3564">
            <a:extLst>
              <a:ext uri="{FF2B5EF4-FFF2-40B4-BE49-F238E27FC236}">
                <a16:creationId xmlns:a16="http://schemas.microsoft.com/office/drawing/2014/main" id="{6FB3E67E-CD92-4B00-8AF3-A85278DE7AFC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8_small_CA2_pose50_rmsd2_3565">
            <a:extLst>
              <a:ext uri="{FF2B5EF4-FFF2-40B4-BE49-F238E27FC236}">
                <a16:creationId xmlns:a16="http://schemas.microsoft.com/office/drawing/2014/main" id="{B008D408-DAE1-41EB-AB3D-85096C7DCC52}"/>
              </a:ext>
            </a:extLst>
          </p:cNvPr>
          <p:cNvSpPr>
            <a:spLocks noGrp="1"/>
          </p:cNvSpPr>
          <p:nvPr/>
        </p:nvSpPr>
        <p:spPr>
          <a:xfrm>
            <a:off x="415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8_small_CA2_pose50_rmsd2_3566">
            <a:extLst>
              <a:ext uri="{FF2B5EF4-FFF2-40B4-BE49-F238E27FC236}">
                <a16:creationId xmlns:a16="http://schemas.microsoft.com/office/drawing/2014/main" id="{38FA74E8-6073-4AC1-8D0E-748A98C37AD8}"/>
              </a:ext>
            </a:extLst>
          </p:cNvPr>
          <p:cNvSpPr>
            <a:spLocks noGrp="1"/>
          </p:cNvSpPr>
          <p:nvPr/>
        </p:nvSpPr>
        <p:spPr>
          <a:xfrm>
            <a:off x="402469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8_small_CA2_pose50_rmsd2_3567">
            <a:extLst>
              <a:ext uri="{FF2B5EF4-FFF2-40B4-BE49-F238E27FC236}">
                <a16:creationId xmlns:a16="http://schemas.microsoft.com/office/drawing/2014/main" id="{7744A349-566C-4524-973D-30C611CECBC1}"/>
              </a:ext>
            </a:extLst>
          </p:cNvPr>
          <p:cNvSpPr>
            <a:spLocks noGrp="1"/>
          </p:cNvSpPr>
          <p:nvPr/>
        </p:nvSpPr>
        <p:spPr>
          <a:xfrm>
            <a:off x="426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8_small_CA2_pose50_rmsd2_3568">
            <a:extLst>
              <a:ext uri="{FF2B5EF4-FFF2-40B4-BE49-F238E27FC236}">
                <a16:creationId xmlns:a16="http://schemas.microsoft.com/office/drawing/2014/main" id="{46E48FE5-8F11-4ECC-8088-B40C96ECB9B2}"/>
              </a:ext>
            </a:extLst>
          </p:cNvPr>
          <p:cNvSpPr>
            <a:spLocks noGrp="1"/>
          </p:cNvSpPr>
          <p:nvPr/>
        </p:nvSpPr>
        <p:spPr>
          <a:xfrm>
            <a:off x="413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8_small_CA2_pose50_rmsd2_3569">
            <a:extLst>
              <a:ext uri="{FF2B5EF4-FFF2-40B4-BE49-F238E27FC236}">
                <a16:creationId xmlns:a16="http://schemas.microsoft.com/office/drawing/2014/main" id="{B04A1EA2-CC46-4BD6-98DB-11BA2AC5EBDB}"/>
              </a:ext>
            </a:extLst>
          </p:cNvPr>
          <p:cNvSpPr>
            <a:spLocks noGrp="1"/>
          </p:cNvSpPr>
          <p:nvPr/>
        </p:nvSpPr>
        <p:spPr>
          <a:xfrm>
            <a:off x="432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8_small_CA2_pose50_rmsd2_3570">
            <a:extLst>
              <a:ext uri="{FF2B5EF4-FFF2-40B4-BE49-F238E27FC236}">
                <a16:creationId xmlns:a16="http://schemas.microsoft.com/office/drawing/2014/main" id="{C80C38DB-9F9E-429B-AC2D-222E6796CA9D}"/>
              </a:ext>
            </a:extLst>
          </p:cNvPr>
          <p:cNvSpPr>
            <a:spLocks noGrp="1"/>
          </p:cNvSpPr>
          <p:nvPr/>
        </p:nvSpPr>
        <p:spPr>
          <a:xfrm>
            <a:off x="412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8_small_CA2_pose50_rmsd2_3571">
            <a:extLst>
              <a:ext uri="{FF2B5EF4-FFF2-40B4-BE49-F238E27FC236}">
                <a16:creationId xmlns:a16="http://schemas.microsoft.com/office/drawing/2014/main" id="{5E77A1B3-CA9E-4917-9682-89535C5FB2DC}"/>
              </a:ext>
            </a:extLst>
          </p:cNvPr>
          <p:cNvSpPr>
            <a:spLocks noGrp="1"/>
          </p:cNvSpPr>
          <p:nvPr/>
        </p:nvSpPr>
        <p:spPr>
          <a:xfrm>
            <a:off x="425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8_small_CA2_pose50_rmsd2_3572">
            <a:extLst>
              <a:ext uri="{FF2B5EF4-FFF2-40B4-BE49-F238E27FC236}">
                <a16:creationId xmlns:a16="http://schemas.microsoft.com/office/drawing/2014/main" id="{6B83FDAE-D516-4816-A579-71BBC794F3B9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8_small_CA2_pose50_rmsd2_3573">
            <a:extLst>
              <a:ext uri="{FF2B5EF4-FFF2-40B4-BE49-F238E27FC236}">
                <a16:creationId xmlns:a16="http://schemas.microsoft.com/office/drawing/2014/main" id="{137E2D92-C231-43F1-8C42-E253CCB3E8B9}"/>
              </a:ext>
            </a:extLst>
          </p:cNvPr>
          <p:cNvSpPr>
            <a:spLocks noGrp="1"/>
          </p:cNvSpPr>
          <p:nvPr/>
        </p:nvSpPr>
        <p:spPr>
          <a:xfrm>
            <a:off x="413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8_small_CA2_pose50_rmsd2_3574">
            <a:extLst>
              <a:ext uri="{FF2B5EF4-FFF2-40B4-BE49-F238E27FC236}">
                <a16:creationId xmlns:a16="http://schemas.microsoft.com/office/drawing/2014/main" id="{BDED901B-D49C-414B-9AA9-3A1B5C175CF5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8_small_CA2_pose50_rmsd2_3575">
            <a:extLst>
              <a:ext uri="{FF2B5EF4-FFF2-40B4-BE49-F238E27FC236}">
                <a16:creationId xmlns:a16="http://schemas.microsoft.com/office/drawing/2014/main" id="{FB257D0F-1EDA-42E0-AD92-E110171BE55B}"/>
              </a:ext>
            </a:extLst>
          </p:cNvPr>
          <p:cNvSpPr>
            <a:spLocks noGrp="1"/>
          </p:cNvSpPr>
          <p:nvPr/>
        </p:nvSpPr>
        <p:spPr>
          <a:xfrm>
            <a:off x="404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8_small_CA2_pose50_rmsd2_3576">
            <a:extLst>
              <a:ext uri="{FF2B5EF4-FFF2-40B4-BE49-F238E27FC236}">
                <a16:creationId xmlns:a16="http://schemas.microsoft.com/office/drawing/2014/main" id="{AAF2E93B-21BC-4079-AA20-F3C19B69A26C}"/>
              </a:ext>
            </a:extLst>
          </p:cNvPr>
          <p:cNvSpPr>
            <a:spLocks noGrp="1"/>
          </p:cNvSpPr>
          <p:nvPr/>
        </p:nvSpPr>
        <p:spPr>
          <a:xfrm>
            <a:off x="403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8_small_CA2_pose50_rmsd2_3577">
            <a:extLst>
              <a:ext uri="{FF2B5EF4-FFF2-40B4-BE49-F238E27FC236}">
                <a16:creationId xmlns:a16="http://schemas.microsoft.com/office/drawing/2014/main" id="{B668A63B-3A89-43B2-81F8-FCA6764E594F}"/>
              </a:ext>
            </a:extLst>
          </p:cNvPr>
          <p:cNvSpPr>
            <a:spLocks noGrp="1"/>
          </p:cNvSpPr>
          <p:nvPr/>
        </p:nvSpPr>
        <p:spPr>
          <a:xfrm>
            <a:off x="431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8_small_CA2_pose50_rmsd2_3578">
            <a:extLst>
              <a:ext uri="{FF2B5EF4-FFF2-40B4-BE49-F238E27FC236}">
                <a16:creationId xmlns:a16="http://schemas.microsoft.com/office/drawing/2014/main" id="{1DC429BD-7288-4ED6-998C-113ADF2718B0}"/>
              </a:ext>
            </a:extLst>
          </p:cNvPr>
          <p:cNvSpPr>
            <a:spLocks noGrp="1"/>
          </p:cNvSpPr>
          <p:nvPr/>
        </p:nvSpPr>
        <p:spPr>
          <a:xfrm>
            <a:off x="403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8_small_CA2_pose50_rmsd2_3579">
            <a:extLst>
              <a:ext uri="{FF2B5EF4-FFF2-40B4-BE49-F238E27FC236}">
                <a16:creationId xmlns:a16="http://schemas.microsoft.com/office/drawing/2014/main" id="{46115CC9-B717-4B66-B228-E1ED7AB58C1F}"/>
              </a:ext>
            </a:extLst>
          </p:cNvPr>
          <p:cNvSpPr>
            <a:spLocks noGrp="1"/>
          </p:cNvSpPr>
          <p:nvPr/>
        </p:nvSpPr>
        <p:spPr>
          <a:xfrm>
            <a:off x="413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8_small_CA2_pose50_rmsd2_3580">
            <a:extLst>
              <a:ext uri="{FF2B5EF4-FFF2-40B4-BE49-F238E27FC236}">
                <a16:creationId xmlns:a16="http://schemas.microsoft.com/office/drawing/2014/main" id="{6F7044B1-B043-4EEB-840C-1F90FE970761}"/>
              </a:ext>
            </a:extLst>
          </p:cNvPr>
          <p:cNvSpPr>
            <a:spLocks noGrp="1"/>
          </p:cNvSpPr>
          <p:nvPr/>
        </p:nvSpPr>
        <p:spPr>
          <a:xfrm>
            <a:off x="417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8_small_CA2_pose50_rmsd2_3581">
            <a:extLst>
              <a:ext uri="{FF2B5EF4-FFF2-40B4-BE49-F238E27FC236}">
                <a16:creationId xmlns:a16="http://schemas.microsoft.com/office/drawing/2014/main" id="{95B7898F-77C9-4300-85F7-E8F3BA98A137}"/>
              </a:ext>
            </a:extLst>
          </p:cNvPr>
          <p:cNvSpPr>
            <a:spLocks noGrp="1"/>
          </p:cNvSpPr>
          <p:nvPr/>
        </p:nvSpPr>
        <p:spPr>
          <a:xfrm>
            <a:off x="406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8_small_CA2_pose50_rmsd2_3582">
            <a:extLst>
              <a:ext uri="{FF2B5EF4-FFF2-40B4-BE49-F238E27FC236}">
                <a16:creationId xmlns:a16="http://schemas.microsoft.com/office/drawing/2014/main" id="{D7932895-942E-4CF3-A011-F96083B09A62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8_small_CA2_pose50_rmsd2_3583">
            <a:extLst>
              <a:ext uri="{FF2B5EF4-FFF2-40B4-BE49-F238E27FC236}">
                <a16:creationId xmlns:a16="http://schemas.microsoft.com/office/drawing/2014/main" id="{2D4590F2-33AE-450E-B6D0-EE95E811075E}"/>
              </a:ext>
            </a:extLst>
          </p:cNvPr>
          <p:cNvSpPr>
            <a:spLocks noGrp="1"/>
          </p:cNvSpPr>
          <p:nvPr/>
        </p:nvSpPr>
        <p:spPr>
          <a:xfrm>
            <a:off x="411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8_small_CA2_pose50_rmsd2_3584">
            <a:extLst>
              <a:ext uri="{FF2B5EF4-FFF2-40B4-BE49-F238E27FC236}">
                <a16:creationId xmlns:a16="http://schemas.microsoft.com/office/drawing/2014/main" id="{0344513B-4D08-433A-A2BC-1AAFAF06E094}"/>
              </a:ext>
            </a:extLst>
          </p:cNvPr>
          <p:cNvSpPr>
            <a:spLocks noGrp="1"/>
          </p:cNvSpPr>
          <p:nvPr/>
        </p:nvSpPr>
        <p:spPr>
          <a:xfrm>
            <a:off x="4322025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8_small_CA2_pose50_rmsd2_3585">
            <a:extLst>
              <a:ext uri="{FF2B5EF4-FFF2-40B4-BE49-F238E27FC236}">
                <a16:creationId xmlns:a16="http://schemas.microsoft.com/office/drawing/2014/main" id="{55E6C5A6-408F-4639-9F4E-B47032ABB696}"/>
              </a:ext>
            </a:extLst>
          </p:cNvPr>
          <p:cNvSpPr>
            <a:spLocks noGrp="1"/>
          </p:cNvSpPr>
          <p:nvPr/>
        </p:nvSpPr>
        <p:spPr>
          <a:xfrm>
            <a:off x="421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8_small_CA2_pose50_rmsd2_3586">
            <a:extLst>
              <a:ext uri="{FF2B5EF4-FFF2-40B4-BE49-F238E27FC236}">
                <a16:creationId xmlns:a16="http://schemas.microsoft.com/office/drawing/2014/main" id="{6E2E7A13-203E-48E8-A526-AB655F16D57A}"/>
              </a:ext>
            </a:extLst>
          </p:cNvPr>
          <p:cNvSpPr>
            <a:spLocks noGrp="1"/>
          </p:cNvSpPr>
          <p:nvPr/>
        </p:nvSpPr>
        <p:spPr>
          <a:xfrm>
            <a:off x="420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8_small_CA2_pose50_rmsd2_3587">
            <a:extLst>
              <a:ext uri="{FF2B5EF4-FFF2-40B4-BE49-F238E27FC236}">
                <a16:creationId xmlns:a16="http://schemas.microsoft.com/office/drawing/2014/main" id="{70BA15B7-9B71-46CB-A772-2B3EB09EEEF8}"/>
              </a:ext>
            </a:extLst>
          </p:cNvPr>
          <p:cNvSpPr>
            <a:spLocks noGrp="1"/>
          </p:cNvSpPr>
          <p:nvPr/>
        </p:nvSpPr>
        <p:spPr>
          <a:xfrm>
            <a:off x="429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8_small_CA2_pose50_rmsd2_3588">
            <a:extLst>
              <a:ext uri="{FF2B5EF4-FFF2-40B4-BE49-F238E27FC236}">
                <a16:creationId xmlns:a16="http://schemas.microsoft.com/office/drawing/2014/main" id="{01EB0EBC-4FF7-42F0-A5F1-49B0AE347158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8_small_CA2_pose50_rmsd2_3589">
            <a:extLst>
              <a:ext uri="{FF2B5EF4-FFF2-40B4-BE49-F238E27FC236}">
                <a16:creationId xmlns:a16="http://schemas.microsoft.com/office/drawing/2014/main" id="{1CFF3DDE-1882-453B-9195-0C28CE7E67AB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8_small_CA2_pose50_rmsd2_3590">
            <a:extLst>
              <a:ext uri="{FF2B5EF4-FFF2-40B4-BE49-F238E27FC236}">
                <a16:creationId xmlns:a16="http://schemas.microsoft.com/office/drawing/2014/main" id="{8B48EBB4-3360-448E-93D5-CD785336BE99}"/>
              </a:ext>
            </a:extLst>
          </p:cNvPr>
          <p:cNvSpPr>
            <a:spLocks noGrp="1"/>
          </p:cNvSpPr>
          <p:nvPr/>
        </p:nvSpPr>
        <p:spPr>
          <a:xfrm>
            <a:off x="425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8_small_CA2_pose50_rmsd2_3591">
            <a:extLst>
              <a:ext uri="{FF2B5EF4-FFF2-40B4-BE49-F238E27FC236}">
                <a16:creationId xmlns:a16="http://schemas.microsoft.com/office/drawing/2014/main" id="{80540411-9770-4244-815D-0742105DFA1D}"/>
              </a:ext>
            </a:extLst>
          </p:cNvPr>
          <p:cNvSpPr>
            <a:spLocks noGrp="1"/>
          </p:cNvSpPr>
          <p:nvPr/>
        </p:nvSpPr>
        <p:spPr>
          <a:xfrm>
            <a:off x="410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8_small_CA2_pose50_rmsd2_3592">
            <a:extLst>
              <a:ext uri="{FF2B5EF4-FFF2-40B4-BE49-F238E27FC236}">
                <a16:creationId xmlns:a16="http://schemas.microsoft.com/office/drawing/2014/main" id="{64046A8D-E619-4E76-A3E0-DEE0F6D66B44}"/>
              </a:ext>
            </a:extLst>
          </p:cNvPr>
          <p:cNvSpPr>
            <a:spLocks noGrp="1"/>
          </p:cNvSpPr>
          <p:nvPr/>
        </p:nvSpPr>
        <p:spPr>
          <a:xfrm>
            <a:off x="401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8_small_CA2_pose50_rmsd2_3593">
            <a:extLst>
              <a:ext uri="{FF2B5EF4-FFF2-40B4-BE49-F238E27FC236}">
                <a16:creationId xmlns:a16="http://schemas.microsoft.com/office/drawing/2014/main" id="{8405B383-2B52-4043-8FCF-1F4850E77589}"/>
              </a:ext>
            </a:extLst>
          </p:cNvPr>
          <p:cNvSpPr>
            <a:spLocks noGrp="1"/>
          </p:cNvSpPr>
          <p:nvPr/>
        </p:nvSpPr>
        <p:spPr>
          <a:xfrm>
            <a:off x="430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8_small_CA2_pose50_rmsd2_3594">
            <a:extLst>
              <a:ext uri="{FF2B5EF4-FFF2-40B4-BE49-F238E27FC236}">
                <a16:creationId xmlns:a16="http://schemas.microsoft.com/office/drawing/2014/main" id="{9C0300A9-806B-4353-A2F0-4CD905126CD1}"/>
              </a:ext>
            </a:extLst>
          </p:cNvPr>
          <p:cNvSpPr>
            <a:spLocks noGrp="1"/>
          </p:cNvSpPr>
          <p:nvPr/>
        </p:nvSpPr>
        <p:spPr>
          <a:xfrm>
            <a:off x="433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8_small_CA2_pose50_rmsd2_3595">
            <a:extLst>
              <a:ext uri="{FF2B5EF4-FFF2-40B4-BE49-F238E27FC236}">
                <a16:creationId xmlns:a16="http://schemas.microsoft.com/office/drawing/2014/main" id="{B1B80812-2892-4730-A8DC-42AA10C32EB3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8_small_CA2_pose50_rmsd2_3596">
            <a:extLst>
              <a:ext uri="{FF2B5EF4-FFF2-40B4-BE49-F238E27FC236}">
                <a16:creationId xmlns:a16="http://schemas.microsoft.com/office/drawing/2014/main" id="{D571FCED-5CEA-406B-AEB6-3B557E71D28E}"/>
              </a:ext>
            </a:extLst>
          </p:cNvPr>
          <p:cNvSpPr>
            <a:spLocks noGrp="1"/>
          </p:cNvSpPr>
          <p:nvPr/>
        </p:nvSpPr>
        <p:spPr>
          <a:xfrm>
            <a:off x="429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8_small_CA2_pose50_rmsd2_3597">
            <a:extLst>
              <a:ext uri="{FF2B5EF4-FFF2-40B4-BE49-F238E27FC236}">
                <a16:creationId xmlns:a16="http://schemas.microsoft.com/office/drawing/2014/main" id="{A64689F9-CDB0-4CB3-9D95-E5CB2EC6D5EC}"/>
              </a:ext>
            </a:extLst>
          </p:cNvPr>
          <p:cNvSpPr>
            <a:spLocks noGrp="1"/>
          </p:cNvSpPr>
          <p:nvPr/>
        </p:nvSpPr>
        <p:spPr>
          <a:xfrm>
            <a:off x="427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8_small_CA2_pose50_rmsd2_3598">
            <a:extLst>
              <a:ext uri="{FF2B5EF4-FFF2-40B4-BE49-F238E27FC236}">
                <a16:creationId xmlns:a16="http://schemas.microsoft.com/office/drawing/2014/main" id="{0A03EDC5-10FA-4729-B1F0-A9AE748F3824}"/>
              </a:ext>
            </a:extLst>
          </p:cNvPr>
          <p:cNvSpPr>
            <a:spLocks noGrp="1"/>
          </p:cNvSpPr>
          <p:nvPr/>
        </p:nvSpPr>
        <p:spPr>
          <a:xfrm>
            <a:off x="407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8_small_CA2_pose50_rmsd2_3599">
            <a:extLst>
              <a:ext uri="{FF2B5EF4-FFF2-40B4-BE49-F238E27FC236}">
                <a16:creationId xmlns:a16="http://schemas.microsoft.com/office/drawing/2014/main" id="{62FDBFF8-B059-440F-A5CD-5C4C9C5C5F88}"/>
              </a:ext>
            </a:extLst>
          </p:cNvPr>
          <p:cNvSpPr>
            <a:spLocks noGrp="1"/>
          </p:cNvSpPr>
          <p:nvPr/>
        </p:nvSpPr>
        <p:spPr>
          <a:xfrm>
            <a:off x="420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8_small_CA2_pose50_rmsd2_3600">
            <a:extLst>
              <a:ext uri="{FF2B5EF4-FFF2-40B4-BE49-F238E27FC236}">
                <a16:creationId xmlns:a16="http://schemas.microsoft.com/office/drawing/2014/main" id="{644E97E7-D89C-4274-A407-B796DB4E10DC}"/>
              </a:ext>
            </a:extLst>
          </p:cNvPr>
          <p:cNvSpPr>
            <a:spLocks noGrp="1"/>
          </p:cNvSpPr>
          <p:nvPr/>
        </p:nvSpPr>
        <p:spPr>
          <a:xfrm>
            <a:off x="421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8_small_CA2_pose50_rmsd2_3601">
            <a:extLst>
              <a:ext uri="{FF2B5EF4-FFF2-40B4-BE49-F238E27FC236}">
                <a16:creationId xmlns:a16="http://schemas.microsoft.com/office/drawing/2014/main" id="{1ED3B71F-CABF-4995-BB52-7971819BE2AC}"/>
              </a:ext>
            </a:extLst>
          </p:cNvPr>
          <p:cNvSpPr>
            <a:spLocks noGrp="1"/>
          </p:cNvSpPr>
          <p:nvPr/>
        </p:nvSpPr>
        <p:spPr>
          <a:xfrm>
            <a:off x="4299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8_small_CA2_pose50_rmsd2_3602">
            <a:extLst>
              <a:ext uri="{FF2B5EF4-FFF2-40B4-BE49-F238E27FC236}">
                <a16:creationId xmlns:a16="http://schemas.microsoft.com/office/drawing/2014/main" id="{F55E38FE-159D-485B-947B-E9BBDB60CFD9}"/>
              </a:ext>
            </a:extLst>
          </p:cNvPr>
          <p:cNvSpPr>
            <a:spLocks noGrp="1"/>
          </p:cNvSpPr>
          <p:nvPr/>
        </p:nvSpPr>
        <p:spPr>
          <a:xfrm>
            <a:off x="432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8_small_CA2_pose50_rmsd2_3603">
            <a:extLst>
              <a:ext uri="{FF2B5EF4-FFF2-40B4-BE49-F238E27FC236}">
                <a16:creationId xmlns:a16="http://schemas.microsoft.com/office/drawing/2014/main" id="{E372FCEE-57FF-4C70-9599-EB8C90C9C875}"/>
              </a:ext>
            </a:extLst>
          </p:cNvPr>
          <p:cNvSpPr>
            <a:spLocks noGrp="1"/>
          </p:cNvSpPr>
          <p:nvPr/>
        </p:nvSpPr>
        <p:spPr>
          <a:xfrm>
            <a:off x="431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8_small_CA2_pose50_rmsd2_3604">
            <a:extLst>
              <a:ext uri="{FF2B5EF4-FFF2-40B4-BE49-F238E27FC236}">
                <a16:creationId xmlns:a16="http://schemas.microsoft.com/office/drawing/2014/main" id="{1A6ED479-CD55-42A2-9FBC-9B4B9E12AAF6}"/>
              </a:ext>
            </a:extLst>
          </p:cNvPr>
          <p:cNvSpPr>
            <a:spLocks noGrp="1"/>
          </p:cNvSpPr>
          <p:nvPr/>
        </p:nvSpPr>
        <p:spPr>
          <a:xfrm>
            <a:off x="417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8_small_CA2_pose50_rmsd2_3605">
            <a:extLst>
              <a:ext uri="{FF2B5EF4-FFF2-40B4-BE49-F238E27FC236}">
                <a16:creationId xmlns:a16="http://schemas.microsoft.com/office/drawing/2014/main" id="{03C3267C-5F94-4E45-AD38-EF0FB09FF2ED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8_small_CA2_pose50_rmsd2_3606">
            <a:extLst>
              <a:ext uri="{FF2B5EF4-FFF2-40B4-BE49-F238E27FC236}">
                <a16:creationId xmlns:a16="http://schemas.microsoft.com/office/drawing/2014/main" id="{1725C214-18BB-46B0-973F-08F7488B8DF8}"/>
              </a:ext>
            </a:extLst>
          </p:cNvPr>
          <p:cNvSpPr>
            <a:spLocks noGrp="1"/>
          </p:cNvSpPr>
          <p:nvPr/>
        </p:nvSpPr>
        <p:spPr>
          <a:xfrm>
            <a:off x="423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8_small_CA2_pose50_rmsd2_3607">
            <a:extLst>
              <a:ext uri="{FF2B5EF4-FFF2-40B4-BE49-F238E27FC236}">
                <a16:creationId xmlns:a16="http://schemas.microsoft.com/office/drawing/2014/main" id="{FC8DA73F-B4A6-414B-AACF-3FDDF09F4904}"/>
              </a:ext>
            </a:extLst>
          </p:cNvPr>
          <p:cNvSpPr>
            <a:spLocks noGrp="1"/>
          </p:cNvSpPr>
          <p:nvPr/>
        </p:nvSpPr>
        <p:spPr>
          <a:xfrm>
            <a:off x="410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8_small_CA2_pose50_rmsd2_3608">
            <a:extLst>
              <a:ext uri="{FF2B5EF4-FFF2-40B4-BE49-F238E27FC236}">
                <a16:creationId xmlns:a16="http://schemas.microsoft.com/office/drawing/2014/main" id="{35064DA2-6E46-4CAE-B690-BE37493A7224}"/>
              </a:ext>
            </a:extLst>
          </p:cNvPr>
          <p:cNvSpPr>
            <a:spLocks noGrp="1"/>
          </p:cNvSpPr>
          <p:nvPr/>
        </p:nvSpPr>
        <p:spPr>
          <a:xfrm>
            <a:off x="406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8_small_CA2_pose50_rmsd2_3609">
            <a:extLst>
              <a:ext uri="{FF2B5EF4-FFF2-40B4-BE49-F238E27FC236}">
                <a16:creationId xmlns:a16="http://schemas.microsoft.com/office/drawing/2014/main" id="{5E706D4E-48A3-4AF5-89FB-EE1F1A1E9A47}"/>
              </a:ext>
            </a:extLst>
          </p:cNvPr>
          <p:cNvSpPr>
            <a:spLocks noGrp="1"/>
          </p:cNvSpPr>
          <p:nvPr/>
        </p:nvSpPr>
        <p:spPr>
          <a:xfrm>
            <a:off x="419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8_small_CA2_pose50_rmsd2_3610">
            <a:extLst>
              <a:ext uri="{FF2B5EF4-FFF2-40B4-BE49-F238E27FC236}">
                <a16:creationId xmlns:a16="http://schemas.microsoft.com/office/drawing/2014/main" id="{8A535BCD-E1BB-4127-A89D-0D21CE24E8A7}"/>
              </a:ext>
            </a:extLst>
          </p:cNvPr>
          <p:cNvSpPr>
            <a:spLocks noGrp="1"/>
          </p:cNvSpPr>
          <p:nvPr/>
        </p:nvSpPr>
        <p:spPr>
          <a:xfrm>
            <a:off x="424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8_small_CA2_pose50_rmsd2_3611">
            <a:extLst>
              <a:ext uri="{FF2B5EF4-FFF2-40B4-BE49-F238E27FC236}">
                <a16:creationId xmlns:a16="http://schemas.microsoft.com/office/drawing/2014/main" id="{D796320C-B3D7-4AD3-A820-2B3CD6564941}"/>
              </a:ext>
            </a:extLst>
          </p:cNvPr>
          <p:cNvSpPr>
            <a:spLocks noGrp="1"/>
          </p:cNvSpPr>
          <p:nvPr/>
        </p:nvSpPr>
        <p:spPr>
          <a:xfrm>
            <a:off x="427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8_small_CA2_pose50_rmsd2_3612">
            <a:extLst>
              <a:ext uri="{FF2B5EF4-FFF2-40B4-BE49-F238E27FC236}">
                <a16:creationId xmlns:a16="http://schemas.microsoft.com/office/drawing/2014/main" id="{3A6FFBBE-ED8F-40D9-991B-D49A5EE52A1C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8_small_CA2_pose50_rmsd2_3613">
            <a:extLst>
              <a:ext uri="{FF2B5EF4-FFF2-40B4-BE49-F238E27FC236}">
                <a16:creationId xmlns:a16="http://schemas.microsoft.com/office/drawing/2014/main" id="{FA413ABB-DD06-4D34-8DF7-892797893CE4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8_small_CA2_pose50_rmsd2_3614">
            <a:extLst>
              <a:ext uri="{FF2B5EF4-FFF2-40B4-BE49-F238E27FC236}">
                <a16:creationId xmlns:a16="http://schemas.microsoft.com/office/drawing/2014/main" id="{9170D7EC-E8AD-4ED2-B453-F31B5BDB5D95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8_small_CA2_pose50_rmsd2_3615">
            <a:extLst>
              <a:ext uri="{FF2B5EF4-FFF2-40B4-BE49-F238E27FC236}">
                <a16:creationId xmlns:a16="http://schemas.microsoft.com/office/drawing/2014/main" id="{B4B0305E-E663-44DE-A9AF-845C9B786041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8_small_CA2_pose50_rmsd2_3616">
            <a:extLst>
              <a:ext uri="{FF2B5EF4-FFF2-40B4-BE49-F238E27FC236}">
                <a16:creationId xmlns:a16="http://schemas.microsoft.com/office/drawing/2014/main" id="{A288D6E5-E892-46C5-BE67-5073376B9F1C}"/>
              </a:ext>
            </a:extLst>
          </p:cNvPr>
          <p:cNvSpPr>
            <a:spLocks noGrp="1"/>
          </p:cNvSpPr>
          <p:nvPr/>
        </p:nvSpPr>
        <p:spPr>
          <a:xfrm>
            <a:off x="434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8_small_CA2_pose50_rmsd2_3617">
            <a:extLst>
              <a:ext uri="{FF2B5EF4-FFF2-40B4-BE49-F238E27FC236}">
                <a16:creationId xmlns:a16="http://schemas.microsoft.com/office/drawing/2014/main" id="{F612B268-6D68-45AA-A355-F754B90DB86E}"/>
              </a:ext>
            </a:extLst>
          </p:cNvPr>
          <p:cNvSpPr>
            <a:spLocks noGrp="1"/>
          </p:cNvSpPr>
          <p:nvPr/>
        </p:nvSpPr>
        <p:spPr>
          <a:xfrm>
            <a:off x="434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8_small_CA2_pose50_rmsd2_3618">
            <a:extLst>
              <a:ext uri="{FF2B5EF4-FFF2-40B4-BE49-F238E27FC236}">
                <a16:creationId xmlns:a16="http://schemas.microsoft.com/office/drawing/2014/main" id="{8E1B40DA-6852-467C-80C4-AC2D78757B86}"/>
              </a:ext>
            </a:extLst>
          </p:cNvPr>
          <p:cNvSpPr>
            <a:spLocks noGrp="1"/>
          </p:cNvSpPr>
          <p:nvPr/>
        </p:nvSpPr>
        <p:spPr>
          <a:xfrm>
            <a:off x="416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8_small_CA2_pose50_rmsd2_3619">
            <a:extLst>
              <a:ext uri="{FF2B5EF4-FFF2-40B4-BE49-F238E27FC236}">
                <a16:creationId xmlns:a16="http://schemas.microsoft.com/office/drawing/2014/main" id="{AD02810F-4F6F-4FAC-A126-535C72411CD4}"/>
              </a:ext>
            </a:extLst>
          </p:cNvPr>
          <p:cNvSpPr>
            <a:spLocks noGrp="1"/>
          </p:cNvSpPr>
          <p:nvPr/>
        </p:nvSpPr>
        <p:spPr>
          <a:xfrm>
            <a:off x="419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8_small_CA2_pose50_rmsd2_3620">
            <a:extLst>
              <a:ext uri="{FF2B5EF4-FFF2-40B4-BE49-F238E27FC236}">
                <a16:creationId xmlns:a16="http://schemas.microsoft.com/office/drawing/2014/main" id="{60A1A43E-9D7B-4B36-91E8-3DE138668F1E}"/>
              </a:ext>
            </a:extLst>
          </p:cNvPr>
          <p:cNvSpPr>
            <a:spLocks noGrp="1"/>
          </p:cNvSpPr>
          <p:nvPr/>
        </p:nvSpPr>
        <p:spPr>
          <a:xfrm>
            <a:off x="410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8_small_CA2_pose50_rmsd2_3621">
            <a:extLst>
              <a:ext uri="{FF2B5EF4-FFF2-40B4-BE49-F238E27FC236}">
                <a16:creationId xmlns:a16="http://schemas.microsoft.com/office/drawing/2014/main" id="{141CE4C0-D179-4A9E-8990-17343FF5931F}"/>
              </a:ext>
            </a:extLst>
          </p:cNvPr>
          <p:cNvSpPr>
            <a:spLocks noGrp="1"/>
          </p:cNvSpPr>
          <p:nvPr/>
        </p:nvSpPr>
        <p:spPr>
          <a:xfrm>
            <a:off x="58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8_small_CA2_pose50_rmsd2_3622">
            <a:extLst>
              <a:ext uri="{FF2B5EF4-FFF2-40B4-BE49-F238E27FC236}">
                <a16:creationId xmlns:a16="http://schemas.microsoft.com/office/drawing/2014/main" id="{543039CA-3D26-4CEE-A0AE-328ED3A47D70}"/>
              </a:ext>
            </a:extLst>
          </p:cNvPr>
          <p:cNvSpPr>
            <a:spLocks noGrp="1"/>
          </p:cNvSpPr>
          <p:nvPr/>
        </p:nvSpPr>
        <p:spPr>
          <a:xfrm>
            <a:off x="60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8_small_CA2_pose50_rmsd2_3623">
            <a:extLst>
              <a:ext uri="{FF2B5EF4-FFF2-40B4-BE49-F238E27FC236}">
                <a16:creationId xmlns:a16="http://schemas.microsoft.com/office/drawing/2014/main" id="{4391FD58-951B-40FD-909F-74F69F65D6E4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8_small_CA2_pose50_rmsd2_3624">
            <a:extLst>
              <a:ext uri="{FF2B5EF4-FFF2-40B4-BE49-F238E27FC236}">
                <a16:creationId xmlns:a16="http://schemas.microsoft.com/office/drawing/2014/main" id="{2C6118E4-CD3E-44F9-9728-9E33347E8B38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8_small_CA2_pose50_rmsd2_3625">
            <a:extLst>
              <a:ext uri="{FF2B5EF4-FFF2-40B4-BE49-F238E27FC236}">
                <a16:creationId xmlns:a16="http://schemas.microsoft.com/office/drawing/2014/main" id="{8A6E21E4-AEEA-4259-8A5A-419F81F96914}"/>
              </a:ext>
            </a:extLst>
          </p:cNvPr>
          <p:cNvSpPr>
            <a:spLocks noGrp="1"/>
          </p:cNvSpPr>
          <p:nvPr/>
        </p:nvSpPr>
        <p:spPr>
          <a:xfrm>
            <a:off x="60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8_small_CA2_pose50_rmsd2_3626">
            <a:extLst>
              <a:ext uri="{FF2B5EF4-FFF2-40B4-BE49-F238E27FC236}">
                <a16:creationId xmlns:a16="http://schemas.microsoft.com/office/drawing/2014/main" id="{BD847C9D-33E6-4B38-A65A-A1E44F6AB2A5}"/>
              </a:ext>
            </a:extLst>
          </p:cNvPr>
          <p:cNvSpPr>
            <a:spLocks noGrp="1"/>
          </p:cNvSpPr>
          <p:nvPr/>
        </p:nvSpPr>
        <p:spPr>
          <a:xfrm>
            <a:off x="60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8_small_CA2_pose50_rmsd2_3627">
            <a:extLst>
              <a:ext uri="{FF2B5EF4-FFF2-40B4-BE49-F238E27FC236}">
                <a16:creationId xmlns:a16="http://schemas.microsoft.com/office/drawing/2014/main" id="{44CDBBE7-83AD-4E66-8BB1-95E371B989F0}"/>
              </a:ext>
            </a:extLst>
          </p:cNvPr>
          <p:cNvSpPr>
            <a:spLocks noGrp="1"/>
          </p:cNvSpPr>
          <p:nvPr/>
        </p:nvSpPr>
        <p:spPr>
          <a:xfrm>
            <a:off x="582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8_small_CA2_pose50_rmsd2_3628">
            <a:extLst>
              <a:ext uri="{FF2B5EF4-FFF2-40B4-BE49-F238E27FC236}">
                <a16:creationId xmlns:a16="http://schemas.microsoft.com/office/drawing/2014/main" id="{67B92E1C-AA59-42E3-801B-07F6DAE4A23A}"/>
              </a:ext>
            </a:extLst>
          </p:cNvPr>
          <p:cNvSpPr>
            <a:spLocks noGrp="1"/>
          </p:cNvSpPr>
          <p:nvPr/>
        </p:nvSpPr>
        <p:spPr>
          <a:xfrm>
            <a:off x="589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8_small_CA2_pose50_rmsd2_3629">
            <a:extLst>
              <a:ext uri="{FF2B5EF4-FFF2-40B4-BE49-F238E27FC236}">
                <a16:creationId xmlns:a16="http://schemas.microsoft.com/office/drawing/2014/main" id="{06AD8DBC-5494-43DC-9F28-1E4A4B588D08}"/>
              </a:ext>
            </a:extLst>
          </p:cNvPr>
          <p:cNvSpPr>
            <a:spLocks noGrp="1"/>
          </p:cNvSpPr>
          <p:nvPr/>
        </p:nvSpPr>
        <p:spPr>
          <a:xfrm>
            <a:off x="59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8_small_CA2_pose50_rmsd2_3630">
            <a:extLst>
              <a:ext uri="{FF2B5EF4-FFF2-40B4-BE49-F238E27FC236}">
                <a16:creationId xmlns:a16="http://schemas.microsoft.com/office/drawing/2014/main" id="{32CA0AC4-C023-416A-891E-C6C2F4AF3E02}"/>
              </a:ext>
            </a:extLst>
          </p:cNvPr>
          <p:cNvSpPr>
            <a:spLocks noGrp="1"/>
          </p:cNvSpPr>
          <p:nvPr/>
        </p:nvSpPr>
        <p:spPr>
          <a:xfrm>
            <a:off x="5897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8_small_CA2_pose50_rmsd2_3631">
            <a:extLst>
              <a:ext uri="{FF2B5EF4-FFF2-40B4-BE49-F238E27FC236}">
                <a16:creationId xmlns:a16="http://schemas.microsoft.com/office/drawing/2014/main" id="{FB42DC21-11FC-4663-8424-F3A97C2ADEAC}"/>
              </a:ext>
            </a:extLst>
          </p:cNvPr>
          <p:cNvSpPr>
            <a:spLocks noGrp="1"/>
          </p:cNvSpPr>
          <p:nvPr/>
        </p:nvSpPr>
        <p:spPr>
          <a:xfrm>
            <a:off x="6017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8_small_CA2_pose50_rmsd2_3632">
            <a:extLst>
              <a:ext uri="{FF2B5EF4-FFF2-40B4-BE49-F238E27FC236}">
                <a16:creationId xmlns:a16="http://schemas.microsoft.com/office/drawing/2014/main" id="{387AF1C8-01ED-4CFF-A2AB-2F3D80A36328}"/>
              </a:ext>
            </a:extLst>
          </p:cNvPr>
          <p:cNvSpPr>
            <a:spLocks noGrp="1"/>
          </p:cNvSpPr>
          <p:nvPr/>
        </p:nvSpPr>
        <p:spPr>
          <a:xfrm>
            <a:off x="58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8_small_CA2_pose50_rmsd2_3633">
            <a:extLst>
              <a:ext uri="{FF2B5EF4-FFF2-40B4-BE49-F238E27FC236}">
                <a16:creationId xmlns:a16="http://schemas.microsoft.com/office/drawing/2014/main" id="{45A1C9DF-3019-4AE9-9329-C01618F567DE}"/>
              </a:ext>
            </a:extLst>
          </p:cNvPr>
          <p:cNvSpPr>
            <a:spLocks noGrp="1"/>
          </p:cNvSpPr>
          <p:nvPr/>
        </p:nvSpPr>
        <p:spPr>
          <a:xfrm>
            <a:off x="58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8_small_CA2_pose50_rmsd2_3634">
            <a:extLst>
              <a:ext uri="{FF2B5EF4-FFF2-40B4-BE49-F238E27FC236}">
                <a16:creationId xmlns:a16="http://schemas.microsoft.com/office/drawing/2014/main" id="{742EDE66-E7F8-4FC9-92B3-4C92D87883E5}"/>
              </a:ext>
            </a:extLst>
          </p:cNvPr>
          <p:cNvSpPr>
            <a:spLocks noGrp="1"/>
          </p:cNvSpPr>
          <p:nvPr/>
        </p:nvSpPr>
        <p:spPr>
          <a:xfrm>
            <a:off x="57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8_small_CA2_pose50_rmsd2_3635">
            <a:extLst>
              <a:ext uri="{FF2B5EF4-FFF2-40B4-BE49-F238E27FC236}">
                <a16:creationId xmlns:a16="http://schemas.microsoft.com/office/drawing/2014/main" id="{F903CB76-335C-4654-8D6B-70025883502A}"/>
              </a:ext>
            </a:extLst>
          </p:cNvPr>
          <p:cNvSpPr>
            <a:spLocks noGrp="1"/>
          </p:cNvSpPr>
          <p:nvPr/>
        </p:nvSpPr>
        <p:spPr>
          <a:xfrm>
            <a:off x="60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8_small_CA2_pose50_rmsd2_3636">
            <a:extLst>
              <a:ext uri="{FF2B5EF4-FFF2-40B4-BE49-F238E27FC236}">
                <a16:creationId xmlns:a16="http://schemas.microsoft.com/office/drawing/2014/main" id="{6275F335-338F-44AC-A8C3-76608A12AD34}"/>
              </a:ext>
            </a:extLst>
          </p:cNvPr>
          <p:cNvSpPr>
            <a:spLocks noGrp="1"/>
          </p:cNvSpPr>
          <p:nvPr/>
        </p:nvSpPr>
        <p:spPr>
          <a:xfrm>
            <a:off x="584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8_small_CA2_pose50_rmsd2_3637">
            <a:extLst>
              <a:ext uri="{FF2B5EF4-FFF2-40B4-BE49-F238E27FC236}">
                <a16:creationId xmlns:a16="http://schemas.microsoft.com/office/drawing/2014/main" id="{5261A3AD-3873-4793-98A5-D49F26E1155E}"/>
              </a:ext>
            </a:extLst>
          </p:cNvPr>
          <p:cNvSpPr>
            <a:spLocks noGrp="1"/>
          </p:cNvSpPr>
          <p:nvPr/>
        </p:nvSpPr>
        <p:spPr>
          <a:xfrm>
            <a:off x="5831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8_small_CA2_pose50_rmsd2_3638">
            <a:extLst>
              <a:ext uri="{FF2B5EF4-FFF2-40B4-BE49-F238E27FC236}">
                <a16:creationId xmlns:a16="http://schemas.microsoft.com/office/drawing/2014/main" id="{6003FFA8-A3D2-420C-81B3-8680C605757D}"/>
              </a:ext>
            </a:extLst>
          </p:cNvPr>
          <p:cNvSpPr>
            <a:spLocks noGrp="1"/>
          </p:cNvSpPr>
          <p:nvPr/>
        </p:nvSpPr>
        <p:spPr>
          <a:xfrm>
            <a:off x="59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8_small_CA2_pose50_rmsd2_3639">
            <a:extLst>
              <a:ext uri="{FF2B5EF4-FFF2-40B4-BE49-F238E27FC236}">
                <a16:creationId xmlns:a16="http://schemas.microsoft.com/office/drawing/2014/main" id="{988C8B7F-0CA0-4588-8B3A-76B2807EB33C}"/>
              </a:ext>
            </a:extLst>
          </p:cNvPr>
          <p:cNvSpPr>
            <a:spLocks noGrp="1"/>
          </p:cNvSpPr>
          <p:nvPr/>
        </p:nvSpPr>
        <p:spPr>
          <a:xfrm>
            <a:off x="58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8_small_CA2_pose50_rmsd2_3640">
            <a:extLst>
              <a:ext uri="{FF2B5EF4-FFF2-40B4-BE49-F238E27FC236}">
                <a16:creationId xmlns:a16="http://schemas.microsoft.com/office/drawing/2014/main" id="{D7155A40-B083-449E-8DB5-B8325627A0B1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8_small_CA2_pose50_rmsd2_3641">
            <a:extLst>
              <a:ext uri="{FF2B5EF4-FFF2-40B4-BE49-F238E27FC236}">
                <a16:creationId xmlns:a16="http://schemas.microsoft.com/office/drawing/2014/main" id="{D0AD5C3F-18B1-4ED7-A1DA-DB601FB96542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8_small_CA2_pose50_rmsd2_3642">
            <a:extLst>
              <a:ext uri="{FF2B5EF4-FFF2-40B4-BE49-F238E27FC236}">
                <a16:creationId xmlns:a16="http://schemas.microsoft.com/office/drawing/2014/main" id="{8DE32420-C8D8-4241-86DF-65122903B0DC}"/>
              </a:ext>
            </a:extLst>
          </p:cNvPr>
          <p:cNvSpPr>
            <a:spLocks noGrp="1"/>
          </p:cNvSpPr>
          <p:nvPr/>
        </p:nvSpPr>
        <p:spPr>
          <a:xfrm>
            <a:off x="59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8_small_CA2_pose50_rmsd2_3643">
            <a:extLst>
              <a:ext uri="{FF2B5EF4-FFF2-40B4-BE49-F238E27FC236}">
                <a16:creationId xmlns:a16="http://schemas.microsoft.com/office/drawing/2014/main" id="{AA9FEE65-3611-4255-BFF7-F13E36987A00}"/>
              </a:ext>
            </a:extLst>
          </p:cNvPr>
          <p:cNvSpPr>
            <a:spLocks noGrp="1"/>
          </p:cNvSpPr>
          <p:nvPr/>
        </p:nvSpPr>
        <p:spPr>
          <a:xfrm>
            <a:off x="577469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8_small_CA2_pose50_rmsd2_3644">
            <a:extLst>
              <a:ext uri="{FF2B5EF4-FFF2-40B4-BE49-F238E27FC236}">
                <a16:creationId xmlns:a16="http://schemas.microsoft.com/office/drawing/2014/main" id="{B0F99210-55F6-46E8-8DEF-B7A38D31D483}"/>
              </a:ext>
            </a:extLst>
          </p:cNvPr>
          <p:cNvSpPr>
            <a:spLocks noGrp="1"/>
          </p:cNvSpPr>
          <p:nvPr/>
        </p:nvSpPr>
        <p:spPr>
          <a:xfrm>
            <a:off x="60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8_small_CA2_pose50_rmsd2_3645">
            <a:extLst>
              <a:ext uri="{FF2B5EF4-FFF2-40B4-BE49-F238E27FC236}">
                <a16:creationId xmlns:a16="http://schemas.microsoft.com/office/drawing/2014/main" id="{6A3C95ED-80DC-4B3B-B3EA-E317C20FA32C}"/>
              </a:ext>
            </a:extLst>
          </p:cNvPr>
          <p:cNvSpPr>
            <a:spLocks noGrp="1"/>
          </p:cNvSpPr>
          <p:nvPr/>
        </p:nvSpPr>
        <p:spPr>
          <a:xfrm>
            <a:off x="58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8_small_CA2_pose50_rmsd2_3646">
            <a:extLst>
              <a:ext uri="{FF2B5EF4-FFF2-40B4-BE49-F238E27FC236}">
                <a16:creationId xmlns:a16="http://schemas.microsoft.com/office/drawing/2014/main" id="{9F27C943-D337-4A56-A56F-CD0BD9CA4828}"/>
              </a:ext>
            </a:extLst>
          </p:cNvPr>
          <p:cNvSpPr>
            <a:spLocks noGrp="1"/>
          </p:cNvSpPr>
          <p:nvPr/>
        </p:nvSpPr>
        <p:spPr>
          <a:xfrm>
            <a:off x="60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8_small_CA2_pose50_rmsd2_3647">
            <a:extLst>
              <a:ext uri="{FF2B5EF4-FFF2-40B4-BE49-F238E27FC236}">
                <a16:creationId xmlns:a16="http://schemas.microsoft.com/office/drawing/2014/main" id="{91E64378-14A8-4248-8BAB-33AB4647BF1F}"/>
              </a:ext>
            </a:extLst>
          </p:cNvPr>
          <p:cNvSpPr>
            <a:spLocks noGrp="1"/>
          </p:cNvSpPr>
          <p:nvPr/>
        </p:nvSpPr>
        <p:spPr>
          <a:xfrm>
            <a:off x="58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8_small_CA2_pose50_rmsd2_3648">
            <a:extLst>
              <a:ext uri="{FF2B5EF4-FFF2-40B4-BE49-F238E27FC236}">
                <a16:creationId xmlns:a16="http://schemas.microsoft.com/office/drawing/2014/main" id="{12C72DD2-4DB1-48D3-BC28-7754F5ECF17C}"/>
              </a:ext>
            </a:extLst>
          </p:cNvPr>
          <p:cNvSpPr>
            <a:spLocks noGrp="1"/>
          </p:cNvSpPr>
          <p:nvPr/>
        </p:nvSpPr>
        <p:spPr>
          <a:xfrm>
            <a:off x="60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8_small_CA2_pose50_rmsd2_3649">
            <a:extLst>
              <a:ext uri="{FF2B5EF4-FFF2-40B4-BE49-F238E27FC236}">
                <a16:creationId xmlns:a16="http://schemas.microsoft.com/office/drawing/2014/main" id="{017B52DA-BD3C-441E-907A-022F1A5CFD85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8_small_CA2_pose50_rmsd2_3650">
            <a:extLst>
              <a:ext uri="{FF2B5EF4-FFF2-40B4-BE49-F238E27FC236}">
                <a16:creationId xmlns:a16="http://schemas.microsoft.com/office/drawing/2014/main" id="{A5B4505F-7F46-4218-8489-C6569C1C169F}"/>
              </a:ext>
            </a:extLst>
          </p:cNvPr>
          <p:cNvSpPr>
            <a:spLocks noGrp="1"/>
          </p:cNvSpPr>
          <p:nvPr/>
        </p:nvSpPr>
        <p:spPr>
          <a:xfrm>
            <a:off x="58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8_small_CA2_pose50_rmsd2_3651">
            <a:extLst>
              <a:ext uri="{FF2B5EF4-FFF2-40B4-BE49-F238E27FC236}">
                <a16:creationId xmlns:a16="http://schemas.microsoft.com/office/drawing/2014/main" id="{EEB1CC0C-04F7-4CF5-AC97-BEE2A1EF0302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8_small_CA2_pose50_rmsd2_3652">
            <a:extLst>
              <a:ext uri="{FF2B5EF4-FFF2-40B4-BE49-F238E27FC236}">
                <a16:creationId xmlns:a16="http://schemas.microsoft.com/office/drawing/2014/main" id="{958C62B9-33D4-4A06-AAF2-67A9A30886EB}"/>
              </a:ext>
            </a:extLst>
          </p:cNvPr>
          <p:cNvSpPr>
            <a:spLocks noGrp="1"/>
          </p:cNvSpPr>
          <p:nvPr/>
        </p:nvSpPr>
        <p:spPr>
          <a:xfrm>
            <a:off x="57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8_small_CA2_pose50_rmsd2_3653">
            <a:extLst>
              <a:ext uri="{FF2B5EF4-FFF2-40B4-BE49-F238E27FC236}">
                <a16:creationId xmlns:a16="http://schemas.microsoft.com/office/drawing/2014/main" id="{D5F3BE04-FECF-4060-B002-6AF77FDE0F98}"/>
              </a:ext>
            </a:extLst>
          </p:cNvPr>
          <p:cNvSpPr>
            <a:spLocks noGrp="1"/>
          </p:cNvSpPr>
          <p:nvPr/>
        </p:nvSpPr>
        <p:spPr>
          <a:xfrm>
            <a:off x="57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8_small_CA2_pose50_rmsd2_3654">
            <a:extLst>
              <a:ext uri="{FF2B5EF4-FFF2-40B4-BE49-F238E27FC236}">
                <a16:creationId xmlns:a16="http://schemas.microsoft.com/office/drawing/2014/main" id="{44E7D4ED-F12F-4971-942C-47DC44FD554C}"/>
              </a:ext>
            </a:extLst>
          </p:cNvPr>
          <p:cNvSpPr>
            <a:spLocks noGrp="1"/>
          </p:cNvSpPr>
          <p:nvPr/>
        </p:nvSpPr>
        <p:spPr>
          <a:xfrm>
            <a:off x="60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8_small_CA2_pose50_rmsd2_3655">
            <a:extLst>
              <a:ext uri="{FF2B5EF4-FFF2-40B4-BE49-F238E27FC236}">
                <a16:creationId xmlns:a16="http://schemas.microsoft.com/office/drawing/2014/main" id="{B6B08E9D-A3DA-4456-A44C-8FBD94492B5C}"/>
              </a:ext>
            </a:extLst>
          </p:cNvPr>
          <p:cNvSpPr>
            <a:spLocks noGrp="1"/>
          </p:cNvSpPr>
          <p:nvPr/>
        </p:nvSpPr>
        <p:spPr>
          <a:xfrm>
            <a:off x="57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8_small_CA2_pose50_rmsd2_3656">
            <a:extLst>
              <a:ext uri="{FF2B5EF4-FFF2-40B4-BE49-F238E27FC236}">
                <a16:creationId xmlns:a16="http://schemas.microsoft.com/office/drawing/2014/main" id="{30E942E2-386E-4C2E-A133-E58EBDF2C024}"/>
              </a:ext>
            </a:extLst>
          </p:cNvPr>
          <p:cNvSpPr>
            <a:spLocks noGrp="1"/>
          </p:cNvSpPr>
          <p:nvPr/>
        </p:nvSpPr>
        <p:spPr>
          <a:xfrm>
            <a:off x="58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8_small_CA2_pose50_rmsd2_3657">
            <a:extLst>
              <a:ext uri="{FF2B5EF4-FFF2-40B4-BE49-F238E27FC236}">
                <a16:creationId xmlns:a16="http://schemas.microsoft.com/office/drawing/2014/main" id="{BEEB4F70-FC3E-4E03-AD5B-898BE01C5AC2}"/>
              </a:ext>
            </a:extLst>
          </p:cNvPr>
          <p:cNvSpPr>
            <a:spLocks noGrp="1"/>
          </p:cNvSpPr>
          <p:nvPr/>
        </p:nvSpPr>
        <p:spPr>
          <a:xfrm>
            <a:off x="59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8_small_CA2_pose50_rmsd2_3658">
            <a:extLst>
              <a:ext uri="{FF2B5EF4-FFF2-40B4-BE49-F238E27FC236}">
                <a16:creationId xmlns:a16="http://schemas.microsoft.com/office/drawing/2014/main" id="{E5220D86-11EA-4F88-8F48-98A3E9975262}"/>
              </a:ext>
            </a:extLst>
          </p:cNvPr>
          <p:cNvSpPr>
            <a:spLocks noGrp="1"/>
          </p:cNvSpPr>
          <p:nvPr/>
        </p:nvSpPr>
        <p:spPr>
          <a:xfrm>
            <a:off x="58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8_small_CA2_pose50_rmsd2_3659">
            <a:extLst>
              <a:ext uri="{FF2B5EF4-FFF2-40B4-BE49-F238E27FC236}">
                <a16:creationId xmlns:a16="http://schemas.microsoft.com/office/drawing/2014/main" id="{20AA42B0-4703-4645-9F66-03A28327E86B}"/>
              </a:ext>
            </a:extLst>
          </p:cNvPr>
          <p:cNvSpPr>
            <a:spLocks noGrp="1"/>
          </p:cNvSpPr>
          <p:nvPr/>
        </p:nvSpPr>
        <p:spPr>
          <a:xfrm>
            <a:off x="58861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8_small_CA2_pose50_rmsd2_3660">
            <a:extLst>
              <a:ext uri="{FF2B5EF4-FFF2-40B4-BE49-F238E27FC236}">
                <a16:creationId xmlns:a16="http://schemas.microsoft.com/office/drawing/2014/main" id="{C5BDED4D-EB7F-4A43-8B7D-26146C037960}"/>
              </a:ext>
            </a:extLst>
          </p:cNvPr>
          <p:cNvSpPr>
            <a:spLocks noGrp="1"/>
          </p:cNvSpPr>
          <p:nvPr/>
        </p:nvSpPr>
        <p:spPr>
          <a:xfrm>
            <a:off x="58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8_small_CA2_pose50_rmsd2_3661">
            <a:extLst>
              <a:ext uri="{FF2B5EF4-FFF2-40B4-BE49-F238E27FC236}">
                <a16:creationId xmlns:a16="http://schemas.microsoft.com/office/drawing/2014/main" id="{63C65EF8-A564-42DC-B9D0-15C21DD8CE6B}"/>
              </a:ext>
            </a:extLst>
          </p:cNvPr>
          <p:cNvSpPr>
            <a:spLocks noGrp="1"/>
          </p:cNvSpPr>
          <p:nvPr/>
        </p:nvSpPr>
        <p:spPr>
          <a:xfrm>
            <a:off x="6072025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8_small_CA2_pose50_rmsd2_3662">
            <a:extLst>
              <a:ext uri="{FF2B5EF4-FFF2-40B4-BE49-F238E27FC236}">
                <a16:creationId xmlns:a16="http://schemas.microsoft.com/office/drawing/2014/main" id="{AFF30ABE-6707-4FB5-A259-00716478C415}"/>
              </a:ext>
            </a:extLst>
          </p:cNvPr>
          <p:cNvSpPr>
            <a:spLocks noGrp="1"/>
          </p:cNvSpPr>
          <p:nvPr/>
        </p:nvSpPr>
        <p:spPr>
          <a:xfrm>
            <a:off x="596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8_small_CA2_pose50_rmsd2_3663">
            <a:extLst>
              <a:ext uri="{FF2B5EF4-FFF2-40B4-BE49-F238E27FC236}">
                <a16:creationId xmlns:a16="http://schemas.microsoft.com/office/drawing/2014/main" id="{F1324225-CD38-4DD7-8522-5DB0CD4BFE9B}"/>
              </a:ext>
            </a:extLst>
          </p:cNvPr>
          <p:cNvSpPr>
            <a:spLocks noGrp="1"/>
          </p:cNvSpPr>
          <p:nvPr/>
        </p:nvSpPr>
        <p:spPr>
          <a:xfrm>
            <a:off x="5954624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8_small_CA2_pose50_rmsd2_3664">
            <a:extLst>
              <a:ext uri="{FF2B5EF4-FFF2-40B4-BE49-F238E27FC236}">
                <a16:creationId xmlns:a16="http://schemas.microsoft.com/office/drawing/2014/main" id="{467B61B3-9A66-41AA-B98C-C63612694F3A}"/>
              </a:ext>
            </a:extLst>
          </p:cNvPr>
          <p:cNvSpPr>
            <a:spLocks noGrp="1"/>
          </p:cNvSpPr>
          <p:nvPr/>
        </p:nvSpPr>
        <p:spPr>
          <a:xfrm>
            <a:off x="60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8_small_CA2_pose50_rmsd2_3665">
            <a:extLst>
              <a:ext uri="{FF2B5EF4-FFF2-40B4-BE49-F238E27FC236}">
                <a16:creationId xmlns:a16="http://schemas.microsoft.com/office/drawing/2014/main" id="{B29D37E1-03D2-436E-8A02-48E36AA954F1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8_small_CA2_pose50_rmsd2_3666">
            <a:extLst>
              <a:ext uri="{FF2B5EF4-FFF2-40B4-BE49-F238E27FC236}">
                <a16:creationId xmlns:a16="http://schemas.microsoft.com/office/drawing/2014/main" id="{A48A48A1-AF81-41A3-B82D-6C19AB2A5138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8_small_CA2_pose50_rmsd2_3667">
            <a:extLst>
              <a:ext uri="{FF2B5EF4-FFF2-40B4-BE49-F238E27FC236}">
                <a16:creationId xmlns:a16="http://schemas.microsoft.com/office/drawing/2014/main" id="{8E41BEDA-BD0E-4F12-B992-19391D8CAC78}"/>
              </a:ext>
            </a:extLst>
          </p:cNvPr>
          <p:cNvSpPr>
            <a:spLocks noGrp="1"/>
          </p:cNvSpPr>
          <p:nvPr/>
        </p:nvSpPr>
        <p:spPr>
          <a:xfrm>
            <a:off x="60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8_small_CA2_pose50_rmsd2_3668">
            <a:extLst>
              <a:ext uri="{FF2B5EF4-FFF2-40B4-BE49-F238E27FC236}">
                <a16:creationId xmlns:a16="http://schemas.microsoft.com/office/drawing/2014/main" id="{1F702A1E-2939-4CE2-AA89-CBE7C7118630}"/>
              </a:ext>
            </a:extLst>
          </p:cNvPr>
          <p:cNvSpPr>
            <a:spLocks noGrp="1"/>
          </p:cNvSpPr>
          <p:nvPr/>
        </p:nvSpPr>
        <p:spPr>
          <a:xfrm>
            <a:off x="58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8_small_CA2_pose50_rmsd2_3669">
            <a:extLst>
              <a:ext uri="{FF2B5EF4-FFF2-40B4-BE49-F238E27FC236}">
                <a16:creationId xmlns:a16="http://schemas.microsoft.com/office/drawing/2014/main" id="{4D1B466E-E95F-4E7E-BCC6-40B2B55D3A76}"/>
              </a:ext>
            </a:extLst>
          </p:cNvPr>
          <p:cNvSpPr>
            <a:spLocks noGrp="1"/>
          </p:cNvSpPr>
          <p:nvPr/>
        </p:nvSpPr>
        <p:spPr>
          <a:xfrm>
            <a:off x="57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8_small_CA2_pose50_rmsd2_3670">
            <a:extLst>
              <a:ext uri="{FF2B5EF4-FFF2-40B4-BE49-F238E27FC236}">
                <a16:creationId xmlns:a16="http://schemas.microsoft.com/office/drawing/2014/main" id="{E817D34E-2776-44F4-91D1-192F53EDE5F4}"/>
              </a:ext>
            </a:extLst>
          </p:cNvPr>
          <p:cNvSpPr>
            <a:spLocks noGrp="1"/>
          </p:cNvSpPr>
          <p:nvPr/>
        </p:nvSpPr>
        <p:spPr>
          <a:xfrm>
            <a:off x="60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8_small_CA2_pose50_rmsd2_3671">
            <a:extLst>
              <a:ext uri="{FF2B5EF4-FFF2-40B4-BE49-F238E27FC236}">
                <a16:creationId xmlns:a16="http://schemas.microsoft.com/office/drawing/2014/main" id="{0692954A-F580-4BDB-9588-F74B21B0518A}"/>
              </a:ext>
            </a:extLst>
          </p:cNvPr>
          <p:cNvSpPr>
            <a:spLocks noGrp="1"/>
          </p:cNvSpPr>
          <p:nvPr/>
        </p:nvSpPr>
        <p:spPr>
          <a:xfrm>
            <a:off x="60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8_small_CA2_pose50_rmsd2_3672">
            <a:extLst>
              <a:ext uri="{FF2B5EF4-FFF2-40B4-BE49-F238E27FC236}">
                <a16:creationId xmlns:a16="http://schemas.microsoft.com/office/drawing/2014/main" id="{2FFF00F8-DE1F-4DC1-B37D-C33FBCCAFD4C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8_small_CA2_pose50_rmsd2_3673">
            <a:extLst>
              <a:ext uri="{FF2B5EF4-FFF2-40B4-BE49-F238E27FC236}">
                <a16:creationId xmlns:a16="http://schemas.microsoft.com/office/drawing/2014/main" id="{592A57DE-22B1-4F11-8ED1-9615A8C29A64}"/>
              </a:ext>
            </a:extLst>
          </p:cNvPr>
          <p:cNvSpPr>
            <a:spLocks noGrp="1"/>
          </p:cNvSpPr>
          <p:nvPr/>
        </p:nvSpPr>
        <p:spPr>
          <a:xfrm>
            <a:off x="60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8_small_CA2_pose50_rmsd2_3674">
            <a:extLst>
              <a:ext uri="{FF2B5EF4-FFF2-40B4-BE49-F238E27FC236}">
                <a16:creationId xmlns:a16="http://schemas.microsoft.com/office/drawing/2014/main" id="{E2F50656-BB4B-4CEA-9949-780D92F0B337}"/>
              </a:ext>
            </a:extLst>
          </p:cNvPr>
          <p:cNvSpPr>
            <a:spLocks noGrp="1"/>
          </p:cNvSpPr>
          <p:nvPr/>
        </p:nvSpPr>
        <p:spPr>
          <a:xfrm>
            <a:off x="60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8_small_CA2_pose50_rmsd2_3675">
            <a:extLst>
              <a:ext uri="{FF2B5EF4-FFF2-40B4-BE49-F238E27FC236}">
                <a16:creationId xmlns:a16="http://schemas.microsoft.com/office/drawing/2014/main" id="{E9DAAD61-4BE8-46C0-B201-F22B423ADAA2}"/>
              </a:ext>
            </a:extLst>
          </p:cNvPr>
          <p:cNvSpPr>
            <a:spLocks noGrp="1"/>
          </p:cNvSpPr>
          <p:nvPr/>
        </p:nvSpPr>
        <p:spPr>
          <a:xfrm>
            <a:off x="582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8_small_CA2_pose50_rmsd2_3676">
            <a:extLst>
              <a:ext uri="{FF2B5EF4-FFF2-40B4-BE49-F238E27FC236}">
                <a16:creationId xmlns:a16="http://schemas.microsoft.com/office/drawing/2014/main" id="{A82D2F8E-BCB4-46EE-9A34-2DC251853902}"/>
              </a:ext>
            </a:extLst>
          </p:cNvPr>
          <p:cNvSpPr>
            <a:spLocks noGrp="1"/>
          </p:cNvSpPr>
          <p:nvPr/>
        </p:nvSpPr>
        <p:spPr>
          <a:xfrm>
            <a:off x="59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8_small_CA2_pose50_rmsd2_3677">
            <a:extLst>
              <a:ext uri="{FF2B5EF4-FFF2-40B4-BE49-F238E27FC236}">
                <a16:creationId xmlns:a16="http://schemas.microsoft.com/office/drawing/2014/main" id="{9A79C84B-7C56-486E-B258-70550CDA1A99}"/>
              </a:ext>
            </a:extLst>
          </p:cNvPr>
          <p:cNvSpPr>
            <a:spLocks noGrp="1"/>
          </p:cNvSpPr>
          <p:nvPr/>
        </p:nvSpPr>
        <p:spPr>
          <a:xfrm>
            <a:off x="59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8_small_CA2_pose50_rmsd2_3678">
            <a:extLst>
              <a:ext uri="{FF2B5EF4-FFF2-40B4-BE49-F238E27FC236}">
                <a16:creationId xmlns:a16="http://schemas.microsoft.com/office/drawing/2014/main" id="{D98B1685-BFB0-4663-8A50-8EB65797E31C}"/>
              </a:ext>
            </a:extLst>
          </p:cNvPr>
          <p:cNvSpPr>
            <a:spLocks noGrp="1"/>
          </p:cNvSpPr>
          <p:nvPr/>
        </p:nvSpPr>
        <p:spPr>
          <a:xfrm>
            <a:off x="6049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8_small_CA2_pose50_rmsd2_3679">
            <a:extLst>
              <a:ext uri="{FF2B5EF4-FFF2-40B4-BE49-F238E27FC236}">
                <a16:creationId xmlns:a16="http://schemas.microsoft.com/office/drawing/2014/main" id="{8F2CEC1C-5F96-42CE-BF7A-15EA57E6A52A}"/>
              </a:ext>
            </a:extLst>
          </p:cNvPr>
          <p:cNvSpPr>
            <a:spLocks noGrp="1"/>
          </p:cNvSpPr>
          <p:nvPr/>
        </p:nvSpPr>
        <p:spPr>
          <a:xfrm>
            <a:off x="60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8_small_CA2_pose50_rmsd2_3680">
            <a:extLst>
              <a:ext uri="{FF2B5EF4-FFF2-40B4-BE49-F238E27FC236}">
                <a16:creationId xmlns:a16="http://schemas.microsoft.com/office/drawing/2014/main" id="{64F480AC-8A2B-4252-82F9-8AC116B9CA3C}"/>
              </a:ext>
            </a:extLst>
          </p:cNvPr>
          <p:cNvSpPr>
            <a:spLocks noGrp="1"/>
          </p:cNvSpPr>
          <p:nvPr/>
        </p:nvSpPr>
        <p:spPr>
          <a:xfrm>
            <a:off x="60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8_small_CA2_pose50_rmsd2_3681">
            <a:extLst>
              <a:ext uri="{FF2B5EF4-FFF2-40B4-BE49-F238E27FC236}">
                <a16:creationId xmlns:a16="http://schemas.microsoft.com/office/drawing/2014/main" id="{21FF56F6-53D2-440C-A2ED-795623BB00EC}"/>
              </a:ext>
            </a:extLst>
          </p:cNvPr>
          <p:cNvSpPr>
            <a:spLocks noGrp="1"/>
          </p:cNvSpPr>
          <p:nvPr/>
        </p:nvSpPr>
        <p:spPr>
          <a:xfrm>
            <a:off x="59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8_small_CA2_pose50_rmsd2_3682">
            <a:extLst>
              <a:ext uri="{FF2B5EF4-FFF2-40B4-BE49-F238E27FC236}">
                <a16:creationId xmlns:a16="http://schemas.microsoft.com/office/drawing/2014/main" id="{C07EDF80-8CA7-4009-AFCD-3615BF718D25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8_small_CA2_pose50_rmsd2_3683">
            <a:extLst>
              <a:ext uri="{FF2B5EF4-FFF2-40B4-BE49-F238E27FC236}">
                <a16:creationId xmlns:a16="http://schemas.microsoft.com/office/drawing/2014/main" id="{A5AD44F4-85BA-4F51-8489-5ACAA0AF3890}"/>
              </a:ext>
            </a:extLst>
          </p:cNvPr>
          <p:cNvSpPr>
            <a:spLocks noGrp="1"/>
          </p:cNvSpPr>
          <p:nvPr/>
        </p:nvSpPr>
        <p:spPr>
          <a:xfrm>
            <a:off x="59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8_small_CA2_pose50_rmsd2_3684">
            <a:extLst>
              <a:ext uri="{FF2B5EF4-FFF2-40B4-BE49-F238E27FC236}">
                <a16:creationId xmlns:a16="http://schemas.microsoft.com/office/drawing/2014/main" id="{B0570696-51A5-4D5F-8934-C83CB7FFAE13}"/>
              </a:ext>
            </a:extLst>
          </p:cNvPr>
          <p:cNvSpPr>
            <a:spLocks noGrp="1"/>
          </p:cNvSpPr>
          <p:nvPr/>
        </p:nvSpPr>
        <p:spPr>
          <a:xfrm>
            <a:off x="58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8_small_CA2_pose50_rmsd2_3685">
            <a:extLst>
              <a:ext uri="{FF2B5EF4-FFF2-40B4-BE49-F238E27FC236}">
                <a16:creationId xmlns:a16="http://schemas.microsoft.com/office/drawing/2014/main" id="{F8D7C6E4-3CE9-4B99-A6B4-63AE2AFCAEFF}"/>
              </a:ext>
            </a:extLst>
          </p:cNvPr>
          <p:cNvSpPr>
            <a:spLocks noGrp="1"/>
          </p:cNvSpPr>
          <p:nvPr/>
        </p:nvSpPr>
        <p:spPr>
          <a:xfrm>
            <a:off x="58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8_small_CA2_pose50_rmsd2_3686">
            <a:extLst>
              <a:ext uri="{FF2B5EF4-FFF2-40B4-BE49-F238E27FC236}">
                <a16:creationId xmlns:a16="http://schemas.microsoft.com/office/drawing/2014/main" id="{9D033830-D8C3-4E34-80D6-194223816E7F}"/>
              </a:ext>
            </a:extLst>
          </p:cNvPr>
          <p:cNvSpPr>
            <a:spLocks noGrp="1"/>
          </p:cNvSpPr>
          <p:nvPr/>
        </p:nvSpPr>
        <p:spPr>
          <a:xfrm>
            <a:off x="59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8_small_CA2_pose50_rmsd2_3687">
            <a:extLst>
              <a:ext uri="{FF2B5EF4-FFF2-40B4-BE49-F238E27FC236}">
                <a16:creationId xmlns:a16="http://schemas.microsoft.com/office/drawing/2014/main" id="{F9A81F04-39F9-478F-904B-571FF3D94FFF}"/>
              </a:ext>
            </a:extLst>
          </p:cNvPr>
          <p:cNvSpPr>
            <a:spLocks noGrp="1"/>
          </p:cNvSpPr>
          <p:nvPr/>
        </p:nvSpPr>
        <p:spPr>
          <a:xfrm>
            <a:off x="59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8_small_CA2_pose50_rmsd2_3688">
            <a:extLst>
              <a:ext uri="{FF2B5EF4-FFF2-40B4-BE49-F238E27FC236}">
                <a16:creationId xmlns:a16="http://schemas.microsoft.com/office/drawing/2014/main" id="{D94EF028-E1D0-4A88-BA1A-48663A9787DF}"/>
              </a:ext>
            </a:extLst>
          </p:cNvPr>
          <p:cNvSpPr>
            <a:spLocks noGrp="1"/>
          </p:cNvSpPr>
          <p:nvPr/>
        </p:nvSpPr>
        <p:spPr>
          <a:xfrm>
            <a:off x="60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8_small_CA2_pose50_rmsd2_3689">
            <a:extLst>
              <a:ext uri="{FF2B5EF4-FFF2-40B4-BE49-F238E27FC236}">
                <a16:creationId xmlns:a16="http://schemas.microsoft.com/office/drawing/2014/main" id="{53169F5A-731E-4C1B-AA0D-29CB100575EB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8_small_CA2_pose50_rmsd2_3690">
            <a:extLst>
              <a:ext uri="{FF2B5EF4-FFF2-40B4-BE49-F238E27FC236}">
                <a16:creationId xmlns:a16="http://schemas.microsoft.com/office/drawing/2014/main" id="{277C7E6C-B82F-493A-95C5-FE2A824ACFA2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8_small_CA2_pose50_rmsd2_3691">
            <a:extLst>
              <a:ext uri="{FF2B5EF4-FFF2-40B4-BE49-F238E27FC236}">
                <a16:creationId xmlns:a16="http://schemas.microsoft.com/office/drawing/2014/main" id="{940FACF7-44EC-4BC5-A534-8A00C683DDDD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8_small_CA2_pose50_rmsd2_3692">
            <a:extLst>
              <a:ext uri="{FF2B5EF4-FFF2-40B4-BE49-F238E27FC236}">
                <a16:creationId xmlns:a16="http://schemas.microsoft.com/office/drawing/2014/main" id="{0526E513-CAAA-4484-8D52-F3BB76DFFA36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8_small_CA2_pose50_rmsd2_3693">
            <a:extLst>
              <a:ext uri="{FF2B5EF4-FFF2-40B4-BE49-F238E27FC236}">
                <a16:creationId xmlns:a16="http://schemas.microsoft.com/office/drawing/2014/main" id="{0E12EC94-738F-47A3-84E4-A02807B0B15C}"/>
              </a:ext>
            </a:extLst>
          </p:cNvPr>
          <p:cNvSpPr>
            <a:spLocks noGrp="1"/>
          </p:cNvSpPr>
          <p:nvPr/>
        </p:nvSpPr>
        <p:spPr>
          <a:xfrm>
            <a:off x="60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8_small_CA2_pose50_rmsd2_3694">
            <a:extLst>
              <a:ext uri="{FF2B5EF4-FFF2-40B4-BE49-F238E27FC236}">
                <a16:creationId xmlns:a16="http://schemas.microsoft.com/office/drawing/2014/main" id="{13826977-124B-4FFC-A47A-D08875A1CBDC}"/>
              </a:ext>
            </a:extLst>
          </p:cNvPr>
          <p:cNvSpPr>
            <a:spLocks noGrp="1"/>
          </p:cNvSpPr>
          <p:nvPr/>
        </p:nvSpPr>
        <p:spPr>
          <a:xfrm>
            <a:off x="60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8_small_CA2_pose50_rmsd2_3695">
            <a:extLst>
              <a:ext uri="{FF2B5EF4-FFF2-40B4-BE49-F238E27FC236}">
                <a16:creationId xmlns:a16="http://schemas.microsoft.com/office/drawing/2014/main" id="{E877ABEC-086F-4A73-A842-F0FD61CD7E37}"/>
              </a:ext>
            </a:extLst>
          </p:cNvPr>
          <p:cNvSpPr>
            <a:spLocks noGrp="1"/>
          </p:cNvSpPr>
          <p:nvPr/>
        </p:nvSpPr>
        <p:spPr>
          <a:xfrm>
            <a:off x="5914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8_small_CA2_pose50_rmsd2_3696">
            <a:extLst>
              <a:ext uri="{FF2B5EF4-FFF2-40B4-BE49-F238E27FC236}">
                <a16:creationId xmlns:a16="http://schemas.microsoft.com/office/drawing/2014/main" id="{1542A46E-9C00-4812-9CF9-538D5E14DF96}"/>
              </a:ext>
            </a:extLst>
          </p:cNvPr>
          <p:cNvSpPr>
            <a:spLocks noGrp="1"/>
          </p:cNvSpPr>
          <p:nvPr/>
        </p:nvSpPr>
        <p:spPr>
          <a:xfrm>
            <a:off x="59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8_small_CA2_pose50_rmsd2_3697">
            <a:extLst>
              <a:ext uri="{FF2B5EF4-FFF2-40B4-BE49-F238E27FC236}">
                <a16:creationId xmlns:a16="http://schemas.microsoft.com/office/drawing/2014/main" id="{95E45145-2A10-4C2D-9B4D-929BE422D0D0}"/>
              </a:ext>
            </a:extLst>
          </p:cNvPr>
          <p:cNvSpPr>
            <a:spLocks noGrp="1"/>
          </p:cNvSpPr>
          <p:nvPr/>
        </p:nvSpPr>
        <p:spPr>
          <a:xfrm>
            <a:off x="58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8_small_CA2_pose50_rmsd2_3698">
            <a:extLst>
              <a:ext uri="{FF2B5EF4-FFF2-40B4-BE49-F238E27FC236}">
                <a16:creationId xmlns:a16="http://schemas.microsoft.com/office/drawing/2014/main" id="{758C5695-2FD0-4BB8-ABE3-470971C59C87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3" name="08_small_CA2_pose50_rmsd2_3699">
            <a:extLst>
              <a:ext uri="{FF2B5EF4-FFF2-40B4-BE49-F238E27FC236}">
                <a16:creationId xmlns:a16="http://schemas.microsoft.com/office/drawing/2014/main" id="{65D47A8B-7FEB-4025-BD3B-ECD35B23BB01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4" name="text_3700">
            <a:extLst>
              <a:ext uri="{FF2B5EF4-FFF2-40B4-BE49-F238E27FC236}">
                <a16:creationId xmlns:a16="http://schemas.microsoft.com/office/drawing/2014/main" id="{910F495D-6B3E-4744-ACB4-298201CEF667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745361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Best-of-50 · RMSD &lt;2 Å · CA2</a:t>
            </a:r>
          </a:p>
        </p:txBody>
      </p:sp>
      <p:sp>
        <p:nvSpPr>
          <p:cNvPr id="345" name="08_small_CA2_pose50_rmsd2_3701">
            <a:extLst>
              <a:ext uri="{FF2B5EF4-FFF2-40B4-BE49-F238E27FC236}">
                <a16:creationId xmlns:a16="http://schemas.microsoft.com/office/drawing/2014/main" id="{0EEB84B0-1720-4E95-90C1-63D359DADABA}"/>
              </a:ext>
            </a:extLst>
          </p:cNvPr>
          <p:cNvSpPr>
            <a:spLocks noGrp="1"/>
          </p:cNvSpPr>
          <p:nvPr/>
        </p:nvSpPr>
        <p:spPr>
          <a:xfrm>
            <a:off x="700500" y="3768898"/>
            <a:ext cx="5250000" cy="1043844"/>
          </a:xfrm>
          <a:custGeom>
            <a:avLst/>
            <a:gdLst/>
            <a:ahLst/>
            <a:cxnLst/>
            <a:rect l="0" t="0" r="0" b="0"/>
            <a:pathLst>
              <a:path w="5250000" h="1043844">
                <a:moveTo>
                  <a:pt x="0" y="1043844"/>
                </a:moveTo>
                <a:lnTo>
                  <a:pt x="97222" y="1042600"/>
                </a:lnTo>
                <a:lnTo>
                  <a:pt x="97222" y="1041253"/>
                </a:lnTo>
                <a:lnTo>
                  <a:pt x="125000" y="1040943"/>
                </a:lnTo>
                <a:lnTo>
                  <a:pt x="125000" y="1039211"/>
                </a:lnTo>
                <a:lnTo>
                  <a:pt x="145833" y="1038900"/>
                </a:lnTo>
                <a:lnTo>
                  <a:pt x="145833" y="1036880"/>
                </a:lnTo>
                <a:lnTo>
                  <a:pt x="159091" y="1036569"/>
                </a:lnTo>
                <a:lnTo>
                  <a:pt x="159091" y="1032161"/>
                </a:lnTo>
                <a:lnTo>
                  <a:pt x="175000" y="1032161"/>
                </a:lnTo>
                <a:lnTo>
                  <a:pt x="175000" y="1029737"/>
                </a:lnTo>
                <a:lnTo>
                  <a:pt x="194444" y="1029426"/>
                </a:lnTo>
                <a:lnTo>
                  <a:pt x="194444" y="1028079"/>
                </a:lnTo>
                <a:lnTo>
                  <a:pt x="224359" y="1026758"/>
                </a:lnTo>
                <a:lnTo>
                  <a:pt x="224359" y="1026447"/>
                </a:lnTo>
                <a:lnTo>
                  <a:pt x="250000" y="1026136"/>
                </a:lnTo>
                <a:lnTo>
                  <a:pt x="250000" y="1024405"/>
                </a:lnTo>
                <a:lnTo>
                  <a:pt x="291667" y="1024094"/>
                </a:lnTo>
                <a:lnTo>
                  <a:pt x="291667" y="998866"/>
                </a:lnTo>
                <a:lnTo>
                  <a:pt x="318182" y="998555"/>
                </a:lnTo>
                <a:lnTo>
                  <a:pt x="318182" y="994147"/>
                </a:lnTo>
                <a:lnTo>
                  <a:pt x="350000" y="993836"/>
                </a:lnTo>
                <a:lnTo>
                  <a:pt x="350000" y="981715"/>
                </a:lnTo>
                <a:lnTo>
                  <a:pt x="375000" y="981404"/>
                </a:lnTo>
                <a:lnTo>
                  <a:pt x="375000" y="979672"/>
                </a:lnTo>
                <a:lnTo>
                  <a:pt x="437500" y="978740"/>
                </a:lnTo>
                <a:lnTo>
                  <a:pt x="437500" y="942374"/>
                </a:lnTo>
                <a:lnTo>
                  <a:pt x="477273" y="941752"/>
                </a:lnTo>
                <a:lnTo>
                  <a:pt x="477273" y="937345"/>
                </a:lnTo>
                <a:lnTo>
                  <a:pt x="493590" y="935998"/>
                </a:lnTo>
                <a:lnTo>
                  <a:pt x="493590" y="935687"/>
                </a:lnTo>
                <a:lnTo>
                  <a:pt x="500000" y="935687"/>
                </a:lnTo>
                <a:lnTo>
                  <a:pt x="500000" y="930492"/>
                </a:lnTo>
                <a:lnTo>
                  <a:pt x="525000" y="930181"/>
                </a:lnTo>
                <a:lnTo>
                  <a:pt x="525000" y="927757"/>
                </a:lnTo>
                <a:lnTo>
                  <a:pt x="583333" y="927135"/>
                </a:lnTo>
                <a:lnTo>
                  <a:pt x="583333" y="901234"/>
                </a:lnTo>
                <a:lnTo>
                  <a:pt x="625000" y="900923"/>
                </a:lnTo>
                <a:lnTo>
                  <a:pt x="625000" y="899191"/>
                </a:lnTo>
                <a:lnTo>
                  <a:pt x="636364" y="898880"/>
                </a:lnTo>
                <a:lnTo>
                  <a:pt x="636364" y="896676"/>
                </a:lnTo>
                <a:lnTo>
                  <a:pt x="700000" y="895744"/>
                </a:lnTo>
                <a:lnTo>
                  <a:pt x="700000" y="878773"/>
                </a:lnTo>
                <a:lnTo>
                  <a:pt x="750000" y="878152"/>
                </a:lnTo>
                <a:lnTo>
                  <a:pt x="750000" y="872957"/>
                </a:lnTo>
                <a:lnTo>
                  <a:pt x="777778" y="872646"/>
                </a:lnTo>
                <a:lnTo>
                  <a:pt x="777778" y="871299"/>
                </a:lnTo>
                <a:lnTo>
                  <a:pt x="795455" y="870988"/>
                </a:lnTo>
                <a:lnTo>
                  <a:pt x="795455" y="866580"/>
                </a:lnTo>
                <a:lnTo>
                  <a:pt x="875000" y="865648"/>
                </a:lnTo>
                <a:lnTo>
                  <a:pt x="875000" y="723800"/>
                </a:lnTo>
                <a:lnTo>
                  <a:pt x="954545" y="722867"/>
                </a:lnTo>
                <a:lnTo>
                  <a:pt x="954545" y="718460"/>
                </a:lnTo>
                <a:lnTo>
                  <a:pt x="1000000" y="717838"/>
                </a:lnTo>
                <a:lnTo>
                  <a:pt x="1000000" y="712643"/>
                </a:lnTo>
                <a:lnTo>
                  <a:pt x="1020833" y="712332"/>
                </a:lnTo>
                <a:lnTo>
                  <a:pt x="1020833" y="710312"/>
                </a:lnTo>
                <a:lnTo>
                  <a:pt x="1050000" y="710001"/>
                </a:lnTo>
                <a:lnTo>
                  <a:pt x="1050000" y="693030"/>
                </a:lnTo>
                <a:lnTo>
                  <a:pt x="1113636" y="692098"/>
                </a:lnTo>
                <a:lnTo>
                  <a:pt x="1113636" y="687690"/>
                </a:lnTo>
                <a:lnTo>
                  <a:pt x="1125000" y="687379"/>
                </a:lnTo>
                <a:lnTo>
                  <a:pt x="1125000" y="685647"/>
                </a:lnTo>
                <a:lnTo>
                  <a:pt x="1166667" y="685337"/>
                </a:lnTo>
                <a:lnTo>
                  <a:pt x="1166667" y="652701"/>
                </a:lnTo>
                <a:lnTo>
                  <a:pt x="1225000" y="652079"/>
                </a:lnTo>
                <a:lnTo>
                  <a:pt x="1225000" y="649655"/>
                </a:lnTo>
                <a:lnTo>
                  <a:pt x="1250000" y="649344"/>
                </a:lnTo>
                <a:lnTo>
                  <a:pt x="1250000" y="644149"/>
                </a:lnTo>
                <a:lnTo>
                  <a:pt x="1272727" y="643838"/>
                </a:lnTo>
                <a:lnTo>
                  <a:pt x="1272727" y="639430"/>
                </a:lnTo>
                <a:lnTo>
                  <a:pt x="1312500" y="638809"/>
                </a:lnTo>
                <a:lnTo>
                  <a:pt x="1312500" y="614565"/>
                </a:lnTo>
                <a:lnTo>
                  <a:pt x="1375000" y="613632"/>
                </a:lnTo>
                <a:lnTo>
                  <a:pt x="1375000" y="611901"/>
                </a:lnTo>
                <a:lnTo>
                  <a:pt x="1400000" y="611590"/>
                </a:lnTo>
                <a:lnTo>
                  <a:pt x="1400000" y="599468"/>
                </a:lnTo>
                <a:lnTo>
                  <a:pt x="1431818" y="599157"/>
                </a:lnTo>
                <a:lnTo>
                  <a:pt x="1431818" y="594749"/>
                </a:lnTo>
                <a:lnTo>
                  <a:pt x="1458333" y="594438"/>
                </a:lnTo>
                <a:lnTo>
                  <a:pt x="1458333" y="577965"/>
                </a:lnTo>
                <a:lnTo>
                  <a:pt x="1500000" y="577654"/>
                </a:lnTo>
                <a:lnTo>
                  <a:pt x="1500000" y="575923"/>
                </a:lnTo>
                <a:lnTo>
                  <a:pt x="1575000" y="574679"/>
                </a:lnTo>
                <a:lnTo>
                  <a:pt x="1575000" y="572255"/>
                </a:lnTo>
                <a:lnTo>
                  <a:pt x="1590909" y="572255"/>
                </a:lnTo>
                <a:lnTo>
                  <a:pt x="1590909" y="567847"/>
                </a:lnTo>
                <a:lnTo>
                  <a:pt x="1625000" y="567225"/>
                </a:lnTo>
                <a:lnTo>
                  <a:pt x="1625000" y="565494"/>
                </a:lnTo>
                <a:lnTo>
                  <a:pt x="1727564" y="564251"/>
                </a:lnTo>
                <a:lnTo>
                  <a:pt x="1727564" y="563940"/>
                </a:lnTo>
                <a:lnTo>
                  <a:pt x="1750000" y="563940"/>
                </a:lnTo>
                <a:lnTo>
                  <a:pt x="1750000" y="127117"/>
                </a:lnTo>
                <a:lnTo>
                  <a:pt x="1909091" y="127117"/>
                </a:lnTo>
                <a:lnTo>
                  <a:pt x="1909091" y="124913"/>
                </a:lnTo>
                <a:lnTo>
                  <a:pt x="2000000" y="124913"/>
                </a:lnTo>
                <a:lnTo>
                  <a:pt x="2000000" y="121449"/>
                </a:lnTo>
                <a:lnTo>
                  <a:pt x="2041667" y="121449"/>
                </a:lnTo>
                <a:lnTo>
                  <a:pt x="2041667" y="117409"/>
                </a:lnTo>
                <a:lnTo>
                  <a:pt x="2100000" y="117409"/>
                </a:lnTo>
                <a:lnTo>
                  <a:pt x="2100000" y="112560"/>
                </a:lnTo>
                <a:lnTo>
                  <a:pt x="2333333" y="112560"/>
                </a:lnTo>
                <a:lnTo>
                  <a:pt x="2333333" y="96398"/>
                </a:lnTo>
                <a:lnTo>
                  <a:pt x="2500000" y="96398"/>
                </a:lnTo>
                <a:lnTo>
                  <a:pt x="2500000" y="92934"/>
                </a:lnTo>
                <a:lnTo>
                  <a:pt x="3500000" y="92934"/>
                </a:lnTo>
                <a:lnTo>
                  <a:pt x="3500000" y="64650"/>
                </a:lnTo>
                <a:lnTo>
                  <a:pt x="3791667" y="64650"/>
                </a:lnTo>
                <a:lnTo>
                  <a:pt x="3791667" y="60609"/>
                </a:lnTo>
                <a:lnTo>
                  <a:pt x="3937500" y="60609"/>
                </a:lnTo>
                <a:lnTo>
                  <a:pt x="3937500" y="54548"/>
                </a:lnTo>
                <a:lnTo>
                  <a:pt x="5250000" y="54548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46" name="08_small_CA2_pose50_rmsd2_3702">
            <a:extLst>
              <a:ext uri="{FF2B5EF4-FFF2-40B4-BE49-F238E27FC236}">
                <a16:creationId xmlns:a16="http://schemas.microsoft.com/office/drawing/2014/main" id="{598DCB85-FEA1-4B27-A9C1-F09C211D65AA}"/>
              </a:ext>
            </a:extLst>
          </p:cNvPr>
          <p:cNvSpPr>
            <a:spLocks noGrp="1"/>
          </p:cNvSpPr>
          <p:nvPr/>
        </p:nvSpPr>
        <p:spPr>
          <a:xfrm>
            <a:off x="700500" y="3257105"/>
            <a:ext cx="5250000" cy="1555636"/>
          </a:xfrm>
          <a:custGeom>
            <a:avLst/>
            <a:gdLst/>
            <a:ahLst/>
            <a:cxnLst/>
            <a:rect l="0" t="0" r="0" b="0"/>
            <a:pathLst>
              <a:path w="5250000" h="1555636">
                <a:moveTo>
                  <a:pt x="0" y="1555636"/>
                </a:moveTo>
                <a:lnTo>
                  <a:pt x="1750000" y="1555636"/>
                </a:lnTo>
                <a:lnTo>
                  <a:pt x="1750000" y="622255"/>
                </a:lnTo>
                <a:lnTo>
                  <a:pt x="5250000" y="622255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47" name="08_small_CA2_pose50_rmsd2_3703">
            <a:extLst>
              <a:ext uri="{FF2B5EF4-FFF2-40B4-BE49-F238E27FC236}">
                <a16:creationId xmlns:a16="http://schemas.microsoft.com/office/drawing/2014/main" id="{27F2DABF-66BE-440C-8403-2DEF4C3A8270}"/>
              </a:ext>
            </a:extLst>
          </p:cNvPr>
          <p:cNvSpPr>
            <a:spLocks noGrp="1"/>
          </p:cNvSpPr>
          <p:nvPr/>
        </p:nvSpPr>
        <p:spPr>
          <a:xfrm>
            <a:off x="1553910" y="447110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8" name="08_small_CA2_pose50_rmsd2_3704">
            <a:extLst>
              <a:ext uri="{FF2B5EF4-FFF2-40B4-BE49-F238E27FC236}">
                <a16:creationId xmlns:a16="http://schemas.microsoft.com/office/drawing/2014/main" id="{9CF0C6C4-E618-4DA9-89A9-47E0B83B4F11}"/>
              </a:ext>
            </a:extLst>
          </p:cNvPr>
          <p:cNvSpPr>
            <a:spLocks noGrp="1"/>
          </p:cNvSpPr>
          <p:nvPr/>
        </p:nvSpPr>
        <p:spPr>
          <a:xfrm>
            <a:off x="2428910" y="387442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9" name="08_small_CA2_pose50_rmsd2_3705">
            <a:extLst>
              <a:ext uri="{FF2B5EF4-FFF2-40B4-BE49-F238E27FC236}">
                <a16:creationId xmlns:a16="http://schemas.microsoft.com/office/drawing/2014/main" id="{AD84F14D-8C75-4145-A79E-705E18F92C0D}"/>
              </a:ext>
            </a:extLst>
          </p:cNvPr>
          <p:cNvSpPr>
            <a:spLocks noGrp="1"/>
          </p:cNvSpPr>
          <p:nvPr/>
        </p:nvSpPr>
        <p:spPr>
          <a:xfrm>
            <a:off x="4178910" y="381195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0" name="08_small_CA2_pose50_rmsd2_3706">
            <a:extLst>
              <a:ext uri="{FF2B5EF4-FFF2-40B4-BE49-F238E27FC236}">
                <a16:creationId xmlns:a16="http://schemas.microsoft.com/office/drawing/2014/main" id="{A3836A21-2D65-45BA-BCFC-94522A07AC09}"/>
              </a:ext>
            </a:extLst>
          </p:cNvPr>
          <p:cNvSpPr>
            <a:spLocks noGrp="1"/>
          </p:cNvSpPr>
          <p:nvPr/>
        </p:nvSpPr>
        <p:spPr>
          <a:xfrm>
            <a:off x="5928910" y="374730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1" name="08_small_CA2_pose50_rmsd2_3707">
            <a:extLst>
              <a:ext uri="{FF2B5EF4-FFF2-40B4-BE49-F238E27FC236}">
                <a16:creationId xmlns:a16="http://schemas.microsoft.com/office/drawing/2014/main" id="{B74B4239-59A7-4802-9AF6-B2C701A2E2EF}"/>
              </a:ext>
            </a:extLst>
          </p:cNvPr>
          <p:cNvSpPr>
            <a:spLocks noGrp="1"/>
          </p:cNvSpPr>
          <p:nvPr/>
        </p:nvSpPr>
        <p:spPr>
          <a:xfrm>
            <a:off x="1539579" y="477682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2" name="08_small_CA2_pose50_rmsd2_3708">
            <a:extLst>
              <a:ext uri="{FF2B5EF4-FFF2-40B4-BE49-F238E27FC236}">
                <a16:creationId xmlns:a16="http://schemas.microsoft.com/office/drawing/2014/main" id="{CAB4D1CF-FFC9-4355-8706-E9AB9CD25FF7}"/>
              </a:ext>
            </a:extLst>
          </p:cNvPr>
          <p:cNvSpPr>
            <a:spLocks noGrp="1"/>
          </p:cNvSpPr>
          <p:nvPr/>
        </p:nvSpPr>
        <p:spPr>
          <a:xfrm>
            <a:off x="2414579" y="384343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3" name="08_small_CA2_pose50_rmsd2_3709">
            <a:extLst>
              <a:ext uri="{FF2B5EF4-FFF2-40B4-BE49-F238E27FC236}">
                <a16:creationId xmlns:a16="http://schemas.microsoft.com/office/drawing/2014/main" id="{BB0602AE-073D-4C05-9FCF-EF00574B277E}"/>
              </a:ext>
            </a:extLst>
          </p:cNvPr>
          <p:cNvSpPr>
            <a:spLocks noGrp="1"/>
          </p:cNvSpPr>
          <p:nvPr/>
        </p:nvSpPr>
        <p:spPr>
          <a:xfrm>
            <a:off x="4164579" y="384343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4" name="08_small_CA2_pose50_rmsd2_3710">
            <a:extLst>
              <a:ext uri="{FF2B5EF4-FFF2-40B4-BE49-F238E27FC236}">
                <a16:creationId xmlns:a16="http://schemas.microsoft.com/office/drawing/2014/main" id="{AEC79387-5611-4AEF-BFDB-8B3BF79E661B}"/>
              </a:ext>
            </a:extLst>
          </p:cNvPr>
          <p:cNvSpPr>
            <a:spLocks noGrp="1"/>
          </p:cNvSpPr>
          <p:nvPr/>
        </p:nvSpPr>
        <p:spPr>
          <a:xfrm>
            <a:off x="5914579" y="3221184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5" name="text_3711">
            <a:extLst>
              <a:ext uri="{FF2B5EF4-FFF2-40B4-BE49-F238E27FC236}">
                <a16:creationId xmlns:a16="http://schemas.microsoft.com/office/drawing/2014/main" id="{14E2F6A7-B502-405B-8ACA-9BB4754C3C01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961610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Small-molecule reconstruction</a:t>
            </a:r>
          </a:p>
        </p:txBody>
      </p:sp>
      <p:sp>
        <p:nvSpPr>
          <p:cNvPr id="356" name="08_small_CA2_pose50_rmsd2_3712">
            <a:extLst>
              <a:ext uri="{FF2B5EF4-FFF2-40B4-BE49-F238E27FC236}">
                <a16:creationId xmlns:a16="http://schemas.microsoft.com/office/drawing/2014/main" id="{2348ECE2-A339-40AC-9A7F-B8C83CA598FF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57" name="08_small_CA2_pose50_rmsd2_3713">
            <a:extLst>
              <a:ext uri="{FF2B5EF4-FFF2-40B4-BE49-F238E27FC236}">
                <a16:creationId xmlns:a16="http://schemas.microsoft.com/office/drawing/2014/main" id="{B2F2835A-0DAA-4F17-B47C-3AF22B5B910C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8" name="text_3714">
            <a:extLst>
              <a:ext uri="{FF2B5EF4-FFF2-40B4-BE49-F238E27FC236}">
                <a16:creationId xmlns:a16="http://schemas.microsoft.com/office/drawing/2014/main" id="{563B567F-EB02-4D9A-94CE-0B5598B6C789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359" name="08_small_CA2_pose50_rmsd2_3715">
            <a:extLst>
              <a:ext uri="{FF2B5EF4-FFF2-40B4-BE49-F238E27FC236}">
                <a16:creationId xmlns:a16="http://schemas.microsoft.com/office/drawing/2014/main" id="{3E65D2BE-EDEE-49D1-B328-7824112BC1CE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60" name="08_small_CA2_pose50_rmsd2_3716">
            <a:extLst>
              <a:ext uri="{FF2B5EF4-FFF2-40B4-BE49-F238E27FC236}">
                <a16:creationId xmlns:a16="http://schemas.microsoft.com/office/drawing/2014/main" id="{827094C4-1C81-40D9-8565-F10078219D45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61" name="text_3717">
            <a:extLst>
              <a:ext uri="{FF2B5EF4-FFF2-40B4-BE49-F238E27FC236}">
                <a16:creationId xmlns:a16="http://schemas.microsoft.com/office/drawing/2014/main" id="{CD3D28BE-E2A3-4366-9945-292B0D120539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362" name="08_small_CA2_pose50_rmsd2_3718">
            <a:extLst>
              <a:ext uri="{FF2B5EF4-FFF2-40B4-BE49-F238E27FC236}">
                <a16:creationId xmlns:a16="http://schemas.microsoft.com/office/drawing/2014/main" id="{56E18223-E5DA-4C26-A1E5-4D27BE5C1AEF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363" name="text_3719">
            <a:extLst>
              <a:ext uri="{FF2B5EF4-FFF2-40B4-BE49-F238E27FC236}">
                <a16:creationId xmlns:a16="http://schemas.microsoft.com/office/drawing/2014/main" id="{565747AC-1A8C-41C4-99A7-21201B5A4EDF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10753589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09_small_GT_pose50_rmsd3_3720">
            <a:extLst>
              <a:ext uri="{FF2B5EF4-FFF2-40B4-BE49-F238E27FC236}">
                <a16:creationId xmlns:a16="http://schemas.microsoft.com/office/drawing/2014/main" id="{413374EB-BE95-4E25-B25C-C4674063A402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09_small_GT_pose50_rmsd3_3721">
            <a:extLst>
              <a:ext uri="{FF2B5EF4-FFF2-40B4-BE49-F238E27FC236}">
                <a16:creationId xmlns:a16="http://schemas.microsoft.com/office/drawing/2014/main" id="{4B226637-6D59-46BB-9EA1-D6145B39ED58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09_small_GT_pose50_rmsd3_3722">
            <a:extLst>
              <a:ext uri="{FF2B5EF4-FFF2-40B4-BE49-F238E27FC236}">
                <a16:creationId xmlns:a16="http://schemas.microsoft.com/office/drawing/2014/main" id="{8DB46E48-BC69-40AE-A74A-7EAF6F2F2220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59" y="1851207"/>
                </a:lnTo>
                <a:lnTo>
                  <a:pt x="10058" y="1835651"/>
                </a:lnTo>
                <a:lnTo>
                  <a:pt x="21986" y="1820095"/>
                </a:lnTo>
                <a:lnTo>
                  <a:pt x="37557" y="1804538"/>
                </a:lnTo>
                <a:lnTo>
                  <a:pt x="55789" y="1788982"/>
                </a:lnTo>
                <a:lnTo>
                  <a:pt x="75612" y="1773425"/>
                </a:lnTo>
                <a:lnTo>
                  <a:pt x="95961" y="1757869"/>
                </a:lnTo>
                <a:lnTo>
                  <a:pt x="115876" y="1742313"/>
                </a:lnTo>
                <a:lnTo>
                  <a:pt x="134561" y="1726756"/>
                </a:lnTo>
                <a:lnTo>
                  <a:pt x="151429" y="1711200"/>
                </a:lnTo>
                <a:lnTo>
                  <a:pt x="166117" y="1695644"/>
                </a:lnTo>
                <a:lnTo>
                  <a:pt x="178467" y="1680087"/>
                </a:lnTo>
                <a:lnTo>
                  <a:pt x="188500" y="1664531"/>
                </a:lnTo>
                <a:lnTo>
                  <a:pt x="196372" y="1648975"/>
                </a:lnTo>
                <a:lnTo>
                  <a:pt x="202329" y="1633418"/>
                </a:lnTo>
                <a:lnTo>
                  <a:pt x="206659" y="1617862"/>
                </a:lnTo>
                <a:lnTo>
                  <a:pt x="209662" y="1602305"/>
                </a:lnTo>
                <a:lnTo>
                  <a:pt x="211620" y="1586749"/>
                </a:lnTo>
                <a:lnTo>
                  <a:pt x="212777" y="1571193"/>
                </a:lnTo>
                <a:lnTo>
                  <a:pt x="213339" y="1555636"/>
                </a:lnTo>
                <a:lnTo>
                  <a:pt x="213466" y="1540080"/>
                </a:lnTo>
                <a:lnTo>
                  <a:pt x="213284" y="1524524"/>
                </a:lnTo>
                <a:lnTo>
                  <a:pt x="212884" y="1508967"/>
                </a:lnTo>
                <a:lnTo>
                  <a:pt x="212340" y="1493411"/>
                </a:lnTo>
                <a:lnTo>
                  <a:pt x="211708" y="1477855"/>
                </a:lnTo>
                <a:lnTo>
                  <a:pt x="211036" y="1462298"/>
                </a:lnTo>
                <a:lnTo>
                  <a:pt x="210366" y="1446742"/>
                </a:lnTo>
                <a:lnTo>
                  <a:pt x="209734" y="1431185"/>
                </a:lnTo>
                <a:lnTo>
                  <a:pt x="209172" y="1415629"/>
                </a:lnTo>
                <a:lnTo>
                  <a:pt x="208704" y="1400073"/>
                </a:lnTo>
                <a:lnTo>
                  <a:pt x="208344" y="1384516"/>
                </a:lnTo>
                <a:lnTo>
                  <a:pt x="208097" y="1368960"/>
                </a:lnTo>
                <a:lnTo>
                  <a:pt x="207957" y="1353404"/>
                </a:lnTo>
                <a:lnTo>
                  <a:pt x="207907" y="1337847"/>
                </a:lnTo>
                <a:lnTo>
                  <a:pt x="207924" y="1322291"/>
                </a:lnTo>
                <a:lnTo>
                  <a:pt x="207977" y="1306735"/>
                </a:lnTo>
                <a:lnTo>
                  <a:pt x="208032" y="1291178"/>
                </a:lnTo>
                <a:lnTo>
                  <a:pt x="208051" y="1275622"/>
                </a:lnTo>
                <a:lnTo>
                  <a:pt x="207998" y="1260065"/>
                </a:lnTo>
                <a:lnTo>
                  <a:pt x="207834" y="1244509"/>
                </a:lnTo>
                <a:lnTo>
                  <a:pt x="207520" y="1228953"/>
                </a:lnTo>
                <a:lnTo>
                  <a:pt x="207017" y="1213396"/>
                </a:lnTo>
                <a:lnTo>
                  <a:pt x="206281" y="1197840"/>
                </a:lnTo>
                <a:lnTo>
                  <a:pt x="205269" y="1182284"/>
                </a:lnTo>
                <a:lnTo>
                  <a:pt x="203933" y="1166727"/>
                </a:lnTo>
                <a:lnTo>
                  <a:pt x="202230" y="1151171"/>
                </a:lnTo>
                <a:lnTo>
                  <a:pt x="200120" y="1135615"/>
                </a:lnTo>
                <a:lnTo>
                  <a:pt x="197577" y="1120058"/>
                </a:lnTo>
                <a:lnTo>
                  <a:pt x="194592" y="1104502"/>
                </a:lnTo>
                <a:lnTo>
                  <a:pt x="191187" y="1088945"/>
                </a:lnTo>
                <a:lnTo>
                  <a:pt x="187417" y="1073389"/>
                </a:lnTo>
                <a:lnTo>
                  <a:pt x="183381" y="1057833"/>
                </a:lnTo>
                <a:lnTo>
                  <a:pt x="179221" y="1042276"/>
                </a:lnTo>
                <a:lnTo>
                  <a:pt x="175119" y="1026720"/>
                </a:lnTo>
                <a:lnTo>
                  <a:pt x="171290" y="1011164"/>
                </a:lnTo>
                <a:lnTo>
                  <a:pt x="167965" y="995607"/>
                </a:lnTo>
                <a:lnTo>
                  <a:pt x="165374" y="980051"/>
                </a:lnTo>
                <a:lnTo>
                  <a:pt x="163721" y="964495"/>
                </a:lnTo>
                <a:lnTo>
                  <a:pt x="163162" y="948938"/>
                </a:lnTo>
                <a:lnTo>
                  <a:pt x="163791" y="933382"/>
                </a:lnTo>
                <a:lnTo>
                  <a:pt x="165623" y="917825"/>
                </a:lnTo>
                <a:lnTo>
                  <a:pt x="168592" y="902269"/>
                </a:lnTo>
                <a:lnTo>
                  <a:pt x="172559" y="886713"/>
                </a:lnTo>
                <a:lnTo>
                  <a:pt x="177322" y="871156"/>
                </a:lnTo>
                <a:lnTo>
                  <a:pt x="182639" y="855600"/>
                </a:lnTo>
                <a:lnTo>
                  <a:pt x="188250" y="840044"/>
                </a:lnTo>
                <a:lnTo>
                  <a:pt x="193901" y="824487"/>
                </a:lnTo>
                <a:lnTo>
                  <a:pt x="199364" y="808931"/>
                </a:lnTo>
                <a:lnTo>
                  <a:pt x="204456" y="793375"/>
                </a:lnTo>
                <a:lnTo>
                  <a:pt x="209042" y="777818"/>
                </a:lnTo>
                <a:lnTo>
                  <a:pt x="213044" y="762262"/>
                </a:lnTo>
                <a:lnTo>
                  <a:pt x="216429" y="746705"/>
                </a:lnTo>
                <a:lnTo>
                  <a:pt x="219211" y="731149"/>
                </a:lnTo>
                <a:lnTo>
                  <a:pt x="221433" y="715593"/>
                </a:lnTo>
                <a:lnTo>
                  <a:pt x="223159" y="700036"/>
                </a:lnTo>
                <a:lnTo>
                  <a:pt x="224463" y="684480"/>
                </a:lnTo>
                <a:lnTo>
                  <a:pt x="225424" y="668924"/>
                </a:lnTo>
                <a:lnTo>
                  <a:pt x="226112" y="653367"/>
                </a:lnTo>
                <a:lnTo>
                  <a:pt x="226593" y="637811"/>
                </a:lnTo>
                <a:lnTo>
                  <a:pt x="226921" y="622255"/>
                </a:lnTo>
                <a:lnTo>
                  <a:pt x="227139" y="606698"/>
                </a:lnTo>
                <a:lnTo>
                  <a:pt x="227280" y="591142"/>
                </a:lnTo>
                <a:lnTo>
                  <a:pt x="227369" y="575585"/>
                </a:lnTo>
                <a:lnTo>
                  <a:pt x="227423" y="560029"/>
                </a:lnTo>
                <a:lnTo>
                  <a:pt x="227456" y="544473"/>
                </a:lnTo>
                <a:lnTo>
                  <a:pt x="227476" y="528916"/>
                </a:lnTo>
                <a:lnTo>
                  <a:pt x="227487" y="513360"/>
                </a:lnTo>
                <a:lnTo>
                  <a:pt x="227493" y="497804"/>
                </a:lnTo>
                <a:lnTo>
                  <a:pt x="227496" y="482247"/>
                </a:lnTo>
                <a:lnTo>
                  <a:pt x="227498" y="466691"/>
                </a:lnTo>
                <a:lnTo>
                  <a:pt x="227499" y="451135"/>
                </a:lnTo>
                <a:lnTo>
                  <a:pt x="227500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0" y="435578"/>
                </a:lnTo>
                <a:lnTo>
                  <a:pt x="227501" y="451135"/>
                </a:lnTo>
                <a:lnTo>
                  <a:pt x="227502" y="466691"/>
                </a:lnTo>
                <a:lnTo>
                  <a:pt x="227504" y="482247"/>
                </a:lnTo>
                <a:lnTo>
                  <a:pt x="227507" y="497804"/>
                </a:lnTo>
                <a:lnTo>
                  <a:pt x="227513" y="513360"/>
                </a:lnTo>
                <a:lnTo>
                  <a:pt x="227524" y="528916"/>
                </a:lnTo>
                <a:lnTo>
                  <a:pt x="227544" y="544473"/>
                </a:lnTo>
                <a:lnTo>
                  <a:pt x="227577" y="560029"/>
                </a:lnTo>
                <a:lnTo>
                  <a:pt x="227631" y="575585"/>
                </a:lnTo>
                <a:lnTo>
                  <a:pt x="227720" y="591142"/>
                </a:lnTo>
                <a:lnTo>
                  <a:pt x="227861" y="606698"/>
                </a:lnTo>
                <a:lnTo>
                  <a:pt x="228079" y="622255"/>
                </a:lnTo>
                <a:lnTo>
                  <a:pt x="228407" y="637811"/>
                </a:lnTo>
                <a:lnTo>
                  <a:pt x="228888" y="653367"/>
                </a:lnTo>
                <a:lnTo>
                  <a:pt x="229576" y="668924"/>
                </a:lnTo>
                <a:lnTo>
                  <a:pt x="230537" y="684480"/>
                </a:lnTo>
                <a:lnTo>
                  <a:pt x="231841" y="700036"/>
                </a:lnTo>
                <a:lnTo>
                  <a:pt x="233567" y="715593"/>
                </a:lnTo>
                <a:lnTo>
                  <a:pt x="235789" y="731149"/>
                </a:lnTo>
                <a:lnTo>
                  <a:pt x="238571" y="746705"/>
                </a:lnTo>
                <a:lnTo>
                  <a:pt x="241956" y="762262"/>
                </a:lnTo>
                <a:lnTo>
                  <a:pt x="245958" y="777818"/>
                </a:lnTo>
                <a:lnTo>
                  <a:pt x="250544" y="793375"/>
                </a:lnTo>
                <a:lnTo>
                  <a:pt x="255636" y="808931"/>
                </a:lnTo>
                <a:lnTo>
                  <a:pt x="261099" y="824487"/>
                </a:lnTo>
                <a:lnTo>
                  <a:pt x="266750" y="840044"/>
                </a:lnTo>
                <a:lnTo>
                  <a:pt x="272361" y="855600"/>
                </a:lnTo>
                <a:lnTo>
                  <a:pt x="277678" y="871156"/>
                </a:lnTo>
                <a:lnTo>
                  <a:pt x="282441" y="886713"/>
                </a:lnTo>
                <a:lnTo>
                  <a:pt x="286408" y="902269"/>
                </a:lnTo>
                <a:lnTo>
                  <a:pt x="289377" y="917825"/>
                </a:lnTo>
                <a:lnTo>
                  <a:pt x="291209" y="933382"/>
                </a:lnTo>
                <a:lnTo>
                  <a:pt x="291838" y="948938"/>
                </a:lnTo>
                <a:lnTo>
                  <a:pt x="291280" y="964495"/>
                </a:lnTo>
                <a:lnTo>
                  <a:pt x="289626" y="980051"/>
                </a:lnTo>
                <a:lnTo>
                  <a:pt x="287035" y="995607"/>
                </a:lnTo>
                <a:lnTo>
                  <a:pt x="283710" y="1011164"/>
                </a:lnTo>
                <a:lnTo>
                  <a:pt x="279881" y="1026720"/>
                </a:lnTo>
                <a:lnTo>
                  <a:pt x="275779" y="1042276"/>
                </a:lnTo>
                <a:lnTo>
                  <a:pt x="271619" y="1057833"/>
                </a:lnTo>
                <a:lnTo>
                  <a:pt x="267583" y="1073389"/>
                </a:lnTo>
                <a:lnTo>
                  <a:pt x="263813" y="1088945"/>
                </a:lnTo>
                <a:lnTo>
                  <a:pt x="260408" y="1104502"/>
                </a:lnTo>
                <a:lnTo>
                  <a:pt x="257423" y="1120058"/>
                </a:lnTo>
                <a:lnTo>
                  <a:pt x="254880" y="1135615"/>
                </a:lnTo>
                <a:lnTo>
                  <a:pt x="252770" y="1151171"/>
                </a:lnTo>
                <a:lnTo>
                  <a:pt x="251067" y="1166727"/>
                </a:lnTo>
                <a:lnTo>
                  <a:pt x="249732" y="1182284"/>
                </a:lnTo>
                <a:lnTo>
                  <a:pt x="248719" y="1197840"/>
                </a:lnTo>
                <a:lnTo>
                  <a:pt x="247983" y="1213396"/>
                </a:lnTo>
                <a:lnTo>
                  <a:pt x="247480" y="1228953"/>
                </a:lnTo>
                <a:lnTo>
                  <a:pt x="247166" y="1244509"/>
                </a:lnTo>
                <a:lnTo>
                  <a:pt x="247002" y="1260065"/>
                </a:lnTo>
                <a:lnTo>
                  <a:pt x="246949" y="1275622"/>
                </a:lnTo>
                <a:lnTo>
                  <a:pt x="246968" y="1291178"/>
                </a:lnTo>
                <a:lnTo>
                  <a:pt x="247023" y="1306735"/>
                </a:lnTo>
                <a:lnTo>
                  <a:pt x="247076" y="1322291"/>
                </a:lnTo>
                <a:lnTo>
                  <a:pt x="247093" y="1337847"/>
                </a:lnTo>
                <a:lnTo>
                  <a:pt x="247043" y="1353404"/>
                </a:lnTo>
                <a:lnTo>
                  <a:pt x="246903" y="1368960"/>
                </a:lnTo>
                <a:lnTo>
                  <a:pt x="246656" y="1384516"/>
                </a:lnTo>
                <a:lnTo>
                  <a:pt x="246296" y="1400073"/>
                </a:lnTo>
                <a:lnTo>
                  <a:pt x="245828" y="1415629"/>
                </a:lnTo>
                <a:lnTo>
                  <a:pt x="245266" y="1431185"/>
                </a:lnTo>
                <a:lnTo>
                  <a:pt x="244634" y="1446742"/>
                </a:lnTo>
                <a:lnTo>
                  <a:pt x="243964" y="1462298"/>
                </a:lnTo>
                <a:lnTo>
                  <a:pt x="243292" y="1477855"/>
                </a:lnTo>
                <a:lnTo>
                  <a:pt x="242660" y="1493411"/>
                </a:lnTo>
                <a:lnTo>
                  <a:pt x="242116" y="1508967"/>
                </a:lnTo>
                <a:lnTo>
                  <a:pt x="241716" y="1524524"/>
                </a:lnTo>
                <a:lnTo>
                  <a:pt x="241534" y="1540080"/>
                </a:lnTo>
                <a:lnTo>
                  <a:pt x="241661" y="1555636"/>
                </a:lnTo>
                <a:lnTo>
                  <a:pt x="242223" y="1571193"/>
                </a:lnTo>
                <a:lnTo>
                  <a:pt x="243380" y="1586749"/>
                </a:lnTo>
                <a:lnTo>
                  <a:pt x="245338" y="1602305"/>
                </a:lnTo>
                <a:lnTo>
                  <a:pt x="248341" y="1617862"/>
                </a:lnTo>
                <a:lnTo>
                  <a:pt x="252671" y="1633418"/>
                </a:lnTo>
                <a:lnTo>
                  <a:pt x="258628" y="1648975"/>
                </a:lnTo>
                <a:lnTo>
                  <a:pt x="266500" y="1664531"/>
                </a:lnTo>
                <a:lnTo>
                  <a:pt x="276533" y="1680087"/>
                </a:lnTo>
                <a:lnTo>
                  <a:pt x="288883" y="1695644"/>
                </a:lnTo>
                <a:lnTo>
                  <a:pt x="303571" y="1711200"/>
                </a:lnTo>
                <a:lnTo>
                  <a:pt x="320439" y="1726756"/>
                </a:lnTo>
                <a:lnTo>
                  <a:pt x="339124" y="1742313"/>
                </a:lnTo>
                <a:lnTo>
                  <a:pt x="359039" y="1757869"/>
                </a:lnTo>
                <a:lnTo>
                  <a:pt x="379388" y="1773425"/>
                </a:lnTo>
                <a:lnTo>
                  <a:pt x="399211" y="1788982"/>
                </a:lnTo>
                <a:lnTo>
                  <a:pt x="417443" y="1804538"/>
                </a:lnTo>
                <a:lnTo>
                  <a:pt x="433014" y="1820095"/>
                </a:lnTo>
                <a:lnTo>
                  <a:pt x="444942" y="1835651"/>
                </a:lnTo>
                <a:lnTo>
                  <a:pt x="452441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4" name="09_small_GT_pose50_rmsd3_3723">
            <a:extLst>
              <a:ext uri="{FF2B5EF4-FFF2-40B4-BE49-F238E27FC236}">
                <a16:creationId xmlns:a16="http://schemas.microsoft.com/office/drawing/2014/main" id="{5B25CEED-002D-4917-BDA2-938734EC41ED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21371" y="1866764"/>
                </a:moveTo>
                <a:lnTo>
                  <a:pt x="133629" y="1866764"/>
                </a:lnTo>
                <a:lnTo>
                  <a:pt x="134673" y="1851207"/>
                </a:lnTo>
                <a:lnTo>
                  <a:pt x="137732" y="1835651"/>
                </a:lnTo>
                <a:lnTo>
                  <a:pt x="142596" y="1820095"/>
                </a:lnTo>
                <a:lnTo>
                  <a:pt x="148942" y="1804538"/>
                </a:lnTo>
                <a:lnTo>
                  <a:pt x="156366" y="1788982"/>
                </a:lnTo>
                <a:lnTo>
                  <a:pt x="164429" y="1773425"/>
                </a:lnTo>
                <a:lnTo>
                  <a:pt x="172697" y="1757869"/>
                </a:lnTo>
                <a:lnTo>
                  <a:pt x="180776" y="1742313"/>
                </a:lnTo>
                <a:lnTo>
                  <a:pt x="188345" y="1726756"/>
                </a:lnTo>
                <a:lnTo>
                  <a:pt x="195168" y="1711200"/>
                </a:lnTo>
                <a:lnTo>
                  <a:pt x="201101" y="1695644"/>
                </a:lnTo>
                <a:lnTo>
                  <a:pt x="206086" y="1680087"/>
                </a:lnTo>
                <a:lnTo>
                  <a:pt x="210138" y="1664531"/>
                </a:lnTo>
                <a:lnTo>
                  <a:pt x="213326" y="1648975"/>
                </a:lnTo>
                <a:lnTo>
                  <a:pt x="215753" y="1633418"/>
                </a:lnTo>
                <a:lnTo>
                  <a:pt x="217543" y="1617862"/>
                </a:lnTo>
                <a:lnTo>
                  <a:pt x="218816" y="1602305"/>
                </a:lnTo>
                <a:lnTo>
                  <a:pt x="219687" y="1586749"/>
                </a:lnTo>
                <a:lnTo>
                  <a:pt x="220251" y="1571193"/>
                </a:lnTo>
                <a:lnTo>
                  <a:pt x="220587" y="1555636"/>
                </a:lnTo>
                <a:lnTo>
                  <a:pt x="220753" y="1540080"/>
                </a:lnTo>
                <a:lnTo>
                  <a:pt x="220791" y="1524524"/>
                </a:lnTo>
                <a:lnTo>
                  <a:pt x="220728" y="1508967"/>
                </a:lnTo>
                <a:lnTo>
                  <a:pt x="220583" y="1493411"/>
                </a:lnTo>
                <a:lnTo>
                  <a:pt x="220367" y="1477855"/>
                </a:lnTo>
                <a:lnTo>
                  <a:pt x="220090" y="1462298"/>
                </a:lnTo>
                <a:lnTo>
                  <a:pt x="219757" y="1446742"/>
                </a:lnTo>
                <a:lnTo>
                  <a:pt x="219374" y="1431185"/>
                </a:lnTo>
                <a:lnTo>
                  <a:pt x="218949" y="1415629"/>
                </a:lnTo>
                <a:lnTo>
                  <a:pt x="218491" y="1400073"/>
                </a:lnTo>
                <a:lnTo>
                  <a:pt x="218010" y="1384516"/>
                </a:lnTo>
                <a:lnTo>
                  <a:pt x="217522" y="1368960"/>
                </a:lnTo>
                <a:lnTo>
                  <a:pt x="217045" y="1353404"/>
                </a:lnTo>
                <a:lnTo>
                  <a:pt x="216599" y="1337847"/>
                </a:lnTo>
                <a:lnTo>
                  <a:pt x="216211" y="1322291"/>
                </a:lnTo>
                <a:lnTo>
                  <a:pt x="215908" y="1306735"/>
                </a:lnTo>
                <a:lnTo>
                  <a:pt x="215716" y="1291178"/>
                </a:lnTo>
                <a:lnTo>
                  <a:pt x="215661" y="1275622"/>
                </a:lnTo>
                <a:lnTo>
                  <a:pt x="215761" y="1260065"/>
                </a:lnTo>
                <a:lnTo>
                  <a:pt x="216026" y="1244509"/>
                </a:lnTo>
                <a:lnTo>
                  <a:pt x="216454" y="1228953"/>
                </a:lnTo>
                <a:lnTo>
                  <a:pt x="217033" y="1213396"/>
                </a:lnTo>
                <a:lnTo>
                  <a:pt x="217738" y="1197840"/>
                </a:lnTo>
                <a:lnTo>
                  <a:pt x="218531" y="1182284"/>
                </a:lnTo>
                <a:lnTo>
                  <a:pt x="219372" y="1166727"/>
                </a:lnTo>
                <a:lnTo>
                  <a:pt x="220213" y="1151171"/>
                </a:lnTo>
                <a:lnTo>
                  <a:pt x="221009" y="1135615"/>
                </a:lnTo>
                <a:lnTo>
                  <a:pt x="221720" y="1120058"/>
                </a:lnTo>
                <a:lnTo>
                  <a:pt x="222313" y="1104502"/>
                </a:lnTo>
                <a:lnTo>
                  <a:pt x="222768" y="1088945"/>
                </a:lnTo>
                <a:lnTo>
                  <a:pt x="223075" y="1073389"/>
                </a:lnTo>
                <a:lnTo>
                  <a:pt x="223238" y="1057833"/>
                </a:lnTo>
                <a:lnTo>
                  <a:pt x="223272" y="1042276"/>
                </a:lnTo>
                <a:lnTo>
                  <a:pt x="223203" y="1026720"/>
                </a:lnTo>
                <a:lnTo>
                  <a:pt x="223061" y="1011164"/>
                </a:lnTo>
                <a:lnTo>
                  <a:pt x="222884" y="995607"/>
                </a:lnTo>
                <a:lnTo>
                  <a:pt x="222707" y="980051"/>
                </a:lnTo>
                <a:lnTo>
                  <a:pt x="222563" y="964495"/>
                </a:lnTo>
                <a:lnTo>
                  <a:pt x="222481" y="948938"/>
                </a:lnTo>
                <a:lnTo>
                  <a:pt x="222482" y="933382"/>
                </a:lnTo>
                <a:lnTo>
                  <a:pt x="222575" y="917825"/>
                </a:lnTo>
                <a:lnTo>
                  <a:pt x="222764" y="902269"/>
                </a:lnTo>
                <a:lnTo>
                  <a:pt x="223041" y="886713"/>
                </a:lnTo>
                <a:lnTo>
                  <a:pt x="223393" y="871156"/>
                </a:lnTo>
                <a:lnTo>
                  <a:pt x="223799" y="855600"/>
                </a:lnTo>
                <a:lnTo>
                  <a:pt x="224239" y="840044"/>
                </a:lnTo>
                <a:lnTo>
                  <a:pt x="224689" y="824487"/>
                </a:lnTo>
                <a:lnTo>
                  <a:pt x="225130" y="808931"/>
                </a:lnTo>
                <a:lnTo>
                  <a:pt x="225543" y="793375"/>
                </a:lnTo>
                <a:lnTo>
                  <a:pt x="225914" y="777818"/>
                </a:lnTo>
                <a:lnTo>
                  <a:pt x="226234" y="762262"/>
                </a:lnTo>
                <a:lnTo>
                  <a:pt x="226498" y="746705"/>
                </a:lnTo>
                <a:lnTo>
                  <a:pt x="226704" y="731149"/>
                </a:lnTo>
                <a:lnTo>
                  <a:pt x="226851" y="715593"/>
                </a:lnTo>
                <a:lnTo>
                  <a:pt x="226942" y="700036"/>
                </a:lnTo>
                <a:lnTo>
                  <a:pt x="226980" y="684480"/>
                </a:lnTo>
                <a:lnTo>
                  <a:pt x="226968" y="668924"/>
                </a:lnTo>
                <a:lnTo>
                  <a:pt x="226910" y="653367"/>
                </a:lnTo>
                <a:lnTo>
                  <a:pt x="226809" y="637811"/>
                </a:lnTo>
                <a:lnTo>
                  <a:pt x="226670" y="622255"/>
                </a:lnTo>
                <a:lnTo>
                  <a:pt x="226498" y="606698"/>
                </a:lnTo>
                <a:lnTo>
                  <a:pt x="226301" y="591142"/>
                </a:lnTo>
                <a:lnTo>
                  <a:pt x="226086" y="575585"/>
                </a:lnTo>
                <a:lnTo>
                  <a:pt x="225865" y="560029"/>
                </a:lnTo>
                <a:lnTo>
                  <a:pt x="225647" y="544473"/>
                </a:lnTo>
                <a:lnTo>
                  <a:pt x="225446" y="528916"/>
                </a:lnTo>
                <a:lnTo>
                  <a:pt x="225271" y="513360"/>
                </a:lnTo>
                <a:lnTo>
                  <a:pt x="225134" y="497804"/>
                </a:lnTo>
                <a:lnTo>
                  <a:pt x="225041" y="482247"/>
                </a:lnTo>
                <a:lnTo>
                  <a:pt x="224996" y="466691"/>
                </a:lnTo>
                <a:lnTo>
                  <a:pt x="224997" y="451135"/>
                </a:lnTo>
                <a:lnTo>
                  <a:pt x="225037" y="435578"/>
                </a:lnTo>
                <a:lnTo>
                  <a:pt x="225104" y="420022"/>
                </a:lnTo>
                <a:lnTo>
                  <a:pt x="225177" y="404465"/>
                </a:lnTo>
                <a:lnTo>
                  <a:pt x="225229" y="388909"/>
                </a:lnTo>
                <a:lnTo>
                  <a:pt x="225225" y="373353"/>
                </a:lnTo>
                <a:lnTo>
                  <a:pt x="225118" y="357796"/>
                </a:lnTo>
                <a:lnTo>
                  <a:pt x="224846" y="342240"/>
                </a:lnTo>
                <a:lnTo>
                  <a:pt x="224332" y="326684"/>
                </a:lnTo>
                <a:lnTo>
                  <a:pt x="223473" y="311127"/>
                </a:lnTo>
                <a:lnTo>
                  <a:pt x="222138" y="295571"/>
                </a:lnTo>
                <a:lnTo>
                  <a:pt x="220160" y="280015"/>
                </a:lnTo>
                <a:lnTo>
                  <a:pt x="217338" y="264458"/>
                </a:lnTo>
                <a:lnTo>
                  <a:pt x="213435" y="248902"/>
                </a:lnTo>
                <a:lnTo>
                  <a:pt x="208185" y="233345"/>
                </a:lnTo>
                <a:lnTo>
                  <a:pt x="201313" y="217789"/>
                </a:lnTo>
                <a:lnTo>
                  <a:pt x="192551" y="202233"/>
                </a:lnTo>
                <a:lnTo>
                  <a:pt x="181684" y="186676"/>
                </a:lnTo>
                <a:lnTo>
                  <a:pt x="168577" y="171120"/>
                </a:lnTo>
                <a:lnTo>
                  <a:pt x="153231" y="155564"/>
                </a:lnTo>
                <a:lnTo>
                  <a:pt x="135812" y="140007"/>
                </a:lnTo>
                <a:lnTo>
                  <a:pt x="116691" y="124451"/>
                </a:lnTo>
                <a:lnTo>
                  <a:pt x="96451" y="108895"/>
                </a:lnTo>
                <a:lnTo>
                  <a:pt x="75875" y="93338"/>
                </a:lnTo>
                <a:lnTo>
                  <a:pt x="55910" y="77782"/>
                </a:lnTo>
                <a:lnTo>
                  <a:pt x="37599" y="62225"/>
                </a:lnTo>
                <a:lnTo>
                  <a:pt x="21994" y="46669"/>
                </a:lnTo>
                <a:lnTo>
                  <a:pt x="10056" y="31113"/>
                </a:lnTo>
                <a:lnTo>
                  <a:pt x="2557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3" y="15556"/>
                </a:lnTo>
                <a:lnTo>
                  <a:pt x="444944" y="31113"/>
                </a:lnTo>
                <a:lnTo>
                  <a:pt x="433006" y="46669"/>
                </a:lnTo>
                <a:lnTo>
                  <a:pt x="417401" y="62225"/>
                </a:lnTo>
                <a:lnTo>
                  <a:pt x="399090" y="77782"/>
                </a:lnTo>
                <a:lnTo>
                  <a:pt x="379125" y="93338"/>
                </a:lnTo>
                <a:lnTo>
                  <a:pt x="358549" y="108895"/>
                </a:lnTo>
                <a:lnTo>
                  <a:pt x="338309" y="124451"/>
                </a:lnTo>
                <a:lnTo>
                  <a:pt x="319188" y="140007"/>
                </a:lnTo>
                <a:lnTo>
                  <a:pt x="301769" y="155564"/>
                </a:lnTo>
                <a:lnTo>
                  <a:pt x="286423" y="171120"/>
                </a:lnTo>
                <a:lnTo>
                  <a:pt x="273316" y="186676"/>
                </a:lnTo>
                <a:lnTo>
                  <a:pt x="262449" y="202233"/>
                </a:lnTo>
                <a:lnTo>
                  <a:pt x="253687" y="217789"/>
                </a:lnTo>
                <a:lnTo>
                  <a:pt x="246815" y="233345"/>
                </a:lnTo>
                <a:lnTo>
                  <a:pt x="241565" y="248902"/>
                </a:lnTo>
                <a:lnTo>
                  <a:pt x="237662" y="264458"/>
                </a:lnTo>
                <a:lnTo>
                  <a:pt x="234840" y="280015"/>
                </a:lnTo>
                <a:lnTo>
                  <a:pt x="232862" y="295571"/>
                </a:lnTo>
                <a:lnTo>
                  <a:pt x="231527" y="311127"/>
                </a:lnTo>
                <a:lnTo>
                  <a:pt x="230668" y="326684"/>
                </a:lnTo>
                <a:lnTo>
                  <a:pt x="230154" y="342240"/>
                </a:lnTo>
                <a:lnTo>
                  <a:pt x="229882" y="357796"/>
                </a:lnTo>
                <a:lnTo>
                  <a:pt x="229775" y="373353"/>
                </a:lnTo>
                <a:lnTo>
                  <a:pt x="229771" y="388909"/>
                </a:lnTo>
                <a:lnTo>
                  <a:pt x="229823" y="404465"/>
                </a:lnTo>
                <a:lnTo>
                  <a:pt x="229896" y="420022"/>
                </a:lnTo>
                <a:lnTo>
                  <a:pt x="229963" y="435578"/>
                </a:lnTo>
                <a:lnTo>
                  <a:pt x="230003" y="451135"/>
                </a:lnTo>
                <a:lnTo>
                  <a:pt x="230004" y="466691"/>
                </a:lnTo>
                <a:lnTo>
                  <a:pt x="229959" y="482247"/>
                </a:lnTo>
                <a:lnTo>
                  <a:pt x="229866" y="497804"/>
                </a:lnTo>
                <a:lnTo>
                  <a:pt x="229729" y="513360"/>
                </a:lnTo>
                <a:lnTo>
                  <a:pt x="229554" y="528916"/>
                </a:lnTo>
                <a:lnTo>
                  <a:pt x="229353" y="544473"/>
                </a:lnTo>
                <a:lnTo>
                  <a:pt x="229135" y="560029"/>
                </a:lnTo>
                <a:lnTo>
                  <a:pt x="228914" y="575585"/>
                </a:lnTo>
                <a:lnTo>
                  <a:pt x="228699" y="591142"/>
                </a:lnTo>
                <a:lnTo>
                  <a:pt x="228502" y="606698"/>
                </a:lnTo>
                <a:lnTo>
                  <a:pt x="228330" y="622255"/>
                </a:lnTo>
                <a:lnTo>
                  <a:pt x="228191" y="637811"/>
                </a:lnTo>
                <a:lnTo>
                  <a:pt x="228090" y="653367"/>
                </a:lnTo>
                <a:lnTo>
                  <a:pt x="228032" y="668924"/>
                </a:lnTo>
                <a:lnTo>
                  <a:pt x="228020" y="684480"/>
                </a:lnTo>
                <a:lnTo>
                  <a:pt x="228058" y="700036"/>
                </a:lnTo>
                <a:lnTo>
                  <a:pt x="228149" y="715593"/>
                </a:lnTo>
                <a:lnTo>
                  <a:pt x="228296" y="731149"/>
                </a:lnTo>
                <a:lnTo>
                  <a:pt x="228502" y="746705"/>
                </a:lnTo>
                <a:lnTo>
                  <a:pt x="228766" y="762262"/>
                </a:lnTo>
                <a:lnTo>
                  <a:pt x="229086" y="777818"/>
                </a:lnTo>
                <a:lnTo>
                  <a:pt x="229457" y="793375"/>
                </a:lnTo>
                <a:lnTo>
                  <a:pt x="229870" y="808931"/>
                </a:lnTo>
                <a:lnTo>
                  <a:pt x="230311" y="824487"/>
                </a:lnTo>
                <a:lnTo>
                  <a:pt x="230761" y="840044"/>
                </a:lnTo>
                <a:lnTo>
                  <a:pt x="231201" y="855600"/>
                </a:lnTo>
                <a:lnTo>
                  <a:pt x="231607" y="871156"/>
                </a:lnTo>
                <a:lnTo>
                  <a:pt x="231959" y="886713"/>
                </a:lnTo>
                <a:lnTo>
                  <a:pt x="232236" y="902269"/>
                </a:lnTo>
                <a:lnTo>
                  <a:pt x="232425" y="917825"/>
                </a:lnTo>
                <a:lnTo>
                  <a:pt x="232518" y="933382"/>
                </a:lnTo>
                <a:lnTo>
                  <a:pt x="232519" y="948938"/>
                </a:lnTo>
                <a:lnTo>
                  <a:pt x="232437" y="964495"/>
                </a:lnTo>
                <a:lnTo>
                  <a:pt x="232293" y="980051"/>
                </a:lnTo>
                <a:lnTo>
                  <a:pt x="232116" y="995607"/>
                </a:lnTo>
                <a:lnTo>
                  <a:pt x="231939" y="1011164"/>
                </a:lnTo>
                <a:lnTo>
                  <a:pt x="231797" y="1026720"/>
                </a:lnTo>
                <a:lnTo>
                  <a:pt x="231728" y="1042276"/>
                </a:lnTo>
                <a:lnTo>
                  <a:pt x="231762" y="1057833"/>
                </a:lnTo>
                <a:lnTo>
                  <a:pt x="231925" y="1073389"/>
                </a:lnTo>
                <a:lnTo>
                  <a:pt x="232232" y="1088945"/>
                </a:lnTo>
                <a:lnTo>
                  <a:pt x="232687" y="1104502"/>
                </a:lnTo>
                <a:lnTo>
                  <a:pt x="233280" y="1120058"/>
                </a:lnTo>
                <a:lnTo>
                  <a:pt x="233991" y="1135615"/>
                </a:lnTo>
                <a:lnTo>
                  <a:pt x="234787" y="1151171"/>
                </a:lnTo>
                <a:lnTo>
                  <a:pt x="235628" y="1166727"/>
                </a:lnTo>
                <a:lnTo>
                  <a:pt x="236469" y="1182284"/>
                </a:lnTo>
                <a:lnTo>
                  <a:pt x="237262" y="1197840"/>
                </a:lnTo>
                <a:lnTo>
                  <a:pt x="237967" y="1213396"/>
                </a:lnTo>
                <a:lnTo>
                  <a:pt x="238546" y="1228953"/>
                </a:lnTo>
                <a:lnTo>
                  <a:pt x="238974" y="1244509"/>
                </a:lnTo>
                <a:lnTo>
                  <a:pt x="239239" y="1260065"/>
                </a:lnTo>
                <a:lnTo>
                  <a:pt x="239339" y="1275622"/>
                </a:lnTo>
                <a:lnTo>
                  <a:pt x="239284" y="1291178"/>
                </a:lnTo>
                <a:lnTo>
                  <a:pt x="239092" y="1306735"/>
                </a:lnTo>
                <a:lnTo>
                  <a:pt x="238789" y="1322291"/>
                </a:lnTo>
                <a:lnTo>
                  <a:pt x="238401" y="1337847"/>
                </a:lnTo>
                <a:lnTo>
                  <a:pt x="237955" y="1353404"/>
                </a:lnTo>
                <a:lnTo>
                  <a:pt x="237478" y="1368960"/>
                </a:lnTo>
                <a:lnTo>
                  <a:pt x="236990" y="1384516"/>
                </a:lnTo>
                <a:lnTo>
                  <a:pt x="236509" y="1400073"/>
                </a:lnTo>
                <a:lnTo>
                  <a:pt x="236051" y="1415629"/>
                </a:lnTo>
                <a:lnTo>
                  <a:pt x="235626" y="1431185"/>
                </a:lnTo>
                <a:lnTo>
                  <a:pt x="235243" y="1446742"/>
                </a:lnTo>
                <a:lnTo>
                  <a:pt x="234910" y="1462298"/>
                </a:lnTo>
                <a:lnTo>
                  <a:pt x="234633" y="1477855"/>
                </a:lnTo>
                <a:lnTo>
                  <a:pt x="234417" y="1493411"/>
                </a:lnTo>
                <a:lnTo>
                  <a:pt x="234272" y="1508967"/>
                </a:lnTo>
                <a:lnTo>
                  <a:pt x="234209" y="1524524"/>
                </a:lnTo>
                <a:lnTo>
                  <a:pt x="234247" y="1540080"/>
                </a:lnTo>
                <a:lnTo>
                  <a:pt x="234413" y="1555636"/>
                </a:lnTo>
                <a:lnTo>
                  <a:pt x="234749" y="1571193"/>
                </a:lnTo>
                <a:lnTo>
                  <a:pt x="235313" y="1586749"/>
                </a:lnTo>
                <a:lnTo>
                  <a:pt x="236184" y="1602305"/>
                </a:lnTo>
                <a:lnTo>
                  <a:pt x="237457" y="1617862"/>
                </a:lnTo>
                <a:lnTo>
                  <a:pt x="239247" y="1633418"/>
                </a:lnTo>
                <a:lnTo>
                  <a:pt x="241674" y="1648975"/>
                </a:lnTo>
                <a:lnTo>
                  <a:pt x="244862" y="1664531"/>
                </a:lnTo>
                <a:lnTo>
                  <a:pt x="248914" y="1680087"/>
                </a:lnTo>
                <a:lnTo>
                  <a:pt x="253899" y="1695644"/>
                </a:lnTo>
                <a:lnTo>
                  <a:pt x="259832" y="1711200"/>
                </a:lnTo>
                <a:lnTo>
                  <a:pt x="266655" y="1726756"/>
                </a:lnTo>
                <a:lnTo>
                  <a:pt x="274224" y="1742313"/>
                </a:lnTo>
                <a:lnTo>
                  <a:pt x="282303" y="1757869"/>
                </a:lnTo>
                <a:lnTo>
                  <a:pt x="290571" y="1773425"/>
                </a:lnTo>
                <a:lnTo>
                  <a:pt x="298634" y="1788982"/>
                </a:lnTo>
                <a:lnTo>
                  <a:pt x="306058" y="1804538"/>
                </a:lnTo>
                <a:lnTo>
                  <a:pt x="312404" y="1820095"/>
                </a:lnTo>
                <a:lnTo>
                  <a:pt x="317268" y="1835651"/>
                </a:lnTo>
                <a:lnTo>
                  <a:pt x="320327" y="1851207"/>
                </a:lnTo>
                <a:lnTo>
                  <a:pt x="321371" y="1866764"/>
                </a:lnTo>
                <a:lnTo>
                  <a:pt x="321371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5" name="09_small_GT_pose50_rmsd3_3724">
            <a:extLst>
              <a:ext uri="{FF2B5EF4-FFF2-40B4-BE49-F238E27FC236}">
                <a16:creationId xmlns:a16="http://schemas.microsoft.com/office/drawing/2014/main" id="{21E2E7E0-1CD1-4092-BAD7-C7953A9A23E0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17480" y="1866764"/>
                </a:moveTo>
                <a:lnTo>
                  <a:pt x="137520" y="1866764"/>
                </a:lnTo>
                <a:lnTo>
                  <a:pt x="138520" y="1851207"/>
                </a:lnTo>
                <a:lnTo>
                  <a:pt x="141453" y="1835651"/>
                </a:lnTo>
                <a:lnTo>
                  <a:pt x="146115" y="1820095"/>
                </a:lnTo>
                <a:lnTo>
                  <a:pt x="152198" y="1804538"/>
                </a:lnTo>
                <a:lnTo>
                  <a:pt x="159314" y="1788982"/>
                </a:lnTo>
                <a:lnTo>
                  <a:pt x="167043" y="1773425"/>
                </a:lnTo>
                <a:lnTo>
                  <a:pt x="174968" y="1757869"/>
                </a:lnTo>
                <a:lnTo>
                  <a:pt x="182713" y="1742313"/>
                </a:lnTo>
                <a:lnTo>
                  <a:pt x="189968" y="1726756"/>
                </a:lnTo>
                <a:lnTo>
                  <a:pt x="196508" y="1711200"/>
                </a:lnTo>
                <a:lnTo>
                  <a:pt x="202196" y="1695644"/>
                </a:lnTo>
                <a:lnTo>
                  <a:pt x="206974" y="1680087"/>
                </a:lnTo>
                <a:lnTo>
                  <a:pt x="210858" y="1664531"/>
                </a:lnTo>
                <a:lnTo>
                  <a:pt x="213913" y="1648975"/>
                </a:lnTo>
                <a:lnTo>
                  <a:pt x="216240" y="1633418"/>
                </a:lnTo>
                <a:lnTo>
                  <a:pt x="217955" y="1617862"/>
                </a:lnTo>
                <a:lnTo>
                  <a:pt x="219176" y="1602305"/>
                </a:lnTo>
                <a:lnTo>
                  <a:pt x="220010" y="1586749"/>
                </a:lnTo>
                <a:lnTo>
                  <a:pt x="220552" y="1571193"/>
                </a:lnTo>
                <a:lnTo>
                  <a:pt x="220874" y="1555636"/>
                </a:lnTo>
                <a:lnTo>
                  <a:pt x="221033" y="1540080"/>
                </a:lnTo>
                <a:lnTo>
                  <a:pt x="221069" y="1524524"/>
                </a:lnTo>
                <a:lnTo>
                  <a:pt x="221009" y="1508967"/>
                </a:lnTo>
                <a:lnTo>
                  <a:pt x="220870" y="1493411"/>
                </a:lnTo>
                <a:lnTo>
                  <a:pt x="220663" y="1477855"/>
                </a:lnTo>
                <a:lnTo>
                  <a:pt x="220397" y="1462298"/>
                </a:lnTo>
                <a:lnTo>
                  <a:pt x="220078" y="1446742"/>
                </a:lnTo>
                <a:lnTo>
                  <a:pt x="219711" y="1431185"/>
                </a:lnTo>
                <a:lnTo>
                  <a:pt x="219304" y="1415629"/>
                </a:lnTo>
                <a:lnTo>
                  <a:pt x="218864" y="1400073"/>
                </a:lnTo>
                <a:lnTo>
                  <a:pt x="218404" y="1384516"/>
                </a:lnTo>
                <a:lnTo>
                  <a:pt x="217936" y="1368960"/>
                </a:lnTo>
                <a:lnTo>
                  <a:pt x="217479" y="1353404"/>
                </a:lnTo>
                <a:lnTo>
                  <a:pt x="217052" y="1337847"/>
                </a:lnTo>
                <a:lnTo>
                  <a:pt x="216681" y="1322291"/>
                </a:lnTo>
                <a:lnTo>
                  <a:pt x="216391" y="1306735"/>
                </a:lnTo>
                <a:lnTo>
                  <a:pt x="216210" y="1291178"/>
                </a:lnTo>
                <a:lnTo>
                  <a:pt x="216161" y="1275622"/>
                </a:lnTo>
                <a:lnTo>
                  <a:pt x="216262" y="1260065"/>
                </a:lnTo>
                <a:lnTo>
                  <a:pt x="216525" y="1244509"/>
                </a:lnTo>
                <a:lnTo>
                  <a:pt x="216950" y="1228953"/>
                </a:lnTo>
                <a:lnTo>
                  <a:pt x="217524" y="1213396"/>
                </a:lnTo>
                <a:lnTo>
                  <a:pt x="218228" y="1197840"/>
                </a:lnTo>
                <a:lnTo>
                  <a:pt x="219028" y="1182284"/>
                </a:lnTo>
                <a:lnTo>
                  <a:pt x="219887" y="1166727"/>
                </a:lnTo>
                <a:lnTo>
                  <a:pt x="220763" y="1151171"/>
                </a:lnTo>
                <a:lnTo>
                  <a:pt x="221617" y="1135615"/>
                </a:lnTo>
                <a:lnTo>
                  <a:pt x="222411" y="1120058"/>
                </a:lnTo>
                <a:lnTo>
                  <a:pt x="223116" y="1104502"/>
                </a:lnTo>
                <a:lnTo>
                  <a:pt x="223712" y="1088945"/>
                </a:lnTo>
                <a:lnTo>
                  <a:pt x="224189" y="1073389"/>
                </a:lnTo>
                <a:lnTo>
                  <a:pt x="224545" y="1057833"/>
                </a:lnTo>
                <a:lnTo>
                  <a:pt x="224791" y="1042276"/>
                </a:lnTo>
                <a:lnTo>
                  <a:pt x="224940" y="1026720"/>
                </a:lnTo>
                <a:lnTo>
                  <a:pt x="225015" y="1011164"/>
                </a:lnTo>
                <a:lnTo>
                  <a:pt x="225037" y="995607"/>
                </a:lnTo>
                <a:lnTo>
                  <a:pt x="225031" y="980051"/>
                </a:lnTo>
                <a:lnTo>
                  <a:pt x="225019" y="964495"/>
                </a:lnTo>
                <a:lnTo>
                  <a:pt x="225020" y="948938"/>
                </a:lnTo>
                <a:lnTo>
                  <a:pt x="225047" y="933382"/>
                </a:lnTo>
                <a:lnTo>
                  <a:pt x="225110" y="917825"/>
                </a:lnTo>
                <a:lnTo>
                  <a:pt x="225212" y="902269"/>
                </a:lnTo>
                <a:lnTo>
                  <a:pt x="225352" y="886713"/>
                </a:lnTo>
                <a:lnTo>
                  <a:pt x="225526" y="871156"/>
                </a:lnTo>
                <a:lnTo>
                  <a:pt x="225724" y="855600"/>
                </a:lnTo>
                <a:lnTo>
                  <a:pt x="225937" y="840044"/>
                </a:lnTo>
                <a:lnTo>
                  <a:pt x="226155" y="824487"/>
                </a:lnTo>
                <a:lnTo>
                  <a:pt x="226368" y="808931"/>
                </a:lnTo>
                <a:lnTo>
                  <a:pt x="226569" y="793375"/>
                </a:lnTo>
                <a:lnTo>
                  <a:pt x="226752" y="777818"/>
                </a:lnTo>
                <a:lnTo>
                  <a:pt x="226912" y="762262"/>
                </a:lnTo>
                <a:lnTo>
                  <a:pt x="227049" y="746705"/>
                </a:lnTo>
                <a:lnTo>
                  <a:pt x="227161" y="731149"/>
                </a:lnTo>
                <a:lnTo>
                  <a:pt x="227251" y="715593"/>
                </a:lnTo>
                <a:lnTo>
                  <a:pt x="227322" y="700036"/>
                </a:lnTo>
                <a:lnTo>
                  <a:pt x="227375" y="684480"/>
                </a:lnTo>
                <a:lnTo>
                  <a:pt x="227415" y="668924"/>
                </a:lnTo>
                <a:lnTo>
                  <a:pt x="227443" y="653367"/>
                </a:lnTo>
                <a:lnTo>
                  <a:pt x="227463" y="637811"/>
                </a:lnTo>
                <a:lnTo>
                  <a:pt x="227476" y="622255"/>
                </a:lnTo>
                <a:lnTo>
                  <a:pt x="227485" y="606698"/>
                </a:lnTo>
                <a:lnTo>
                  <a:pt x="227490" y="591142"/>
                </a:lnTo>
                <a:lnTo>
                  <a:pt x="227494" y="575585"/>
                </a:lnTo>
                <a:lnTo>
                  <a:pt x="227495" y="560029"/>
                </a:lnTo>
                <a:lnTo>
                  <a:pt x="227495" y="544473"/>
                </a:lnTo>
                <a:lnTo>
                  <a:pt x="227493" y="528916"/>
                </a:lnTo>
                <a:lnTo>
                  <a:pt x="227490" y="513360"/>
                </a:lnTo>
                <a:lnTo>
                  <a:pt x="227484" y="497804"/>
                </a:lnTo>
                <a:lnTo>
                  <a:pt x="227473" y="482247"/>
                </a:lnTo>
                <a:lnTo>
                  <a:pt x="227457" y="466691"/>
                </a:lnTo>
                <a:lnTo>
                  <a:pt x="227430" y="451135"/>
                </a:lnTo>
                <a:lnTo>
                  <a:pt x="227390" y="435578"/>
                </a:lnTo>
                <a:lnTo>
                  <a:pt x="227327" y="420022"/>
                </a:lnTo>
                <a:lnTo>
                  <a:pt x="227231" y="404465"/>
                </a:lnTo>
                <a:lnTo>
                  <a:pt x="227085" y="388909"/>
                </a:lnTo>
                <a:lnTo>
                  <a:pt x="226866" y="373353"/>
                </a:lnTo>
                <a:lnTo>
                  <a:pt x="226538" y="357796"/>
                </a:lnTo>
                <a:lnTo>
                  <a:pt x="226051" y="342240"/>
                </a:lnTo>
                <a:lnTo>
                  <a:pt x="225334" y="326684"/>
                </a:lnTo>
                <a:lnTo>
                  <a:pt x="224293" y="311127"/>
                </a:lnTo>
                <a:lnTo>
                  <a:pt x="222798" y="295571"/>
                </a:lnTo>
                <a:lnTo>
                  <a:pt x="220687" y="280015"/>
                </a:lnTo>
                <a:lnTo>
                  <a:pt x="217756" y="264458"/>
                </a:lnTo>
                <a:lnTo>
                  <a:pt x="213767" y="248902"/>
                </a:lnTo>
                <a:lnTo>
                  <a:pt x="208452" y="233345"/>
                </a:lnTo>
                <a:lnTo>
                  <a:pt x="201529" y="217789"/>
                </a:lnTo>
                <a:lnTo>
                  <a:pt x="192730" y="202233"/>
                </a:lnTo>
                <a:lnTo>
                  <a:pt x="181834" y="186676"/>
                </a:lnTo>
                <a:lnTo>
                  <a:pt x="168706" y="171120"/>
                </a:lnTo>
                <a:lnTo>
                  <a:pt x="153341" y="155564"/>
                </a:lnTo>
                <a:lnTo>
                  <a:pt x="135906" y="140007"/>
                </a:lnTo>
                <a:lnTo>
                  <a:pt x="116770" y="124451"/>
                </a:lnTo>
                <a:lnTo>
                  <a:pt x="96515" y="108895"/>
                </a:lnTo>
                <a:lnTo>
                  <a:pt x="75925" y="93338"/>
                </a:lnTo>
                <a:lnTo>
                  <a:pt x="55947" y="77782"/>
                </a:lnTo>
                <a:lnTo>
                  <a:pt x="37624" y="62225"/>
                </a:lnTo>
                <a:lnTo>
                  <a:pt x="22008" y="46669"/>
                </a:lnTo>
                <a:lnTo>
                  <a:pt x="10062" y="31113"/>
                </a:lnTo>
                <a:lnTo>
                  <a:pt x="2559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1" y="15556"/>
                </a:lnTo>
                <a:lnTo>
                  <a:pt x="444938" y="31113"/>
                </a:lnTo>
                <a:lnTo>
                  <a:pt x="432992" y="46669"/>
                </a:lnTo>
                <a:lnTo>
                  <a:pt x="417376" y="62225"/>
                </a:lnTo>
                <a:lnTo>
                  <a:pt x="399053" y="77782"/>
                </a:lnTo>
                <a:lnTo>
                  <a:pt x="379075" y="93338"/>
                </a:lnTo>
                <a:lnTo>
                  <a:pt x="358485" y="108895"/>
                </a:lnTo>
                <a:lnTo>
                  <a:pt x="338230" y="124451"/>
                </a:lnTo>
                <a:lnTo>
                  <a:pt x="319094" y="140007"/>
                </a:lnTo>
                <a:lnTo>
                  <a:pt x="301659" y="155564"/>
                </a:lnTo>
                <a:lnTo>
                  <a:pt x="286294" y="171120"/>
                </a:lnTo>
                <a:lnTo>
                  <a:pt x="273166" y="186676"/>
                </a:lnTo>
                <a:lnTo>
                  <a:pt x="262270" y="202233"/>
                </a:lnTo>
                <a:lnTo>
                  <a:pt x="253471" y="217789"/>
                </a:lnTo>
                <a:lnTo>
                  <a:pt x="246548" y="233345"/>
                </a:lnTo>
                <a:lnTo>
                  <a:pt x="241233" y="248902"/>
                </a:lnTo>
                <a:lnTo>
                  <a:pt x="237244" y="264458"/>
                </a:lnTo>
                <a:lnTo>
                  <a:pt x="234313" y="280015"/>
                </a:lnTo>
                <a:lnTo>
                  <a:pt x="232202" y="295571"/>
                </a:lnTo>
                <a:lnTo>
                  <a:pt x="230707" y="311127"/>
                </a:lnTo>
                <a:lnTo>
                  <a:pt x="229666" y="326684"/>
                </a:lnTo>
                <a:lnTo>
                  <a:pt x="228949" y="342240"/>
                </a:lnTo>
                <a:lnTo>
                  <a:pt x="228462" y="357796"/>
                </a:lnTo>
                <a:lnTo>
                  <a:pt x="228134" y="373353"/>
                </a:lnTo>
                <a:lnTo>
                  <a:pt x="227915" y="388909"/>
                </a:lnTo>
                <a:lnTo>
                  <a:pt x="227769" y="404465"/>
                </a:lnTo>
                <a:lnTo>
                  <a:pt x="227673" y="420022"/>
                </a:lnTo>
                <a:lnTo>
                  <a:pt x="227610" y="435578"/>
                </a:lnTo>
                <a:lnTo>
                  <a:pt x="227570" y="451135"/>
                </a:lnTo>
                <a:lnTo>
                  <a:pt x="227543" y="466691"/>
                </a:lnTo>
                <a:lnTo>
                  <a:pt x="227527" y="482247"/>
                </a:lnTo>
                <a:lnTo>
                  <a:pt x="227516" y="497804"/>
                </a:lnTo>
                <a:lnTo>
                  <a:pt x="227510" y="513360"/>
                </a:lnTo>
                <a:lnTo>
                  <a:pt x="227507" y="528916"/>
                </a:lnTo>
                <a:lnTo>
                  <a:pt x="227505" y="544473"/>
                </a:lnTo>
                <a:lnTo>
                  <a:pt x="227505" y="560029"/>
                </a:lnTo>
                <a:lnTo>
                  <a:pt x="227506" y="575585"/>
                </a:lnTo>
                <a:lnTo>
                  <a:pt x="227510" y="591142"/>
                </a:lnTo>
                <a:lnTo>
                  <a:pt x="227515" y="606698"/>
                </a:lnTo>
                <a:lnTo>
                  <a:pt x="227524" y="622255"/>
                </a:lnTo>
                <a:lnTo>
                  <a:pt x="227537" y="637811"/>
                </a:lnTo>
                <a:lnTo>
                  <a:pt x="227557" y="653367"/>
                </a:lnTo>
                <a:lnTo>
                  <a:pt x="227585" y="668924"/>
                </a:lnTo>
                <a:lnTo>
                  <a:pt x="227625" y="684480"/>
                </a:lnTo>
                <a:lnTo>
                  <a:pt x="227678" y="700036"/>
                </a:lnTo>
                <a:lnTo>
                  <a:pt x="227749" y="715593"/>
                </a:lnTo>
                <a:lnTo>
                  <a:pt x="227839" y="731149"/>
                </a:lnTo>
                <a:lnTo>
                  <a:pt x="227951" y="746705"/>
                </a:lnTo>
                <a:lnTo>
                  <a:pt x="228088" y="762262"/>
                </a:lnTo>
                <a:lnTo>
                  <a:pt x="228248" y="777818"/>
                </a:lnTo>
                <a:lnTo>
                  <a:pt x="228431" y="793375"/>
                </a:lnTo>
                <a:lnTo>
                  <a:pt x="228632" y="808931"/>
                </a:lnTo>
                <a:lnTo>
                  <a:pt x="228845" y="824487"/>
                </a:lnTo>
                <a:lnTo>
                  <a:pt x="229063" y="840044"/>
                </a:lnTo>
                <a:lnTo>
                  <a:pt x="229276" y="855600"/>
                </a:lnTo>
                <a:lnTo>
                  <a:pt x="229474" y="871156"/>
                </a:lnTo>
                <a:lnTo>
                  <a:pt x="229648" y="886713"/>
                </a:lnTo>
                <a:lnTo>
                  <a:pt x="229788" y="902269"/>
                </a:lnTo>
                <a:lnTo>
                  <a:pt x="229890" y="917825"/>
                </a:lnTo>
                <a:lnTo>
                  <a:pt x="229953" y="933382"/>
                </a:lnTo>
                <a:lnTo>
                  <a:pt x="229980" y="948938"/>
                </a:lnTo>
                <a:lnTo>
                  <a:pt x="229981" y="964495"/>
                </a:lnTo>
                <a:lnTo>
                  <a:pt x="229969" y="980051"/>
                </a:lnTo>
                <a:lnTo>
                  <a:pt x="229963" y="995607"/>
                </a:lnTo>
                <a:lnTo>
                  <a:pt x="229985" y="1011164"/>
                </a:lnTo>
                <a:lnTo>
                  <a:pt x="230060" y="1026720"/>
                </a:lnTo>
                <a:lnTo>
                  <a:pt x="230209" y="1042276"/>
                </a:lnTo>
                <a:lnTo>
                  <a:pt x="230455" y="1057833"/>
                </a:lnTo>
                <a:lnTo>
                  <a:pt x="230811" y="1073389"/>
                </a:lnTo>
                <a:lnTo>
                  <a:pt x="231288" y="1088945"/>
                </a:lnTo>
                <a:lnTo>
                  <a:pt x="231884" y="1104502"/>
                </a:lnTo>
                <a:lnTo>
                  <a:pt x="232589" y="1120058"/>
                </a:lnTo>
                <a:lnTo>
                  <a:pt x="233383" y="1135615"/>
                </a:lnTo>
                <a:lnTo>
                  <a:pt x="234237" y="1151171"/>
                </a:lnTo>
                <a:lnTo>
                  <a:pt x="235113" y="1166727"/>
                </a:lnTo>
                <a:lnTo>
                  <a:pt x="235972" y="1182284"/>
                </a:lnTo>
                <a:lnTo>
                  <a:pt x="236772" y="1197840"/>
                </a:lnTo>
                <a:lnTo>
                  <a:pt x="237476" y="1213396"/>
                </a:lnTo>
                <a:lnTo>
                  <a:pt x="238050" y="1228953"/>
                </a:lnTo>
                <a:lnTo>
                  <a:pt x="238475" y="1244509"/>
                </a:lnTo>
                <a:lnTo>
                  <a:pt x="238738" y="1260065"/>
                </a:lnTo>
                <a:lnTo>
                  <a:pt x="238839" y="1275622"/>
                </a:lnTo>
                <a:lnTo>
                  <a:pt x="238790" y="1291178"/>
                </a:lnTo>
                <a:lnTo>
                  <a:pt x="238609" y="1306735"/>
                </a:lnTo>
                <a:lnTo>
                  <a:pt x="238319" y="1322291"/>
                </a:lnTo>
                <a:lnTo>
                  <a:pt x="237948" y="1337847"/>
                </a:lnTo>
                <a:lnTo>
                  <a:pt x="237521" y="1353404"/>
                </a:lnTo>
                <a:lnTo>
                  <a:pt x="237064" y="1368960"/>
                </a:lnTo>
                <a:lnTo>
                  <a:pt x="236596" y="1384516"/>
                </a:lnTo>
                <a:lnTo>
                  <a:pt x="236136" y="1400073"/>
                </a:lnTo>
                <a:lnTo>
                  <a:pt x="235696" y="1415629"/>
                </a:lnTo>
                <a:lnTo>
                  <a:pt x="235289" y="1431185"/>
                </a:lnTo>
                <a:lnTo>
                  <a:pt x="234922" y="1446742"/>
                </a:lnTo>
                <a:lnTo>
                  <a:pt x="234603" y="1462298"/>
                </a:lnTo>
                <a:lnTo>
                  <a:pt x="234337" y="1477855"/>
                </a:lnTo>
                <a:lnTo>
                  <a:pt x="234130" y="1493411"/>
                </a:lnTo>
                <a:lnTo>
                  <a:pt x="233991" y="1508967"/>
                </a:lnTo>
                <a:lnTo>
                  <a:pt x="233931" y="1524524"/>
                </a:lnTo>
                <a:lnTo>
                  <a:pt x="233967" y="1540080"/>
                </a:lnTo>
                <a:lnTo>
                  <a:pt x="234126" y="1555636"/>
                </a:lnTo>
                <a:lnTo>
                  <a:pt x="234448" y="1571193"/>
                </a:lnTo>
                <a:lnTo>
                  <a:pt x="234990" y="1586749"/>
                </a:lnTo>
                <a:lnTo>
                  <a:pt x="235824" y="1602305"/>
                </a:lnTo>
                <a:lnTo>
                  <a:pt x="237045" y="1617862"/>
                </a:lnTo>
                <a:lnTo>
                  <a:pt x="238760" y="1633418"/>
                </a:lnTo>
                <a:lnTo>
                  <a:pt x="241087" y="1648975"/>
                </a:lnTo>
                <a:lnTo>
                  <a:pt x="244142" y="1664531"/>
                </a:lnTo>
                <a:lnTo>
                  <a:pt x="248026" y="1680087"/>
                </a:lnTo>
                <a:lnTo>
                  <a:pt x="252804" y="1695644"/>
                </a:lnTo>
                <a:lnTo>
                  <a:pt x="258492" y="1711200"/>
                </a:lnTo>
                <a:lnTo>
                  <a:pt x="265032" y="1726756"/>
                </a:lnTo>
                <a:lnTo>
                  <a:pt x="272287" y="1742313"/>
                </a:lnTo>
                <a:lnTo>
                  <a:pt x="280032" y="1757869"/>
                </a:lnTo>
                <a:lnTo>
                  <a:pt x="287957" y="1773425"/>
                </a:lnTo>
                <a:lnTo>
                  <a:pt x="295686" y="1788982"/>
                </a:lnTo>
                <a:lnTo>
                  <a:pt x="302802" y="1804538"/>
                </a:lnTo>
                <a:lnTo>
                  <a:pt x="308885" y="1820095"/>
                </a:lnTo>
                <a:lnTo>
                  <a:pt x="313547" y="1835651"/>
                </a:lnTo>
                <a:lnTo>
                  <a:pt x="316480" y="1851207"/>
                </a:lnTo>
                <a:lnTo>
                  <a:pt x="317480" y="1866764"/>
                </a:lnTo>
                <a:lnTo>
                  <a:pt x="31748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" name="09_small_GT_pose50_rmsd3_3725">
            <a:extLst>
              <a:ext uri="{FF2B5EF4-FFF2-40B4-BE49-F238E27FC236}">
                <a16:creationId xmlns:a16="http://schemas.microsoft.com/office/drawing/2014/main" id="{A68887F5-9FCE-4614-8DAE-5D520CFFB22A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17480" y="1866764"/>
                </a:moveTo>
                <a:lnTo>
                  <a:pt x="137520" y="1866764"/>
                </a:lnTo>
                <a:lnTo>
                  <a:pt x="138520" y="1851207"/>
                </a:lnTo>
                <a:lnTo>
                  <a:pt x="141453" y="1835651"/>
                </a:lnTo>
                <a:lnTo>
                  <a:pt x="146115" y="1820095"/>
                </a:lnTo>
                <a:lnTo>
                  <a:pt x="152198" y="1804538"/>
                </a:lnTo>
                <a:lnTo>
                  <a:pt x="159314" y="1788982"/>
                </a:lnTo>
                <a:lnTo>
                  <a:pt x="167043" y="1773425"/>
                </a:lnTo>
                <a:lnTo>
                  <a:pt x="174968" y="1757869"/>
                </a:lnTo>
                <a:lnTo>
                  <a:pt x="182713" y="1742313"/>
                </a:lnTo>
                <a:lnTo>
                  <a:pt x="189968" y="1726756"/>
                </a:lnTo>
                <a:lnTo>
                  <a:pt x="196508" y="1711200"/>
                </a:lnTo>
                <a:lnTo>
                  <a:pt x="202196" y="1695644"/>
                </a:lnTo>
                <a:lnTo>
                  <a:pt x="206974" y="1680087"/>
                </a:lnTo>
                <a:lnTo>
                  <a:pt x="210858" y="1664531"/>
                </a:lnTo>
                <a:lnTo>
                  <a:pt x="213913" y="1648975"/>
                </a:lnTo>
                <a:lnTo>
                  <a:pt x="216240" y="1633418"/>
                </a:lnTo>
                <a:lnTo>
                  <a:pt x="217955" y="1617862"/>
                </a:lnTo>
                <a:lnTo>
                  <a:pt x="219176" y="1602305"/>
                </a:lnTo>
                <a:lnTo>
                  <a:pt x="220010" y="1586749"/>
                </a:lnTo>
                <a:lnTo>
                  <a:pt x="220552" y="1571193"/>
                </a:lnTo>
                <a:lnTo>
                  <a:pt x="220874" y="1555636"/>
                </a:lnTo>
                <a:lnTo>
                  <a:pt x="221033" y="1540080"/>
                </a:lnTo>
                <a:lnTo>
                  <a:pt x="221069" y="1524524"/>
                </a:lnTo>
                <a:lnTo>
                  <a:pt x="221009" y="1508967"/>
                </a:lnTo>
                <a:lnTo>
                  <a:pt x="220870" y="1493411"/>
                </a:lnTo>
                <a:lnTo>
                  <a:pt x="220663" y="1477855"/>
                </a:lnTo>
                <a:lnTo>
                  <a:pt x="220397" y="1462298"/>
                </a:lnTo>
                <a:lnTo>
                  <a:pt x="220078" y="1446742"/>
                </a:lnTo>
                <a:lnTo>
                  <a:pt x="219711" y="1431185"/>
                </a:lnTo>
                <a:lnTo>
                  <a:pt x="219304" y="1415629"/>
                </a:lnTo>
                <a:lnTo>
                  <a:pt x="218864" y="1400073"/>
                </a:lnTo>
                <a:lnTo>
                  <a:pt x="218404" y="1384516"/>
                </a:lnTo>
                <a:lnTo>
                  <a:pt x="217936" y="1368960"/>
                </a:lnTo>
                <a:lnTo>
                  <a:pt x="217479" y="1353404"/>
                </a:lnTo>
                <a:lnTo>
                  <a:pt x="217052" y="1337847"/>
                </a:lnTo>
                <a:lnTo>
                  <a:pt x="216681" y="1322291"/>
                </a:lnTo>
                <a:lnTo>
                  <a:pt x="216391" y="1306735"/>
                </a:lnTo>
                <a:lnTo>
                  <a:pt x="216210" y="1291178"/>
                </a:lnTo>
                <a:lnTo>
                  <a:pt x="216161" y="1275622"/>
                </a:lnTo>
                <a:lnTo>
                  <a:pt x="216262" y="1260065"/>
                </a:lnTo>
                <a:lnTo>
                  <a:pt x="216525" y="1244509"/>
                </a:lnTo>
                <a:lnTo>
                  <a:pt x="216950" y="1228953"/>
                </a:lnTo>
                <a:lnTo>
                  <a:pt x="217524" y="1213396"/>
                </a:lnTo>
                <a:lnTo>
                  <a:pt x="218228" y="1197840"/>
                </a:lnTo>
                <a:lnTo>
                  <a:pt x="219028" y="1182284"/>
                </a:lnTo>
                <a:lnTo>
                  <a:pt x="219887" y="1166727"/>
                </a:lnTo>
                <a:lnTo>
                  <a:pt x="220763" y="1151171"/>
                </a:lnTo>
                <a:lnTo>
                  <a:pt x="221617" y="1135615"/>
                </a:lnTo>
                <a:lnTo>
                  <a:pt x="222411" y="1120058"/>
                </a:lnTo>
                <a:lnTo>
                  <a:pt x="223116" y="1104502"/>
                </a:lnTo>
                <a:lnTo>
                  <a:pt x="223712" y="1088945"/>
                </a:lnTo>
                <a:lnTo>
                  <a:pt x="224189" y="1073389"/>
                </a:lnTo>
                <a:lnTo>
                  <a:pt x="224545" y="1057833"/>
                </a:lnTo>
                <a:lnTo>
                  <a:pt x="224791" y="1042276"/>
                </a:lnTo>
                <a:lnTo>
                  <a:pt x="224940" y="1026720"/>
                </a:lnTo>
                <a:lnTo>
                  <a:pt x="225015" y="1011164"/>
                </a:lnTo>
                <a:lnTo>
                  <a:pt x="225037" y="995607"/>
                </a:lnTo>
                <a:lnTo>
                  <a:pt x="225031" y="980051"/>
                </a:lnTo>
                <a:lnTo>
                  <a:pt x="225019" y="964495"/>
                </a:lnTo>
                <a:lnTo>
                  <a:pt x="225020" y="948938"/>
                </a:lnTo>
                <a:lnTo>
                  <a:pt x="225047" y="933382"/>
                </a:lnTo>
                <a:lnTo>
                  <a:pt x="225110" y="917825"/>
                </a:lnTo>
                <a:lnTo>
                  <a:pt x="225212" y="902269"/>
                </a:lnTo>
                <a:lnTo>
                  <a:pt x="225352" y="886713"/>
                </a:lnTo>
                <a:lnTo>
                  <a:pt x="225526" y="871156"/>
                </a:lnTo>
                <a:lnTo>
                  <a:pt x="225724" y="855600"/>
                </a:lnTo>
                <a:lnTo>
                  <a:pt x="225937" y="840044"/>
                </a:lnTo>
                <a:lnTo>
                  <a:pt x="226155" y="824487"/>
                </a:lnTo>
                <a:lnTo>
                  <a:pt x="226368" y="808931"/>
                </a:lnTo>
                <a:lnTo>
                  <a:pt x="226569" y="793375"/>
                </a:lnTo>
                <a:lnTo>
                  <a:pt x="226752" y="777818"/>
                </a:lnTo>
                <a:lnTo>
                  <a:pt x="226912" y="762262"/>
                </a:lnTo>
                <a:lnTo>
                  <a:pt x="227049" y="746705"/>
                </a:lnTo>
                <a:lnTo>
                  <a:pt x="227161" y="731149"/>
                </a:lnTo>
                <a:lnTo>
                  <a:pt x="227251" y="715593"/>
                </a:lnTo>
                <a:lnTo>
                  <a:pt x="227322" y="700036"/>
                </a:lnTo>
                <a:lnTo>
                  <a:pt x="227375" y="684480"/>
                </a:lnTo>
                <a:lnTo>
                  <a:pt x="227415" y="668924"/>
                </a:lnTo>
                <a:lnTo>
                  <a:pt x="227443" y="653367"/>
                </a:lnTo>
                <a:lnTo>
                  <a:pt x="227463" y="637811"/>
                </a:lnTo>
                <a:lnTo>
                  <a:pt x="227476" y="622255"/>
                </a:lnTo>
                <a:lnTo>
                  <a:pt x="227485" y="606698"/>
                </a:lnTo>
                <a:lnTo>
                  <a:pt x="227490" y="591142"/>
                </a:lnTo>
                <a:lnTo>
                  <a:pt x="227494" y="575585"/>
                </a:lnTo>
                <a:lnTo>
                  <a:pt x="227495" y="560029"/>
                </a:lnTo>
                <a:lnTo>
                  <a:pt x="227495" y="544473"/>
                </a:lnTo>
                <a:lnTo>
                  <a:pt x="227493" y="528916"/>
                </a:lnTo>
                <a:lnTo>
                  <a:pt x="227490" y="513360"/>
                </a:lnTo>
                <a:lnTo>
                  <a:pt x="227484" y="497804"/>
                </a:lnTo>
                <a:lnTo>
                  <a:pt x="227473" y="482247"/>
                </a:lnTo>
                <a:lnTo>
                  <a:pt x="227457" y="466691"/>
                </a:lnTo>
                <a:lnTo>
                  <a:pt x="227430" y="451135"/>
                </a:lnTo>
                <a:lnTo>
                  <a:pt x="227390" y="435578"/>
                </a:lnTo>
                <a:lnTo>
                  <a:pt x="227327" y="420022"/>
                </a:lnTo>
                <a:lnTo>
                  <a:pt x="227231" y="404465"/>
                </a:lnTo>
                <a:lnTo>
                  <a:pt x="227085" y="388909"/>
                </a:lnTo>
                <a:lnTo>
                  <a:pt x="226866" y="373353"/>
                </a:lnTo>
                <a:lnTo>
                  <a:pt x="226538" y="357796"/>
                </a:lnTo>
                <a:lnTo>
                  <a:pt x="226051" y="342240"/>
                </a:lnTo>
                <a:lnTo>
                  <a:pt x="225334" y="326684"/>
                </a:lnTo>
                <a:lnTo>
                  <a:pt x="224293" y="311127"/>
                </a:lnTo>
                <a:lnTo>
                  <a:pt x="222798" y="295571"/>
                </a:lnTo>
                <a:lnTo>
                  <a:pt x="220687" y="280015"/>
                </a:lnTo>
                <a:lnTo>
                  <a:pt x="217756" y="264458"/>
                </a:lnTo>
                <a:lnTo>
                  <a:pt x="213767" y="248902"/>
                </a:lnTo>
                <a:lnTo>
                  <a:pt x="208452" y="233345"/>
                </a:lnTo>
                <a:lnTo>
                  <a:pt x="201529" y="217789"/>
                </a:lnTo>
                <a:lnTo>
                  <a:pt x="192730" y="202233"/>
                </a:lnTo>
                <a:lnTo>
                  <a:pt x="181834" y="186676"/>
                </a:lnTo>
                <a:lnTo>
                  <a:pt x="168706" y="171120"/>
                </a:lnTo>
                <a:lnTo>
                  <a:pt x="153341" y="155564"/>
                </a:lnTo>
                <a:lnTo>
                  <a:pt x="135906" y="140007"/>
                </a:lnTo>
                <a:lnTo>
                  <a:pt x="116770" y="124451"/>
                </a:lnTo>
                <a:lnTo>
                  <a:pt x="96515" y="108895"/>
                </a:lnTo>
                <a:lnTo>
                  <a:pt x="75925" y="93338"/>
                </a:lnTo>
                <a:lnTo>
                  <a:pt x="55947" y="77782"/>
                </a:lnTo>
                <a:lnTo>
                  <a:pt x="37624" y="62225"/>
                </a:lnTo>
                <a:lnTo>
                  <a:pt x="22008" y="46669"/>
                </a:lnTo>
                <a:lnTo>
                  <a:pt x="10062" y="31113"/>
                </a:lnTo>
                <a:lnTo>
                  <a:pt x="2559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41" y="15556"/>
                </a:lnTo>
                <a:lnTo>
                  <a:pt x="444938" y="31113"/>
                </a:lnTo>
                <a:lnTo>
                  <a:pt x="432992" y="46669"/>
                </a:lnTo>
                <a:lnTo>
                  <a:pt x="417376" y="62225"/>
                </a:lnTo>
                <a:lnTo>
                  <a:pt x="399053" y="77782"/>
                </a:lnTo>
                <a:lnTo>
                  <a:pt x="379075" y="93338"/>
                </a:lnTo>
                <a:lnTo>
                  <a:pt x="358485" y="108895"/>
                </a:lnTo>
                <a:lnTo>
                  <a:pt x="338230" y="124451"/>
                </a:lnTo>
                <a:lnTo>
                  <a:pt x="319094" y="140007"/>
                </a:lnTo>
                <a:lnTo>
                  <a:pt x="301659" y="155564"/>
                </a:lnTo>
                <a:lnTo>
                  <a:pt x="286294" y="171120"/>
                </a:lnTo>
                <a:lnTo>
                  <a:pt x="273166" y="186676"/>
                </a:lnTo>
                <a:lnTo>
                  <a:pt x="262270" y="202233"/>
                </a:lnTo>
                <a:lnTo>
                  <a:pt x="253471" y="217789"/>
                </a:lnTo>
                <a:lnTo>
                  <a:pt x="246549" y="233345"/>
                </a:lnTo>
                <a:lnTo>
                  <a:pt x="241233" y="248902"/>
                </a:lnTo>
                <a:lnTo>
                  <a:pt x="237244" y="264458"/>
                </a:lnTo>
                <a:lnTo>
                  <a:pt x="234313" y="280015"/>
                </a:lnTo>
                <a:lnTo>
                  <a:pt x="232202" y="295571"/>
                </a:lnTo>
                <a:lnTo>
                  <a:pt x="230707" y="311127"/>
                </a:lnTo>
                <a:lnTo>
                  <a:pt x="229666" y="326684"/>
                </a:lnTo>
                <a:lnTo>
                  <a:pt x="228949" y="342240"/>
                </a:lnTo>
                <a:lnTo>
                  <a:pt x="228462" y="357796"/>
                </a:lnTo>
                <a:lnTo>
                  <a:pt x="228134" y="373353"/>
                </a:lnTo>
                <a:lnTo>
                  <a:pt x="227915" y="388909"/>
                </a:lnTo>
                <a:lnTo>
                  <a:pt x="227769" y="404465"/>
                </a:lnTo>
                <a:lnTo>
                  <a:pt x="227673" y="420022"/>
                </a:lnTo>
                <a:lnTo>
                  <a:pt x="227610" y="435578"/>
                </a:lnTo>
                <a:lnTo>
                  <a:pt x="227570" y="451135"/>
                </a:lnTo>
                <a:lnTo>
                  <a:pt x="227543" y="466691"/>
                </a:lnTo>
                <a:lnTo>
                  <a:pt x="227527" y="482247"/>
                </a:lnTo>
                <a:lnTo>
                  <a:pt x="227516" y="497804"/>
                </a:lnTo>
                <a:lnTo>
                  <a:pt x="227510" y="513360"/>
                </a:lnTo>
                <a:lnTo>
                  <a:pt x="227507" y="528916"/>
                </a:lnTo>
                <a:lnTo>
                  <a:pt x="227505" y="544473"/>
                </a:lnTo>
                <a:lnTo>
                  <a:pt x="227505" y="560029"/>
                </a:lnTo>
                <a:lnTo>
                  <a:pt x="227506" y="575585"/>
                </a:lnTo>
                <a:lnTo>
                  <a:pt x="227510" y="591142"/>
                </a:lnTo>
                <a:lnTo>
                  <a:pt x="227515" y="606698"/>
                </a:lnTo>
                <a:lnTo>
                  <a:pt x="227524" y="622255"/>
                </a:lnTo>
                <a:lnTo>
                  <a:pt x="227537" y="637811"/>
                </a:lnTo>
                <a:lnTo>
                  <a:pt x="227557" y="653367"/>
                </a:lnTo>
                <a:lnTo>
                  <a:pt x="227585" y="668924"/>
                </a:lnTo>
                <a:lnTo>
                  <a:pt x="227625" y="684480"/>
                </a:lnTo>
                <a:lnTo>
                  <a:pt x="227678" y="700036"/>
                </a:lnTo>
                <a:lnTo>
                  <a:pt x="227749" y="715593"/>
                </a:lnTo>
                <a:lnTo>
                  <a:pt x="227839" y="731149"/>
                </a:lnTo>
                <a:lnTo>
                  <a:pt x="227951" y="746705"/>
                </a:lnTo>
                <a:lnTo>
                  <a:pt x="228088" y="762262"/>
                </a:lnTo>
                <a:lnTo>
                  <a:pt x="228248" y="777818"/>
                </a:lnTo>
                <a:lnTo>
                  <a:pt x="228431" y="793375"/>
                </a:lnTo>
                <a:lnTo>
                  <a:pt x="228632" y="808931"/>
                </a:lnTo>
                <a:lnTo>
                  <a:pt x="228845" y="824487"/>
                </a:lnTo>
                <a:lnTo>
                  <a:pt x="229063" y="840044"/>
                </a:lnTo>
                <a:lnTo>
                  <a:pt x="229276" y="855600"/>
                </a:lnTo>
                <a:lnTo>
                  <a:pt x="229474" y="871156"/>
                </a:lnTo>
                <a:lnTo>
                  <a:pt x="229648" y="886713"/>
                </a:lnTo>
                <a:lnTo>
                  <a:pt x="229788" y="902269"/>
                </a:lnTo>
                <a:lnTo>
                  <a:pt x="229890" y="917825"/>
                </a:lnTo>
                <a:lnTo>
                  <a:pt x="229953" y="933382"/>
                </a:lnTo>
                <a:lnTo>
                  <a:pt x="229980" y="948938"/>
                </a:lnTo>
                <a:lnTo>
                  <a:pt x="229981" y="964495"/>
                </a:lnTo>
                <a:lnTo>
                  <a:pt x="229969" y="980051"/>
                </a:lnTo>
                <a:lnTo>
                  <a:pt x="229963" y="995607"/>
                </a:lnTo>
                <a:lnTo>
                  <a:pt x="229985" y="1011164"/>
                </a:lnTo>
                <a:lnTo>
                  <a:pt x="230060" y="1026720"/>
                </a:lnTo>
                <a:lnTo>
                  <a:pt x="230209" y="1042276"/>
                </a:lnTo>
                <a:lnTo>
                  <a:pt x="230455" y="1057833"/>
                </a:lnTo>
                <a:lnTo>
                  <a:pt x="230811" y="1073389"/>
                </a:lnTo>
                <a:lnTo>
                  <a:pt x="231288" y="1088945"/>
                </a:lnTo>
                <a:lnTo>
                  <a:pt x="231884" y="1104502"/>
                </a:lnTo>
                <a:lnTo>
                  <a:pt x="232589" y="1120058"/>
                </a:lnTo>
                <a:lnTo>
                  <a:pt x="233383" y="1135615"/>
                </a:lnTo>
                <a:lnTo>
                  <a:pt x="234237" y="1151171"/>
                </a:lnTo>
                <a:lnTo>
                  <a:pt x="235113" y="1166727"/>
                </a:lnTo>
                <a:lnTo>
                  <a:pt x="235972" y="1182284"/>
                </a:lnTo>
                <a:lnTo>
                  <a:pt x="236772" y="1197840"/>
                </a:lnTo>
                <a:lnTo>
                  <a:pt x="237476" y="1213396"/>
                </a:lnTo>
                <a:lnTo>
                  <a:pt x="238050" y="1228953"/>
                </a:lnTo>
                <a:lnTo>
                  <a:pt x="238475" y="1244509"/>
                </a:lnTo>
                <a:lnTo>
                  <a:pt x="238738" y="1260065"/>
                </a:lnTo>
                <a:lnTo>
                  <a:pt x="238839" y="1275622"/>
                </a:lnTo>
                <a:lnTo>
                  <a:pt x="238790" y="1291178"/>
                </a:lnTo>
                <a:lnTo>
                  <a:pt x="238609" y="1306735"/>
                </a:lnTo>
                <a:lnTo>
                  <a:pt x="238319" y="1322291"/>
                </a:lnTo>
                <a:lnTo>
                  <a:pt x="237948" y="1337847"/>
                </a:lnTo>
                <a:lnTo>
                  <a:pt x="237521" y="1353404"/>
                </a:lnTo>
                <a:lnTo>
                  <a:pt x="237064" y="1368960"/>
                </a:lnTo>
                <a:lnTo>
                  <a:pt x="236596" y="1384516"/>
                </a:lnTo>
                <a:lnTo>
                  <a:pt x="236136" y="1400073"/>
                </a:lnTo>
                <a:lnTo>
                  <a:pt x="235696" y="1415629"/>
                </a:lnTo>
                <a:lnTo>
                  <a:pt x="235289" y="1431185"/>
                </a:lnTo>
                <a:lnTo>
                  <a:pt x="234922" y="1446742"/>
                </a:lnTo>
                <a:lnTo>
                  <a:pt x="234603" y="1462298"/>
                </a:lnTo>
                <a:lnTo>
                  <a:pt x="234337" y="1477855"/>
                </a:lnTo>
                <a:lnTo>
                  <a:pt x="234130" y="1493411"/>
                </a:lnTo>
                <a:lnTo>
                  <a:pt x="233991" y="1508967"/>
                </a:lnTo>
                <a:lnTo>
                  <a:pt x="233931" y="1524524"/>
                </a:lnTo>
                <a:lnTo>
                  <a:pt x="233967" y="1540080"/>
                </a:lnTo>
                <a:lnTo>
                  <a:pt x="234126" y="1555636"/>
                </a:lnTo>
                <a:lnTo>
                  <a:pt x="234448" y="1571193"/>
                </a:lnTo>
                <a:lnTo>
                  <a:pt x="234990" y="1586749"/>
                </a:lnTo>
                <a:lnTo>
                  <a:pt x="235824" y="1602305"/>
                </a:lnTo>
                <a:lnTo>
                  <a:pt x="237045" y="1617862"/>
                </a:lnTo>
                <a:lnTo>
                  <a:pt x="238760" y="1633418"/>
                </a:lnTo>
                <a:lnTo>
                  <a:pt x="241087" y="1648975"/>
                </a:lnTo>
                <a:lnTo>
                  <a:pt x="244142" y="1664531"/>
                </a:lnTo>
                <a:lnTo>
                  <a:pt x="248026" y="1680087"/>
                </a:lnTo>
                <a:lnTo>
                  <a:pt x="252804" y="1695644"/>
                </a:lnTo>
                <a:lnTo>
                  <a:pt x="258492" y="1711200"/>
                </a:lnTo>
                <a:lnTo>
                  <a:pt x="265032" y="1726756"/>
                </a:lnTo>
                <a:lnTo>
                  <a:pt x="272287" y="1742313"/>
                </a:lnTo>
                <a:lnTo>
                  <a:pt x="280032" y="1757869"/>
                </a:lnTo>
                <a:lnTo>
                  <a:pt x="287957" y="1773425"/>
                </a:lnTo>
                <a:lnTo>
                  <a:pt x="295686" y="1788982"/>
                </a:lnTo>
                <a:lnTo>
                  <a:pt x="302802" y="1804538"/>
                </a:lnTo>
                <a:lnTo>
                  <a:pt x="308885" y="1820095"/>
                </a:lnTo>
                <a:lnTo>
                  <a:pt x="313547" y="1835651"/>
                </a:lnTo>
                <a:lnTo>
                  <a:pt x="316480" y="1851207"/>
                </a:lnTo>
                <a:lnTo>
                  <a:pt x="317480" y="1866764"/>
                </a:lnTo>
                <a:lnTo>
                  <a:pt x="317480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7" name="09_small_GT_pose50_rmsd3_3726">
            <a:extLst>
              <a:ext uri="{FF2B5EF4-FFF2-40B4-BE49-F238E27FC236}">
                <a16:creationId xmlns:a16="http://schemas.microsoft.com/office/drawing/2014/main" id="{0B9CB569-C6E8-495E-9AA6-D98AFF119E3C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3727">
            <a:extLst>
              <a:ext uri="{FF2B5EF4-FFF2-40B4-BE49-F238E27FC236}">
                <a16:creationId xmlns:a16="http://schemas.microsoft.com/office/drawing/2014/main" id="{6F6ABFD6-70F8-4686-A9D0-D4A76AD71CCA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09_small_GT_pose50_rmsd3_3728">
            <a:extLst>
              <a:ext uri="{FF2B5EF4-FFF2-40B4-BE49-F238E27FC236}">
                <a16:creationId xmlns:a16="http://schemas.microsoft.com/office/drawing/2014/main" id="{D7F7EF1B-E7A6-4FB3-B50D-74F78FB34720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3729">
            <a:extLst>
              <a:ext uri="{FF2B5EF4-FFF2-40B4-BE49-F238E27FC236}">
                <a16:creationId xmlns:a16="http://schemas.microsoft.com/office/drawing/2014/main" id="{DF137BD7-6B4A-4D3D-A06F-69505D2CF9C5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09_small_GT_pose50_rmsd3_3730">
            <a:extLst>
              <a:ext uri="{FF2B5EF4-FFF2-40B4-BE49-F238E27FC236}">
                <a16:creationId xmlns:a16="http://schemas.microsoft.com/office/drawing/2014/main" id="{4FE48E22-0D1A-4894-8220-FB6569A856B9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3731">
            <a:extLst>
              <a:ext uri="{FF2B5EF4-FFF2-40B4-BE49-F238E27FC236}">
                <a16:creationId xmlns:a16="http://schemas.microsoft.com/office/drawing/2014/main" id="{3133F34A-FC0B-41E0-91A3-32B4DD78189F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09_small_GT_pose50_rmsd3_3732">
            <a:extLst>
              <a:ext uri="{FF2B5EF4-FFF2-40B4-BE49-F238E27FC236}">
                <a16:creationId xmlns:a16="http://schemas.microsoft.com/office/drawing/2014/main" id="{E60E2D94-ED20-4137-97CC-AF64F56EB7AF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3733">
            <a:extLst>
              <a:ext uri="{FF2B5EF4-FFF2-40B4-BE49-F238E27FC236}">
                <a16:creationId xmlns:a16="http://schemas.microsoft.com/office/drawing/2014/main" id="{8AFA28A0-5555-4CC7-AC1B-5D95FD1AB308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09_small_GT_pose50_rmsd3_3734">
            <a:extLst>
              <a:ext uri="{FF2B5EF4-FFF2-40B4-BE49-F238E27FC236}">
                <a16:creationId xmlns:a16="http://schemas.microsoft.com/office/drawing/2014/main" id="{FB5BC490-93F2-49F2-8F57-F69A6167EE0E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3735">
            <a:extLst>
              <a:ext uri="{FF2B5EF4-FFF2-40B4-BE49-F238E27FC236}">
                <a16:creationId xmlns:a16="http://schemas.microsoft.com/office/drawing/2014/main" id="{18E0B9BC-32E1-43D6-BBF8-6723289793AB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3736">
            <a:extLst>
              <a:ext uri="{FF2B5EF4-FFF2-40B4-BE49-F238E27FC236}">
                <a16:creationId xmlns:a16="http://schemas.microsoft.com/office/drawing/2014/main" id="{55F3C01A-C82F-4949-8433-865B4F8C98A6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09_small_GT_pose50_rmsd3_3737">
            <a:extLst>
              <a:ext uri="{FF2B5EF4-FFF2-40B4-BE49-F238E27FC236}">
                <a16:creationId xmlns:a16="http://schemas.microsoft.com/office/drawing/2014/main" id="{BF7E13B6-6F34-4C59-A5D9-A934C850BE05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09_small_GT_pose50_rmsd3_3738">
            <a:extLst>
              <a:ext uri="{FF2B5EF4-FFF2-40B4-BE49-F238E27FC236}">
                <a16:creationId xmlns:a16="http://schemas.microsoft.com/office/drawing/2014/main" id="{925F6FC4-3AA4-41ED-A388-05403A2EECD6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3739">
            <a:extLst>
              <a:ext uri="{FF2B5EF4-FFF2-40B4-BE49-F238E27FC236}">
                <a16:creationId xmlns:a16="http://schemas.microsoft.com/office/drawing/2014/main" id="{3A7AB4F9-3133-4313-A12D-89A05E4AE8BB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09_small_GT_pose50_rmsd3_3740">
            <a:extLst>
              <a:ext uri="{FF2B5EF4-FFF2-40B4-BE49-F238E27FC236}">
                <a16:creationId xmlns:a16="http://schemas.microsoft.com/office/drawing/2014/main" id="{4617F1D5-70BD-407A-AD18-2BE8BC04265B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09_small_GT_pose50_rmsd3_3741">
            <a:extLst>
              <a:ext uri="{FF2B5EF4-FFF2-40B4-BE49-F238E27FC236}">
                <a16:creationId xmlns:a16="http://schemas.microsoft.com/office/drawing/2014/main" id="{E00619DD-322A-4F74-B3C3-9123EB46FC7F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3742">
            <a:extLst>
              <a:ext uri="{FF2B5EF4-FFF2-40B4-BE49-F238E27FC236}">
                <a16:creationId xmlns:a16="http://schemas.microsoft.com/office/drawing/2014/main" id="{D8CC6985-0029-454B-A88F-F0AD011DB6A0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09_small_GT_pose50_rmsd3_3743">
            <a:extLst>
              <a:ext uri="{FF2B5EF4-FFF2-40B4-BE49-F238E27FC236}">
                <a16:creationId xmlns:a16="http://schemas.microsoft.com/office/drawing/2014/main" id="{2BC9E8BD-C6EB-43A4-B0B5-222411913C7C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09_small_GT_pose50_rmsd3_3744">
            <a:extLst>
              <a:ext uri="{FF2B5EF4-FFF2-40B4-BE49-F238E27FC236}">
                <a16:creationId xmlns:a16="http://schemas.microsoft.com/office/drawing/2014/main" id="{49C3217B-E915-4F29-A573-E79991DBBF7F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3745">
            <a:extLst>
              <a:ext uri="{FF2B5EF4-FFF2-40B4-BE49-F238E27FC236}">
                <a16:creationId xmlns:a16="http://schemas.microsoft.com/office/drawing/2014/main" id="{30474AFC-1A8D-4E90-9085-AF0AF7C72A5B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09_small_GT_pose50_rmsd3_3746">
            <a:extLst>
              <a:ext uri="{FF2B5EF4-FFF2-40B4-BE49-F238E27FC236}">
                <a16:creationId xmlns:a16="http://schemas.microsoft.com/office/drawing/2014/main" id="{A4CF4222-2216-45F1-888F-D26BC714DC69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09_small_GT_pose50_rmsd3_3747">
            <a:extLst>
              <a:ext uri="{FF2B5EF4-FFF2-40B4-BE49-F238E27FC236}">
                <a16:creationId xmlns:a16="http://schemas.microsoft.com/office/drawing/2014/main" id="{B65D1DD3-5CF5-4F69-A027-0CD99C824D69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3748">
            <a:extLst>
              <a:ext uri="{FF2B5EF4-FFF2-40B4-BE49-F238E27FC236}">
                <a16:creationId xmlns:a16="http://schemas.microsoft.com/office/drawing/2014/main" id="{205D02E0-CD30-4868-ACD2-C07CF54F138F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09_small_GT_pose50_rmsd3_3749">
            <a:extLst>
              <a:ext uri="{FF2B5EF4-FFF2-40B4-BE49-F238E27FC236}">
                <a16:creationId xmlns:a16="http://schemas.microsoft.com/office/drawing/2014/main" id="{C25FA38A-D888-4017-A201-FD867AAA9463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09_small_GT_pose50_rmsd3_3750">
            <a:extLst>
              <a:ext uri="{FF2B5EF4-FFF2-40B4-BE49-F238E27FC236}">
                <a16:creationId xmlns:a16="http://schemas.microsoft.com/office/drawing/2014/main" id="{D14E21AC-DD3D-49BC-803B-751D6BC90E40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3751">
            <a:extLst>
              <a:ext uri="{FF2B5EF4-FFF2-40B4-BE49-F238E27FC236}">
                <a16:creationId xmlns:a16="http://schemas.microsoft.com/office/drawing/2014/main" id="{7BA090C9-BB18-40FF-B507-841F9E63BFB0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3752">
            <a:extLst>
              <a:ext uri="{FF2B5EF4-FFF2-40B4-BE49-F238E27FC236}">
                <a16:creationId xmlns:a16="http://schemas.microsoft.com/office/drawing/2014/main" id="{8419268A-F4EA-438D-8EDA-43FBC1A02E5C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09_small_GT_pose50_rmsd3_3753">
            <a:extLst>
              <a:ext uri="{FF2B5EF4-FFF2-40B4-BE49-F238E27FC236}">
                <a16:creationId xmlns:a16="http://schemas.microsoft.com/office/drawing/2014/main" id="{3062698D-465D-44D6-830E-37B85516BD8F}"/>
              </a:ext>
            </a:extLst>
          </p:cNvPr>
          <p:cNvSpPr>
            <a:spLocks noGrp="1"/>
          </p:cNvSpPr>
          <p:nvPr/>
        </p:nvSpPr>
        <p:spPr>
          <a:xfrm>
            <a:off x="14848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09_small_GT_pose50_rmsd3_3754">
            <a:extLst>
              <a:ext uri="{FF2B5EF4-FFF2-40B4-BE49-F238E27FC236}">
                <a16:creationId xmlns:a16="http://schemas.microsoft.com/office/drawing/2014/main" id="{9AC1E59D-AEF8-43E8-9BAF-42FC66EBD3D0}"/>
              </a:ext>
            </a:extLst>
          </p:cNvPr>
          <p:cNvSpPr>
            <a:spLocks noGrp="1"/>
          </p:cNvSpPr>
          <p:nvPr/>
        </p:nvSpPr>
        <p:spPr>
          <a:xfrm>
            <a:off x="1718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09_small_GT_pose50_rmsd3_3755">
            <a:extLst>
              <a:ext uri="{FF2B5EF4-FFF2-40B4-BE49-F238E27FC236}">
                <a16:creationId xmlns:a16="http://schemas.microsoft.com/office/drawing/2014/main" id="{47EB6D9F-1408-44AA-8F34-E0C585322992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09_small_GT_pose50_rmsd3_3756">
            <a:extLst>
              <a:ext uri="{FF2B5EF4-FFF2-40B4-BE49-F238E27FC236}">
                <a16:creationId xmlns:a16="http://schemas.microsoft.com/office/drawing/2014/main" id="{29BC470C-B86F-4B35-B3B5-9E84F8F193A4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09_small_GT_pose50_rmsd3_3757">
            <a:extLst>
              <a:ext uri="{FF2B5EF4-FFF2-40B4-BE49-F238E27FC236}">
                <a16:creationId xmlns:a16="http://schemas.microsoft.com/office/drawing/2014/main" id="{675E441E-CECD-4A04-A218-F12B8013157D}"/>
              </a:ext>
            </a:extLst>
          </p:cNvPr>
          <p:cNvSpPr>
            <a:spLocks noGrp="1"/>
          </p:cNvSpPr>
          <p:nvPr/>
        </p:nvSpPr>
        <p:spPr>
          <a:xfrm>
            <a:off x="1721426" y="399474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09_small_GT_pose50_rmsd3_3758">
            <a:extLst>
              <a:ext uri="{FF2B5EF4-FFF2-40B4-BE49-F238E27FC236}">
                <a16:creationId xmlns:a16="http://schemas.microsoft.com/office/drawing/2014/main" id="{3A495AAF-9EA4-4BCF-9860-8A4D533A4CF5}"/>
              </a:ext>
            </a:extLst>
          </p:cNvPr>
          <p:cNvSpPr>
            <a:spLocks noGrp="1"/>
          </p:cNvSpPr>
          <p:nvPr/>
        </p:nvSpPr>
        <p:spPr>
          <a:xfrm>
            <a:off x="1653376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09_small_GT_pose50_rmsd3_3759">
            <a:extLst>
              <a:ext uri="{FF2B5EF4-FFF2-40B4-BE49-F238E27FC236}">
                <a16:creationId xmlns:a16="http://schemas.microsoft.com/office/drawing/2014/main" id="{F8C602A0-162F-42F5-A9E2-2A73F25F9E77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09_small_GT_pose50_rmsd3_3760">
            <a:extLst>
              <a:ext uri="{FF2B5EF4-FFF2-40B4-BE49-F238E27FC236}">
                <a16:creationId xmlns:a16="http://schemas.microsoft.com/office/drawing/2014/main" id="{286D473A-D894-4728-A7BD-578344E50BE7}"/>
              </a:ext>
            </a:extLst>
          </p:cNvPr>
          <p:cNvSpPr>
            <a:spLocks noGrp="1"/>
          </p:cNvSpPr>
          <p:nvPr/>
        </p:nvSpPr>
        <p:spPr>
          <a:xfrm>
            <a:off x="1518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09_small_GT_pose50_rmsd3_3761">
            <a:extLst>
              <a:ext uri="{FF2B5EF4-FFF2-40B4-BE49-F238E27FC236}">
                <a16:creationId xmlns:a16="http://schemas.microsoft.com/office/drawing/2014/main" id="{BCF3C386-006D-4060-9E18-AE80E01211B9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09_small_GT_pose50_rmsd3_3762">
            <a:extLst>
              <a:ext uri="{FF2B5EF4-FFF2-40B4-BE49-F238E27FC236}">
                <a16:creationId xmlns:a16="http://schemas.microsoft.com/office/drawing/2014/main" id="{9DC152AD-741D-4B1B-9FB4-58E14490024D}"/>
              </a:ext>
            </a:extLst>
          </p:cNvPr>
          <p:cNvSpPr>
            <a:spLocks noGrp="1"/>
          </p:cNvSpPr>
          <p:nvPr/>
        </p:nvSpPr>
        <p:spPr>
          <a:xfrm>
            <a:off x="1522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09_small_GT_pose50_rmsd3_3763">
            <a:extLst>
              <a:ext uri="{FF2B5EF4-FFF2-40B4-BE49-F238E27FC236}">
                <a16:creationId xmlns:a16="http://schemas.microsoft.com/office/drawing/2014/main" id="{BAC80B15-3ED6-49F2-8BEE-95A41996ABFA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09_small_GT_pose50_rmsd3_3764">
            <a:extLst>
              <a:ext uri="{FF2B5EF4-FFF2-40B4-BE49-F238E27FC236}">
                <a16:creationId xmlns:a16="http://schemas.microsoft.com/office/drawing/2014/main" id="{A4244071-1EC4-4D11-BB67-31AABAB7E909}"/>
              </a:ext>
            </a:extLst>
          </p:cNvPr>
          <p:cNvSpPr>
            <a:spLocks noGrp="1"/>
          </p:cNvSpPr>
          <p:nvPr/>
        </p:nvSpPr>
        <p:spPr>
          <a:xfrm>
            <a:off x="1429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09_small_GT_pose50_rmsd3_3765">
            <a:extLst>
              <a:ext uri="{FF2B5EF4-FFF2-40B4-BE49-F238E27FC236}">
                <a16:creationId xmlns:a16="http://schemas.microsoft.com/office/drawing/2014/main" id="{BA700831-9A6E-44D6-A1CF-68617CA46E7E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09_small_GT_pose50_rmsd3_3766">
            <a:extLst>
              <a:ext uri="{FF2B5EF4-FFF2-40B4-BE49-F238E27FC236}">
                <a16:creationId xmlns:a16="http://schemas.microsoft.com/office/drawing/2014/main" id="{3C827A2C-19D8-4FF4-8AF3-FE8C009D6446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09_small_GT_pose50_rmsd3_3767">
            <a:extLst>
              <a:ext uri="{FF2B5EF4-FFF2-40B4-BE49-F238E27FC236}">
                <a16:creationId xmlns:a16="http://schemas.microsoft.com/office/drawing/2014/main" id="{38769B43-C5F4-4C10-AF27-CF95C7B0B868}"/>
              </a:ext>
            </a:extLst>
          </p:cNvPr>
          <p:cNvSpPr>
            <a:spLocks noGrp="1"/>
          </p:cNvSpPr>
          <p:nvPr/>
        </p:nvSpPr>
        <p:spPr>
          <a:xfrm>
            <a:off x="17083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09_small_GT_pose50_rmsd3_3768">
            <a:extLst>
              <a:ext uri="{FF2B5EF4-FFF2-40B4-BE49-F238E27FC236}">
                <a16:creationId xmlns:a16="http://schemas.microsoft.com/office/drawing/2014/main" id="{2A3C9834-B322-4E26-B2E6-67214D055762}"/>
              </a:ext>
            </a:extLst>
          </p:cNvPr>
          <p:cNvSpPr>
            <a:spLocks noGrp="1"/>
          </p:cNvSpPr>
          <p:nvPr/>
        </p:nvSpPr>
        <p:spPr>
          <a:xfrm>
            <a:off x="1468350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09_small_GT_pose50_rmsd3_3769">
            <a:extLst>
              <a:ext uri="{FF2B5EF4-FFF2-40B4-BE49-F238E27FC236}">
                <a16:creationId xmlns:a16="http://schemas.microsoft.com/office/drawing/2014/main" id="{AE2B9AA0-9A29-4749-B974-65756B48B509}"/>
              </a:ext>
            </a:extLst>
          </p:cNvPr>
          <p:cNvSpPr>
            <a:spLocks noGrp="1"/>
          </p:cNvSpPr>
          <p:nvPr/>
        </p:nvSpPr>
        <p:spPr>
          <a:xfrm>
            <a:off x="1456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09_small_GT_pose50_rmsd3_3770">
            <a:extLst>
              <a:ext uri="{FF2B5EF4-FFF2-40B4-BE49-F238E27FC236}">
                <a16:creationId xmlns:a16="http://schemas.microsoft.com/office/drawing/2014/main" id="{D23A1108-D421-4E42-9679-CD3CCF47B5AE}"/>
              </a:ext>
            </a:extLst>
          </p:cNvPr>
          <p:cNvSpPr>
            <a:spLocks noGrp="1"/>
          </p:cNvSpPr>
          <p:nvPr/>
        </p:nvSpPr>
        <p:spPr>
          <a:xfrm>
            <a:off x="1565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09_small_GT_pose50_rmsd3_3771">
            <a:extLst>
              <a:ext uri="{FF2B5EF4-FFF2-40B4-BE49-F238E27FC236}">
                <a16:creationId xmlns:a16="http://schemas.microsoft.com/office/drawing/2014/main" id="{5369799C-387A-4BA0-8DA3-13E27E360DDA}"/>
              </a:ext>
            </a:extLst>
          </p:cNvPr>
          <p:cNvSpPr>
            <a:spLocks noGrp="1"/>
          </p:cNvSpPr>
          <p:nvPr/>
        </p:nvSpPr>
        <p:spPr>
          <a:xfrm>
            <a:off x="1469478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09_small_GT_pose50_rmsd3_3772">
            <a:extLst>
              <a:ext uri="{FF2B5EF4-FFF2-40B4-BE49-F238E27FC236}">
                <a16:creationId xmlns:a16="http://schemas.microsoft.com/office/drawing/2014/main" id="{365A17D0-9BB5-4B2D-858A-18846C393D9E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09_small_GT_pose50_rmsd3_3773">
            <a:extLst>
              <a:ext uri="{FF2B5EF4-FFF2-40B4-BE49-F238E27FC236}">
                <a16:creationId xmlns:a16="http://schemas.microsoft.com/office/drawing/2014/main" id="{84367BC2-3005-485A-BC1B-09230AE25199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09_small_GT_pose50_rmsd3_3774">
            <a:extLst>
              <a:ext uri="{FF2B5EF4-FFF2-40B4-BE49-F238E27FC236}">
                <a16:creationId xmlns:a16="http://schemas.microsoft.com/office/drawing/2014/main" id="{4F126DF9-E2CB-4ED7-A3E3-07FC3F2D7755}"/>
              </a:ext>
            </a:extLst>
          </p:cNvPr>
          <p:cNvSpPr>
            <a:spLocks noGrp="1"/>
          </p:cNvSpPr>
          <p:nvPr/>
        </p:nvSpPr>
        <p:spPr>
          <a:xfrm>
            <a:off x="1528608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09_small_GT_pose50_rmsd3_3775">
            <a:extLst>
              <a:ext uri="{FF2B5EF4-FFF2-40B4-BE49-F238E27FC236}">
                <a16:creationId xmlns:a16="http://schemas.microsoft.com/office/drawing/2014/main" id="{2D8CCC7F-7F64-438D-8E42-DE06B85ED278}"/>
              </a:ext>
            </a:extLst>
          </p:cNvPr>
          <p:cNvSpPr>
            <a:spLocks noGrp="1"/>
          </p:cNvSpPr>
          <p:nvPr/>
        </p:nvSpPr>
        <p:spPr>
          <a:xfrm>
            <a:off x="1399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09_small_GT_pose50_rmsd3_3776">
            <a:extLst>
              <a:ext uri="{FF2B5EF4-FFF2-40B4-BE49-F238E27FC236}">
                <a16:creationId xmlns:a16="http://schemas.microsoft.com/office/drawing/2014/main" id="{4A837105-00A7-4C27-A7DE-7CEE50A1C8E4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09_small_GT_pose50_rmsd3_3777">
            <a:extLst>
              <a:ext uri="{FF2B5EF4-FFF2-40B4-BE49-F238E27FC236}">
                <a16:creationId xmlns:a16="http://schemas.microsoft.com/office/drawing/2014/main" id="{BCC023CC-ACCC-4F52-B96F-42985B8EF127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09_small_GT_pose50_rmsd3_3778">
            <a:extLst>
              <a:ext uri="{FF2B5EF4-FFF2-40B4-BE49-F238E27FC236}">
                <a16:creationId xmlns:a16="http://schemas.microsoft.com/office/drawing/2014/main" id="{9AB5C58D-2E22-4D80-A743-AC164299DAFE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09_small_GT_pose50_rmsd3_3779">
            <a:extLst>
              <a:ext uri="{FF2B5EF4-FFF2-40B4-BE49-F238E27FC236}">
                <a16:creationId xmlns:a16="http://schemas.microsoft.com/office/drawing/2014/main" id="{0A23C7EE-C783-4DC5-909D-8A43895B9068}"/>
              </a:ext>
            </a:extLst>
          </p:cNvPr>
          <p:cNvSpPr>
            <a:spLocks noGrp="1"/>
          </p:cNvSpPr>
          <p:nvPr/>
        </p:nvSpPr>
        <p:spPr>
          <a:xfrm>
            <a:off x="1500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09_small_GT_pose50_rmsd3_3780">
            <a:extLst>
              <a:ext uri="{FF2B5EF4-FFF2-40B4-BE49-F238E27FC236}">
                <a16:creationId xmlns:a16="http://schemas.microsoft.com/office/drawing/2014/main" id="{8620202C-1175-451D-AC56-BDE77ED0F971}"/>
              </a:ext>
            </a:extLst>
          </p:cNvPr>
          <p:cNvSpPr>
            <a:spLocks noGrp="1"/>
          </p:cNvSpPr>
          <p:nvPr/>
        </p:nvSpPr>
        <p:spPr>
          <a:xfrm>
            <a:off x="1628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09_small_GT_pose50_rmsd3_3781">
            <a:extLst>
              <a:ext uri="{FF2B5EF4-FFF2-40B4-BE49-F238E27FC236}">
                <a16:creationId xmlns:a16="http://schemas.microsoft.com/office/drawing/2014/main" id="{9A342E88-14FE-484E-9162-5DB0DE49793E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09_small_GT_pose50_rmsd3_3782">
            <a:extLst>
              <a:ext uri="{FF2B5EF4-FFF2-40B4-BE49-F238E27FC236}">
                <a16:creationId xmlns:a16="http://schemas.microsoft.com/office/drawing/2014/main" id="{B1B3A79A-2BE9-4285-8AC1-952259BC2556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09_small_GT_pose50_rmsd3_3783">
            <a:extLst>
              <a:ext uri="{FF2B5EF4-FFF2-40B4-BE49-F238E27FC236}">
                <a16:creationId xmlns:a16="http://schemas.microsoft.com/office/drawing/2014/main" id="{F5491DC6-E83B-4D5E-90B2-765AFFD22524}"/>
              </a:ext>
            </a:extLst>
          </p:cNvPr>
          <p:cNvSpPr>
            <a:spLocks noGrp="1"/>
          </p:cNvSpPr>
          <p:nvPr/>
        </p:nvSpPr>
        <p:spPr>
          <a:xfrm>
            <a:off x="16392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09_small_GT_pose50_rmsd3_3784">
            <a:extLst>
              <a:ext uri="{FF2B5EF4-FFF2-40B4-BE49-F238E27FC236}">
                <a16:creationId xmlns:a16="http://schemas.microsoft.com/office/drawing/2014/main" id="{FE35F5AA-3BA2-44F0-B165-957296183B36}"/>
              </a:ext>
            </a:extLst>
          </p:cNvPr>
          <p:cNvSpPr>
            <a:spLocks noGrp="1"/>
          </p:cNvSpPr>
          <p:nvPr/>
        </p:nvSpPr>
        <p:spPr>
          <a:xfrm>
            <a:off x="1415967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09_small_GT_pose50_rmsd3_3785">
            <a:extLst>
              <a:ext uri="{FF2B5EF4-FFF2-40B4-BE49-F238E27FC236}">
                <a16:creationId xmlns:a16="http://schemas.microsoft.com/office/drawing/2014/main" id="{1A1B3E71-13E5-4464-9F0E-B705A828DACA}"/>
              </a:ext>
            </a:extLst>
          </p:cNvPr>
          <p:cNvSpPr>
            <a:spLocks noGrp="1"/>
          </p:cNvSpPr>
          <p:nvPr/>
        </p:nvSpPr>
        <p:spPr>
          <a:xfrm>
            <a:off x="1408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09_small_GT_pose50_rmsd3_3786">
            <a:extLst>
              <a:ext uri="{FF2B5EF4-FFF2-40B4-BE49-F238E27FC236}">
                <a16:creationId xmlns:a16="http://schemas.microsoft.com/office/drawing/2014/main" id="{C3B22911-8B01-48CB-B398-887A245603D6}"/>
              </a:ext>
            </a:extLst>
          </p:cNvPr>
          <p:cNvSpPr>
            <a:spLocks noGrp="1"/>
          </p:cNvSpPr>
          <p:nvPr/>
        </p:nvSpPr>
        <p:spPr>
          <a:xfrm>
            <a:off x="16870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09_small_GT_pose50_rmsd3_3787">
            <a:extLst>
              <a:ext uri="{FF2B5EF4-FFF2-40B4-BE49-F238E27FC236}">
                <a16:creationId xmlns:a16="http://schemas.microsoft.com/office/drawing/2014/main" id="{E0047BA6-F078-4BC6-BCE4-260C72752AA9}"/>
              </a:ext>
            </a:extLst>
          </p:cNvPr>
          <p:cNvSpPr>
            <a:spLocks noGrp="1"/>
          </p:cNvSpPr>
          <p:nvPr/>
        </p:nvSpPr>
        <p:spPr>
          <a:xfrm>
            <a:off x="1406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09_small_GT_pose50_rmsd3_3788">
            <a:extLst>
              <a:ext uri="{FF2B5EF4-FFF2-40B4-BE49-F238E27FC236}">
                <a16:creationId xmlns:a16="http://schemas.microsoft.com/office/drawing/2014/main" id="{40ED63AF-DC18-4E78-9E94-6874CB4598AB}"/>
              </a:ext>
            </a:extLst>
          </p:cNvPr>
          <p:cNvSpPr>
            <a:spLocks noGrp="1"/>
          </p:cNvSpPr>
          <p:nvPr/>
        </p:nvSpPr>
        <p:spPr>
          <a:xfrm>
            <a:off x="1511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09_small_GT_pose50_rmsd3_3789">
            <a:extLst>
              <a:ext uri="{FF2B5EF4-FFF2-40B4-BE49-F238E27FC236}">
                <a16:creationId xmlns:a16="http://schemas.microsoft.com/office/drawing/2014/main" id="{FC9FF882-4CCC-43BB-B229-53998CE7B98D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09_small_GT_pose50_rmsd3_3790">
            <a:extLst>
              <a:ext uri="{FF2B5EF4-FFF2-40B4-BE49-F238E27FC236}">
                <a16:creationId xmlns:a16="http://schemas.microsoft.com/office/drawing/2014/main" id="{59B302BF-668F-48AB-99A9-5EC2E42194DA}"/>
              </a:ext>
            </a:extLst>
          </p:cNvPr>
          <p:cNvSpPr>
            <a:spLocks noGrp="1"/>
          </p:cNvSpPr>
          <p:nvPr/>
        </p:nvSpPr>
        <p:spPr>
          <a:xfrm>
            <a:off x="1440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09_small_GT_pose50_rmsd3_3791">
            <a:extLst>
              <a:ext uri="{FF2B5EF4-FFF2-40B4-BE49-F238E27FC236}">
                <a16:creationId xmlns:a16="http://schemas.microsoft.com/office/drawing/2014/main" id="{B75CDFEA-40FC-4F24-92DA-5B908BF14589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09_small_GT_pose50_rmsd3_3792">
            <a:extLst>
              <a:ext uri="{FF2B5EF4-FFF2-40B4-BE49-F238E27FC236}">
                <a16:creationId xmlns:a16="http://schemas.microsoft.com/office/drawing/2014/main" id="{1DD09097-8C11-46D2-AF7B-A9365A125C24}"/>
              </a:ext>
            </a:extLst>
          </p:cNvPr>
          <p:cNvSpPr>
            <a:spLocks noGrp="1"/>
          </p:cNvSpPr>
          <p:nvPr/>
        </p:nvSpPr>
        <p:spPr>
          <a:xfrm>
            <a:off x="1494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09_small_GT_pose50_rmsd3_3793">
            <a:extLst>
              <a:ext uri="{FF2B5EF4-FFF2-40B4-BE49-F238E27FC236}">
                <a16:creationId xmlns:a16="http://schemas.microsoft.com/office/drawing/2014/main" id="{8128F783-0302-4F83-8A63-A7266EE81627}"/>
              </a:ext>
            </a:extLst>
          </p:cNvPr>
          <p:cNvSpPr>
            <a:spLocks noGrp="1"/>
          </p:cNvSpPr>
          <p:nvPr/>
        </p:nvSpPr>
        <p:spPr>
          <a:xfrm>
            <a:off x="1697025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09_small_GT_pose50_rmsd3_3794">
            <a:extLst>
              <a:ext uri="{FF2B5EF4-FFF2-40B4-BE49-F238E27FC236}">
                <a16:creationId xmlns:a16="http://schemas.microsoft.com/office/drawing/2014/main" id="{0F0D802B-3CD2-4730-8B01-030122DA9F77}"/>
              </a:ext>
            </a:extLst>
          </p:cNvPr>
          <p:cNvSpPr>
            <a:spLocks noGrp="1"/>
          </p:cNvSpPr>
          <p:nvPr/>
        </p:nvSpPr>
        <p:spPr>
          <a:xfrm>
            <a:off x="1586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09_small_GT_pose50_rmsd3_3795">
            <a:extLst>
              <a:ext uri="{FF2B5EF4-FFF2-40B4-BE49-F238E27FC236}">
                <a16:creationId xmlns:a16="http://schemas.microsoft.com/office/drawing/2014/main" id="{32103B1D-FA57-41D2-A5D4-04C004F4D43E}"/>
              </a:ext>
            </a:extLst>
          </p:cNvPr>
          <p:cNvSpPr>
            <a:spLocks noGrp="1"/>
          </p:cNvSpPr>
          <p:nvPr/>
        </p:nvSpPr>
        <p:spPr>
          <a:xfrm>
            <a:off x="1579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09_small_GT_pose50_rmsd3_3796">
            <a:extLst>
              <a:ext uri="{FF2B5EF4-FFF2-40B4-BE49-F238E27FC236}">
                <a16:creationId xmlns:a16="http://schemas.microsoft.com/office/drawing/2014/main" id="{A1EE93DF-71C2-4DF1-B1B1-30A826FC6B39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09_small_GT_pose50_rmsd3_3797">
            <a:extLst>
              <a:ext uri="{FF2B5EF4-FFF2-40B4-BE49-F238E27FC236}">
                <a16:creationId xmlns:a16="http://schemas.microsoft.com/office/drawing/2014/main" id="{479D62E8-26EE-4A14-A485-A24B47217C80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09_small_GT_pose50_rmsd3_3798">
            <a:extLst>
              <a:ext uri="{FF2B5EF4-FFF2-40B4-BE49-F238E27FC236}">
                <a16:creationId xmlns:a16="http://schemas.microsoft.com/office/drawing/2014/main" id="{6BACF2CA-0CB9-49F5-B481-CA107CC01EE3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09_small_GT_pose50_rmsd3_3799">
            <a:extLst>
              <a:ext uri="{FF2B5EF4-FFF2-40B4-BE49-F238E27FC236}">
                <a16:creationId xmlns:a16="http://schemas.microsoft.com/office/drawing/2014/main" id="{06D09764-E05E-4B16-9190-EBC41DA0BD47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09_small_GT_pose50_rmsd3_3800">
            <a:extLst>
              <a:ext uri="{FF2B5EF4-FFF2-40B4-BE49-F238E27FC236}">
                <a16:creationId xmlns:a16="http://schemas.microsoft.com/office/drawing/2014/main" id="{3BF0C1E5-4B24-4E70-923A-A4C5DD0C5179}"/>
              </a:ext>
            </a:extLst>
          </p:cNvPr>
          <p:cNvSpPr>
            <a:spLocks noGrp="1"/>
          </p:cNvSpPr>
          <p:nvPr/>
        </p:nvSpPr>
        <p:spPr>
          <a:xfrm>
            <a:off x="1478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09_small_GT_pose50_rmsd3_3801">
            <a:extLst>
              <a:ext uri="{FF2B5EF4-FFF2-40B4-BE49-F238E27FC236}">
                <a16:creationId xmlns:a16="http://schemas.microsoft.com/office/drawing/2014/main" id="{97F13260-9A0F-41BF-9FB4-D7FA2561708E}"/>
              </a:ext>
            </a:extLst>
          </p:cNvPr>
          <p:cNvSpPr>
            <a:spLocks noGrp="1"/>
          </p:cNvSpPr>
          <p:nvPr/>
        </p:nvSpPr>
        <p:spPr>
          <a:xfrm>
            <a:off x="1394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09_small_GT_pose50_rmsd3_3802">
            <a:extLst>
              <a:ext uri="{FF2B5EF4-FFF2-40B4-BE49-F238E27FC236}">
                <a16:creationId xmlns:a16="http://schemas.microsoft.com/office/drawing/2014/main" id="{30E90F9E-58A8-441D-B8F3-078A52CD265B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09_small_GT_pose50_rmsd3_3803">
            <a:extLst>
              <a:ext uri="{FF2B5EF4-FFF2-40B4-BE49-F238E27FC236}">
                <a16:creationId xmlns:a16="http://schemas.microsoft.com/office/drawing/2014/main" id="{EC767FDD-D283-4040-A9E8-1474F9CD3F41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09_small_GT_pose50_rmsd3_3804">
            <a:extLst>
              <a:ext uri="{FF2B5EF4-FFF2-40B4-BE49-F238E27FC236}">
                <a16:creationId xmlns:a16="http://schemas.microsoft.com/office/drawing/2014/main" id="{806F0E2A-F9A2-4B45-83D6-EE38BAA7C0E3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09_small_GT_pose50_rmsd3_3805">
            <a:extLst>
              <a:ext uri="{FF2B5EF4-FFF2-40B4-BE49-F238E27FC236}">
                <a16:creationId xmlns:a16="http://schemas.microsoft.com/office/drawing/2014/main" id="{A9A5FF0A-97E4-4E99-8C84-7BCEB6E07D0F}"/>
              </a:ext>
            </a:extLst>
          </p:cNvPr>
          <p:cNvSpPr>
            <a:spLocks noGrp="1"/>
          </p:cNvSpPr>
          <p:nvPr/>
        </p:nvSpPr>
        <p:spPr>
          <a:xfrm>
            <a:off x="166519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09_small_GT_pose50_rmsd3_3806">
            <a:extLst>
              <a:ext uri="{FF2B5EF4-FFF2-40B4-BE49-F238E27FC236}">
                <a16:creationId xmlns:a16="http://schemas.microsoft.com/office/drawing/2014/main" id="{7FC01773-7C3D-4957-A07E-2FB9F6F06BD7}"/>
              </a:ext>
            </a:extLst>
          </p:cNvPr>
          <p:cNvSpPr>
            <a:spLocks noGrp="1"/>
          </p:cNvSpPr>
          <p:nvPr/>
        </p:nvSpPr>
        <p:spPr>
          <a:xfrm>
            <a:off x="16532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09_small_GT_pose50_rmsd3_3807">
            <a:extLst>
              <a:ext uri="{FF2B5EF4-FFF2-40B4-BE49-F238E27FC236}">
                <a16:creationId xmlns:a16="http://schemas.microsoft.com/office/drawing/2014/main" id="{165A62E0-EFC3-4A03-92F7-25EFFB66590C}"/>
              </a:ext>
            </a:extLst>
          </p:cNvPr>
          <p:cNvSpPr>
            <a:spLocks noGrp="1"/>
          </p:cNvSpPr>
          <p:nvPr/>
        </p:nvSpPr>
        <p:spPr>
          <a:xfrm>
            <a:off x="1446672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09_small_GT_pose50_rmsd3_3808">
            <a:extLst>
              <a:ext uri="{FF2B5EF4-FFF2-40B4-BE49-F238E27FC236}">
                <a16:creationId xmlns:a16="http://schemas.microsoft.com/office/drawing/2014/main" id="{2976D14E-66D8-4E51-A603-D3E3BA93F511}"/>
              </a:ext>
            </a:extLst>
          </p:cNvPr>
          <p:cNvSpPr>
            <a:spLocks noGrp="1"/>
          </p:cNvSpPr>
          <p:nvPr/>
        </p:nvSpPr>
        <p:spPr>
          <a:xfrm>
            <a:off x="1582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09_small_GT_pose50_rmsd3_3809">
            <a:extLst>
              <a:ext uri="{FF2B5EF4-FFF2-40B4-BE49-F238E27FC236}">
                <a16:creationId xmlns:a16="http://schemas.microsoft.com/office/drawing/2014/main" id="{FA3831ED-2676-43CC-A54A-5B8F32F3581A}"/>
              </a:ext>
            </a:extLst>
          </p:cNvPr>
          <p:cNvSpPr>
            <a:spLocks noGrp="1"/>
          </p:cNvSpPr>
          <p:nvPr/>
        </p:nvSpPr>
        <p:spPr>
          <a:xfrm>
            <a:off x="1592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09_small_GT_pose50_rmsd3_3810">
            <a:extLst>
              <a:ext uri="{FF2B5EF4-FFF2-40B4-BE49-F238E27FC236}">
                <a16:creationId xmlns:a16="http://schemas.microsoft.com/office/drawing/2014/main" id="{DD28460B-6785-4D6D-A05F-729929655D72}"/>
              </a:ext>
            </a:extLst>
          </p:cNvPr>
          <p:cNvSpPr>
            <a:spLocks noGrp="1"/>
          </p:cNvSpPr>
          <p:nvPr/>
        </p:nvSpPr>
        <p:spPr>
          <a:xfrm>
            <a:off x="1674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09_small_GT_pose50_rmsd3_3811">
            <a:extLst>
              <a:ext uri="{FF2B5EF4-FFF2-40B4-BE49-F238E27FC236}">
                <a16:creationId xmlns:a16="http://schemas.microsoft.com/office/drawing/2014/main" id="{564279EA-59AB-45FF-93D3-D15D1C3A8EEA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09_small_GT_pose50_rmsd3_3812">
            <a:extLst>
              <a:ext uri="{FF2B5EF4-FFF2-40B4-BE49-F238E27FC236}">
                <a16:creationId xmlns:a16="http://schemas.microsoft.com/office/drawing/2014/main" id="{64116CDB-54B4-43AE-B47F-9E94BBD71E41}"/>
              </a:ext>
            </a:extLst>
          </p:cNvPr>
          <p:cNvSpPr>
            <a:spLocks noGrp="1"/>
          </p:cNvSpPr>
          <p:nvPr/>
        </p:nvSpPr>
        <p:spPr>
          <a:xfrm>
            <a:off x="1685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09_small_GT_pose50_rmsd3_3813">
            <a:extLst>
              <a:ext uri="{FF2B5EF4-FFF2-40B4-BE49-F238E27FC236}">
                <a16:creationId xmlns:a16="http://schemas.microsoft.com/office/drawing/2014/main" id="{DC580B65-C465-482C-A031-EDE4341544FF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09_small_GT_pose50_rmsd3_3814">
            <a:extLst>
              <a:ext uri="{FF2B5EF4-FFF2-40B4-BE49-F238E27FC236}">
                <a16:creationId xmlns:a16="http://schemas.microsoft.com/office/drawing/2014/main" id="{6D4908A0-8B16-4594-9FAA-8751FBBDC725}"/>
              </a:ext>
            </a:extLst>
          </p:cNvPr>
          <p:cNvSpPr>
            <a:spLocks noGrp="1"/>
          </p:cNvSpPr>
          <p:nvPr/>
        </p:nvSpPr>
        <p:spPr>
          <a:xfrm>
            <a:off x="165367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09_small_GT_pose50_rmsd3_3815">
            <a:extLst>
              <a:ext uri="{FF2B5EF4-FFF2-40B4-BE49-F238E27FC236}">
                <a16:creationId xmlns:a16="http://schemas.microsoft.com/office/drawing/2014/main" id="{37F8EDA8-8D1F-4645-BA72-9EDFABF3162D}"/>
              </a:ext>
            </a:extLst>
          </p:cNvPr>
          <p:cNvSpPr>
            <a:spLocks noGrp="1"/>
          </p:cNvSpPr>
          <p:nvPr/>
        </p:nvSpPr>
        <p:spPr>
          <a:xfrm>
            <a:off x="1610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09_small_GT_pose50_rmsd3_3816">
            <a:extLst>
              <a:ext uri="{FF2B5EF4-FFF2-40B4-BE49-F238E27FC236}">
                <a16:creationId xmlns:a16="http://schemas.microsoft.com/office/drawing/2014/main" id="{B9280732-FF7C-4A33-A49D-872BE6023755}"/>
              </a:ext>
            </a:extLst>
          </p:cNvPr>
          <p:cNvSpPr>
            <a:spLocks noGrp="1"/>
          </p:cNvSpPr>
          <p:nvPr/>
        </p:nvSpPr>
        <p:spPr>
          <a:xfrm>
            <a:off x="147548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09_small_GT_pose50_rmsd3_3817">
            <a:extLst>
              <a:ext uri="{FF2B5EF4-FFF2-40B4-BE49-F238E27FC236}">
                <a16:creationId xmlns:a16="http://schemas.microsoft.com/office/drawing/2014/main" id="{CE8DB268-3410-423F-8EE1-02343FBDFC28}"/>
              </a:ext>
            </a:extLst>
          </p:cNvPr>
          <p:cNvSpPr>
            <a:spLocks noGrp="1"/>
          </p:cNvSpPr>
          <p:nvPr/>
        </p:nvSpPr>
        <p:spPr>
          <a:xfrm>
            <a:off x="14368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09_small_GT_pose50_rmsd3_3818">
            <a:extLst>
              <a:ext uri="{FF2B5EF4-FFF2-40B4-BE49-F238E27FC236}">
                <a16:creationId xmlns:a16="http://schemas.microsoft.com/office/drawing/2014/main" id="{0289C0A5-3D32-4F53-87E5-745637989353}"/>
              </a:ext>
            </a:extLst>
          </p:cNvPr>
          <p:cNvSpPr>
            <a:spLocks noGrp="1"/>
          </p:cNvSpPr>
          <p:nvPr/>
        </p:nvSpPr>
        <p:spPr>
          <a:xfrm>
            <a:off x="1574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09_small_GT_pose50_rmsd3_3819">
            <a:extLst>
              <a:ext uri="{FF2B5EF4-FFF2-40B4-BE49-F238E27FC236}">
                <a16:creationId xmlns:a16="http://schemas.microsoft.com/office/drawing/2014/main" id="{A8FB6852-B62A-48FA-B538-6240BC011550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09_small_GT_pose50_rmsd3_3820">
            <a:extLst>
              <a:ext uri="{FF2B5EF4-FFF2-40B4-BE49-F238E27FC236}">
                <a16:creationId xmlns:a16="http://schemas.microsoft.com/office/drawing/2014/main" id="{B783D194-F5CA-4F4D-9E17-2D2653983E9A}"/>
              </a:ext>
            </a:extLst>
          </p:cNvPr>
          <p:cNvSpPr>
            <a:spLocks noGrp="1"/>
          </p:cNvSpPr>
          <p:nvPr/>
        </p:nvSpPr>
        <p:spPr>
          <a:xfrm>
            <a:off x="1649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09_small_GT_pose50_rmsd3_3821">
            <a:extLst>
              <a:ext uri="{FF2B5EF4-FFF2-40B4-BE49-F238E27FC236}">
                <a16:creationId xmlns:a16="http://schemas.microsoft.com/office/drawing/2014/main" id="{E708C4EE-4B2A-4F7D-A564-A60406E240E3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09_small_GT_pose50_rmsd3_3822">
            <a:extLst>
              <a:ext uri="{FF2B5EF4-FFF2-40B4-BE49-F238E27FC236}">
                <a16:creationId xmlns:a16="http://schemas.microsoft.com/office/drawing/2014/main" id="{CFE25466-04C1-480A-9640-1D7040A7FB14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09_small_GT_pose50_rmsd3_3823">
            <a:extLst>
              <a:ext uri="{FF2B5EF4-FFF2-40B4-BE49-F238E27FC236}">
                <a16:creationId xmlns:a16="http://schemas.microsoft.com/office/drawing/2014/main" id="{60459F11-7745-4F5B-8F29-E2939EAB6193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09_small_GT_pose50_rmsd3_3824">
            <a:extLst>
              <a:ext uri="{FF2B5EF4-FFF2-40B4-BE49-F238E27FC236}">
                <a16:creationId xmlns:a16="http://schemas.microsoft.com/office/drawing/2014/main" id="{BB60BF90-CCD4-4B1A-B4E8-6F2928208128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09_small_GT_pose50_rmsd3_3825">
            <a:extLst>
              <a:ext uri="{FF2B5EF4-FFF2-40B4-BE49-F238E27FC236}">
                <a16:creationId xmlns:a16="http://schemas.microsoft.com/office/drawing/2014/main" id="{F1176818-18E2-418B-9678-D1CEF1660A52}"/>
              </a:ext>
            </a:extLst>
          </p:cNvPr>
          <p:cNvSpPr>
            <a:spLocks noGrp="1"/>
          </p:cNvSpPr>
          <p:nvPr/>
        </p:nvSpPr>
        <p:spPr>
          <a:xfrm>
            <a:off x="1719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09_small_GT_pose50_rmsd3_3826">
            <a:extLst>
              <a:ext uri="{FF2B5EF4-FFF2-40B4-BE49-F238E27FC236}">
                <a16:creationId xmlns:a16="http://schemas.microsoft.com/office/drawing/2014/main" id="{26CA6DA0-68B1-4F20-8840-BD367BD60D44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09_small_GT_pose50_rmsd3_3827">
            <a:extLst>
              <a:ext uri="{FF2B5EF4-FFF2-40B4-BE49-F238E27FC236}">
                <a16:creationId xmlns:a16="http://schemas.microsoft.com/office/drawing/2014/main" id="{F2051250-57C7-46AC-9F3B-246ADDC50DE7}"/>
              </a:ext>
            </a:extLst>
          </p:cNvPr>
          <p:cNvSpPr>
            <a:spLocks noGrp="1"/>
          </p:cNvSpPr>
          <p:nvPr/>
        </p:nvSpPr>
        <p:spPr>
          <a:xfrm>
            <a:off x="1539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09_small_GT_pose50_rmsd3_3828">
            <a:extLst>
              <a:ext uri="{FF2B5EF4-FFF2-40B4-BE49-F238E27FC236}">
                <a16:creationId xmlns:a16="http://schemas.microsoft.com/office/drawing/2014/main" id="{2BA4C84C-B4B6-4A25-8F66-F8A67BBEA394}"/>
              </a:ext>
            </a:extLst>
          </p:cNvPr>
          <p:cNvSpPr>
            <a:spLocks noGrp="1"/>
          </p:cNvSpPr>
          <p:nvPr/>
        </p:nvSpPr>
        <p:spPr>
          <a:xfrm>
            <a:off x="15699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09_small_GT_pose50_rmsd3_3829">
            <a:extLst>
              <a:ext uri="{FF2B5EF4-FFF2-40B4-BE49-F238E27FC236}">
                <a16:creationId xmlns:a16="http://schemas.microsoft.com/office/drawing/2014/main" id="{BD5429FA-63B5-4FF2-BD0E-AAA024E7B133}"/>
              </a:ext>
            </a:extLst>
          </p:cNvPr>
          <p:cNvSpPr>
            <a:spLocks noGrp="1"/>
          </p:cNvSpPr>
          <p:nvPr/>
        </p:nvSpPr>
        <p:spPr>
          <a:xfrm>
            <a:off x="1475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09_small_GT_pose50_rmsd3_3830">
            <a:extLst>
              <a:ext uri="{FF2B5EF4-FFF2-40B4-BE49-F238E27FC236}">
                <a16:creationId xmlns:a16="http://schemas.microsoft.com/office/drawing/2014/main" id="{1FCFE14D-96C5-47AE-8101-C921E5C9DF35}"/>
              </a:ext>
            </a:extLst>
          </p:cNvPr>
          <p:cNvSpPr>
            <a:spLocks noGrp="1"/>
          </p:cNvSpPr>
          <p:nvPr/>
        </p:nvSpPr>
        <p:spPr>
          <a:xfrm>
            <a:off x="23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09_small_GT_pose50_rmsd3_3831">
            <a:extLst>
              <a:ext uri="{FF2B5EF4-FFF2-40B4-BE49-F238E27FC236}">
                <a16:creationId xmlns:a16="http://schemas.microsoft.com/office/drawing/2014/main" id="{B6EB5F64-BD53-43BA-9444-28D8DC2F7A38}"/>
              </a:ext>
            </a:extLst>
          </p:cNvPr>
          <p:cNvSpPr>
            <a:spLocks noGrp="1"/>
          </p:cNvSpPr>
          <p:nvPr/>
        </p:nvSpPr>
        <p:spPr>
          <a:xfrm>
            <a:off x="25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09_small_GT_pose50_rmsd3_3832">
            <a:extLst>
              <a:ext uri="{FF2B5EF4-FFF2-40B4-BE49-F238E27FC236}">
                <a16:creationId xmlns:a16="http://schemas.microsoft.com/office/drawing/2014/main" id="{4FD28819-FC7B-432F-9A31-F6832C2C6CFE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09_small_GT_pose50_rmsd3_3833">
            <a:extLst>
              <a:ext uri="{FF2B5EF4-FFF2-40B4-BE49-F238E27FC236}">
                <a16:creationId xmlns:a16="http://schemas.microsoft.com/office/drawing/2014/main" id="{9AE379D5-2B89-4374-A5A3-9F546E59EEA5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09_small_GT_pose50_rmsd3_3834">
            <a:extLst>
              <a:ext uri="{FF2B5EF4-FFF2-40B4-BE49-F238E27FC236}">
                <a16:creationId xmlns:a16="http://schemas.microsoft.com/office/drawing/2014/main" id="{BF6EC0CD-8E97-4A90-B8A4-D7E6B087FA09}"/>
              </a:ext>
            </a:extLst>
          </p:cNvPr>
          <p:cNvSpPr>
            <a:spLocks noGrp="1"/>
          </p:cNvSpPr>
          <p:nvPr/>
        </p:nvSpPr>
        <p:spPr>
          <a:xfrm>
            <a:off x="25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09_small_GT_pose50_rmsd3_3835">
            <a:extLst>
              <a:ext uri="{FF2B5EF4-FFF2-40B4-BE49-F238E27FC236}">
                <a16:creationId xmlns:a16="http://schemas.microsoft.com/office/drawing/2014/main" id="{60341A80-BE40-46D4-BA34-511AF632C7D4}"/>
              </a:ext>
            </a:extLst>
          </p:cNvPr>
          <p:cNvSpPr>
            <a:spLocks noGrp="1"/>
          </p:cNvSpPr>
          <p:nvPr/>
        </p:nvSpPr>
        <p:spPr>
          <a:xfrm>
            <a:off x="25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09_small_GT_pose50_rmsd3_3836">
            <a:extLst>
              <a:ext uri="{FF2B5EF4-FFF2-40B4-BE49-F238E27FC236}">
                <a16:creationId xmlns:a16="http://schemas.microsoft.com/office/drawing/2014/main" id="{5ADDD533-D439-4390-A100-CFCDC949DEDA}"/>
              </a:ext>
            </a:extLst>
          </p:cNvPr>
          <p:cNvSpPr>
            <a:spLocks noGrp="1"/>
          </p:cNvSpPr>
          <p:nvPr/>
        </p:nvSpPr>
        <p:spPr>
          <a:xfrm>
            <a:off x="232105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09_small_GT_pose50_rmsd3_3837">
            <a:extLst>
              <a:ext uri="{FF2B5EF4-FFF2-40B4-BE49-F238E27FC236}">
                <a16:creationId xmlns:a16="http://schemas.microsoft.com/office/drawing/2014/main" id="{E9B352AD-C19A-4A58-9206-AD5EDB3B7AB9}"/>
              </a:ext>
            </a:extLst>
          </p:cNvPr>
          <p:cNvSpPr>
            <a:spLocks noGrp="1"/>
          </p:cNvSpPr>
          <p:nvPr/>
        </p:nvSpPr>
        <p:spPr>
          <a:xfrm>
            <a:off x="239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09_small_GT_pose50_rmsd3_3838">
            <a:extLst>
              <a:ext uri="{FF2B5EF4-FFF2-40B4-BE49-F238E27FC236}">
                <a16:creationId xmlns:a16="http://schemas.microsoft.com/office/drawing/2014/main" id="{60923D1F-A6F7-41B9-8664-03987900917C}"/>
              </a:ext>
            </a:extLst>
          </p:cNvPr>
          <p:cNvSpPr>
            <a:spLocks noGrp="1"/>
          </p:cNvSpPr>
          <p:nvPr/>
        </p:nvSpPr>
        <p:spPr>
          <a:xfrm>
            <a:off x="243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09_small_GT_pose50_rmsd3_3839">
            <a:extLst>
              <a:ext uri="{FF2B5EF4-FFF2-40B4-BE49-F238E27FC236}">
                <a16:creationId xmlns:a16="http://schemas.microsoft.com/office/drawing/2014/main" id="{40413676-3287-4B4B-B291-C3EC33BE8F0C}"/>
              </a:ext>
            </a:extLst>
          </p:cNvPr>
          <p:cNvSpPr>
            <a:spLocks noGrp="1"/>
          </p:cNvSpPr>
          <p:nvPr/>
        </p:nvSpPr>
        <p:spPr>
          <a:xfrm>
            <a:off x="23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09_small_GT_pose50_rmsd3_3840">
            <a:extLst>
              <a:ext uri="{FF2B5EF4-FFF2-40B4-BE49-F238E27FC236}">
                <a16:creationId xmlns:a16="http://schemas.microsoft.com/office/drawing/2014/main" id="{59C3AE9B-461A-4327-89B7-EDEEADE3A4FA}"/>
              </a:ext>
            </a:extLst>
          </p:cNvPr>
          <p:cNvSpPr>
            <a:spLocks noGrp="1"/>
          </p:cNvSpPr>
          <p:nvPr/>
        </p:nvSpPr>
        <p:spPr>
          <a:xfrm>
            <a:off x="25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09_small_GT_pose50_rmsd3_3841">
            <a:extLst>
              <a:ext uri="{FF2B5EF4-FFF2-40B4-BE49-F238E27FC236}">
                <a16:creationId xmlns:a16="http://schemas.microsoft.com/office/drawing/2014/main" id="{0753BC86-6DA8-47FE-9ADF-CA9A18AB327C}"/>
              </a:ext>
            </a:extLst>
          </p:cNvPr>
          <p:cNvSpPr>
            <a:spLocks noGrp="1"/>
          </p:cNvSpPr>
          <p:nvPr/>
        </p:nvSpPr>
        <p:spPr>
          <a:xfrm>
            <a:off x="23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09_small_GT_pose50_rmsd3_3842">
            <a:extLst>
              <a:ext uri="{FF2B5EF4-FFF2-40B4-BE49-F238E27FC236}">
                <a16:creationId xmlns:a16="http://schemas.microsoft.com/office/drawing/2014/main" id="{82B9D93B-788F-4E66-9A78-E0531E10DF5F}"/>
              </a:ext>
            </a:extLst>
          </p:cNvPr>
          <p:cNvSpPr>
            <a:spLocks noGrp="1"/>
          </p:cNvSpPr>
          <p:nvPr/>
        </p:nvSpPr>
        <p:spPr>
          <a:xfrm>
            <a:off x="23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09_small_GT_pose50_rmsd3_3843">
            <a:extLst>
              <a:ext uri="{FF2B5EF4-FFF2-40B4-BE49-F238E27FC236}">
                <a16:creationId xmlns:a16="http://schemas.microsoft.com/office/drawing/2014/main" id="{22AA8265-84C3-487D-B675-D68249A17D3A}"/>
              </a:ext>
            </a:extLst>
          </p:cNvPr>
          <p:cNvSpPr>
            <a:spLocks noGrp="1"/>
          </p:cNvSpPr>
          <p:nvPr/>
        </p:nvSpPr>
        <p:spPr>
          <a:xfrm>
            <a:off x="229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09_small_GT_pose50_rmsd3_3844">
            <a:extLst>
              <a:ext uri="{FF2B5EF4-FFF2-40B4-BE49-F238E27FC236}">
                <a16:creationId xmlns:a16="http://schemas.microsoft.com/office/drawing/2014/main" id="{8C457F30-F0DC-4BBA-8980-33A50527E98E}"/>
              </a:ext>
            </a:extLst>
          </p:cNvPr>
          <p:cNvSpPr>
            <a:spLocks noGrp="1"/>
          </p:cNvSpPr>
          <p:nvPr/>
        </p:nvSpPr>
        <p:spPr>
          <a:xfrm>
            <a:off x="25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09_small_GT_pose50_rmsd3_3845">
            <a:extLst>
              <a:ext uri="{FF2B5EF4-FFF2-40B4-BE49-F238E27FC236}">
                <a16:creationId xmlns:a16="http://schemas.microsoft.com/office/drawing/2014/main" id="{328AE0B6-B1EE-43C8-A020-B811448EEE5E}"/>
              </a:ext>
            </a:extLst>
          </p:cNvPr>
          <p:cNvSpPr>
            <a:spLocks noGrp="1"/>
          </p:cNvSpPr>
          <p:nvPr/>
        </p:nvSpPr>
        <p:spPr>
          <a:xfrm>
            <a:off x="2343350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09_small_GT_pose50_rmsd3_3846">
            <a:extLst>
              <a:ext uri="{FF2B5EF4-FFF2-40B4-BE49-F238E27FC236}">
                <a16:creationId xmlns:a16="http://schemas.microsoft.com/office/drawing/2014/main" id="{DB395DBD-65BF-40A0-B226-03A8B761F46C}"/>
              </a:ext>
            </a:extLst>
          </p:cNvPr>
          <p:cNvSpPr>
            <a:spLocks noGrp="1"/>
          </p:cNvSpPr>
          <p:nvPr/>
        </p:nvSpPr>
        <p:spPr>
          <a:xfrm>
            <a:off x="233140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09_small_GT_pose50_rmsd3_3847">
            <a:extLst>
              <a:ext uri="{FF2B5EF4-FFF2-40B4-BE49-F238E27FC236}">
                <a16:creationId xmlns:a16="http://schemas.microsoft.com/office/drawing/2014/main" id="{1EAC1CBF-0D9C-4877-8F77-F5FB0AB25444}"/>
              </a:ext>
            </a:extLst>
          </p:cNvPr>
          <p:cNvSpPr>
            <a:spLocks noGrp="1"/>
          </p:cNvSpPr>
          <p:nvPr/>
        </p:nvSpPr>
        <p:spPr>
          <a:xfrm>
            <a:off x="24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09_small_GT_pose50_rmsd3_3848">
            <a:extLst>
              <a:ext uri="{FF2B5EF4-FFF2-40B4-BE49-F238E27FC236}">
                <a16:creationId xmlns:a16="http://schemas.microsoft.com/office/drawing/2014/main" id="{63B06316-3990-4A20-97A9-3F364823BDA3}"/>
              </a:ext>
            </a:extLst>
          </p:cNvPr>
          <p:cNvSpPr>
            <a:spLocks noGrp="1"/>
          </p:cNvSpPr>
          <p:nvPr/>
        </p:nvSpPr>
        <p:spPr>
          <a:xfrm>
            <a:off x="23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09_small_GT_pose50_rmsd3_3849">
            <a:extLst>
              <a:ext uri="{FF2B5EF4-FFF2-40B4-BE49-F238E27FC236}">
                <a16:creationId xmlns:a16="http://schemas.microsoft.com/office/drawing/2014/main" id="{05C786E1-7BBA-49FE-8F61-95DFD465F912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09_small_GT_pose50_rmsd3_3850">
            <a:extLst>
              <a:ext uri="{FF2B5EF4-FFF2-40B4-BE49-F238E27FC236}">
                <a16:creationId xmlns:a16="http://schemas.microsoft.com/office/drawing/2014/main" id="{E58A5308-1C09-4DA8-9B56-ACE9942B25E9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09_small_GT_pose50_rmsd3_3851">
            <a:extLst>
              <a:ext uri="{FF2B5EF4-FFF2-40B4-BE49-F238E27FC236}">
                <a16:creationId xmlns:a16="http://schemas.microsoft.com/office/drawing/2014/main" id="{C6266EDE-D410-4824-A27C-483FE961FE52}"/>
              </a:ext>
            </a:extLst>
          </p:cNvPr>
          <p:cNvSpPr>
            <a:spLocks noGrp="1"/>
          </p:cNvSpPr>
          <p:nvPr/>
        </p:nvSpPr>
        <p:spPr>
          <a:xfrm>
            <a:off x="24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09_small_GT_pose50_rmsd3_3852">
            <a:extLst>
              <a:ext uri="{FF2B5EF4-FFF2-40B4-BE49-F238E27FC236}">
                <a16:creationId xmlns:a16="http://schemas.microsoft.com/office/drawing/2014/main" id="{D10144B3-1B78-465A-8616-E898B5BFE6E7}"/>
              </a:ext>
            </a:extLst>
          </p:cNvPr>
          <p:cNvSpPr>
            <a:spLocks noGrp="1"/>
          </p:cNvSpPr>
          <p:nvPr/>
        </p:nvSpPr>
        <p:spPr>
          <a:xfrm>
            <a:off x="227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09_small_GT_pose50_rmsd3_3853">
            <a:extLst>
              <a:ext uri="{FF2B5EF4-FFF2-40B4-BE49-F238E27FC236}">
                <a16:creationId xmlns:a16="http://schemas.microsoft.com/office/drawing/2014/main" id="{B816D9B8-117B-4333-8942-9958D4790974}"/>
              </a:ext>
            </a:extLst>
          </p:cNvPr>
          <p:cNvSpPr>
            <a:spLocks noGrp="1"/>
          </p:cNvSpPr>
          <p:nvPr/>
        </p:nvSpPr>
        <p:spPr>
          <a:xfrm>
            <a:off x="25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09_small_GT_pose50_rmsd3_3854">
            <a:extLst>
              <a:ext uri="{FF2B5EF4-FFF2-40B4-BE49-F238E27FC236}">
                <a16:creationId xmlns:a16="http://schemas.microsoft.com/office/drawing/2014/main" id="{1C17A99D-ACA0-4791-9A52-097C99DBF080}"/>
              </a:ext>
            </a:extLst>
          </p:cNvPr>
          <p:cNvSpPr>
            <a:spLocks noGrp="1"/>
          </p:cNvSpPr>
          <p:nvPr/>
        </p:nvSpPr>
        <p:spPr>
          <a:xfrm>
            <a:off x="23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09_small_GT_pose50_rmsd3_3855">
            <a:extLst>
              <a:ext uri="{FF2B5EF4-FFF2-40B4-BE49-F238E27FC236}">
                <a16:creationId xmlns:a16="http://schemas.microsoft.com/office/drawing/2014/main" id="{0BC23A9C-56CA-4871-A41D-C7F5DCA234F8}"/>
              </a:ext>
            </a:extLst>
          </p:cNvPr>
          <p:cNvSpPr>
            <a:spLocks noGrp="1"/>
          </p:cNvSpPr>
          <p:nvPr/>
        </p:nvSpPr>
        <p:spPr>
          <a:xfrm>
            <a:off x="25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09_small_GT_pose50_rmsd3_3856">
            <a:extLst>
              <a:ext uri="{FF2B5EF4-FFF2-40B4-BE49-F238E27FC236}">
                <a16:creationId xmlns:a16="http://schemas.microsoft.com/office/drawing/2014/main" id="{6B4D5846-83E7-4BA6-8354-507F7619D7F1}"/>
              </a:ext>
            </a:extLst>
          </p:cNvPr>
          <p:cNvSpPr>
            <a:spLocks noGrp="1"/>
          </p:cNvSpPr>
          <p:nvPr/>
        </p:nvSpPr>
        <p:spPr>
          <a:xfrm>
            <a:off x="23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09_small_GT_pose50_rmsd3_3857">
            <a:extLst>
              <a:ext uri="{FF2B5EF4-FFF2-40B4-BE49-F238E27FC236}">
                <a16:creationId xmlns:a16="http://schemas.microsoft.com/office/drawing/2014/main" id="{C0F3E0AE-5061-4F34-9688-C3F786B162FA}"/>
              </a:ext>
            </a:extLst>
          </p:cNvPr>
          <p:cNvSpPr>
            <a:spLocks noGrp="1"/>
          </p:cNvSpPr>
          <p:nvPr/>
        </p:nvSpPr>
        <p:spPr>
          <a:xfrm>
            <a:off x="25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09_small_GT_pose50_rmsd3_3858">
            <a:extLst>
              <a:ext uri="{FF2B5EF4-FFF2-40B4-BE49-F238E27FC236}">
                <a16:creationId xmlns:a16="http://schemas.microsoft.com/office/drawing/2014/main" id="{522264AC-4301-4814-A748-1C9CAB8EE64B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09_small_GT_pose50_rmsd3_3859">
            <a:extLst>
              <a:ext uri="{FF2B5EF4-FFF2-40B4-BE49-F238E27FC236}">
                <a16:creationId xmlns:a16="http://schemas.microsoft.com/office/drawing/2014/main" id="{CAB8CB8E-A41A-40D0-BB7C-D19172196021}"/>
              </a:ext>
            </a:extLst>
          </p:cNvPr>
          <p:cNvSpPr>
            <a:spLocks noGrp="1"/>
          </p:cNvSpPr>
          <p:nvPr/>
        </p:nvSpPr>
        <p:spPr>
          <a:xfrm>
            <a:off x="23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09_small_GT_pose50_rmsd3_3860">
            <a:extLst>
              <a:ext uri="{FF2B5EF4-FFF2-40B4-BE49-F238E27FC236}">
                <a16:creationId xmlns:a16="http://schemas.microsoft.com/office/drawing/2014/main" id="{C2DE3F25-3EE7-4A81-BD7C-D6FD03EE47CA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09_small_GT_pose50_rmsd3_3861">
            <a:extLst>
              <a:ext uri="{FF2B5EF4-FFF2-40B4-BE49-F238E27FC236}">
                <a16:creationId xmlns:a16="http://schemas.microsoft.com/office/drawing/2014/main" id="{C6BF1C65-DD5C-47D5-A45F-6EFE439F308B}"/>
              </a:ext>
            </a:extLst>
          </p:cNvPr>
          <p:cNvSpPr>
            <a:spLocks noGrp="1"/>
          </p:cNvSpPr>
          <p:nvPr/>
        </p:nvSpPr>
        <p:spPr>
          <a:xfrm>
            <a:off x="22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09_small_GT_pose50_rmsd3_3862">
            <a:extLst>
              <a:ext uri="{FF2B5EF4-FFF2-40B4-BE49-F238E27FC236}">
                <a16:creationId xmlns:a16="http://schemas.microsoft.com/office/drawing/2014/main" id="{EFA6B050-BC23-49DC-B937-3D5B8A673DD7}"/>
              </a:ext>
            </a:extLst>
          </p:cNvPr>
          <p:cNvSpPr>
            <a:spLocks noGrp="1"/>
          </p:cNvSpPr>
          <p:nvPr/>
        </p:nvSpPr>
        <p:spPr>
          <a:xfrm>
            <a:off x="22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09_small_GT_pose50_rmsd3_3863">
            <a:extLst>
              <a:ext uri="{FF2B5EF4-FFF2-40B4-BE49-F238E27FC236}">
                <a16:creationId xmlns:a16="http://schemas.microsoft.com/office/drawing/2014/main" id="{6C7375D4-BB8F-46D3-A94F-F89AFCAFB88D}"/>
              </a:ext>
            </a:extLst>
          </p:cNvPr>
          <p:cNvSpPr>
            <a:spLocks noGrp="1"/>
          </p:cNvSpPr>
          <p:nvPr/>
        </p:nvSpPr>
        <p:spPr>
          <a:xfrm>
            <a:off x="25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09_small_GT_pose50_rmsd3_3864">
            <a:extLst>
              <a:ext uri="{FF2B5EF4-FFF2-40B4-BE49-F238E27FC236}">
                <a16:creationId xmlns:a16="http://schemas.microsoft.com/office/drawing/2014/main" id="{D0A0A85B-9492-4712-934E-BE3C09280367}"/>
              </a:ext>
            </a:extLst>
          </p:cNvPr>
          <p:cNvSpPr>
            <a:spLocks noGrp="1"/>
          </p:cNvSpPr>
          <p:nvPr/>
        </p:nvSpPr>
        <p:spPr>
          <a:xfrm>
            <a:off x="22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09_small_GT_pose50_rmsd3_3865">
            <a:extLst>
              <a:ext uri="{FF2B5EF4-FFF2-40B4-BE49-F238E27FC236}">
                <a16:creationId xmlns:a16="http://schemas.microsoft.com/office/drawing/2014/main" id="{046E4386-55A6-452A-BF23-1575935CAE8C}"/>
              </a:ext>
            </a:extLst>
          </p:cNvPr>
          <p:cNvSpPr>
            <a:spLocks noGrp="1"/>
          </p:cNvSpPr>
          <p:nvPr/>
        </p:nvSpPr>
        <p:spPr>
          <a:xfrm>
            <a:off x="23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09_small_GT_pose50_rmsd3_3866">
            <a:extLst>
              <a:ext uri="{FF2B5EF4-FFF2-40B4-BE49-F238E27FC236}">
                <a16:creationId xmlns:a16="http://schemas.microsoft.com/office/drawing/2014/main" id="{939BB53A-3024-490C-80C4-3023C6D8E877}"/>
              </a:ext>
            </a:extLst>
          </p:cNvPr>
          <p:cNvSpPr>
            <a:spLocks noGrp="1"/>
          </p:cNvSpPr>
          <p:nvPr/>
        </p:nvSpPr>
        <p:spPr>
          <a:xfrm>
            <a:off x="24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09_small_GT_pose50_rmsd3_3867">
            <a:extLst>
              <a:ext uri="{FF2B5EF4-FFF2-40B4-BE49-F238E27FC236}">
                <a16:creationId xmlns:a16="http://schemas.microsoft.com/office/drawing/2014/main" id="{9593B172-F06C-4955-A248-2CCAC520E6C4}"/>
              </a:ext>
            </a:extLst>
          </p:cNvPr>
          <p:cNvSpPr>
            <a:spLocks noGrp="1"/>
          </p:cNvSpPr>
          <p:nvPr/>
        </p:nvSpPr>
        <p:spPr>
          <a:xfrm>
            <a:off x="23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09_small_GT_pose50_rmsd3_3868">
            <a:extLst>
              <a:ext uri="{FF2B5EF4-FFF2-40B4-BE49-F238E27FC236}">
                <a16:creationId xmlns:a16="http://schemas.microsoft.com/office/drawing/2014/main" id="{0E19FFFB-E0D3-47AF-8621-18CD92BC9A69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09_small_GT_pose50_rmsd3_3869">
            <a:extLst>
              <a:ext uri="{FF2B5EF4-FFF2-40B4-BE49-F238E27FC236}">
                <a16:creationId xmlns:a16="http://schemas.microsoft.com/office/drawing/2014/main" id="{5A4A9AEF-5566-4CA2-9EE3-97956B7D392E}"/>
              </a:ext>
            </a:extLst>
          </p:cNvPr>
          <p:cNvSpPr>
            <a:spLocks noGrp="1"/>
          </p:cNvSpPr>
          <p:nvPr/>
        </p:nvSpPr>
        <p:spPr>
          <a:xfrm>
            <a:off x="23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09_small_GT_pose50_rmsd3_3870">
            <a:extLst>
              <a:ext uri="{FF2B5EF4-FFF2-40B4-BE49-F238E27FC236}">
                <a16:creationId xmlns:a16="http://schemas.microsoft.com/office/drawing/2014/main" id="{5D71A64E-CC6F-4942-983F-C349222892F8}"/>
              </a:ext>
            </a:extLst>
          </p:cNvPr>
          <p:cNvSpPr>
            <a:spLocks noGrp="1"/>
          </p:cNvSpPr>
          <p:nvPr/>
        </p:nvSpPr>
        <p:spPr>
          <a:xfrm>
            <a:off x="257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09_small_GT_pose50_rmsd3_3871">
            <a:extLst>
              <a:ext uri="{FF2B5EF4-FFF2-40B4-BE49-F238E27FC236}">
                <a16:creationId xmlns:a16="http://schemas.microsoft.com/office/drawing/2014/main" id="{CBC9FD5D-C87C-4255-BCD3-A63078029463}"/>
              </a:ext>
            </a:extLst>
          </p:cNvPr>
          <p:cNvSpPr>
            <a:spLocks noGrp="1"/>
          </p:cNvSpPr>
          <p:nvPr/>
        </p:nvSpPr>
        <p:spPr>
          <a:xfrm>
            <a:off x="246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09_small_GT_pose50_rmsd3_3872">
            <a:extLst>
              <a:ext uri="{FF2B5EF4-FFF2-40B4-BE49-F238E27FC236}">
                <a16:creationId xmlns:a16="http://schemas.microsoft.com/office/drawing/2014/main" id="{CE127FB6-F359-45EF-AB78-8683F6A2137B}"/>
              </a:ext>
            </a:extLst>
          </p:cNvPr>
          <p:cNvSpPr>
            <a:spLocks noGrp="1"/>
          </p:cNvSpPr>
          <p:nvPr/>
        </p:nvSpPr>
        <p:spPr>
          <a:xfrm>
            <a:off x="245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09_small_GT_pose50_rmsd3_3873">
            <a:extLst>
              <a:ext uri="{FF2B5EF4-FFF2-40B4-BE49-F238E27FC236}">
                <a16:creationId xmlns:a16="http://schemas.microsoft.com/office/drawing/2014/main" id="{B12BBD4E-E892-4103-83A4-1C0861DB46BB}"/>
              </a:ext>
            </a:extLst>
          </p:cNvPr>
          <p:cNvSpPr>
            <a:spLocks noGrp="1"/>
          </p:cNvSpPr>
          <p:nvPr/>
        </p:nvSpPr>
        <p:spPr>
          <a:xfrm>
            <a:off x="25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09_small_GT_pose50_rmsd3_3874">
            <a:extLst>
              <a:ext uri="{FF2B5EF4-FFF2-40B4-BE49-F238E27FC236}">
                <a16:creationId xmlns:a16="http://schemas.microsoft.com/office/drawing/2014/main" id="{9789E20C-AFC0-4449-BC94-523483D251CD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09_small_GT_pose50_rmsd3_3875">
            <a:extLst>
              <a:ext uri="{FF2B5EF4-FFF2-40B4-BE49-F238E27FC236}">
                <a16:creationId xmlns:a16="http://schemas.microsoft.com/office/drawing/2014/main" id="{6DD65C96-D92C-43BA-ABCD-21A17075180B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09_small_GT_pose50_rmsd3_3876">
            <a:extLst>
              <a:ext uri="{FF2B5EF4-FFF2-40B4-BE49-F238E27FC236}">
                <a16:creationId xmlns:a16="http://schemas.microsoft.com/office/drawing/2014/main" id="{C9BA6538-6E39-4224-A642-C8D886B6CFAB}"/>
              </a:ext>
            </a:extLst>
          </p:cNvPr>
          <p:cNvSpPr>
            <a:spLocks noGrp="1"/>
          </p:cNvSpPr>
          <p:nvPr/>
        </p:nvSpPr>
        <p:spPr>
          <a:xfrm>
            <a:off x="25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09_small_GT_pose50_rmsd3_3877">
            <a:extLst>
              <a:ext uri="{FF2B5EF4-FFF2-40B4-BE49-F238E27FC236}">
                <a16:creationId xmlns:a16="http://schemas.microsoft.com/office/drawing/2014/main" id="{EBC5FA8D-5BEE-4879-A404-4C705DEE4FED}"/>
              </a:ext>
            </a:extLst>
          </p:cNvPr>
          <p:cNvSpPr>
            <a:spLocks noGrp="1"/>
          </p:cNvSpPr>
          <p:nvPr/>
        </p:nvSpPr>
        <p:spPr>
          <a:xfrm>
            <a:off x="23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09_small_GT_pose50_rmsd3_3878">
            <a:extLst>
              <a:ext uri="{FF2B5EF4-FFF2-40B4-BE49-F238E27FC236}">
                <a16:creationId xmlns:a16="http://schemas.microsoft.com/office/drawing/2014/main" id="{48D00CD0-160B-4560-9B0B-651685A0E7E9}"/>
              </a:ext>
            </a:extLst>
          </p:cNvPr>
          <p:cNvSpPr>
            <a:spLocks noGrp="1"/>
          </p:cNvSpPr>
          <p:nvPr/>
        </p:nvSpPr>
        <p:spPr>
          <a:xfrm>
            <a:off x="22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09_small_GT_pose50_rmsd3_3879">
            <a:extLst>
              <a:ext uri="{FF2B5EF4-FFF2-40B4-BE49-F238E27FC236}">
                <a16:creationId xmlns:a16="http://schemas.microsoft.com/office/drawing/2014/main" id="{27522F5A-E587-4921-86E7-129D12A386F1}"/>
              </a:ext>
            </a:extLst>
          </p:cNvPr>
          <p:cNvSpPr>
            <a:spLocks noGrp="1"/>
          </p:cNvSpPr>
          <p:nvPr/>
        </p:nvSpPr>
        <p:spPr>
          <a:xfrm>
            <a:off x="25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09_small_GT_pose50_rmsd3_3880">
            <a:extLst>
              <a:ext uri="{FF2B5EF4-FFF2-40B4-BE49-F238E27FC236}">
                <a16:creationId xmlns:a16="http://schemas.microsoft.com/office/drawing/2014/main" id="{341A8789-D4BD-4DEB-8802-67140E3BD4E5}"/>
              </a:ext>
            </a:extLst>
          </p:cNvPr>
          <p:cNvSpPr>
            <a:spLocks noGrp="1"/>
          </p:cNvSpPr>
          <p:nvPr/>
        </p:nvSpPr>
        <p:spPr>
          <a:xfrm>
            <a:off x="258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09_small_GT_pose50_rmsd3_3881">
            <a:extLst>
              <a:ext uri="{FF2B5EF4-FFF2-40B4-BE49-F238E27FC236}">
                <a16:creationId xmlns:a16="http://schemas.microsoft.com/office/drawing/2014/main" id="{68BD3A96-9E6C-4FD3-9DF9-E74A05F0A726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09_small_GT_pose50_rmsd3_3882">
            <a:extLst>
              <a:ext uri="{FF2B5EF4-FFF2-40B4-BE49-F238E27FC236}">
                <a16:creationId xmlns:a16="http://schemas.microsoft.com/office/drawing/2014/main" id="{30806FD4-BC81-4379-ABB8-792BD525148C}"/>
              </a:ext>
            </a:extLst>
          </p:cNvPr>
          <p:cNvSpPr>
            <a:spLocks noGrp="1"/>
          </p:cNvSpPr>
          <p:nvPr/>
        </p:nvSpPr>
        <p:spPr>
          <a:xfrm>
            <a:off x="25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09_small_GT_pose50_rmsd3_3883">
            <a:extLst>
              <a:ext uri="{FF2B5EF4-FFF2-40B4-BE49-F238E27FC236}">
                <a16:creationId xmlns:a16="http://schemas.microsoft.com/office/drawing/2014/main" id="{3C41C7BA-ADE8-4523-8833-27671150EA12}"/>
              </a:ext>
            </a:extLst>
          </p:cNvPr>
          <p:cNvSpPr>
            <a:spLocks noGrp="1"/>
          </p:cNvSpPr>
          <p:nvPr/>
        </p:nvSpPr>
        <p:spPr>
          <a:xfrm>
            <a:off x="25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09_small_GT_pose50_rmsd3_3884">
            <a:extLst>
              <a:ext uri="{FF2B5EF4-FFF2-40B4-BE49-F238E27FC236}">
                <a16:creationId xmlns:a16="http://schemas.microsoft.com/office/drawing/2014/main" id="{5E09DADE-9AF7-476C-80F8-FBB2140701AF}"/>
              </a:ext>
            </a:extLst>
          </p:cNvPr>
          <p:cNvSpPr>
            <a:spLocks noGrp="1"/>
          </p:cNvSpPr>
          <p:nvPr/>
        </p:nvSpPr>
        <p:spPr>
          <a:xfrm>
            <a:off x="2321672" y="339470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09_small_GT_pose50_rmsd3_3885">
            <a:extLst>
              <a:ext uri="{FF2B5EF4-FFF2-40B4-BE49-F238E27FC236}">
                <a16:creationId xmlns:a16="http://schemas.microsoft.com/office/drawing/2014/main" id="{6D09208E-8E50-47A4-B5F6-3E099B3DB068}"/>
              </a:ext>
            </a:extLst>
          </p:cNvPr>
          <p:cNvSpPr>
            <a:spLocks noGrp="1"/>
          </p:cNvSpPr>
          <p:nvPr/>
        </p:nvSpPr>
        <p:spPr>
          <a:xfrm>
            <a:off x="24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09_small_GT_pose50_rmsd3_3886">
            <a:extLst>
              <a:ext uri="{FF2B5EF4-FFF2-40B4-BE49-F238E27FC236}">
                <a16:creationId xmlns:a16="http://schemas.microsoft.com/office/drawing/2014/main" id="{61E04A6B-63E7-41DB-A05F-8FD373FAFCA1}"/>
              </a:ext>
            </a:extLst>
          </p:cNvPr>
          <p:cNvSpPr>
            <a:spLocks noGrp="1"/>
          </p:cNvSpPr>
          <p:nvPr/>
        </p:nvSpPr>
        <p:spPr>
          <a:xfrm>
            <a:off x="24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09_small_GT_pose50_rmsd3_3887">
            <a:extLst>
              <a:ext uri="{FF2B5EF4-FFF2-40B4-BE49-F238E27FC236}">
                <a16:creationId xmlns:a16="http://schemas.microsoft.com/office/drawing/2014/main" id="{A8B6E588-3420-4D28-8345-244BEB516817}"/>
              </a:ext>
            </a:extLst>
          </p:cNvPr>
          <p:cNvSpPr>
            <a:spLocks noGrp="1"/>
          </p:cNvSpPr>
          <p:nvPr/>
        </p:nvSpPr>
        <p:spPr>
          <a:xfrm>
            <a:off x="254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09_small_GT_pose50_rmsd3_3888">
            <a:extLst>
              <a:ext uri="{FF2B5EF4-FFF2-40B4-BE49-F238E27FC236}">
                <a16:creationId xmlns:a16="http://schemas.microsoft.com/office/drawing/2014/main" id="{89BC82AD-75C0-44BD-A399-08F9F70690B9}"/>
              </a:ext>
            </a:extLst>
          </p:cNvPr>
          <p:cNvSpPr>
            <a:spLocks noGrp="1"/>
          </p:cNvSpPr>
          <p:nvPr/>
        </p:nvSpPr>
        <p:spPr>
          <a:xfrm>
            <a:off x="257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09_small_GT_pose50_rmsd3_3889">
            <a:extLst>
              <a:ext uri="{FF2B5EF4-FFF2-40B4-BE49-F238E27FC236}">
                <a16:creationId xmlns:a16="http://schemas.microsoft.com/office/drawing/2014/main" id="{714BD71D-E33D-44DF-95B6-A33EB9835EC0}"/>
              </a:ext>
            </a:extLst>
          </p:cNvPr>
          <p:cNvSpPr>
            <a:spLocks noGrp="1"/>
          </p:cNvSpPr>
          <p:nvPr/>
        </p:nvSpPr>
        <p:spPr>
          <a:xfrm>
            <a:off x="25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09_small_GT_pose50_rmsd3_3890">
            <a:extLst>
              <a:ext uri="{FF2B5EF4-FFF2-40B4-BE49-F238E27FC236}">
                <a16:creationId xmlns:a16="http://schemas.microsoft.com/office/drawing/2014/main" id="{B7A9BA8A-D599-4145-BE03-09744D61F1CC}"/>
              </a:ext>
            </a:extLst>
          </p:cNvPr>
          <p:cNvSpPr>
            <a:spLocks noGrp="1"/>
          </p:cNvSpPr>
          <p:nvPr/>
        </p:nvSpPr>
        <p:spPr>
          <a:xfrm>
            <a:off x="24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09_small_GT_pose50_rmsd3_3891">
            <a:extLst>
              <a:ext uri="{FF2B5EF4-FFF2-40B4-BE49-F238E27FC236}">
                <a16:creationId xmlns:a16="http://schemas.microsoft.com/office/drawing/2014/main" id="{988563B6-70FD-4373-AC9A-80C12E5C1317}"/>
              </a:ext>
            </a:extLst>
          </p:cNvPr>
          <p:cNvSpPr>
            <a:spLocks noGrp="1"/>
          </p:cNvSpPr>
          <p:nvPr/>
        </p:nvSpPr>
        <p:spPr>
          <a:xfrm>
            <a:off x="25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09_small_GT_pose50_rmsd3_3892">
            <a:extLst>
              <a:ext uri="{FF2B5EF4-FFF2-40B4-BE49-F238E27FC236}">
                <a16:creationId xmlns:a16="http://schemas.microsoft.com/office/drawing/2014/main" id="{F8F3C097-C7DA-49FF-AEC4-DC055D7D4610}"/>
              </a:ext>
            </a:extLst>
          </p:cNvPr>
          <p:cNvSpPr>
            <a:spLocks noGrp="1"/>
          </p:cNvSpPr>
          <p:nvPr/>
        </p:nvSpPr>
        <p:spPr>
          <a:xfrm>
            <a:off x="24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09_small_GT_pose50_rmsd3_3893">
            <a:extLst>
              <a:ext uri="{FF2B5EF4-FFF2-40B4-BE49-F238E27FC236}">
                <a16:creationId xmlns:a16="http://schemas.microsoft.com/office/drawing/2014/main" id="{CF9A0B00-D15D-41A6-9056-956FFB078792}"/>
              </a:ext>
            </a:extLst>
          </p:cNvPr>
          <p:cNvSpPr>
            <a:spLocks noGrp="1"/>
          </p:cNvSpPr>
          <p:nvPr/>
        </p:nvSpPr>
        <p:spPr>
          <a:xfrm>
            <a:off x="23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09_small_GT_pose50_rmsd3_3894">
            <a:extLst>
              <a:ext uri="{FF2B5EF4-FFF2-40B4-BE49-F238E27FC236}">
                <a16:creationId xmlns:a16="http://schemas.microsoft.com/office/drawing/2014/main" id="{806E563D-43FD-4309-988D-3DC62A8BDB17}"/>
              </a:ext>
            </a:extLst>
          </p:cNvPr>
          <p:cNvSpPr>
            <a:spLocks noGrp="1"/>
          </p:cNvSpPr>
          <p:nvPr/>
        </p:nvSpPr>
        <p:spPr>
          <a:xfrm>
            <a:off x="23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09_small_GT_pose50_rmsd3_3895">
            <a:extLst>
              <a:ext uri="{FF2B5EF4-FFF2-40B4-BE49-F238E27FC236}">
                <a16:creationId xmlns:a16="http://schemas.microsoft.com/office/drawing/2014/main" id="{D182656E-BC85-4BF6-AD3E-CA351479E42D}"/>
              </a:ext>
            </a:extLst>
          </p:cNvPr>
          <p:cNvSpPr>
            <a:spLocks noGrp="1"/>
          </p:cNvSpPr>
          <p:nvPr/>
        </p:nvSpPr>
        <p:spPr>
          <a:xfrm>
            <a:off x="24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09_small_GT_pose50_rmsd3_3896">
            <a:extLst>
              <a:ext uri="{FF2B5EF4-FFF2-40B4-BE49-F238E27FC236}">
                <a16:creationId xmlns:a16="http://schemas.microsoft.com/office/drawing/2014/main" id="{E344D14E-A5BE-4115-97C3-BB44AD741E2F}"/>
              </a:ext>
            </a:extLst>
          </p:cNvPr>
          <p:cNvSpPr>
            <a:spLocks noGrp="1"/>
          </p:cNvSpPr>
          <p:nvPr/>
        </p:nvSpPr>
        <p:spPr>
          <a:xfrm>
            <a:off x="24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09_small_GT_pose50_rmsd3_3897">
            <a:extLst>
              <a:ext uri="{FF2B5EF4-FFF2-40B4-BE49-F238E27FC236}">
                <a16:creationId xmlns:a16="http://schemas.microsoft.com/office/drawing/2014/main" id="{74063012-8EE6-4440-A5B9-DB3DDEB64B1F}"/>
              </a:ext>
            </a:extLst>
          </p:cNvPr>
          <p:cNvSpPr>
            <a:spLocks noGrp="1"/>
          </p:cNvSpPr>
          <p:nvPr/>
        </p:nvSpPr>
        <p:spPr>
          <a:xfrm>
            <a:off x="25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09_small_GT_pose50_rmsd3_3898">
            <a:extLst>
              <a:ext uri="{FF2B5EF4-FFF2-40B4-BE49-F238E27FC236}">
                <a16:creationId xmlns:a16="http://schemas.microsoft.com/office/drawing/2014/main" id="{901C9443-5584-42F3-8A3C-A5DFCB132152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09_small_GT_pose50_rmsd3_3899">
            <a:extLst>
              <a:ext uri="{FF2B5EF4-FFF2-40B4-BE49-F238E27FC236}">
                <a16:creationId xmlns:a16="http://schemas.microsoft.com/office/drawing/2014/main" id="{7CE9BE8F-B54C-4495-8FB0-DEF8DA62F26F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09_small_GT_pose50_rmsd3_3900">
            <a:extLst>
              <a:ext uri="{FF2B5EF4-FFF2-40B4-BE49-F238E27FC236}">
                <a16:creationId xmlns:a16="http://schemas.microsoft.com/office/drawing/2014/main" id="{2FFC375C-DF87-4D28-AD44-FADAE7F4C6AB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09_small_GT_pose50_rmsd3_3901">
            <a:extLst>
              <a:ext uri="{FF2B5EF4-FFF2-40B4-BE49-F238E27FC236}">
                <a16:creationId xmlns:a16="http://schemas.microsoft.com/office/drawing/2014/main" id="{DE2D2718-0B46-4C07-9A1F-A5F6D4DF4081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09_small_GT_pose50_rmsd3_3902">
            <a:extLst>
              <a:ext uri="{FF2B5EF4-FFF2-40B4-BE49-F238E27FC236}">
                <a16:creationId xmlns:a16="http://schemas.microsoft.com/office/drawing/2014/main" id="{D831327E-A5D6-41B4-8A9A-C6CFF233DEAE}"/>
              </a:ext>
            </a:extLst>
          </p:cNvPr>
          <p:cNvSpPr>
            <a:spLocks noGrp="1"/>
          </p:cNvSpPr>
          <p:nvPr/>
        </p:nvSpPr>
        <p:spPr>
          <a:xfrm>
            <a:off x="25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09_small_GT_pose50_rmsd3_3903">
            <a:extLst>
              <a:ext uri="{FF2B5EF4-FFF2-40B4-BE49-F238E27FC236}">
                <a16:creationId xmlns:a16="http://schemas.microsoft.com/office/drawing/2014/main" id="{AA3C2197-7676-4DFA-8AB7-DD844521B5DE}"/>
              </a:ext>
            </a:extLst>
          </p:cNvPr>
          <p:cNvSpPr>
            <a:spLocks noGrp="1"/>
          </p:cNvSpPr>
          <p:nvPr/>
        </p:nvSpPr>
        <p:spPr>
          <a:xfrm>
            <a:off x="25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09_small_GT_pose50_rmsd3_3904">
            <a:extLst>
              <a:ext uri="{FF2B5EF4-FFF2-40B4-BE49-F238E27FC236}">
                <a16:creationId xmlns:a16="http://schemas.microsoft.com/office/drawing/2014/main" id="{CEA0367F-3649-4DD1-B6E5-7D2A581DF23B}"/>
              </a:ext>
            </a:extLst>
          </p:cNvPr>
          <p:cNvSpPr>
            <a:spLocks noGrp="1"/>
          </p:cNvSpPr>
          <p:nvPr/>
        </p:nvSpPr>
        <p:spPr>
          <a:xfrm>
            <a:off x="241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09_small_GT_pose50_rmsd3_3905">
            <a:extLst>
              <a:ext uri="{FF2B5EF4-FFF2-40B4-BE49-F238E27FC236}">
                <a16:creationId xmlns:a16="http://schemas.microsoft.com/office/drawing/2014/main" id="{219AF5E2-AC6F-455C-BF5F-8D388D6ED7EE}"/>
              </a:ext>
            </a:extLst>
          </p:cNvPr>
          <p:cNvSpPr>
            <a:spLocks noGrp="1"/>
          </p:cNvSpPr>
          <p:nvPr/>
        </p:nvSpPr>
        <p:spPr>
          <a:xfrm>
            <a:off x="24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09_small_GT_pose50_rmsd3_3906">
            <a:extLst>
              <a:ext uri="{FF2B5EF4-FFF2-40B4-BE49-F238E27FC236}">
                <a16:creationId xmlns:a16="http://schemas.microsoft.com/office/drawing/2014/main" id="{124308DD-440D-454B-9410-ED5CEF39ABEA}"/>
              </a:ext>
            </a:extLst>
          </p:cNvPr>
          <p:cNvSpPr>
            <a:spLocks noGrp="1"/>
          </p:cNvSpPr>
          <p:nvPr/>
        </p:nvSpPr>
        <p:spPr>
          <a:xfrm>
            <a:off x="23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09_small_GT_pose50_rmsd3_3907">
            <a:extLst>
              <a:ext uri="{FF2B5EF4-FFF2-40B4-BE49-F238E27FC236}">
                <a16:creationId xmlns:a16="http://schemas.microsoft.com/office/drawing/2014/main" id="{6D03CB83-B4FC-485D-9FB0-8E644943BA80}"/>
              </a:ext>
            </a:extLst>
          </p:cNvPr>
          <p:cNvSpPr>
            <a:spLocks noGrp="1"/>
          </p:cNvSpPr>
          <p:nvPr/>
        </p:nvSpPr>
        <p:spPr>
          <a:xfrm>
            <a:off x="410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09_small_GT_pose50_rmsd3_3908">
            <a:extLst>
              <a:ext uri="{FF2B5EF4-FFF2-40B4-BE49-F238E27FC236}">
                <a16:creationId xmlns:a16="http://schemas.microsoft.com/office/drawing/2014/main" id="{75339C58-3C67-4583-B73A-F2916F6759D9}"/>
              </a:ext>
            </a:extLst>
          </p:cNvPr>
          <p:cNvSpPr>
            <a:spLocks noGrp="1"/>
          </p:cNvSpPr>
          <p:nvPr/>
        </p:nvSpPr>
        <p:spPr>
          <a:xfrm>
            <a:off x="434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09_small_GT_pose50_rmsd3_3909">
            <a:extLst>
              <a:ext uri="{FF2B5EF4-FFF2-40B4-BE49-F238E27FC236}">
                <a16:creationId xmlns:a16="http://schemas.microsoft.com/office/drawing/2014/main" id="{30340F7C-57BD-44D0-B310-C4E63200C67C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09_small_GT_pose50_rmsd3_3910">
            <a:extLst>
              <a:ext uri="{FF2B5EF4-FFF2-40B4-BE49-F238E27FC236}">
                <a16:creationId xmlns:a16="http://schemas.microsoft.com/office/drawing/2014/main" id="{8AE24C35-3E9D-4EC5-9B37-88B6E2B77A0D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09_small_GT_pose50_rmsd3_3911">
            <a:extLst>
              <a:ext uri="{FF2B5EF4-FFF2-40B4-BE49-F238E27FC236}">
                <a16:creationId xmlns:a16="http://schemas.microsoft.com/office/drawing/2014/main" id="{7463EC2D-5591-4C9B-88F8-4BD10904DBAF}"/>
              </a:ext>
            </a:extLst>
          </p:cNvPr>
          <p:cNvSpPr>
            <a:spLocks noGrp="1"/>
          </p:cNvSpPr>
          <p:nvPr/>
        </p:nvSpPr>
        <p:spPr>
          <a:xfrm>
            <a:off x="434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09_small_GT_pose50_rmsd3_3912">
            <a:extLst>
              <a:ext uri="{FF2B5EF4-FFF2-40B4-BE49-F238E27FC236}">
                <a16:creationId xmlns:a16="http://schemas.microsoft.com/office/drawing/2014/main" id="{A5679982-F78D-4BD7-8455-F4BA4881BCBB}"/>
              </a:ext>
            </a:extLst>
          </p:cNvPr>
          <p:cNvSpPr>
            <a:spLocks noGrp="1"/>
          </p:cNvSpPr>
          <p:nvPr/>
        </p:nvSpPr>
        <p:spPr>
          <a:xfrm>
            <a:off x="427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09_small_GT_pose50_rmsd3_3913">
            <a:extLst>
              <a:ext uri="{FF2B5EF4-FFF2-40B4-BE49-F238E27FC236}">
                <a16:creationId xmlns:a16="http://schemas.microsoft.com/office/drawing/2014/main" id="{3680A648-3AD0-4E17-9248-1AEF7D0EC0FD}"/>
              </a:ext>
            </a:extLst>
          </p:cNvPr>
          <p:cNvSpPr>
            <a:spLocks noGrp="1"/>
          </p:cNvSpPr>
          <p:nvPr/>
        </p:nvSpPr>
        <p:spPr>
          <a:xfrm>
            <a:off x="40710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09_small_GT_pose50_rmsd3_3914">
            <a:extLst>
              <a:ext uri="{FF2B5EF4-FFF2-40B4-BE49-F238E27FC236}">
                <a16:creationId xmlns:a16="http://schemas.microsoft.com/office/drawing/2014/main" id="{43A74ECB-AB76-4821-BC70-22F80A9EE2AE}"/>
              </a:ext>
            </a:extLst>
          </p:cNvPr>
          <p:cNvSpPr>
            <a:spLocks noGrp="1"/>
          </p:cNvSpPr>
          <p:nvPr/>
        </p:nvSpPr>
        <p:spPr>
          <a:xfrm>
            <a:off x="414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09_small_GT_pose50_rmsd3_3915">
            <a:extLst>
              <a:ext uri="{FF2B5EF4-FFF2-40B4-BE49-F238E27FC236}">
                <a16:creationId xmlns:a16="http://schemas.microsoft.com/office/drawing/2014/main" id="{8FFE3E04-C7F2-4481-8B69-A387F595DAE3}"/>
              </a:ext>
            </a:extLst>
          </p:cNvPr>
          <p:cNvSpPr>
            <a:spLocks noGrp="1"/>
          </p:cNvSpPr>
          <p:nvPr/>
        </p:nvSpPr>
        <p:spPr>
          <a:xfrm>
            <a:off x="418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09_small_GT_pose50_rmsd3_3916">
            <a:extLst>
              <a:ext uri="{FF2B5EF4-FFF2-40B4-BE49-F238E27FC236}">
                <a16:creationId xmlns:a16="http://schemas.microsoft.com/office/drawing/2014/main" id="{6DAC036E-74EA-47BB-88CC-3F5D16F89A84}"/>
              </a:ext>
            </a:extLst>
          </p:cNvPr>
          <p:cNvSpPr>
            <a:spLocks noGrp="1"/>
          </p:cNvSpPr>
          <p:nvPr/>
        </p:nvSpPr>
        <p:spPr>
          <a:xfrm>
            <a:off x="414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09_small_GT_pose50_rmsd3_3917">
            <a:extLst>
              <a:ext uri="{FF2B5EF4-FFF2-40B4-BE49-F238E27FC236}">
                <a16:creationId xmlns:a16="http://schemas.microsoft.com/office/drawing/2014/main" id="{FA720DB7-DE54-4ECD-8D7B-57EC71222E48}"/>
              </a:ext>
            </a:extLst>
          </p:cNvPr>
          <p:cNvSpPr>
            <a:spLocks noGrp="1"/>
          </p:cNvSpPr>
          <p:nvPr/>
        </p:nvSpPr>
        <p:spPr>
          <a:xfrm>
            <a:off x="426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09_small_GT_pose50_rmsd3_3918">
            <a:extLst>
              <a:ext uri="{FF2B5EF4-FFF2-40B4-BE49-F238E27FC236}">
                <a16:creationId xmlns:a16="http://schemas.microsoft.com/office/drawing/2014/main" id="{66E53FBE-2D34-43A0-8C21-811847CB4C5F}"/>
              </a:ext>
            </a:extLst>
          </p:cNvPr>
          <p:cNvSpPr>
            <a:spLocks noGrp="1"/>
          </p:cNvSpPr>
          <p:nvPr/>
        </p:nvSpPr>
        <p:spPr>
          <a:xfrm>
            <a:off x="405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09_small_GT_pose50_rmsd3_3919">
            <a:extLst>
              <a:ext uri="{FF2B5EF4-FFF2-40B4-BE49-F238E27FC236}">
                <a16:creationId xmlns:a16="http://schemas.microsoft.com/office/drawing/2014/main" id="{1FBEBD6B-D859-49FF-A849-38BEFA22DA47}"/>
              </a:ext>
            </a:extLst>
          </p:cNvPr>
          <p:cNvSpPr>
            <a:spLocks noGrp="1"/>
          </p:cNvSpPr>
          <p:nvPr/>
        </p:nvSpPr>
        <p:spPr>
          <a:xfrm>
            <a:off x="414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09_small_GT_pose50_rmsd3_3920">
            <a:extLst>
              <a:ext uri="{FF2B5EF4-FFF2-40B4-BE49-F238E27FC236}">
                <a16:creationId xmlns:a16="http://schemas.microsoft.com/office/drawing/2014/main" id="{ACE670C4-B35A-44BE-837C-C57A90F6AA4C}"/>
              </a:ext>
            </a:extLst>
          </p:cNvPr>
          <p:cNvSpPr>
            <a:spLocks noGrp="1"/>
          </p:cNvSpPr>
          <p:nvPr/>
        </p:nvSpPr>
        <p:spPr>
          <a:xfrm>
            <a:off x="404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09_small_GT_pose50_rmsd3_3921">
            <a:extLst>
              <a:ext uri="{FF2B5EF4-FFF2-40B4-BE49-F238E27FC236}">
                <a16:creationId xmlns:a16="http://schemas.microsoft.com/office/drawing/2014/main" id="{6A0D3524-D11D-4103-8445-2424E072F548}"/>
              </a:ext>
            </a:extLst>
          </p:cNvPr>
          <p:cNvSpPr>
            <a:spLocks noGrp="1"/>
          </p:cNvSpPr>
          <p:nvPr/>
        </p:nvSpPr>
        <p:spPr>
          <a:xfrm>
            <a:off x="433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09_small_GT_pose50_rmsd3_3922">
            <a:extLst>
              <a:ext uri="{FF2B5EF4-FFF2-40B4-BE49-F238E27FC236}">
                <a16:creationId xmlns:a16="http://schemas.microsoft.com/office/drawing/2014/main" id="{2535F9AC-2CD5-4205-B1A7-E75C4F9F6BF3}"/>
              </a:ext>
            </a:extLst>
          </p:cNvPr>
          <p:cNvSpPr>
            <a:spLocks noGrp="1"/>
          </p:cNvSpPr>
          <p:nvPr/>
        </p:nvSpPr>
        <p:spPr>
          <a:xfrm>
            <a:off x="4093350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09_small_GT_pose50_rmsd3_3923">
            <a:extLst>
              <a:ext uri="{FF2B5EF4-FFF2-40B4-BE49-F238E27FC236}">
                <a16:creationId xmlns:a16="http://schemas.microsoft.com/office/drawing/2014/main" id="{DB66C68D-622E-4CDB-BC60-8A27B886D803}"/>
              </a:ext>
            </a:extLst>
          </p:cNvPr>
          <p:cNvSpPr>
            <a:spLocks noGrp="1"/>
          </p:cNvSpPr>
          <p:nvPr/>
        </p:nvSpPr>
        <p:spPr>
          <a:xfrm>
            <a:off x="408140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09_small_GT_pose50_rmsd3_3924">
            <a:extLst>
              <a:ext uri="{FF2B5EF4-FFF2-40B4-BE49-F238E27FC236}">
                <a16:creationId xmlns:a16="http://schemas.microsoft.com/office/drawing/2014/main" id="{F54F11E1-7E03-49D0-8C9E-86CA103DB6E8}"/>
              </a:ext>
            </a:extLst>
          </p:cNvPr>
          <p:cNvSpPr>
            <a:spLocks noGrp="1"/>
          </p:cNvSpPr>
          <p:nvPr/>
        </p:nvSpPr>
        <p:spPr>
          <a:xfrm>
            <a:off x="419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09_small_GT_pose50_rmsd3_3925">
            <a:extLst>
              <a:ext uri="{FF2B5EF4-FFF2-40B4-BE49-F238E27FC236}">
                <a16:creationId xmlns:a16="http://schemas.microsoft.com/office/drawing/2014/main" id="{BC1D6DD2-0290-4409-BC8A-0E681007D3A3}"/>
              </a:ext>
            </a:extLst>
          </p:cNvPr>
          <p:cNvSpPr>
            <a:spLocks noGrp="1"/>
          </p:cNvSpPr>
          <p:nvPr/>
        </p:nvSpPr>
        <p:spPr>
          <a:xfrm>
            <a:off x="409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09_small_GT_pose50_rmsd3_3926">
            <a:extLst>
              <a:ext uri="{FF2B5EF4-FFF2-40B4-BE49-F238E27FC236}">
                <a16:creationId xmlns:a16="http://schemas.microsoft.com/office/drawing/2014/main" id="{FCD5BB2F-19E8-41CA-A835-7B3A3B45C99F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09_small_GT_pose50_rmsd3_3927">
            <a:extLst>
              <a:ext uri="{FF2B5EF4-FFF2-40B4-BE49-F238E27FC236}">
                <a16:creationId xmlns:a16="http://schemas.microsoft.com/office/drawing/2014/main" id="{831456B3-AC40-4557-948A-0CA348E0A78B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09_small_GT_pose50_rmsd3_3928">
            <a:extLst>
              <a:ext uri="{FF2B5EF4-FFF2-40B4-BE49-F238E27FC236}">
                <a16:creationId xmlns:a16="http://schemas.microsoft.com/office/drawing/2014/main" id="{34BDD222-F809-4FDE-BBB5-E9A797249E8E}"/>
              </a:ext>
            </a:extLst>
          </p:cNvPr>
          <p:cNvSpPr>
            <a:spLocks noGrp="1"/>
          </p:cNvSpPr>
          <p:nvPr/>
        </p:nvSpPr>
        <p:spPr>
          <a:xfrm>
            <a:off x="415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09_small_GT_pose50_rmsd3_3929">
            <a:extLst>
              <a:ext uri="{FF2B5EF4-FFF2-40B4-BE49-F238E27FC236}">
                <a16:creationId xmlns:a16="http://schemas.microsoft.com/office/drawing/2014/main" id="{C5A6F38E-FF23-41FF-9D55-B415A39E87AE}"/>
              </a:ext>
            </a:extLst>
          </p:cNvPr>
          <p:cNvSpPr>
            <a:spLocks noGrp="1"/>
          </p:cNvSpPr>
          <p:nvPr/>
        </p:nvSpPr>
        <p:spPr>
          <a:xfrm>
            <a:off x="402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09_small_GT_pose50_rmsd3_3930">
            <a:extLst>
              <a:ext uri="{FF2B5EF4-FFF2-40B4-BE49-F238E27FC236}">
                <a16:creationId xmlns:a16="http://schemas.microsoft.com/office/drawing/2014/main" id="{4F0FF52F-4C07-4AFC-970A-B5F5250B44D6}"/>
              </a:ext>
            </a:extLst>
          </p:cNvPr>
          <p:cNvSpPr>
            <a:spLocks noGrp="1"/>
          </p:cNvSpPr>
          <p:nvPr/>
        </p:nvSpPr>
        <p:spPr>
          <a:xfrm>
            <a:off x="426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09_small_GT_pose50_rmsd3_3931">
            <a:extLst>
              <a:ext uri="{FF2B5EF4-FFF2-40B4-BE49-F238E27FC236}">
                <a16:creationId xmlns:a16="http://schemas.microsoft.com/office/drawing/2014/main" id="{11E97806-CF4C-4D95-8DD6-D59DD9589DDD}"/>
              </a:ext>
            </a:extLst>
          </p:cNvPr>
          <p:cNvSpPr>
            <a:spLocks noGrp="1"/>
          </p:cNvSpPr>
          <p:nvPr/>
        </p:nvSpPr>
        <p:spPr>
          <a:xfrm>
            <a:off x="413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09_small_GT_pose50_rmsd3_3932">
            <a:extLst>
              <a:ext uri="{FF2B5EF4-FFF2-40B4-BE49-F238E27FC236}">
                <a16:creationId xmlns:a16="http://schemas.microsoft.com/office/drawing/2014/main" id="{66E38CEC-7644-4D9D-BB3D-DAA0B44493EB}"/>
              </a:ext>
            </a:extLst>
          </p:cNvPr>
          <p:cNvSpPr>
            <a:spLocks noGrp="1"/>
          </p:cNvSpPr>
          <p:nvPr/>
        </p:nvSpPr>
        <p:spPr>
          <a:xfrm>
            <a:off x="432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09_small_GT_pose50_rmsd3_3933">
            <a:extLst>
              <a:ext uri="{FF2B5EF4-FFF2-40B4-BE49-F238E27FC236}">
                <a16:creationId xmlns:a16="http://schemas.microsoft.com/office/drawing/2014/main" id="{28262A69-BAB1-4948-9DEE-03A4B58AD2A7}"/>
              </a:ext>
            </a:extLst>
          </p:cNvPr>
          <p:cNvSpPr>
            <a:spLocks noGrp="1"/>
          </p:cNvSpPr>
          <p:nvPr/>
        </p:nvSpPr>
        <p:spPr>
          <a:xfrm>
            <a:off x="412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09_small_GT_pose50_rmsd3_3934">
            <a:extLst>
              <a:ext uri="{FF2B5EF4-FFF2-40B4-BE49-F238E27FC236}">
                <a16:creationId xmlns:a16="http://schemas.microsoft.com/office/drawing/2014/main" id="{174F8BB9-E95D-4914-B766-05BF89E5F62D}"/>
              </a:ext>
            </a:extLst>
          </p:cNvPr>
          <p:cNvSpPr>
            <a:spLocks noGrp="1"/>
          </p:cNvSpPr>
          <p:nvPr/>
        </p:nvSpPr>
        <p:spPr>
          <a:xfrm>
            <a:off x="425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09_small_GT_pose50_rmsd3_3935">
            <a:extLst>
              <a:ext uri="{FF2B5EF4-FFF2-40B4-BE49-F238E27FC236}">
                <a16:creationId xmlns:a16="http://schemas.microsoft.com/office/drawing/2014/main" id="{9EDAB848-8667-44D0-9D72-7911D3929F81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09_small_GT_pose50_rmsd3_3936">
            <a:extLst>
              <a:ext uri="{FF2B5EF4-FFF2-40B4-BE49-F238E27FC236}">
                <a16:creationId xmlns:a16="http://schemas.microsoft.com/office/drawing/2014/main" id="{C493460C-D029-48FB-835B-97024BF5D33D}"/>
              </a:ext>
            </a:extLst>
          </p:cNvPr>
          <p:cNvSpPr>
            <a:spLocks noGrp="1"/>
          </p:cNvSpPr>
          <p:nvPr/>
        </p:nvSpPr>
        <p:spPr>
          <a:xfrm>
            <a:off x="413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09_small_GT_pose50_rmsd3_3937">
            <a:extLst>
              <a:ext uri="{FF2B5EF4-FFF2-40B4-BE49-F238E27FC236}">
                <a16:creationId xmlns:a16="http://schemas.microsoft.com/office/drawing/2014/main" id="{FFBE4A64-D20B-462C-81F8-EB53580733DA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09_small_GT_pose50_rmsd3_3938">
            <a:extLst>
              <a:ext uri="{FF2B5EF4-FFF2-40B4-BE49-F238E27FC236}">
                <a16:creationId xmlns:a16="http://schemas.microsoft.com/office/drawing/2014/main" id="{994A55AB-632F-4DB8-876B-4E89EB4AB506}"/>
              </a:ext>
            </a:extLst>
          </p:cNvPr>
          <p:cNvSpPr>
            <a:spLocks noGrp="1"/>
          </p:cNvSpPr>
          <p:nvPr/>
        </p:nvSpPr>
        <p:spPr>
          <a:xfrm>
            <a:off x="404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09_small_GT_pose50_rmsd3_3939">
            <a:extLst>
              <a:ext uri="{FF2B5EF4-FFF2-40B4-BE49-F238E27FC236}">
                <a16:creationId xmlns:a16="http://schemas.microsoft.com/office/drawing/2014/main" id="{5A6A12A8-5F04-42DE-A755-559872146BEB}"/>
              </a:ext>
            </a:extLst>
          </p:cNvPr>
          <p:cNvSpPr>
            <a:spLocks noGrp="1"/>
          </p:cNvSpPr>
          <p:nvPr/>
        </p:nvSpPr>
        <p:spPr>
          <a:xfrm>
            <a:off x="403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09_small_GT_pose50_rmsd3_3940">
            <a:extLst>
              <a:ext uri="{FF2B5EF4-FFF2-40B4-BE49-F238E27FC236}">
                <a16:creationId xmlns:a16="http://schemas.microsoft.com/office/drawing/2014/main" id="{39947875-E400-4581-A54E-B2BE58BD40E9}"/>
              </a:ext>
            </a:extLst>
          </p:cNvPr>
          <p:cNvSpPr>
            <a:spLocks noGrp="1"/>
          </p:cNvSpPr>
          <p:nvPr/>
        </p:nvSpPr>
        <p:spPr>
          <a:xfrm>
            <a:off x="431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09_small_GT_pose50_rmsd3_3941">
            <a:extLst>
              <a:ext uri="{FF2B5EF4-FFF2-40B4-BE49-F238E27FC236}">
                <a16:creationId xmlns:a16="http://schemas.microsoft.com/office/drawing/2014/main" id="{202D1D2F-DC32-4119-AA81-829C1362A5BF}"/>
              </a:ext>
            </a:extLst>
          </p:cNvPr>
          <p:cNvSpPr>
            <a:spLocks noGrp="1"/>
          </p:cNvSpPr>
          <p:nvPr/>
        </p:nvSpPr>
        <p:spPr>
          <a:xfrm>
            <a:off x="403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09_small_GT_pose50_rmsd3_3942">
            <a:extLst>
              <a:ext uri="{FF2B5EF4-FFF2-40B4-BE49-F238E27FC236}">
                <a16:creationId xmlns:a16="http://schemas.microsoft.com/office/drawing/2014/main" id="{4BA1A26F-04C8-46FB-B50C-3CB86B58950A}"/>
              </a:ext>
            </a:extLst>
          </p:cNvPr>
          <p:cNvSpPr>
            <a:spLocks noGrp="1"/>
          </p:cNvSpPr>
          <p:nvPr/>
        </p:nvSpPr>
        <p:spPr>
          <a:xfrm>
            <a:off x="413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09_small_GT_pose50_rmsd3_3943">
            <a:extLst>
              <a:ext uri="{FF2B5EF4-FFF2-40B4-BE49-F238E27FC236}">
                <a16:creationId xmlns:a16="http://schemas.microsoft.com/office/drawing/2014/main" id="{0D4D7B8B-E22C-4581-8A73-75DF14CEE6BD}"/>
              </a:ext>
            </a:extLst>
          </p:cNvPr>
          <p:cNvSpPr>
            <a:spLocks noGrp="1"/>
          </p:cNvSpPr>
          <p:nvPr/>
        </p:nvSpPr>
        <p:spPr>
          <a:xfrm>
            <a:off x="417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09_small_GT_pose50_rmsd3_3944">
            <a:extLst>
              <a:ext uri="{FF2B5EF4-FFF2-40B4-BE49-F238E27FC236}">
                <a16:creationId xmlns:a16="http://schemas.microsoft.com/office/drawing/2014/main" id="{CFAEE0FB-52E6-4F8B-A246-D882B357F41D}"/>
              </a:ext>
            </a:extLst>
          </p:cNvPr>
          <p:cNvSpPr>
            <a:spLocks noGrp="1"/>
          </p:cNvSpPr>
          <p:nvPr/>
        </p:nvSpPr>
        <p:spPr>
          <a:xfrm>
            <a:off x="406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09_small_GT_pose50_rmsd3_3945">
            <a:extLst>
              <a:ext uri="{FF2B5EF4-FFF2-40B4-BE49-F238E27FC236}">
                <a16:creationId xmlns:a16="http://schemas.microsoft.com/office/drawing/2014/main" id="{4A4BE415-3F71-4096-AC46-9A7FEBF95428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09_small_GT_pose50_rmsd3_3946">
            <a:extLst>
              <a:ext uri="{FF2B5EF4-FFF2-40B4-BE49-F238E27FC236}">
                <a16:creationId xmlns:a16="http://schemas.microsoft.com/office/drawing/2014/main" id="{468D287E-47B7-4711-BDA0-593085465AAB}"/>
              </a:ext>
            </a:extLst>
          </p:cNvPr>
          <p:cNvSpPr>
            <a:spLocks noGrp="1"/>
          </p:cNvSpPr>
          <p:nvPr/>
        </p:nvSpPr>
        <p:spPr>
          <a:xfrm>
            <a:off x="411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09_small_GT_pose50_rmsd3_3947">
            <a:extLst>
              <a:ext uri="{FF2B5EF4-FFF2-40B4-BE49-F238E27FC236}">
                <a16:creationId xmlns:a16="http://schemas.microsoft.com/office/drawing/2014/main" id="{A2FBA086-30C9-402D-A37A-40F0B03651FD}"/>
              </a:ext>
            </a:extLst>
          </p:cNvPr>
          <p:cNvSpPr>
            <a:spLocks noGrp="1"/>
          </p:cNvSpPr>
          <p:nvPr/>
        </p:nvSpPr>
        <p:spPr>
          <a:xfrm>
            <a:off x="432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09_small_GT_pose50_rmsd3_3948">
            <a:extLst>
              <a:ext uri="{FF2B5EF4-FFF2-40B4-BE49-F238E27FC236}">
                <a16:creationId xmlns:a16="http://schemas.microsoft.com/office/drawing/2014/main" id="{D3DA84DB-DE80-4EAA-865B-69BACD08EB13}"/>
              </a:ext>
            </a:extLst>
          </p:cNvPr>
          <p:cNvSpPr>
            <a:spLocks noGrp="1"/>
          </p:cNvSpPr>
          <p:nvPr/>
        </p:nvSpPr>
        <p:spPr>
          <a:xfrm>
            <a:off x="421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09_small_GT_pose50_rmsd3_3949">
            <a:extLst>
              <a:ext uri="{FF2B5EF4-FFF2-40B4-BE49-F238E27FC236}">
                <a16:creationId xmlns:a16="http://schemas.microsoft.com/office/drawing/2014/main" id="{7B380936-FB54-401B-8DBA-BC56875DADF8}"/>
              </a:ext>
            </a:extLst>
          </p:cNvPr>
          <p:cNvSpPr>
            <a:spLocks noGrp="1"/>
          </p:cNvSpPr>
          <p:nvPr/>
        </p:nvSpPr>
        <p:spPr>
          <a:xfrm>
            <a:off x="420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09_small_GT_pose50_rmsd3_3950">
            <a:extLst>
              <a:ext uri="{FF2B5EF4-FFF2-40B4-BE49-F238E27FC236}">
                <a16:creationId xmlns:a16="http://schemas.microsoft.com/office/drawing/2014/main" id="{38BF9D3E-6946-4218-B9C1-0DD1E1901CD0}"/>
              </a:ext>
            </a:extLst>
          </p:cNvPr>
          <p:cNvSpPr>
            <a:spLocks noGrp="1"/>
          </p:cNvSpPr>
          <p:nvPr/>
        </p:nvSpPr>
        <p:spPr>
          <a:xfrm>
            <a:off x="429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09_small_GT_pose50_rmsd3_3951">
            <a:extLst>
              <a:ext uri="{FF2B5EF4-FFF2-40B4-BE49-F238E27FC236}">
                <a16:creationId xmlns:a16="http://schemas.microsoft.com/office/drawing/2014/main" id="{832ABC2F-E0DA-418D-819B-0467F5052FE8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09_small_GT_pose50_rmsd3_3952">
            <a:extLst>
              <a:ext uri="{FF2B5EF4-FFF2-40B4-BE49-F238E27FC236}">
                <a16:creationId xmlns:a16="http://schemas.microsoft.com/office/drawing/2014/main" id="{2CF9A658-2A57-46C1-9DC2-2489D9BE6C8C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09_small_GT_pose50_rmsd3_3953">
            <a:extLst>
              <a:ext uri="{FF2B5EF4-FFF2-40B4-BE49-F238E27FC236}">
                <a16:creationId xmlns:a16="http://schemas.microsoft.com/office/drawing/2014/main" id="{51923FBE-E437-47F5-BBFC-C2DD391A10A1}"/>
              </a:ext>
            </a:extLst>
          </p:cNvPr>
          <p:cNvSpPr>
            <a:spLocks noGrp="1"/>
          </p:cNvSpPr>
          <p:nvPr/>
        </p:nvSpPr>
        <p:spPr>
          <a:xfrm>
            <a:off x="425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09_small_GT_pose50_rmsd3_3954">
            <a:extLst>
              <a:ext uri="{FF2B5EF4-FFF2-40B4-BE49-F238E27FC236}">
                <a16:creationId xmlns:a16="http://schemas.microsoft.com/office/drawing/2014/main" id="{1CA95601-E5B6-4E40-94CA-573D24989395}"/>
              </a:ext>
            </a:extLst>
          </p:cNvPr>
          <p:cNvSpPr>
            <a:spLocks noGrp="1"/>
          </p:cNvSpPr>
          <p:nvPr/>
        </p:nvSpPr>
        <p:spPr>
          <a:xfrm>
            <a:off x="410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09_small_GT_pose50_rmsd3_3955">
            <a:extLst>
              <a:ext uri="{FF2B5EF4-FFF2-40B4-BE49-F238E27FC236}">
                <a16:creationId xmlns:a16="http://schemas.microsoft.com/office/drawing/2014/main" id="{3D35A3D9-3FC0-4CE3-B1AF-49E17DA2D12A}"/>
              </a:ext>
            </a:extLst>
          </p:cNvPr>
          <p:cNvSpPr>
            <a:spLocks noGrp="1"/>
          </p:cNvSpPr>
          <p:nvPr/>
        </p:nvSpPr>
        <p:spPr>
          <a:xfrm>
            <a:off x="401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09_small_GT_pose50_rmsd3_3956">
            <a:extLst>
              <a:ext uri="{FF2B5EF4-FFF2-40B4-BE49-F238E27FC236}">
                <a16:creationId xmlns:a16="http://schemas.microsoft.com/office/drawing/2014/main" id="{4E90C5E9-4F8B-4385-900E-5641D38025F7}"/>
              </a:ext>
            </a:extLst>
          </p:cNvPr>
          <p:cNvSpPr>
            <a:spLocks noGrp="1"/>
          </p:cNvSpPr>
          <p:nvPr/>
        </p:nvSpPr>
        <p:spPr>
          <a:xfrm>
            <a:off x="430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09_small_GT_pose50_rmsd3_3957">
            <a:extLst>
              <a:ext uri="{FF2B5EF4-FFF2-40B4-BE49-F238E27FC236}">
                <a16:creationId xmlns:a16="http://schemas.microsoft.com/office/drawing/2014/main" id="{BA0632FD-20EB-48FF-AC77-45CE366EAF46}"/>
              </a:ext>
            </a:extLst>
          </p:cNvPr>
          <p:cNvSpPr>
            <a:spLocks noGrp="1"/>
          </p:cNvSpPr>
          <p:nvPr/>
        </p:nvSpPr>
        <p:spPr>
          <a:xfrm>
            <a:off x="433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09_small_GT_pose50_rmsd3_3958">
            <a:extLst>
              <a:ext uri="{FF2B5EF4-FFF2-40B4-BE49-F238E27FC236}">
                <a16:creationId xmlns:a16="http://schemas.microsoft.com/office/drawing/2014/main" id="{B1A2D8ED-0BC1-4477-9FAA-26BFD32853F9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09_small_GT_pose50_rmsd3_3959">
            <a:extLst>
              <a:ext uri="{FF2B5EF4-FFF2-40B4-BE49-F238E27FC236}">
                <a16:creationId xmlns:a16="http://schemas.microsoft.com/office/drawing/2014/main" id="{EF4D23B1-E0E8-4E8B-89C4-A456562F0CF8}"/>
              </a:ext>
            </a:extLst>
          </p:cNvPr>
          <p:cNvSpPr>
            <a:spLocks noGrp="1"/>
          </p:cNvSpPr>
          <p:nvPr/>
        </p:nvSpPr>
        <p:spPr>
          <a:xfrm>
            <a:off x="429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09_small_GT_pose50_rmsd3_3960">
            <a:extLst>
              <a:ext uri="{FF2B5EF4-FFF2-40B4-BE49-F238E27FC236}">
                <a16:creationId xmlns:a16="http://schemas.microsoft.com/office/drawing/2014/main" id="{E8C62E98-91A9-4CEB-9CBF-7CEC43D866C7}"/>
              </a:ext>
            </a:extLst>
          </p:cNvPr>
          <p:cNvSpPr>
            <a:spLocks noGrp="1"/>
          </p:cNvSpPr>
          <p:nvPr/>
        </p:nvSpPr>
        <p:spPr>
          <a:xfrm>
            <a:off x="427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09_small_GT_pose50_rmsd3_3961">
            <a:extLst>
              <a:ext uri="{FF2B5EF4-FFF2-40B4-BE49-F238E27FC236}">
                <a16:creationId xmlns:a16="http://schemas.microsoft.com/office/drawing/2014/main" id="{B7BB46EC-8D46-453C-9653-323ECD932254}"/>
              </a:ext>
            </a:extLst>
          </p:cNvPr>
          <p:cNvSpPr>
            <a:spLocks noGrp="1"/>
          </p:cNvSpPr>
          <p:nvPr/>
        </p:nvSpPr>
        <p:spPr>
          <a:xfrm>
            <a:off x="407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09_small_GT_pose50_rmsd3_3962">
            <a:extLst>
              <a:ext uri="{FF2B5EF4-FFF2-40B4-BE49-F238E27FC236}">
                <a16:creationId xmlns:a16="http://schemas.microsoft.com/office/drawing/2014/main" id="{6FD83099-19DE-4EE2-A9CC-5DE8AB08A48C}"/>
              </a:ext>
            </a:extLst>
          </p:cNvPr>
          <p:cNvSpPr>
            <a:spLocks noGrp="1"/>
          </p:cNvSpPr>
          <p:nvPr/>
        </p:nvSpPr>
        <p:spPr>
          <a:xfrm>
            <a:off x="420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09_small_GT_pose50_rmsd3_3963">
            <a:extLst>
              <a:ext uri="{FF2B5EF4-FFF2-40B4-BE49-F238E27FC236}">
                <a16:creationId xmlns:a16="http://schemas.microsoft.com/office/drawing/2014/main" id="{F77B727E-9D7F-48AB-BD13-E87533C08A4E}"/>
              </a:ext>
            </a:extLst>
          </p:cNvPr>
          <p:cNvSpPr>
            <a:spLocks noGrp="1"/>
          </p:cNvSpPr>
          <p:nvPr/>
        </p:nvSpPr>
        <p:spPr>
          <a:xfrm>
            <a:off x="421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09_small_GT_pose50_rmsd3_3964">
            <a:extLst>
              <a:ext uri="{FF2B5EF4-FFF2-40B4-BE49-F238E27FC236}">
                <a16:creationId xmlns:a16="http://schemas.microsoft.com/office/drawing/2014/main" id="{99523411-44D6-44F5-8743-85306B5283F7}"/>
              </a:ext>
            </a:extLst>
          </p:cNvPr>
          <p:cNvSpPr>
            <a:spLocks noGrp="1"/>
          </p:cNvSpPr>
          <p:nvPr/>
        </p:nvSpPr>
        <p:spPr>
          <a:xfrm>
            <a:off x="429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09_small_GT_pose50_rmsd3_3965">
            <a:extLst>
              <a:ext uri="{FF2B5EF4-FFF2-40B4-BE49-F238E27FC236}">
                <a16:creationId xmlns:a16="http://schemas.microsoft.com/office/drawing/2014/main" id="{10FFD277-39EE-4D81-9F38-F9D244C51E80}"/>
              </a:ext>
            </a:extLst>
          </p:cNvPr>
          <p:cNvSpPr>
            <a:spLocks noGrp="1"/>
          </p:cNvSpPr>
          <p:nvPr/>
        </p:nvSpPr>
        <p:spPr>
          <a:xfrm>
            <a:off x="432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09_small_GT_pose50_rmsd3_3966">
            <a:extLst>
              <a:ext uri="{FF2B5EF4-FFF2-40B4-BE49-F238E27FC236}">
                <a16:creationId xmlns:a16="http://schemas.microsoft.com/office/drawing/2014/main" id="{9AF2D29D-B8CD-42AF-ABC0-A5A814412A13}"/>
              </a:ext>
            </a:extLst>
          </p:cNvPr>
          <p:cNvSpPr>
            <a:spLocks noGrp="1"/>
          </p:cNvSpPr>
          <p:nvPr/>
        </p:nvSpPr>
        <p:spPr>
          <a:xfrm>
            <a:off x="431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09_small_GT_pose50_rmsd3_3967">
            <a:extLst>
              <a:ext uri="{FF2B5EF4-FFF2-40B4-BE49-F238E27FC236}">
                <a16:creationId xmlns:a16="http://schemas.microsoft.com/office/drawing/2014/main" id="{99574795-4DF6-4564-8C93-694D5691CE0B}"/>
              </a:ext>
            </a:extLst>
          </p:cNvPr>
          <p:cNvSpPr>
            <a:spLocks noGrp="1"/>
          </p:cNvSpPr>
          <p:nvPr/>
        </p:nvSpPr>
        <p:spPr>
          <a:xfrm>
            <a:off x="417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09_small_GT_pose50_rmsd3_3968">
            <a:extLst>
              <a:ext uri="{FF2B5EF4-FFF2-40B4-BE49-F238E27FC236}">
                <a16:creationId xmlns:a16="http://schemas.microsoft.com/office/drawing/2014/main" id="{947AE087-FD85-4BEC-B6FC-62BC344BB3E3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09_small_GT_pose50_rmsd3_3969">
            <a:extLst>
              <a:ext uri="{FF2B5EF4-FFF2-40B4-BE49-F238E27FC236}">
                <a16:creationId xmlns:a16="http://schemas.microsoft.com/office/drawing/2014/main" id="{36E762CC-9677-493A-B008-35918DC39CAD}"/>
              </a:ext>
            </a:extLst>
          </p:cNvPr>
          <p:cNvSpPr>
            <a:spLocks noGrp="1"/>
          </p:cNvSpPr>
          <p:nvPr/>
        </p:nvSpPr>
        <p:spPr>
          <a:xfrm>
            <a:off x="423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09_small_GT_pose50_rmsd3_3970">
            <a:extLst>
              <a:ext uri="{FF2B5EF4-FFF2-40B4-BE49-F238E27FC236}">
                <a16:creationId xmlns:a16="http://schemas.microsoft.com/office/drawing/2014/main" id="{652DE0A3-3387-4182-9D7F-6401E9B87F7E}"/>
              </a:ext>
            </a:extLst>
          </p:cNvPr>
          <p:cNvSpPr>
            <a:spLocks noGrp="1"/>
          </p:cNvSpPr>
          <p:nvPr/>
        </p:nvSpPr>
        <p:spPr>
          <a:xfrm>
            <a:off x="410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09_small_GT_pose50_rmsd3_3971">
            <a:extLst>
              <a:ext uri="{FF2B5EF4-FFF2-40B4-BE49-F238E27FC236}">
                <a16:creationId xmlns:a16="http://schemas.microsoft.com/office/drawing/2014/main" id="{E10EA54F-7F6D-41D3-8CC8-26B5CAB53109}"/>
              </a:ext>
            </a:extLst>
          </p:cNvPr>
          <p:cNvSpPr>
            <a:spLocks noGrp="1"/>
          </p:cNvSpPr>
          <p:nvPr/>
        </p:nvSpPr>
        <p:spPr>
          <a:xfrm>
            <a:off x="406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09_small_GT_pose50_rmsd3_3972">
            <a:extLst>
              <a:ext uri="{FF2B5EF4-FFF2-40B4-BE49-F238E27FC236}">
                <a16:creationId xmlns:a16="http://schemas.microsoft.com/office/drawing/2014/main" id="{C71F1B74-0F99-447E-B246-3EC9C9E23A70}"/>
              </a:ext>
            </a:extLst>
          </p:cNvPr>
          <p:cNvSpPr>
            <a:spLocks noGrp="1"/>
          </p:cNvSpPr>
          <p:nvPr/>
        </p:nvSpPr>
        <p:spPr>
          <a:xfrm>
            <a:off x="419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09_small_GT_pose50_rmsd3_3973">
            <a:extLst>
              <a:ext uri="{FF2B5EF4-FFF2-40B4-BE49-F238E27FC236}">
                <a16:creationId xmlns:a16="http://schemas.microsoft.com/office/drawing/2014/main" id="{4531B3F9-C2E0-4B1A-8100-4B70DC6E4BB2}"/>
              </a:ext>
            </a:extLst>
          </p:cNvPr>
          <p:cNvSpPr>
            <a:spLocks noGrp="1"/>
          </p:cNvSpPr>
          <p:nvPr/>
        </p:nvSpPr>
        <p:spPr>
          <a:xfrm>
            <a:off x="424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09_small_GT_pose50_rmsd3_3974">
            <a:extLst>
              <a:ext uri="{FF2B5EF4-FFF2-40B4-BE49-F238E27FC236}">
                <a16:creationId xmlns:a16="http://schemas.microsoft.com/office/drawing/2014/main" id="{7653442F-913A-447B-82DE-547DC27A46C8}"/>
              </a:ext>
            </a:extLst>
          </p:cNvPr>
          <p:cNvSpPr>
            <a:spLocks noGrp="1"/>
          </p:cNvSpPr>
          <p:nvPr/>
        </p:nvSpPr>
        <p:spPr>
          <a:xfrm>
            <a:off x="427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09_small_GT_pose50_rmsd3_3975">
            <a:extLst>
              <a:ext uri="{FF2B5EF4-FFF2-40B4-BE49-F238E27FC236}">
                <a16:creationId xmlns:a16="http://schemas.microsoft.com/office/drawing/2014/main" id="{E703C8B2-7A81-45AF-9BAE-DFDB1879267E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09_small_GT_pose50_rmsd3_3976">
            <a:extLst>
              <a:ext uri="{FF2B5EF4-FFF2-40B4-BE49-F238E27FC236}">
                <a16:creationId xmlns:a16="http://schemas.microsoft.com/office/drawing/2014/main" id="{507215D0-E3BE-4DBA-BA9C-A40320D533CF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09_small_GT_pose50_rmsd3_3977">
            <a:extLst>
              <a:ext uri="{FF2B5EF4-FFF2-40B4-BE49-F238E27FC236}">
                <a16:creationId xmlns:a16="http://schemas.microsoft.com/office/drawing/2014/main" id="{DD5774CA-F086-4942-822F-A86BBDC7E9DC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09_small_GT_pose50_rmsd3_3978">
            <a:extLst>
              <a:ext uri="{FF2B5EF4-FFF2-40B4-BE49-F238E27FC236}">
                <a16:creationId xmlns:a16="http://schemas.microsoft.com/office/drawing/2014/main" id="{9C6006CA-E30A-4849-8A5E-A147EEE24ABD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09_small_GT_pose50_rmsd3_3979">
            <a:extLst>
              <a:ext uri="{FF2B5EF4-FFF2-40B4-BE49-F238E27FC236}">
                <a16:creationId xmlns:a16="http://schemas.microsoft.com/office/drawing/2014/main" id="{6A5536E1-9BD4-4F9B-9887-6135F4177706}"/>
              </a:ext>
            </a:extLst>
          </p:cNvPr>
          <p:cNvSpPr>
            <a:spLocks noGrp="1"/>
          </p:cNvSpPr>
          <p:nvPr/>
        </p:nvSpPr>
        <p:spPr>
          <a:xfrm>
            <a:off x="434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09_small_GT_pose50_rmsd3_3980">
            <a:extLst>
              <a:ext uri="{FF2B5EF4-FFF2-40B4-BE49-F238E27FC236}">
                <a16:creationId xmlns:a16="http://schemas.microsoft.com/office/drawing/2014/main" id="{D6A8C844-1901-4982-9F14-66899509A7BC}"/>
              </a:ext>
            </a:extLst>
          </p:cNvPr>
          <p:cNvSpPr>
            <a:spLocks noGrp="1"/>
          </p:cNvSpPr>
          <p:nvPr/>
        </p:nvSpPr>
        <p:spPr>
          <a:xfrm>
            <a:off x="434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09_small_GT_pose50_rmsd3_3981">
            <a:extLst>
              <a:ext uri="{FF2B5EF4-FFF2-40B4-BE49-F238E27FC236}">
                <a16:creationId xmlns:a16="http://schemas.microsoft.com/office/drawing/2014/main" id="{228B6A89-B5C6-48D8-8C36-23414F314E8E}"/>
              </a:ext>
            </a:extLst>
          </p:cNvPr>
          <p:cNvSpPr>
            <a:spLocks noGrp="1"/>
          </p:cNvSpPr>
          <p:nvPr/>
        </p:nvSpPr>
        <p:spPr>
          <a:xfrm>
            <a:off x="416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09_small_GT_pose50_rmsd3_3982">
            <a:extLst>
              <a:ext uri="{FF2B5EF4-FFF2-40B4-BE49-F238E27FC236}">
                <a16:creationId xmlns:a16="http://schemas.microsoft.com/office/drawing/2014/main" id="{B716A4FD-9307-4287-944C-DEF94B9A7382}"/>
              </a:ext>
            </a:extLst>
          </p:cNvPr>
          <p:cNvSpPr>
            <a:spLocks noGrp="1"/>
          </p:cNvSpPr>
          <p:nvPr/>
        </p:nvSpPr>
        <p:spPr>
          <a:xfrm>
            <a:off x="419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09_small_GT_pose50_rmsd3_3983">
            <a:extLst>
              <a:ext uri="{FF2B5EF4-FFF2-40B4-BE49-F238E27FC236}">
                <a16:creationId xmlns:a16="http://schemas.microsoft.com/office/drawing/2014/main" id="{CBD387D8-4ACF-4F7E-A07E-B417A8C0B306}"/>
              </a:ext>
            </a:extLst>
          </p:cNvPr>
          <p:cNvSpPr>
            <a:spLocks noGrp="1"/>
          </p:cNvSpPr>
          <p:nvPr/>
        </p:nvSpPr>
        <p:spPr>
          <a:xfrm>
            <a:off x="410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09_small_GT_pose50_rmsd3_3984">
            <a:extLst>
              <a:ext uri="{FF2B5EF4-FFF2-40B4-BE49-F238E27FC236}">
                <a16:creationId xmlns:a16="http://schemas.microsoft.com/office/drawing/2014/main" id="{2CB786BC-9FFB-4BBB-AFCF-9613B891EB4A}"/>
              </a:ext>
            </a:extLst>
          </p:cNvPr>
          <p:cNvSpPr>
            <a:spLocks noGrp="1"/>
          </p:cNvSpPr>
          <p:nvPr/>
        </p:nvSpPr>
        <p:spPr>
          <a:xfrm>
            <a:off x="58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09_small_GT_pose50_rmsd3_3985">
            <a:extLst>
              <a:ext uri="{FF2B5EF4-FFF2-40B4-BE49-F238E27FC236}">
                <a16:creationId xmlns:a16="http://schemas.microsoft.com/office/drawing/2014/main" id="{861B280D-56C7-4EE1-9901-253EFB7B674C}"/>
              </a:ext>
            </a:extLst>
          </p:cNvPr>
          <p:cNvSpPr>
            <a:spLocks noGrp="1"/>
          </p:cNvSpPr>
          <p:nvPr/>
        </p:nvSpPr>
        <p:spPr>
          <a:xfrm>
            <a:off x="60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09_small_GT_pose50_rmsd3_3986">
            <a:extLst>
              <a:ext uri="{FF2B5EF4-FFF2-40B4-BE49-F238E27FC236}">
                <a16:creationId xmlns:a16="http://schemas.microsoft.com/office/drawing/2014/main" id="{3B898582-2014-4D66-AD02-B52EF8EF83D1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09_small_GT_pose50_rmsd3_3987">
            <a:extLst>
              <a:ext uri="{FF2B5EF4-FFF2-40B4-BE49-F238E27FC236}">
                <a16:creationId xmlns:a16="http://schemas.microsoft.com/office/drawing/2014/main" id="{C2638CD0-AAD9-44B4-959F-2ED950EBE420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09_small_GT_pose50_rmsd3_3988">
            <a:extLst>
              <a:ext uri="{FF2B5EF4-FFF2-40B4-BE49-F238E27FC236}">
                <a16:creationId xmlns:a16="http://schemas.microsoft.com/office/drawing/2014/main" id="{77701B3D-1A59-4A79-B72B-B47D5EBBBDE0}"/>
              </a:ext>
            </a:extLst>
          </p:cNvPr>
          <p:cNvSpPr>
            <a:spLocks noGrp="1"/>
          </p:cNvSpPr>
          <p:nvPr/>
        </p:nvSpPr>
        <p:spPr>
          <a:xfrm>
            <a:off x="60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09_small_GT_pose50_rmsd3_3989">
            <a:extLst>
              <a:ext uri="{FF2B5EF4-FFF2-40B4-BE49-F238E27FC236}">
                <a16:creationId xmlns:a16="http://schemas.microsoft.com/office/drawing/2014/main" id="{9BB3E006-30E9-4A2E-A974-965942FDC3E5}"/>
              </a:ext>
            </a:extLst>
          </p:cNvPr>
          <p:cNvSpPr>
            <a:spLocks noGrp="1"/>
          </p:cNvSpPr>
          <p:nvPr/>
        </p:nvSpPr>
        <p:spPr>
          <a:xfrm>
            <a:off x="60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09_small_GT_pose50_rmsd3_3990">
            <a:extLst>
              <a:ext uri="{FF2B5EF4-FFF2-40B4-BE49-F238E27FC236}">
                <a16:creationId xmlns:a16="http://schemas.microsoft.com/office/drawing/2014/main" id="{8A43C429-FE4D-4827-A84D-D6F1A1C663B9}"/>
              </a:ext>
            </a:extLst>
          </p:cNvPr>
          <p:cNvSpPr>
            <a:spLocks noGrp="1"/>
          </p:cNvSpPr>
          <p:nvPr/>
        </p:nvSpPr>
        <p:spPr>
          <a:xfrm>
            <a:off x="582105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09_small_GT_pose50_rmsd3_3991">
            <a:extLst>
              <a:ext uri="{FF2B5EF4-FFF2-40B4-BE49-F238E27FC236}">
                <a16:creationId xmlns:a16="http://schemas.microsoft.com/office/drawing/2014/main" id="{49600886-3D0E-4188-8526-C270F3A7B8A4}"/>
              </a:ext>
            </a:extLst>
          </p:cNvPr>
          <p:cNvSpPr>
            <a:spLocks noGrp="1"/>
          </p:cNvSpPr>
          <p:nvPr/>
        </p:nvSpPr>
        <p:spPr>
          <a:xfrm>
            <a:off x="5893332" y="45614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09_small_GT_pose50_rmsd3_3992">
            <a:extLst>
              <a:ext uri="{FF2B5EF4-FFF2-40B4-BE49-F238E27FC236}">
                <a16:creationId xmlns:a16="http://schemas.microsoft.com/office/drawing/2014/main" id="{D1A3260E-F75E-4071-964A-AED3CDB1591A}"/>
              </a:ext>
            </a:extLst>
          </p:cNvPr>
          <p:cNvSpPr>
            <a:spLocks noGrp="1"/>
          </p:cNvSpPr>
          <p:nvPr/>
        </p:nvSpPr>
        <p:spPr>
          <a:xfrm>
            <a:off x="593121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09_small_GT_pose50_rmsd3_3993">
            <a:extLst>
              <a:ext uri="{FF2B5EF4-FFF2-40B4-BE49-F238E27FC236}">
                <a16:creationId xmlns:a16="http://schemas.microsoft.com/office/drawing/2014/main" id="{97E64A0D-CAE3-4E32-A6E3-6DB8B1716905}"/>
              </a:ext>
            </a:extLst>
          </p:cNvPr>
          <p:cNvSpPr>
            <a:spLocks noGrp="1"/>
          </p:cNvSpPr>
          <p:nvPr/>
        </p:nvSpPr>
        <p:spPr>
          <a:xfrm>
            <a:off x="589720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09_small_GT_pose50_rmsd3_3994">
            <a:extLst>
              <a:ext uri="{FF2B5EF4-FFF2-40B4-BE49-F238E27FC236}">
                <a16:creationId xmlns:a16="http://schemas.microsoft.com/office/drawing/2014/main" id="{D3C93EF5-0504-4FA5-9DCC-F53C8FF95C02}"/>
              </a:ext>
            </a:extLst>
          </p:cNvPr>
          <p:cNvSpPr>
            <a:spLocks noGrp="1"/>
          </p:cNvSpPr>
          <p:nvPr/>
        </p:nvSpPr>
        <p:spPr>
          <a:xfrm>
            <a:off x="60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09_small_GT_pose50_rmsd3_3995">
            <a:extLst>
              <a:ext uri="{FF2B5EF4-FFF2-40B4-BE49-F238E27FC236}">
                <a16:creationId xmlns:a16="http://schemas.microsoft.com/office/drawing/2014/main" id="{44023608-5D4D-43CE-900A-C8DC6D2CB692}"/>
              </a:ext>
            </a:extLst>
          </p:cNvPr>
          <p:cNvSpPr>
            <a:spLocks noGrp="1"/>
          </p:cNvSpPr>
          <p:nvPr/>
        </p:nvSpPr>
        <p:spPr>
          <a:xfrm>
            <a:off x="58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09_small_GT_pose50_rmsd3_3996">
            <a:extLst>
              <a:ext uri="{FF2B5EF4-FFF2-40B4-BE49-F238E27FC236}">
                <a16:creationId xmlns:a16="http://schemas.microsoft.com/office/drawing/2014/main" id="{12905904-BD09-4F37-8380-E032A83BBDCF}"/>
              </a:ext>
            </a:extLst>
          </p:cNvPr>
          <p:cNvSpPr>
            <a:spLocks noGrp="1"/>
          </p:cNvSpPr>
          <p:nvPr/>
        </p:nvSpPr>
        <p:spPr>
          <a:xfrm>
            <a:off x="58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09_small_GT_pose50_rmsd3_3997">
            <a:extLst>
              <a:ext uri="{FF2B5EF4-FFF2-40B4-BE49-F238E27FC236}">
                <a16:creationId xmlns:a16="http://schemas.microsoft.com/office/drawing/2014/main" id="{A6A1EC4E-577E-4BCD-B30D-97B72C98BA66}"/>
              </a:ext>
            </a:extLst>
          </p:cNvPr>
          <p:cNvSpPr>
            <a:spLocks noGrp="1"/>
          </p:cNvSpPr>
          <p:nvPr/>
        </p:nvSpPr>
        <p:spPr>
          <a:xfrm>
            <a:off x="579272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09_small_GT_pose50_rmsd3_3998">
            <a:extLst>
              <a:ext uri="{FF2B5EF4-FFF2-40B4-BE49-F238E27FC236}">
                <a16:creationId xmlns:a16="http://schemas.microsoft.com/office/drawing/2014/main" id="{83C4E77B-88E6-4640-863D-BFB1023377BA}"/>
              </a:ext>
            </a:extLst>
          </p:cNvPr>
          <p:cNvSpPr>
            <a:spLocks noGrp="1"/>
          </p:cNvSpPr>
          <p:nvPr/>
        </p:nvSpPr>
        <p:spPr>
          <a:xfrm>
            <a:off x="60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09_small_GT_pose50_rmsd3_3999">
            <a:extLst>
              <a:ext uri="{FF2B5EF4-FFF2-40B4-BE49-F238E27FC236}">
                <a16:creationId xmlns:a16="http://schemas.microsoft.com/office/drawing/2014/main" id="{D09E9497-3BDA-495D-8A7A-07D983E5D2CA}"/>
              </a:ext>
            </a:extLst>
          </p:cNvPr>
          <p:cNvSpPr>
            <a:spLocks noGrp="1"/>
          </p:cNvSpPr>
          <p:nvPr/>
        </p:nvSpPr>
        <p:spPr>
          <a:xfrm>
            <a:off x="5843350" y="4483654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09_small_GT_pose50_rmsd3_4000">
            <a:extLst>
              <a:ext uri="{FF2B5EF4-FFF2-40B4-BE49-F238E27FC236}">
                <a16:creationId xmlns:a16="http://schemas.microsoft.com/office/drawing/2014/main" id="{5D5E7E88-65C5-45B1-B89B-59D68A992268}"/>
              </a:ext>
            </a:extLst>
          </p:cNvPr>
          <p:cNvSpPr>
            <a:spLocks noGrp="1"/>
          </p:cNvSpPr>
          <p:nvPr/>
        </p:nvSpPr>
        <p:spPr>
          <a:xfrm>
            <a:off x="583140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09_small_GT_pose50_rmsd3_4001">
            <a:extLst>
              <a:ext uri="{FF2B5EF4-FFF2-40B4-BE49-F238E27FC236}">
                <a16:creationId xmlns:a16="http://schemas.microsoft.com/office/drawing/2014/main" id="{68C08722-BFB2-410C-BC4A-4D094D0E4EF9}"/>
              </a:ext>
            </a:extLst>
          </p:cNvPr>
          <p:cNvSpPr>
            <a:spLocks noGrp="1"/>
          </p:cNvSpPr>
          <p:nvPr/>
        </p:nvSpPr>
        <p:spPr>
          <a:xfrm>
            <a:off x="59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09_small_GT_pose50_rmsd3_4002">
            <a:extLst>
              <a:ext uri="{FF2B5EF4-FFF2-40B4-BE49-F238E27FC236}">
                <a16:creationId xmlns:a16="http://schemas.microsoft.com/office/drawing/2014/main" id="{C2ED8519-E7D9-468F-8F6C-6D748F13D833}"/>
              </a:ext>
            </a:extLst>
          </p:cNvPr>
          <p:cNvSpPr>
            <a:spLocks noGrp="1"/>
          </p:cNvSpPr>
          <p:nvPr/>
        </p:nvSpPr>
        <p:spPr>
          <a:xfrm>
            <a:off x="58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09_small_GT_pose50_rmsd3_4003">
            <a:extLst>
              <a:ext uri="{FF2B5EF4-FFF2-40B4-BE49-F238E27FC236}">
                <a16:creationId xmlns:a16="http://schemas.microsoft.com/office/drawing/2014/main" id="{3BC5E1EE-A8B9-4FBE-BE69-B9A372907F83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09_small_GT_pose50_rmsd3_4004">
            <a:extLst>
              <a:ext uri="{FF2B5EF4-FFF2-40B4-BE49-F238E27FC236}">
                <a16:creationId xmlns:a16="http://schemas.microsoft.com/office/drawing/2014/main" id="{40D6D5A1-4C76-4162-8E70-1502478C45A9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09_small_GT_pose50_rmsd3_4005">
            <a:extLst>
              <a:ext uri="{FF2B5EF4-FFF2-40B4-BE49-F238E27FC236}">
                <a16:creationId xmlns:a16="http://schemas.microsoft.com/office/drawing/2014/main" id="{8BEEE53D-59CF-4EB7-A6AA-97EB26ADE250}"/>
              </a:ext>
            </a:extLst>
          </p:cNvPr>
          <p:cNvSpPr>
            <a:spLocks noGrp="1"/>
          </p:cNvSpPr>
          <p:nvPr/>
        </p:nvSpPr>
        <p:spPr>
          <a:xfrm>
            <a:off x="59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09_small_GT_pose50_rmsd3_4006">
            <a:extLst>
              <a:ext uri="{FF2B5EF4-FFF2-40B4-BE49-F238E27FC236}">
                <a16:creationId xmlns:a16="http://schemas.microsoft.com/office/drawing/2014/main" id="{BE395F7D-FB5F-471F-9958-3608857DB699}"/>
              </a:ext>
            </a:extLst>
          </p:cNvPr>
          <p:cNvSpPr>
            <a:spLocks noGrp="1"/>
          </p:cNvSpPr>
          <p:nvPr/>
        </p:nvSpPr>
        <p:spPr>
          <a:xfrm>
            <a:off x="577469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09_small_GT_pose50_rmsd3_4007">
            <a:extLst>
              <a:ext uri="{FF2B5EF4-FFF2-40B4-BE49-F238E27FC236}">
                <a16:creationId xmlns:a16="http://schemas.microsoft.com/office/drawing/2014/main" id="{4C743005-C116-44F5-959F-0CBB483E9C12}"/>
              </a:ext>
            </a:extLst>
          </p:cNvPr>
          <p:cNvSpPr>
            <a:spLocks noGrp="1"/>
          </p:cNvSpPr>
          <p:nvPr/>
        </p:nvSpPr>
        <p:spPr>
          <a:xfrm>
            <a:off x="60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09_small_GT_pose50_rmsd3_4008">
            <a:extLst>
              <a:ext uri="{FF2B5EF4-FFF2-40B4-BE49-F238E27FC236}">
                <a16:creationId xmlns:a16="http://schemas.microsoft.com/office/drawing/2014/main" id="{BABA2237-F5DB-4C1E-826A-66B0ECAB316D}"/>
              </a:ext>
            </a:extLst>
          </p:cNvPr>
          <p:cNvSpPr>
            <a:spLocks noGrp="1"/>
          </p:cNvSpPr>
          <p:nvPr/>
        </p:nvSpPr>
        <p:spPr>
          <a:xfrm>
            <a:off x="58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09_small_GT_pose50_rmsd3_4009">
            <a:extLst>
              <a:ext uri="{FF2B5EF4-FFF2-40B4-BE49-F238E27FC236}">
                <a16:creationId xmlns:a16="http://schemas.microsoft.com/office/drawing/2014/main" id="{26B71758-05B0-47FF-987D-4352C7AE1318}"/>
              </a:ext>
            </a:extLst>
          </p:cNvPr>
          <p:cNvSpPr>
            <a:spLocks noGrp="1"/>
          </p:cNvSpPr>
          <p:nvPr/>
        </p:nvSpPr>
        <p:spPr>
          <a:xfrm>
            <a:off x="60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09_small_GT_pose50_rmsd3_4010">
            <a:extLst>
              <a:ext uri="{FF2B5EF4-FFF2-40B4-BE49-F238E27FC236}">
                <a16:creationId xmlns:a16="http://schemas.microsoft.com/office/drawing/2014/main" id="{5A0DA08D-1076-443A-8E4A-A5D42E3FA3B6}"/>
              </a:ext>
            </a:extLst>
          </p:cNvPr>
          <p:cNvSpPr>
            <a:spLocks noGrp="1"/>
          </p:cNvSpPr>
          <p:nvPr/>
        </p:nvSpPr>
        <p:spPr>
          <a:xfrm>
            <a:off x="58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09_small_GT_pose50_rmsd3_4011">
            <a:extLst>
              <a:ext uri="{FF2B5EF4-FFF2-40B4-BE49-F238E27FC236}">
                <a16:creationId xmlns:a16="http://schemas.microsoft.com/office/drawing/2014/main" id="{F391DC77-56E6-4EC9-BFB8-DA0A9702A3F9}"/>
              </a:ext>
            </a:extLst>
          </p:cNvPr>
          <p:cNvSpPr>
            <a:spLocks noGrp="1"/>
          </p:cNvSpPr>
          <p:nvPr/>
        </p:nvSpPr>
        <p:spPr>
          <a:xfrm>
            <a:off x="60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09_small_GT_pose50_rmsd3_4012">
            <a:extLst>
              <a:ext uri="{FF2B5EF4-FFF2-40B4-BE49-F238E27FC236}">
                <a16:creationId xmlns:a16="http://schemas.microsoft.com/office/drawing/2014/main" id="{31713A10-4F24-476C-92EB-B1FE5EE35FB7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09_small_GT_pose50_rmsd3_4013">
            <a:extLst>
              <a:ext uri="{FF2B5EF4-FFF2-40B4-BE49-F238E27FC236}">
                <a16:creationId xmlns:a16="http://schemas.microsoft.com/office/drawing/2014/main" id="{71AB2320-3533-4BC2-85C8-FE26E16EC564}"/>
              </a:ext>
            </a:extLst>
          </p:cNvPr>
          <p:cNvSpPr>
            <a:spLocks noGrp="1"/>
          </p:cNvSpPr>
          <p:nvPr/>
        </p:nvSpPr>
        <p:spPr>
          <a:xfrm>
            <a:off x="588313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09_small_GT_pose50_rmsd3_4014">
            <a:extLst>
              <a:ext uri="{FF2B5EF4-FFF2-40B4-BE49-F238E27FC236}">
                <a16:creationId xmlns:a16="http://schemas.microsoft.com/office/drawing/2014/main" id="{1818CF7F-7B55-4CEF-93DA-83F58A5667F3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09_small_GT_pose50_rmsd3_4015">
            <a:extLst>
              <a:ext uri="{FF2B5EF4-FFF2-40B4-BE49-F238E27FC236}">
                <a16:creationId xmlns:a16="http://schemas.microsoft.com/office/drawing/2014/main" id="{6A4A6916-6746-4161-A8CA-BA3E74978EB2}"/>
              </a:ext>
            </a:extLst>
          </p:cNvPr>
          <p:cNvSpPr>
            <a:spLocks noGrp="1"/>
          </p:cNvSpPr>
          <p:nvPr/>
        </p:nvSpPr>
        <p:spPr>
          <a:xfrm>
            <a:off x="57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09_small_GT_pose50_rmsd3_4016">
            <a:extLst>
              <a:ext uri="{FF2B5EF4-FFF2-40B4-BE49-F238E27FC236}">
                <a16:creationId xmlns:a16="http://schemas.microsoft.com/office/drawing/2014/main" id="{E73A3926-3249-4C08-8FC3-8A9C2D3C7387}"/>
              </a:ext>
            </a:extLst>
          </p:cNvPr>
          <p:cNvSpPr>
            <a:spLocks noGrp="1"/>
          </p:cNvSpPr>
          <p:nvPr/>
        </p:nvSpPr>
        <p:spPr>
          <a:xfrm>
            <a:off x="57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09_small_GT_pose50_rmsd3_4017">
            <a:extLst>
              <a:ext uri="{FF2B5EF4-FFF2-40B4-BE49-F238E27FC236}">
                <a16:creationId xmlns:a16="http://schemas.microsoft.com/office/drawing/2014/main" id="{653EBC1B-A475-4876-B449-559201A3FAEB}"/>
              </a:ext>
            </a:extLst>
          </p:cNvPr>
          <p:cNvSpPr>
            <a:spLocks noGrp="1"/>
          </p:cNvSpPr>
          <p:nvPr/>
        </p:nvSpPr>
        <p:spPr>
          <a:xfrm>
            <a:off x="60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09_small_GT_pose50_rmsd3_4018">
            <a:extLst>
              <a:ext uri="{FF2B5EF4-FFF2-40B4-BE49-F238E27FC236}">
                <a16:creationId xmlns:a16="http://schemas.microsoft.com/office/drawing/2014/main" id="{EFA851C3-37D7-409C-80CD-0D7FB9470A0A}"/>
              </a:ext>
            </a:extLst>
          </p:cNvPr>
          <p:cNvSpPr>
            <a:spLocks noGrp="1"/>
          </p:cNvSpPr>
          <p:nvPr/>
        </p:nvSpPr>
        <p:spPr>
          <a:xfrm>
            <a:off x="57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09_small_GT_pose50_rmsd3_4019">
            <a:extLst>
              <a:ext uri="{FF2B5EF4-FFF2-40B4-BE49-F238E27FC236}">
                <a16:creationId xmlns:a16="http://schemas.microsoft.com/office/drawing/2014/main" id="{B167728A-B4FF-40F2-B98A-07275B499BB7}"/>
              </a:ext>
            </a:extLst>
          </p:cNvPr>
          <p:cNvSpPr>
            <a:spLocks noGrp="1"/>
          </p:cNvSpPr>
          <p:nvPr/>
        </p:nvSpPr>
        <p:spPr>
          <a:xfrm>
            <a:off x="58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09_small_GT_pose50_rmsd3_4020">
            <a:extLst>
              <a:ext uri="{FF2B5EF4-FFF2-40B4-BE49-F238E27FC236}">
                <a16:creationId xmlns:a16="http://schemas.microsoft.com/office/drawing/2014/main" id="{CE0AC001-54FE-4954-B401-5A1DC2065923}"/>
              </a:ext>
            </a:extLst>
          </p:cNvPr>
          <p:cNvSpPr>
            <a:spLocks noGrp="1"/>
          </p:cNvSpPr>
          <p:nvPr/>
        </p:nvSpPr>
        <p:spPr>
          <a:xfrm>
            <a:off x="59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09_small_GT_pose50_rmsd3_4021">
            <a:extLst>
              <a:ext uri="{FF2B5EF4-FFF2-40B4-BE49-F238E27FC236}">
                <a16:creationId xmlns:a16="http://schemas.microsoft.com/office/drawing/2014/main" id="{CAF8657C-F761-4B7C-8E93-A47AF219C7A4}"/>
              </a:ext>
            </a:extLst>
          </p:cNvPr>
          <p:cNvSpPr>
            <a:spLocks noGrp="1"/>
          </p:cNvSpPr>
          <p:nvPr/>
        </p:nvSpPr>
        <p:spPr>
          <a:xfrm>
            <a:off x="58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09_small_GT_pose50_rmsd3_4022">
            <a:extLst>
              <a:ext uri="{FF2B5EF4-FFF2-40B4-BE49-F238E27FC236}">
                <a16:creationId xmlns:a16="http://schemas.microsoft.com/office/drawing/2014/main" id="{D43F2E6A-8905-4634-92DC-F140F06FC0DA}"/>
              </a:ext>
            </a:extLst>
          </p:cNvPr>
          <p:cNvSpPr>
            <a:spLocks noGrp="1"/>
          </p:cNvSpPr>
          <p:nvPr/>
        </p:nvSpPr>
        <p:spPr>
          <a:xfrm>
            <a:off x="58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09_small_GT_pose50_rmsd3_4023">
            <a:extLst>
              <a:ext uri="{FF2B5EF4-FFF2-40B4-BE49-F238E27FC236}">
                <a16:creationId xmlns:a16="http://schemas.microsoft.com/office/drawing/2014/main" id="{47EB316F-CDE9-4B1C-88A0-B966AA51C654}"/>
              </a:ext>
            </a:extLst>
          </p:cNvPr>
          <p:cNvSpPr>
            <a:spLocks noGrp="1"/>
          </p:cNvSpPr>
          <p:nvPr/>
        </p:nvSpPr>
        <p:spPr>
          <a:xfrm>
            <a:off x="58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09_small_GT_pose50_rmsd3_4024">
            <a:extLst>
              <a:ext uri="{FF2B5EF4-FFF2-40B4-BE49-F238E27FC236}">
                <a16:creationId xmlns:a16="http://schemas.microsoft.com/office/drawing/2014/main" id="{79895080-7D55-4E77-A5C2-B8EF824D0752}"/>
              </a:ext>
            </a:extLst>
          </p:cNvPr>
          <p:cNvSpPr>
            <a:spLocks noGrp="1"/>
          </p:cNvSpPr>
          <p:nvPr/>
        </p:nvSpPr>
        <p:spPr>
          <a:xfrm>
            <a:off x="607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09_small_GT_pose50_rmsd3_4025">
            <a:extLst>
              <a:ext uri="{FF2B5EF4-FFF2-40B4-BE49-F238E27FC236}">
                <a16:creationId xmlns:a16="http://schemas.microsoft.com/office/drawing/2014/main" id="{55E6F235-5615-4422-8F31-8A6DC0FB957A}"/>
              </a:ext>
            </a:extLst>
          </p:cNvPr>
          <p:cNvSpPr>
            <a:spLocks noGrp="1"/>
          </p:cNvSpPr>
          <p:nvPr/>
        </p:nvSpPr>
        <p:spPr>
          <a:xfrm>
            <a:off x="596160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09_small_GT_pose50_rmsd3_4026">
            <a:extLst>
              <a:ext uri="{FF2B5EF4-FFF2-40B4-BE49-F238E27FC236}">
                <a16:creationId xmlns:a16="http://schemas.microsoft.com/office/drawing/2014/main" id="{D7433017-B4C8-4B93-A7A0-25D83200D8C2}"/>
              </a:ext>
            </a:extLst>
          </p:cNvPr>
          <p:cNvSpPr>
            <a:spLocks noGrp="1"/>
          </p:cNvSpPr>
          <p:nvPr/>
        </p:nvSpPr>
        <p:spPr>
          <a:xfrm>
            <a:off x="595462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09_small_GT_pose50_rmsd3_4027">
            <a:extLst>
              <a:ext uri="{FF2B5EF4-FFF2-40B4-BE49-F238E27FC236}">
                <a16:creationId xmlns:a16="http://schemas.microsoft.com/office/drawing/2014/main" id="{FE440577-785F-42C9-A04F-36EC97BFA215}"/>
              </a:ext>
            </a:extLst>
          </p:cNvPr>
          <p:cNvSpPr>
            <a:spLocks noGrp="1"/>
          </p:cNvSpPr>
          <p:nvPr/>
        </p:nvSpPr>
        <p:spPr>
          <a:xfrm>
            <a:off x="60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09_small_GT_pose50_rmsd3_4028">
            <a:extLst>
              <a:ext uri="{FF2B5EF4-FFF2-40B4-BE49-F238E27FC236}">
                <a16:creationId xmlns:a16="http://schemas.microsoft.com/office/drawing/2014/main" id="{E89EC3E3-D450-41F0-89B0-22268522E78E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09_small_GT_pose50_rmsd3_4029">
            <a:extLst>
              <a:ext uri="{FF2B5EF4-FFF2-40B4-BE49-F238E27FC236}">
                <a16:creationId xmlns:a16="http://schemas.microsoft.com/office/drawing/2014/main" id="{82003D09-BB18-43EA-A569-23855084C34C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09_small_GT_pose50_rmsd3_4030">
            <a:extLst>
              <a:ext uri="{FF2B5EF4-FFF2-40B4-BE49-F238E27FC236}">
                <a16:creationId xmlns:a16="http://schemas.microsoft.com/office/drawing/2014/main" id="{D95E6415-59D0-46A8-9FA9-843FEFD1BECD}"/>
              </a:ext>
            </a:extLst>
          </p:cNvPr>
          <p:cNvSpPr>
            <a:spLocks noGrp="1"/>
          </p:cNvSpPr>
          <p:nvPr/>
        </p:nvSpPr>
        <p:spPr>
          <a:xfrm>
            <a:off x="60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09_small_GT_pose50_rmsd3_4031">
            <a:extLst>
              <a:ext uri="{FF2B5EF4-FFF2-40B4-BE49-F238E27FC236}">
                <a16:creationId xmlns:a16="http://schemas.microsoft.com/office/drawing/2014/main" id="{E03DCF67-8F0A-40CE-AD74-89BDACA1DA27}"/>
              </a:ext>
            </a:extLst>
          </p:cNvPr>
          <p:cNvSpPr>
            <a:spLocks noGrp="1"/>
          </p:cNvSpPr>
          <p:nvPr/>
        </p:nvSpPr>
        <p:spPr>
          <a:xfrm>
            <a:off x="58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09_small_GT_pose50_rmsd3_4032">
            <a:extLst>
              <a:ext uri="{FF2B5EF4-FFF2-40B4-BE49-F238E27FC236}">
                <a16:creationId xmlns:a16="http://schemas.microsoft.com/office/drawing/2014/main" id="{E7780B88-D852-4614-947F-DC8F65C8672D}"/>
              </a:ext>
            </a:extLst>
          </p:cNvPr>
          <p:cNvSpPr>
            <a:spLocks noGrp="1"/>
          </p:cNvSpPr>
          <p:nvPr/>
        </p:nvSpPr>
        <p:spPr>
          <a:xfrm>
            <a:off x="57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09_small_GT_pose50_rmsd3_4033">
            <a:extLst>
              <a:ext uri="{FF2B5EF4-FFF2-40B4-BE49-F238E27FC236}">
                <a16:creationId xmlns:a16="http://schemas.microsoft.com/office/drawing/2014/main" id="{705E6B5E-DECF-47EC-B29A-7439EAE9E356}"/>
              </a:ext>
            </a:extLst>
          </p:cNvPr>
          <p:cNvSpPr>
            <a:spLocks noGrp="1"/>
          </p:cNvSpPr>
          <p:nvPr/>
        </p:nvSpPr>
        <p:spPr>
          <a:xfrm>
            <a:off x="60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09_small_GT_pose50_rmsd3_4034">
            <a:extLst>
              <a:ext uri="{FF2B5EF4-FFF2-40B4-BE49-F238E27FC236}">
                <a16:creationId xmlns:a16="http://schemas.microsoft.com/office/drawing/2014/main" id="{4C03F161-CC6B-41F3-9E65-F07440720C05}"/>
              </a:ext>
            </a:extLst>
          </p:cNvPr>
          <p:cNvSpPr>
            <a:spLocks noGrp="1"/>
          </p:cNvSpPr>
          <p:nvPr/>
        </p:nvSpPr>
        <p:spPr>
          <a:xfrm>
            <a:off x="608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09_small_GT_pose50_rmsd3_4035">
            <a:extLst>
              <a:ext uri="{FF2B5EF4-FFF2-40B4-BE49-F238E27FC236}">
                <a16:creationId xmlns:a16="http://schemas.microsoft.com/office/drawing/2014/main" id="{64904159-035F-4D4D-A0F2-D75F8DEEB9D0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09_small_GT_pose50_rmsd3_4036">
            <a:extLst>
              <a:ext uri="{FF2B5EF4-FFF2-40B4-BE49-F238E27FC236}">
                <a16:creationId xmlns:a16="http://schemas.microsoft.com/office/drawing/2014/main" id="{4F9F2CF8-8C23-44A7-BE0F-51DD34C2B9B7}"/>
              </a:ext>
            </a:extLst>
          </p:cNvPr>
          <p:cNvSpPr>
            <a:spLocks noGrp="1"/>
          </p:cNvSpPr>
          <p:nvPr/>
        </p:nvSpPr>
        <p:spPr>
          <a:xfrm>
            <a:off x="60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09_small_GT_pose50_rmsd3_4037">
            <a:extLst>
              <a:ext uri="{FF2B5EF4-FFF2-40B4-BE49-F238E27FC236}">
                <a16:creationId xmlns:a16="http://schemas.microsoft.com/office/drawing/2014/main" id="{179282A5-BB66-4AB9-B7B6-DA836DA4791F}"/>
              </a:ext>
            </a:extLst>
          </p:cNvPr>
          <p:cNvSpPr>
            <a:spLocks noGrp="1"/>
          </p:cNvSpPr>
          <p:nvPr/>
        </p:nvSpPr>
        <p:spPr>
          <a:xfrm>
            <a:off x="60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09_small_GT_pose50_rmsd3_4038">
            <a:extLst>
              <a:ext uri="{FF2B5EF4-FFF2-40B4-BE49-F238E27FC236}">
                <a16:creationId xmlns:a16="http://schemas.microsoft.com/office/drawing/2014/main" id="{2BED203F-EBA7-4694-88BB-6A7AB4F4ADC2}"/>
              </a:ext>
            </a:extLst>
          </p:cNvPr>
          <p:cNvSpPr>
            <a:spLocks noGrp="1"/>
          </p:cNvSpPr>
          <p:nvPr/>
        </p:nvSpPr>
        <p:spPr>
          <a:xfrm>
            <a:off x="582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09_small_GT_pose50_rmsd3_4039">
            <a:extLst>
              <a:ext uri="{FF2B5EF4-FFF2-40B4-BE49-F238E27FC236}">
                <a16:creationId xmlns:a16="http://schemas.microsoft.com/office/drawing/2014/main" id="{7BD1777B-363B-4208-AAF2-0F6EFDFD9E92}"/>
              </a:ext>
            </a:extLst>
          </p:cNvPr>
          <p:cNvSpPr>
            <a:spLocks noGrp="1"/>
          </p:cNvSpPr>
          <p:nvPr/>
        </p:nvSpPr>
        <p:spPr>
          <a:xfrm>
            <a:off x="59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09_small_GT_pose50_rmsd3_4040">
            <a:extLst>
              <a:ext uri="{FF2B5EF4-FFF2-40B4-BE49-F238E27FC236}">
                <a16:creationId xmlns:a16="http://schemas.microsoft.com/office/drawing/2014/main" id="{DE5DA01D-9FF5-4A3F-B0DE-137490426EFF}"/>
              </a:ext>
            </a:extLst>
          </p:cNvPr>
          <p:cNvSpPr>
            <a:spLocks noGrp="1"/>
          </p:cNvSpPr>
          <p:nvPr/>
        </p:nvSpPr>
        <p:spPr>
          <a:xfrm>
            <a:off x="59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09_small_GT_pose50_rmsd3_4041">
            <a:extLst>
              <a:ext uri="{FF2B5EF4-FFF2-40B4-BE49-F238E27FC236}">
                <a16:creationId xmlns:a16="http://schemas.microsoft.com/office/drawing/2014/main" id="{46B919B9-5B6A-4F30-8963-730F64388698}"/>
              </a:ext>
            </a:extLst>
          </p:cNvPr>
          <p:cNvSpPr>
            <a:spLocks noGrp="1"/>
          </p:cNvSpPr>
          <p:nvPr/>
        </p:nvSpPr>
        <p:spPr>
          <a:xfrm>
            <a:off x="604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09_small_GT_pose50_rmsd3_4042">
            <a:extLst>
              <a:ext uri="{FF2B5EF4-FFF2-40B4-BE49-F238E27FC236}">
                <a16:creationId xmlns:a16="http://schemas.microsoft.com/office/drawing/2014/main" id="{6D13AC93-EBA5-42B9-A245-33143AC1788C}"/>
              </a:ext>
            </a:extLst>
          </p:cNvPr>
          <p:cNvSpPr>
            <a:spLocks noGrp="1"/>
          </p:cNvSpPr>
          <p:nvPr/>
        </p:nvSpPr>
        <p:spPr>
          <a:xfrm>
            <a:off x="607575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09_small_GT_pose50_rmsd3_4043">
            <a:extLst>
              <a:ext uri="{FF2B5EF4-FFF2-40B4-BE49-F238E27FC236}">
                <a16:creationId xmlns:a16="http://schemas.microsoft.com/office/drawing/2014/main" id="{A2828988-34D6-4056-9D22-ED237B36D2E8}"/>
              </a:ext>
            </a:extLst>
          </p:cNvPr>
          <p:cNvSpPr>
            <a:spLocks noGrp="1"/>
          </p:cNvSpPr>
          <p:nvPr/>
        </p:nvSpPr>
        <p:spPr>
          <a:xfrm>
            <a:off x="60600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09_small_GT_pose50_rmsd3_4044">
            <a:extLst>
              <a:ext uri="{FF2B5EF4-FFF2-40B4-BE49-F238E27FC236}">
                <a16:creationId xmlns:a16="http://schemas.microsoft.com/office/drawing/2014/main" id="{72584426-217C-452A-8158-158DC1D44AA8}"/>
              </a:ext>
            </a:extLst>
          </p:cNvPr>
          <p:cNvSpPr>
            <a:spLocks noGrp="1"/>
          </p:cNvSpPr>
          <p:nvPr/>
        </p:nvSpPr>
        <p:spPr>
          <a:xfrm>
            <a:off x="59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09_small_GT_pose50_rmsd3_4045">
            <a:extLst>
              <a:ext uri="{FF2B5EF4-FFF2-40B4-BE49-F238E27FC236}">
                <a16:creationId xmlns:a16="http://schemas.microsoft.com/office/drawing/2014/main" id="{9C1545BF-8995-4D20-9B5D-24E2F1DD9A40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09_small_GT_pose50_rmsd3_4046">
            <a:extLst>
              <a:ext uri="{FF2B5EF4-FFF2-40B4-BE49-F238E27FC236}">
                <a16:creationId xmlns:a16="http://schemas.microsoft.com/office/drawing/2014/main" id="{E09B0F61-5E11-4072-BB1C-BD32A180195C}"/>
              </a:ext>
            </a:extLst>
          </p:cNvPr>
          <p:cNvSpPr>
            <a:spLocks noGrp="1"/>
          </p:cNvSpPr>
          <p:nvPr/>
        </p:nvSpPr>
        <p:spPr>
          <a:xfrm>
            <a:off x="59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09_small_GT_pose50_rmsd3_4047">
            <a:extLst>
              <a:ext uri="{FF2B5EF4-FFF2-40B4-BE49-F238E27FC236}">
                <a16:creationId xmlns:a16="http://schemas.microsoft.com/office/drawing/2014/main" id="{6C99BB2F-777A-4266-883B-E615276A8AB6}"/>
              </a:ext>
            </a:extLst>
          </p:cNvPr>
          <p:cNvSpPr>
            <a:spLocks noGrp="1"/>
          </p:cNvSpPr>
          <p:nvPr/>
        </p:nvSpPr>
        <p:spPr>
          <a:xfrm>
            <a:off x="58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09_small_GT_pose50_rmsd3_4048">
            <a:extLst>
              <a:ext uri="{FF2B5EF4-FFF2-40B4-BE49-F238E27FC236}">
                <a16:creationId xmlns:a16="http://schemas.microsoft.com/office/drawing/2014/main" id="{F42AB62F-A3A5-403A-8B52-AAFB1A001EDF}"/>
              </a:ext>
            </a:extLst>
          </p:cNvPr>
          <p:cNvSpPr>
            <a:spLocks noGrp="1"/>
          </p:cNvSpPr>
          <p:nvPr/>
        </p:nvSpPr>
        <p:spPr>
          <a:xfrm>
            <a:off x="58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09_small_GT_pose50_rmsd3_4049">
            <a:extLst>
              <a:ext uri="{FF2B5EF4-FFF2-40B4-BE49-F238E27FC236}">
                <a16:creationId xmlns:a16="http://schemas.microsoft.com/office/drawing/2014/main" id="{26DAA0D3-E2A9-44F4-98B9-5D12BA48F184}"/>
              </a:ext>
            </a:extLst>
          </p:cNvPr>
          <p:cNvSpPr>
            <a:spLocks noGrp="1"/>
          </p:cNvSpPr>
          <p:nvPr/>
        </p:nvSpPr>
        <p:spPr>
          <a:xfrm>
            <a:off x="59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09_small_GT_pose50_rmsd3_4050">
            <a:extLst>
              <a:ext uri="{FF2B5EF4-FFF2-40B4-BE49-F238E27FC236}">
                <a16:creationId xmlns:a16="http://schemas.microsoft.com/office/drawing/2014/main" id="{DAAB47DF-C274-4B21-ACD8-AC11F9BDABB6}"/>
              </a:ext>
            </a:extLst>
          </p:cNvPr>
          <p:cNvSpPr>
            <a:spLocks noGrp="1"/>
          </p:cNvSpPr>
          <p:nvPr/>
        </p:nvSpPr>
        <p:spPr>
          <a:xfrm>
            <a:off x="59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09_small_GT_pose50_rmsd3_4051">
            <a:extLst>
              <a:ext uri="{FF2B5EF4-FFF2-40B4-BE49-F238E27FC236}">
                <a16:creationId xmlns:a16="http://schemas.microsoft.com/office/drawing/2014/main" id="{36A5230D-3EE4-460F-9E53-2DB1EB92CBAD}"/>
              </a:ext>
            </a:extLst>
          </p:cNvPr>
          <p:cNvSpPr>
            <a:spLocks noGrp="1"/>
          </p:cNvSpPr>
          <p:nvPr/>
        </p:nvSpPr>
        <p:spPr>
          <a:xfrm>
            <a:off x="60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09_small_GT_pose50_rmsd3_4052">
            <a:extLst>
              <a:ext uri="{FF2B5EF4-FFF2-40B4-BE49-F238E27FC236}">
                <a16:creationId xmlns:a16="http://schemas.microsoft.com/office/drawing/2014/main" id="{4E1954D4-237C-4562-AD91-98FC73B145F2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09_small_GT_pose50_rmsd3_4053">
            <a:extLst>
              <a:ext uri="{FF2B5EF4-FFF2-40B4-BE49-F238E27FC236}">
                <a16:creationId xmlns:a16="http://schemas.microsoft.com/office/drawing/2014/main" id="{115FDD1B-8A15-4FC6-B447-E1EBF20932B0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09_small_GT_pose50_rmsd3_4054">
            <a:extLst>
              <a:ext uri="{FF2B5EF4-FFF2-40B4-BE49-F238E27FC236}">
                <a16:creationId xmlns:a16="http://schemas.microsoft.com/office/drawing/2014/main" id="{DFA046C0-19E4-47EB-93CE-D542A3FDFB53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09_small_GT_pose50_rmsd3_4055">
            <a:extLst>
              <a:ext uri="{FF2B5EF4-FFF2-40B4-BE49-F238E27FC236}">
                <a16:creationId xmlns:a16="http://schemas.microsoft.com/office/drawing/2014/main" id="{C8010A80-2A1C-4627-860C-D145D9391C37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09_small_GT_pose50_rmsd3_4056">
            <a:extLst>
              <a:ext uri="{FF2B5EF4-FFF2-40B4-BE49-F238E27FC236}">
                <a16:creationId xmlns:a16="http://schemas.microsoft.com/office/drawing/2014/main" id="{E5A5B752-A95A-42E3-ABDC-43838758AFD4}"/>
              </a:ext>
            </a:extLst>
          </p:cNvPr>
          <p:cNvSpPr>
            <a:spLocks noGrp="1"/>
          </p:cNvSpPr>
          <p:nvPr/>
        </p:nvSpPr>
        <p:spPr>
          <a:xfrm>
            <a:off x="60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09_small_GT_pose50_rmsd3_4057">
            <a:extLst>
              <a:ext uri="{FF2B5EF4-FFF2-40B4-BE49-F238E27FC236}">
                <a16:creationId xmlns:a16="http://schemas.microsoft.com/office/drawing/2014/main" id="{91E6B924-D6AC-4897-99F6-EB565B824902}"/>
              </a:ext>
            </a:extLst>
          </p:cNvPr>
          <p:cNvSpPr>
            <a:spLocks noGrp="1"/>
          </p:cNvSpPr>
          <p:nvPr/>
        </p:nvSpPr>
        <p:spPr>
          <a:xfrm>
            <a:off x="60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09_small_GT_pose50_rmsd3_4058">
            <a:extLst>
              <a:ext uri="{FF2B5EF4-FFF2-40B4-BE49-F238E27FC236}">
                <a16:creationId xmlns:a16="http://schemas.microsoft.com/office/drawing/2014/main" id="{60CB8B64-6ACF-44FE-99A3-5FED6C104197}"/>
              </a:ext>
            </a:extLst>
          </p:cNvPr>
          <p:cNvSpPr>
            <a:spLocks noGrp="1"/>
          </p:cNvSpPr>
          <p:nvPr/>
        </p:nvSpPr>
        <p:spPr>
          <a:xfrm>
            <a:off x="591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09_small_GT_pose50_rmsd3_4059">
            <a:extLst>
              <a:ext uri="{FF2B5EF4-FFF2-40B4-BE49-F238E27FC236}">
                <a16:creationId xmlns:a16="http://schemas.microsoft.com/office/drawing/2014/main" id="{FD824F7E-61E9-446C-B900-9C804B384C88}"/>
              </a:ext>
            </a:extLst>
          </p:cNvPr>
          <p:cNvSpPr>
            <a:spLocks noGrp="1"/>
          </p:cNvSpPr>
          <p:nvPr/>
        </p:nvSpPr>
        <p:spPr>
          <a:xfrm>
            <a:off x="59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09_small_GT_pose50_rmsd3_4060">
            <a:extLst>
              <a:ext uri="{FF2B5EF4-FFF2-40B4-BE49-F238E27FC236}">
                <a16:creationId xmlns:a16="http://schemas.microsoft.com/office/drawing/2014/main" id="{FB0518CA-B1DB-45AB-8491-0D90936AE20A}"/>
              </a:ext>
            </a:extLst>
          </p:cNvPr>
          <p:cNvSpPr>
            <a:spLocks noGrp="1"/>
          </p:cNvSpPr>
          <p:nvPr/>
        </p:nvSpPr>
        <p:spPr>
          <a:xfrm>
            <a:off x="58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09_small_GT_pose50_rmsd3_4061">
            <a:extLst>
              <a:ext uri="{FF2B5EF4-FFF2-40B4-BE49-F238E27FC236}">
                <a16:creationId xmlns:a16="http://schemas.microsoft.com/office/drawing/2014/main" id="{8DDDBF8E-50BA-4C4F-BF5E-310253282CF8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3" name="09_small_GT_pose50_rmsd3_4062">
            <a:extLst>
              <a:ext uri="{FF2B5EF4-FFF2-40B4-BE49-F238E27FC236}">
                <a16:creationId xmlns:a16="http://schemas.microsoft.com/office/drawing/2014/main" id="{3CE30062-82CD-4842-BDA5-0D1428E25A80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4" name="text_4063">
            <a:extLst>
              <a:ext uri="{FF2B5EF4-FFF2-40B4-BE49-F238E27FC236}">
                <a16:creationId xmlns:a16="http://schemas.microsoft.com/office/drawing/2014/main" id="{9D0C7060-957F-40D2-9EE2-8F717F1468F3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674749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Best-of-50 · RMSD &lt;3 Å · GT</a:t>
            </a:r>
          </a:p>
        </p:txBody>
      </p:sp>
      <p:sp>
        <p:nvSpPr>
          <p:cNvPr id="345" name="09_small_GT_pose50_rmsd3_4064">
            <a:extLst>
              <a:ext uri="{FF2B5EF4-FFF2-40B4-BE49-F238E27FC236}">
                <a16:creationId xmlns:a16="http://schemas.microsoft.com/office/drawing/2014/main" id="{23BB9C65-DF3B-4EEB-B73F-FEB721E8CB8F}"/>
              </a:ext>
            </a:extLst>
          </p:cNvPr>
          <p:cNvSpPr>
            <a:spLocks noGrp="1"/>
          </p:cNvSpPr>
          <p:nvPr/>
        </p:nvSpPr>
        <p:spPr>
          <a:xfrm>
            <a:off x="700500" y="3563366"/>
            <a:ext cx="5250000" cy="1249376"/>
          </a:xfrm>
          <a:custGeom>
            <a:avLst/>
            <a:gdLst/>
            <a:ahLst/>
            <a:cxnLst/>
            <a:rect l="0" t="0" r="0" b="0"/>
            <a:pathLst>
              <a:path w="5250000" h="1249376">
                <a:moveTo>
                  <a:pt x="0" y="1249376"/>
                </a:moveTo>
                <a:lnTo>
                  <a:pt x="72917" y="1248444"/>
                </a:lnTo>
                <a:lnTo>
                  <a:pt x="72917" y="1247434"/>
                </a:lnTo>
                <a:lnTo>
                  <a:pt x="97222" y="1247123"/>
                </a:lnTo>
                <a:lnTo>
                  <a:pt x="97222" y="1245776"/>
                </a:lnTo>
                <a:lnTo>
                  <a:pt x="125000" y="1245465"/>
                </a:lnTo>
                <a:lnTo>
                  <a:pt x="125000" y="1243733"/>
                </a:lnTo>
                <a:lnTo>
                  <a:pt x="145833" y="1243423"/>
                </a:lnTo>
                <a:lnTo>
                  <a:pt x="145833" y="1240392"/>
                </a:lnTo>
                <a:lnTo>
                  <a:pt x="159091" y="1240081"/>
                </a:lnTo>
                <a:lnTo>
                  <a:pt x="159091" y="1235673"/>
                </a:lnTo>
                <a:lnTo>
                  <a:pt x="175000" y="1235673"/>
                </a:lnTo>
                <a:lnTo>
                  <a:pt x="175000" y="1233249"/>
                </a:lnTo>
                <a:lnTo>
                  <a:pt x="194444" y="1232938"/>
                </a:lnTo>
                <a:lnTo>
                  <a:pt x="194444" y="1230244"/>
                </a:lnTo>
                <a:lnTo>
                  <a:pt x="250000" y="1229312"/>
                </a:lnTo>
                <a:lnTo>
                  <a:pt x="250000" y="1224117"/>
                </a:lnTo>
                <a:lnTo>
                  <a:pt x="291667" y="1223806"/>
                </a:lnTo>
                <a:lnTo>
                  <a:pt x="291667" y="1201272"/>
                </a:lnTo>
                <a:lnTo>
                  <a:pt x="318182" y="1200961"/>
                </a:lnTo>
                <a:lnTo>
                  <a:pt x="318182" y="1196553"/>
                </a:lnTo>
                <a:lnTo>
                  <a:pt x="350000" y="1196242"/>
                </a:lnTo>
                <a:lnTo>
                  <a:pt x="350000" y="1179272"/>
                </a:lnTo>
                <a:lnTo>
                  <a:pt x="375000" y="1177951"/>
                </a:lnTo>
                <a:lnTo>
                  <a:pt x="375000" y="1176219"/>
                </a:lnTo>
                <a:lnTo>
                  <a:pt x="388889" y="1175908"/>
                </a:lnTo>
                <a:lnTo>
                  <a:pt x="388889" y="1174561"/>
                </a:lnTo>
                <a:lnTo>
                  <a:pt x="437500" y="1173940"/>
                </a:lnTo>
                <a:lnTo>
                  <a:pt x="437500" y="1131513"/>
                </a:lnTo>
                <a:lnTo>
                  <a:pt x="477273" y="1130892"/>
                </a:lnTo>
                <a:lnTo>
                  <a:pt x="477273" y="1126484"/>
                </a:lnTo>
                <a:lnTo>
                  <a:pt x="493590" y="1125137"/>
                </a:lnTo>
                <a:lnTo>
                  <a:pt x="493590" y="1124826"/>
                </a:lnTo>
                <a:lnTo>
                  <a:pt x="500000" y="1124826"/>
                </a:lnTo>
                <a:lnTo>
                  <a:pt x="500000" y="1119631"/>
                </a:lnTo>
                <a:lnTo>
                  <a:pt x="525000" y="1119320"/>
                </a:lnTo>
                <a:lnTo>
                  <a:pt x="525000" y="1116896"/>
                </a:lnTo>
                <a:lnTo>
                  <a:pt x="583333" y="1116274"/>
                </a:lnTo>
                <a:lnTo>
                  <a:pt x="583333" y="1070170"/>
                </a:lnTo>
                <a:lnTo>
                  <a:pt x="625000" y="1069859"/>
                </a:lnTo>
                <a:lnTo>
                  <a:pt x="625000" y="1068127"/>
                </a:lnTo>
                <a:lnTo>
                  <a:pt x="636364" y="1067816"/>
                </a:lnTo>
                <a:lnTo>
                  <a:pt x="636364" y="1063408"/>
                </a:lnTo>
                <a:lnTo>
                  <a:pt x="680556" y="1062787"/>
                </a:lnTo>
                <a:lnTo>
                  <a:pt x="680556" y="1060093"/>
                </a:lnTo>
                <a:lnTo>
                  <a:pt x="700000" y="1059782"/>
                </a:lnTo>
                <a:lnTo>
                  <a:pt x="700000" y="1042812"/>
                </a:lnTo>
                <a:lnTo>
                  <a:pt x="750000" y="1042190"/>
                </a:lnTo>
                <a:lnTo>
                  <a:pt x="750000" y="1036995"/>
                </a:lnTo>
                <a:lnTo>
                  <a:pt x="795455" y="1036373"/>
                </a:lnTo>
                <a:lnTo>
                  <a:pt x="795455" y="1031965"/>
                </a:lnTo>
                <a:lnTo>
                  <a:pt x="875000" y="1031033"/>
                </a:lnTo>
                <a:lnTo>
                  <a:pt x="875000" y="879084"/>
                </a:lnTo>
                <a:lnTo>
                  <a:pt x="954545" y="878151"/>
                </a:lnTo>
                <a:lnTo>
                  <a:pt x="954545" y="873743"/>
                </a:lnTo>
                <a:lnTo>
                  <a:pt x="1000000" y="873122"/>
                </a:lnTo>
                <a:lnTo>
                  <a:pt x="1000000" y="867927"/>
                </a:lnTo>
                <a:lnTo>
                  <a:pt x="1020833" y="867616"/>
                </a:lnTo>
                <a:lnTo>
                  <a:pt x="1020833" y="865595"/>
                </a:lnTo>
                <a:lnTo>
                  <a:pt x="1050000" y="865285"/>
                </a:lnTo>
                <a:lnTo>
                  <a:pt x="1050000" y="848314"/>
                </a:lnTo>
                <a:lnTo>
                  <a:pt x="1113636" y="847382"/>
                </a:lnTo>
                <a:lnTo>
                  <a:pt x="1113636" y="842974"/>
                </a:lnTo>
                <a:lnTo>
                  <a:pt x="1125000" y="842663"/>
                </a:lnTo>
                <a:lnTo>
                  <a:pt x="1125000" y="840931"/>
                </a:lnTo>
                <a:lnTo>
                  <a:pt x="1166667" y="840620"/>
                </a:lnTo>
                <a:lnTo>
                  <a:pt x="1166667" y="801924"/>
                </a:lnTo>
                <a:lnTo>
                  <a:pt x="1225000" y="801302"/>
                </a:lnTo>
                <a:lnTo>
                  <a:pt x="1225000" y="798878"/>
                </a:lnTo>
                <a:lnTo>
                  <a:pt x="1250000" y="798567"/>
                </a:lnTo>
                <a:lnTo>
                  <a:pt x="1250000" y="793372"/>
                </a:lnTo>
                <a:lnTo>
                  <a:pt x="1272727" y="793061"/>
                </a:lnTo>
                <a:lnTo>
                  <a:pt x="1272727" y="788653"/>
                </a:lnTo>
                <a:lnTo>
                  <a:pt x="1312500" y="788031"/>
                </a:lnTo>
                <a:lnTo>
                  <a:pt x="1312500" y="757727"/>
                </a:lnTo>
                <a:lnTo>
                  <a:pt x="1361111" y="757105"/>
                </a:lnTo>
                <a:lnTo>
                  <a:pt x="1361111" y="755758"/>
                </a:lnTo>
                <a:lnTo>
                  <a:pt x="1375000" y="755447"/>
                </a:lnTo>
                <a:lnTo>
                  <a:pt x="1375000" y="753716"/>
                </a:lnTo>
                <a:lnTo>
                  <a:pt x="1400000" y="753405"/>
                </a:lnTo>
                <a:lnTo>
                  <a:pt x="1400000" y="736434"/>
                </a:lnTo>
                <a:lnTo>
                  <a:pt x="1431818" y="736124"/>
                </a:lnTo>
                <a:lnTo>
                  <a:pt x="1431818" y="731716"/>
                </a:lnTo>
                <a:lnTo>
                  <a:pt x="1458333" y="731405"/>
                </a:lnTo>
                <a:lnTo>
                  <a:pt x="1458333" y="710891"/>
                </a:lnTo>
                <a:lnTo>
                  <a:pt x="1500000" y="710580"/>
                </a:lnTo>
                <a:lnTo>
                  <a:pt x="1500000" y="705385"/>
                </a:lnTo>
                <a:lnTo>
                  <a:pt x="1575000" y="704142"/>
                </a:lnTo>
                <a:lnTo>
                  <a:pt x="1575000" y="701717"/>
                </a:lnTo>
                <a:lnTo>
                  <a:pt x="1590909" y="701717"/>
                </a:lnTo>
                <a:lnTo>
                  <a:pt x="1590909" y="697309"/>
                </a:lnTo>
                <a:lnTo>
                  <a:pt x="1625000" y="696688"/>
                </a:lnTo>
                <a:lnTo>
                  <a:pt x="1625000" y="694956"/>
                </a:lnTo>
                <a:lnTo>
                  <a:pt x="1727564" y="693713"/>
                </a:lnTo>
                <a:lnTo>
                  <a:pt x="1727564" y="693402"/>
                </a:lnTo>
                <a:lnTo>
                  <a:pt x="1750000" y="693402"/>
                </a:lnTo>
                <a:lnTo>
                  <a:pt x="1750000" y="18183"/>
                </a:lnTo>
                <a:lnTo>
                  <a:pt x="2625000" y="18183"/>
                </a:lnTo>
                <a:lnTo>
                  <a:pt x="2625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46" name="09_small_GT_pose50_rmsd3_4065">
            <a:extLst>
              <a:ext uri="{FF2B5EF4-FFF2-40B4-BE49-F238E27FC236}">
                <a16:creationId xmlns:a16="http://schemas.microsoft.com/office/drawing/2014/main" id="{D9C8CF9B-5718-4E57-9FB8-13409788DD91}"/>
              </a:ext>
            </a:extLst>
          </p:cNvPr>
          <p:cNvSpPr>
            <a:spLocks noGrp="1"/>
          </p:cNvSpPr>
          <p:nvPr/>
        </p:nvSpPr>
        <p:spPr>
          <a:xfrm>
            <a:off x="700500" y="2945978"/>
            <a:ext cx="5250000" cy="1866764"/>
          </a:xfrm>
          <a:custGeom>
            <a:avLst/>
            <a:gdLst/>
            <a:ahLst/>
            <a:cxnLst/>
            <a:rect l="0" t="0" r="0" b="0"/>
            <a:pathLst>
              <a:path w="5250000" h="1866764">
                <a:moveTo>
                  <a:pt x="0" y="1866764"/>
                </a:moveTo>
                <a:lnTo>
                  <a:pt x="1750000" y="1866764"/>
                </a:lnTo>
                <a:lnTo>
                  <a:pt x="1750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47" name="09_small_GT_pose50_rmsd3_4066">
            <a:extLst>
              <a:ext uri="{FF2B5EF4-FFF2-40B4-BE49-F238E27FC236}">
                <a16:creationId xmlns:a16="http://schemas.microsoft.com/office/drawing/2014/main" id="{5FB42435-170C-4EB2-B9C0-138A93813CF6}"/>
              </a:ext>
            </a:extLst>
          </p:cNvPr>
          <p:cNvSpPr>
            <a:spLocks noGrp="1"/>
          </p:cNvSpPr>
          <p:nvPr/>
        </p:nvSpPr>
        <p:spPr>
          <a:xfrm>
            <a:off x="1553910" y="4420859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8" name="09_small_GT_pose50_rmsd3_4067">
            <a:extLst>
              <a:ext uri="{FF2B5EF4-FFF2-40B4-BE49-F238E27FC236}">
                <a16:creationId xmlns:a16="http://schemas.microsoft.com/office/drawing/2014/main" id="{BC0A58D1-2BED-4221-9A56-49006B763D5B}"/>
              </a:ext>
            </a:extLst>
          </p:cNvPr>
          <p:cNvSpPr>
            <a:spLocks noGrp="1"/>
          </p:cNvSpPr>
          <p:nvPr/>
        </p:nvSpPr>
        <p:spPr>
          <a:xfrm>
            <a:off x="2428910" y="355995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9" name="09_small_GT_pose50_rmsd3_4068">
            <a:extLst>
              <a:ext uri="{FF2B5EF4-FFF2-40B4-BE49-F238E27FC236}">
                <a16:creationId xmlns:a16="http://schemas.microsoft.com/office/drawing/2014/main" id="{01554D00-704D-4020-8BEE-73227C5CDA62}"/>
              </a:ext>
            </a:extLst>
          </p:cNvPr>
          <p:cNvSpPr>
            <a:spLocks noGrp="1"/>
          </p:cNvSpPr>
          <p:nvPr/>
        </p:nvSpPr>
        <p:spPr>
          <a:xfrm>
            <a:off x="4178910" y="354177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0" name="09_small_GT_pose50_rmsd3_4069">
            <a:extLst>
              <a:ext uri="{FF2B5EF4-FFF2-40B4-BE49-F238E27FC236}">
                <a16:creationId xmlns:a16="http://schemas.microsoft.com/office/drawing/2014/main" id="{DA1FE29B-8F6D-4E72-89C0-B4600C1D21B8}"/>
              </a:ext>
            </a:extLst>
          </p:cNvPr>
          <p:cNvSpPr>
            <a:spLocks noGrp="1"/>
          </p:cNvSpPr>
          <p:nvPr/>
        </p:nvSpPr>
        <p:spPr>
          <a:xfrm>
            <a:off x="5928910" y="354177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1" name="09_small_GT_pose50_rmsd3_4070">
            <a:extLst>
              <a:ext uri="{FF2B5EF4-FFF2-40B4-BE49-F238E27FC236}">
                <a16:creationId xmlns:a16="http://schemas.microsoft.com/office/drawing/2014/main" id="{096D88E8-E2A6-4EF0-B8D3-761F50AD74B9}"/>
              </a:ext>
            </a:extLst>
          </p:cNvPr>
          <p:cNvSpPr>
            <a:spLocks noGrp="1"/>
          </p:cNvSpPr>
          <p:nvPr/>
        </p:nvSpPr>
        <p:spPr>
          <a:xfrm>
            <a:off x="1539579" y="477682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2" name="09_small_GT_pose50_rmsd3_4071">
            <a:extLst>
              <a:ext uri="{FF2B5EF4-FFF2-40B4-BE49-F238E27FC236}">
                <a16:creationId xmlns:a16="http://schemas.microsoft.com/office/drawing/2014/main" id="{63D7D8FB-7D7F-4E1F-9D06-6CB39DCB4030}"/>
              </a:ext>
            </a:extLst>
          </p:cNvPr>
          <p:cNvSpPr>
            <a:spLocks noGrp="1"/>
          </p:cNvSpPr>
          <p:nvPr/>
        </p:nvSpPr>
        <p:spPr>
          <a:xfrm>
            <a:off x="241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3" name="09_small_GT_pose50_rmsd3_4072">
            <a:extLst>
              <a:ext uri="{FF2B5EF4-FFF2-40B4-BE49-F238E27FC236}">
                <a16:creationId xmlns:a16="http://schemas.microsoft.com/office/drawing/2014/main" id="{168C8E5F-3C3F-4A79-8D1D-C4E7BCD4A84E}"/>
              </a:ext>
            </a:extLst>
          </p:cNvPr>
          <p:cNvSpPr>
            <a:spLocks noGrp="1"/>
          </p:cNvSpPr>
          <p:nvPr/>
        </p:nvSpPr>
        <p:spPr>
          <a:xfrm>
            <a:off x="416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4" name="09_small_GT_pose50_rmsd3_4073">
            <a:extLst>
              <a:ext uri="{FF2B5EF4-FFF2-40B4-BE49-F238E27FC236}">
                <a16:creationId xmlns:a16="http://schemas.microsoft.com/office/drawing/2014/main" id="{455004A7-DF19-4241-AB29-7E2AEADB2263}"/>
              </a:ext>
            </a:extLst>
          </p:cNvPr>
          <p:cNvSpPr>
            <a:spLocks noGrp="1"/>
          </p:cNvSpPr>
          <p:nvPr/>
        </p:nvSpPr>
        <p:spPr>
          <a:xfrm>
            <a:off x="591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5" name="text_4074">
            <a:extLst>
              <a:ext uri="{FF2B5EF4-FFF2-40B4-BE49-F238E27FC236}">
                <a16:creationId xmlns:a16="http://schemas.microsoft.com/office/drawing/2014/main" id="{DE08A6B0-A1C1-4E27-9F2E-B9A41A0765E5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961610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Small-molecule reconstruction</a:t>
            </a:r>
          </a:p>
        </p:txBody>
      </p:sp>
      <p:sp>
        <p:nvSpPr>
          <p:cNvPr id="356" name="09_small_GT_pose50_rmsd3_4075">
            <a:extLst>
              <a:ext uri="{FF2B5EF4-FFF2-40B4-BE49-F238E27FC236}">
                <a16:creationId xmlns:a16="http://schemas.microsoft.com/office/drawing/2014/main" id="{093B1356-3584-43F5-9B69-75B97DDFEF10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57" name="09_small_GT_pose50_rmsd3_4076">
            <a:extLst>
              <a:ext uri="{FF2B5EF4-FFF2-40B4-BE49-F238E27FC236}">
                <a16:creationId xmlns:a16="http://schemas.microsoft.com/office/drawing/2014/main" id="{74362EED-ECDA-45F8-8BCF-3EE3F55D7272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8" name="text_4077">
            <a:extLst>
              <a:ext uri="{FF2B5EF4-FFF2-40B4-BE49-F238E27FC236}">
                <a16:creationId xmlns:a16="http://schemas.microsoft.com/office/drawing/2014/main" id="{D5E86243-B6C1-476D-ADDC-1226494DB386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359" name="09_small_GT_pose50_rmsd3_4078">
            <a:extLst>
              <a:ext uri="{FF2B5EF4-FFF2-40B4-BE49-F238E27FC236}">
                <a16:creationId xmlns:a16="http://schemas.microsoft.com/office/drawing/2014/main" id="{3B7A5394-DFE4-4C7F-A95D-156DB317A83C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60" name="09_small_GT_pose50_rmsd3_4079">
            <a:extLst>
              <a:ext uri="{FF2B5EF4-FFF2-40B4-BE49-F238E27FC236}">
                <a16:creationId xmlns:a16="http://schemas.microsoft.com/office/drawing/2014/main" id="{EE2C69F8-61FD-4E05-8427-73C2CB85E65D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61" name="text_4080">
            <a:extLst>
              <a:ext uri="{FF2B5EF4-FFF2-40B4-BE49-F238E27FC236}">
                <a16:creationId xmlns:a16="http://schemas.microsoft.com/office/drawing/2014/main" id="{9BD4A0CE-537C-4D08-9E8F-AC0D8B7FE954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362" name="09_small_GT_pose50_rmsd3_4081">
            <a:extLst>
              <a:ext uri="{FF2B5EF4-FFF2-40B4-BE49-F238E27FC236}">
                <a16:creationId xmlns:a16="http://schemas.microsoft.com/office/drawing/2014/main" id="{BC098C09-8794-4F9F-8B55-A726AE80A7D2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363" name="text_4082">
            <a:extLst>
              <a:ext uri="{FF2B5EF4-FFF2-40B4-BE49-F238E27FC236}">
                <a16:creationId xmlns:a16="http://schemas.microsoft.com/office/drawing/2014/main" id="{0F13D837-DD71-4611-9F0E-25A35ABDC003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12823301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10_small_CA2_pose50_rmsd3_4083">
            <a:extLst>
              <a:ext uri="{FF2B5EF4-FFF2-40B4-BE49-F238E27FC236}">
                <a16:creationId xmlns:a16="http://schemas.microsoft.com/office/drawing/2014/main" id="{D6B10777-9296-41FF-AE4A-035E476BB968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10_small_CA2_pose50_rmsd3_4084">
            <a:extLst>
              <a:ext uri="{FF2B5EF4-FFF2-40B4-BE49-F238E27FC236}">
                <a16:creationId xmlns:a16="http://schemas.microsoft.com/office/drawing/2014/main" id="{70309BBF-D300-4B95-9EAD-D29F7D12BB07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5670000" cy="2053440"/>
          </a:xfrm>
          <a:custGeom>
            <a:avLst/>
            <a:gdLst/>
            <a:ahLst/>
            <a:cxnLst/>
            <a:rect l="0" t="0" r="0" b="0"/>
            <a:pathLst>
              <a:path w="5670000" h="2053440">
                <a:moveTo>
                  <a:pt x="0" y="2053440"/>
                </a:moveTo>
                <a:lnTo>
                  <a:pt x="5670000" y="2053440"/>
                </a:lnTo>
                <a:lnTo>
                  <a:pt x="567000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10_small_CA2_pose50_rmsd3_4085">
            <a:extLst>
              <a:ext uri="{FF2B5EF4-FFF2-40B4-BE49-F238E27FC236}">
                <a16:creationId xmlns:a16="http://schemas.microsoft.com/office/drawing/2014/main" id="{AC472323-5867-471C-8CD9-045D344EDBBB}"/>
              </a:ext>
            </a:extLst>
          </p:cNvPr>
          <p:cNvSpPr>
            <a:spLocks noGrp="1"/>
          </p:cNvSpPr>
          <p:nvPr/>
        </p:nvSpPr>
        <p:spPr>
          <a:xfrm>
            <a:off x="1348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455000" y="1866764"/>
                </a:moveTo>
                <a:lnTo>
                  <a:pt x="0" y="1866764"/>
                </a:lnTo>
                <a:lnTo>
                  <a:pt x="2500" y="1851207"/>
                </a:lnTo>
                <a:lnTo>
                  <a:pt x="9833" y="1835651"/>
                </a:lnTo>
                <a:lnTo>
                  <a:pt x="21515" y="1820095"/>
                </a:lnTo>
                <a:lnTo>
                  <a:pt x="36798" y="1804538"/>
                </a:lnTo>
                <a:lnTo>
                  <a:pt x="54751" y="1788982"/>
                </a:lnTo>
                <a:lnTo>
                  <a:pt x="74353" y="1773425"/>
                </a:lnTo>
                <a:lnTo>
                  <a:pt x="94589" y="1757869"/>
                </a:lnTo>
                <a:lnTo>
                  <a:pt x="114535" y="1742313"/>
                </a:lnTo>
                <a:lnTo>
                  <a:pt x="133421" y="1726756"/>
                </a:lnTo>
                <a:lnTo>
                  <a:pt x="150667" y="1711200"/>
                </a:lnTo>
                <a:lnTo>
                  <a:pt x="165901" y="1695644"/>
                </a:lnTo>
                <a:lnTo>
                  <a:pt x="178940" y="1680087"/>
                </a:lnTo>
                <a:lnTo>
                  <a:pt x="189768" y="1664531"/>
                </a:lnTo>
                <a:lnTo>
                  <a:pt x="198493" y="1648975"/>
                </a:lnTo>
                <a:lnTo>
                  <a:pt x="205307" y="1633418"/>
                </a:lnTo>
                <a:lnTo>
                  <a:pt x="210446" y="1617862"/>
                </a:lnTo>
                <a:lnTo>
                  <a:pt x="214161" y="1602305"/>
                </a:lnTo>
                <a:lnTo>
                  <a:pt x="216690" y="1586749"/>
                </a:lnTo>
                <a:lnTo>
                  <a:pt x="218249" y="1571193"/>
                </a:lnTo>
                <a:lnTo>
                  <a:pt x="219022" y="1555636"/>
                </a:lnTo>
                <a:lnTo>
                  <a:pt x="219165" y="1540080"/>
                </a:lnTo>
                <a:lnTo>
                  <a:pt x="218807" y="1524524"/>
                </a:lnTo>
                <a:lnTo>
                  <a:pt x="218059" y="1508967"/>
                </a:lnTo>
                <a:lnTo>
                  <a:pt x="217018" y="1493411"/>
                </a:lnTo>
                <a:lnTo>
                  <a:pt x="215770" y="1477855"/>
                </a:lnTo>
                <a:lnTo>
                  <a:pt x="214399" y="1462298"/>
                </a:lnTo>
                <a:lnTo>
                  <a:pt x="212979" y="1446742"/>
                </a:lnTo>
                <a:lnTo>
                  <a:pt x="211580" y="1431185"/>
                </a:lnTo>
                <a:lnTo>
                  <a:pt x="210262" y="1415629"/>
                </a:lnTo>
                <a:lnTo>
                  <a:pt x="209074" y="1400073"/>
                </a:lnTo>
                <a:lnTo>
                  <a:pt x="208051" y="1384516"/>
                </a:lnTo>
                <a:lnTo>
                  <a:pt x="207213" y="1368960"/>
                </a:lnTo>
                <a:lnTo>
                  <a:pt x="206565" y="1353404"/>
                </a:lnTo>
                <a:lnTo>
                  <a:pt x="206100" y="1337847"/>
                </a:lnTo>
                <a:lnTo>
                  <a:pt x="205799" y="1322291"/>
                </a:lnTo>
                <a:lnTo>
                  <a:pt x="205636" y="1306735"/>
                </a:lnTo>
                <a:lnTo>
                  <a:pt x="205579" y="1291178"/>
                </a:lnTo>
                <a:lnTo>
                  <a:pt x="205595" y="1275622"/>
                </a:lnTo>
                <a:lnTo>
                  <a:pt x="205652" y="1260065"/>
                </a:lnTo>
                <a:lnTo>
                  <a:pt x="205713" y="1244509"/>
                </a:lnTo>
                <a:lnTo>
                  <a:pt x="205745" y="1228953"/>
                </a:lnTo>
                <a:lnTo>
                  <a:pt x="205709" y="1213396"/>
                </a:lnTo>
                <a:lnTo>
                  <a:pt x="205561" y="1197840"/>
                </a:lnTo>
                <a:lnTo>
                  <a:pt x="205254" y="1182284"/>
                </a:lnTo>
                <a:lnTo>
                  <a:pt x="204732" y="1166727"/>
                </a:lnTo>
                <a:lnTo>
                  <a:pt x="203935" y="1151171"/>
                </a:lnTo>
                <a:lnTo>
                  <a:pt x="202804" y="1135615"/>
                </a:lnTo>
                <a:lnTo>
                  <a:pt x="201286" y="1120058"/>
                </a:lnTo>
                <a:lnTo>
                  <a:pt x="199344" y="1104502"/>
                </a:lnTo>
                <a:lnTo>
                  <a:pt x="196964" y="1088945"/>
                </a:lnTo>
                <a:lnTo>
                  <a:pt x="194169" y="1073389"/>
                </a:lnTo>
                <a:lnTo>
                  <a:pt x="191023" y="1057833"/>
                </a:lnTo>
                <a:lnTo>
                  <a:pt x="187638" y="1042276"/>
                </a:lnTo>
                <a:lnTo>
                  <a:pt x="184170" y="1026720"/>
                </a:lnTo>
                <a:lnTo>
                  <a:pt x="180812" y="1011164"/>
                </a:lnTo>
                <a:lnTo>
                  <a:pt x="177781" y="995607"/>
                </a:lnTo>
                <a:lnTo>
                  <a:pt x="175299" y="980051"/>
                </a:lnTo>
                <a:lnTo>
                  <a:pt x="173570" y="964495"/>
                </a:lnTo>
                <a:lnTo>
                  <a:pt x="172759" y="948938"/>
                </a:lnTo>
                <a:lnTo>
                  <a:pt x="172975" y="933382"/>
                </a:lnTo>
                <a:lnTo>
                  <a:pt x="174254" y="917825"/>
                </a:lnTo>
                <a:lnTo>
                  <a:pt x="176558" y="902269"/>
                </a:lnTo>
                <a:lnTo>
                  <a:pt x="179777" y="886713"/>
                </a:lnTo>
                <a:lnTo>
                  <a:pt x="183741" y="871156"/>
                </a:lnTo>
                <a:lnTo>
                  <a:pt x="188240" y="855600"/>
                </a:lnTo>
                <a:lnTo>
                  <a:pt x="193044" y="840044"/>
                </a:lnTo>
                <a:lnTo>
                  <a:pt x="197925" y="824487"/>
                </a:lnTo>
                <a:lnTo>
                  <a:pt x="202675" y="808931"/>
                </a:lnTo>
                <a:lnTo>
                  <a:pt x="207125" y="793375"/>
                </a:lnTo>
                <a:lnTo>
                  <a:pt x="211151" y="777818"/>
                </a:lnTo>
                <a:lnTo>
                  <a:pt x="214675" y="762262"/>
                </a:lnTo>
                <a:lnTo>
                  <a:pt x="217665" y="746705"/>
                </a:lnTo>
                <a:lnTo>
                  <a:pt x="220128" y="731149"/>
                </a:lnTo>
                <a:lnTo>
                  <a:pt x="222098" y="715593"/>
                </a:lnTo>
                <a:lnTo>
                  <a:pt x="223631" y="700036"/>
                </a:lnTo>
                <a:lnTo>
                  <a:pt x="224792" y="684480"/>
                </a:lnTo>
                <a:lnTo>
                  <a:pt x="225647" y="668924"/>
                </a:lnTo>
                <a:lnTo>
                  <a:pt x="226261" y="653367"/>
                </a:lnTo>
                <a:lnTo>
                  <a:pt x="226690" y="637811"/>
                </a:lnTo>
                <a:lnTo>
                  <a:pt x="226983" y="622255"/>
                </a:lnTo>
                <a:lnTo>
                  <a:pt x="227177" y="606698"/>
                </a:lnTo>
                <a:lnTo>
                  <a:pt x="227303" y="591142"/>
                </a:lnTo>
                <a:lnTo>
                  <a:pt x="227382" y="575585"/>
                </a:lnTo>
                <a:lnTo>
                  <a:pt x="227431" y="560029"/>
                </a:lnTo>
                <a:lnTo>
                  <a:pt x="227461" y="544473"/>
                </a:lnTo>
                <a:lnTo>
                  <a:pt x="227478" y="528916"/>
                </a:lnTo>
                <a:lnTo>
                  <a:pt x="227488" y="513360"/>
                </a:lnTo>
                <a:lnTo>
                  <a:pt x="227494" y="497804"/>
                </a:lnTo>
                <a:lnTo>
                  <a:pt x="227497" y="482247"/>
                </a:lnTo>
                <a:lnTo>
                  <a:pt x="227498" y="466691"/>
                </a:lnTo>
                <a:lnTo>
                  <a:pt x="227499" y="451135"/>
                </a:lnTo>
                <a:lnTo>
                  <a:pt x="227500" y="435578"/>
                </a:lnTo>
                <a:lnTo>
                  <a:pt x="227500" y="420022"/>
                </a:lnTo>
                <a:lnTo>
                  <a:pt x="227500" y="404465"/>
                </a:lnTo>
                <a:lnTo>
                  <a:pt x="227500" y="388909"/>
                </a:lnTo>
                <a:lnTo>
                  <a:pt x="227500" y="373353"/>
                </a:lnTo>
                <a:lnTo>
                  <a:pt x="227500" y="357796"/>
                </a:lnTo>
                <a:lnTo>
                  <a:pt x="227500" y="342240"/>
                </a:lnTo>
                <a:lnTo>
                  <a:pt x="227500" y="326684"/>
                </a:lnTo>
                <a:lnTo>
                  <a:pt x="227500" y="311127"/>
                </a:lnTo>
                <a:lnTo>
                  <a:pt x="227500" y="295571"/>
                </a:lnTo>
                <a:lnTo>
                  <a:pt x="227500" y="280015"/>
                </a:lnTo>
                <a:lnTo>
                  <a:pt x="227500" y="264458"/>
                </a:lnTo>
                <a:lnTo>
                  <a:pt x="227500" y="248902"/>
                </a:lnTo>
                <a:lnTo>
                  <a:pt x="227500" y="233345"/>
                </a:lnTo>
                <a:lnTo>
                  <a:pt x="227500" y="217789"/>
                </a:lnTo>
                <a:lnTo>
                  <a:pt x="227500" y="202233"/>
                </a:lnTo>
                <a:lnTo>
                  <a:pt x="227500" y="186676"/>
                </a:lnTo>
                <a:lnTo>
                  <a:pt x="227500" y="171120"/>
                </a:lnTo>
                <a:lnTo>
                  <a:pt x="227500" y="155564"/>
                </a:lnTo>
                <a:lnTo>
                  <a:pt x="227500" y="140007"/>
                </a:lnTo>
                <a:lnTo>
                  <a:pt x="227500" y="124451"/>
                </a:lnTo>
                <a:lnTo>
                  <a:pt x="227500" y="108895"/>
                </a:lnTo>
                <a:lnTo>
                  <a:pt x="227500" y="93338"/>
                </a:lnTo>
                <a:lnTo>
                  <a:pt x="227500" y="77782"/>
                </a:lnTo>
                <a:lnTo>
                  <a:pt x="227500" y="62225"/>
                </a:lnTo>
                <a:lnTo>
                  <a:pt x="227500" y="46669"/>
                </a:lnTo>
                <a:lnTo>
                  <a:pt x="227500" y="31113"/>
                </a:lnTo>
                <a:lnTo>
                  <a:pt x="227500" y="15556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0"/>
                </a:lnTo>
                <a:lnTo>
                  <a:pt x="227500" y="15556"/>
                </a:lnTo>
                <a:lnTo>
                  <a:pt x="227500" y="31113"/>
                </a:lnTo>
                <a:lnTo>
                  <a:pt x="227500" y="46669"/>
                </a:lnTo>
                <a:lnTo>
                  <a:pt x="227500" y="62225"/>
                </a:lnTo>
                <a:lnTo>
                  <a:pt x="227500" y="77782"/>
                </a:lnTo>
                <a:lnTo>
                  <a:pt x="227500" y="93338"/>
                </a:lnTo>
                <a:lnTo>
                  <a:pt x="227500" y="108895"/>
                </a:lnTo>
                <a:lnTo>
                  <a:pt x="227500" y="124451"/>
                </a:lnTo>
                <a:lnTo>
                  <a:pt x="227500" y="140007"/>
                </a:lnTo>
                <a:lnTo>
                  <a:pt x="227500" y="155564"/>
                </a:lnTo>
                <a:lnTo>
                  <a:pt x="227500" y="171120"/>
                </a:lnTo>
                <a:lnTo>
                  <a:pt x="227500" y="186676"/>
                </a:lnTo>
                <a:lnTo>
                  <a:pt x="227500" y="202233"/>
                </a:lnTo>
                <a:lnTo>
                  <a:pt x="227500" y="217789"/>
                </a:lnTo>
                <a:lnTo>
                  <a:pt x="227500" y="233345"/>
                </a:lnTo>
                <a:lnTo>
                  <a:pt x="227500" y="248902"/>
                </a:lnTo>
                <a:lnTo>
                  <a:pt x="227500" y="264458"/>
                </a:lnTo>
                <a:lnTo>
                  <a:pt x="227500" y="280015"/>
                </a:lnTo>
                <a:lnTo>
                  <a:pt x="227500" y="295571"/>
                </a:lnTo>
                <a:lnTo>
                  <a:pt x="227500" y="311127"/>
                </a:lnTo>
                <a:lnTo>
                  <a:pt x="227500" y="326684"/>
                </a:lnTo>
                <a:lnTo>
                  <a:pt x="227500" y="342240"/>
                </a:lnTo>
                <a:lnTo>
                  <a:pt x="227500" y="357796"/>
                </a:lnTo>
                <a:lnTo>
                  <a:pt x="227500" y="373353"/>
                </a:lnTo>
                <a:lnTo>
                  <a:pt x="227500" y="388909"/>
                </a:lnTo>
                <a:lnTo>
                  <a:pt x="227500" y="404465"/>
                </a:lnTo>
                <a:lnTo>
                  <a:pt x="227500" y="420022"/>
                </a:lnTo>
                <a:lnTo>
                  <a:pt x="227500" y="435578"/>
                </a:lnTo>
                <a:lnTo>
                  <a:pt x="227501" y="451135"/>
                </a:lnTo>
                <a:lnTo>
                  <a:pt x="227502" y="466691"/>
                </a:lnTo>
                <a:lnTo>
                  <a:pt x="227503" y="482247"/>
                </a:lnTo>
                <a:lnTo>
                  <a:pt x="227506" y="497804"/>
                </a:lnTo>
                <a:lnTo>
                  <a:pt x="227512" y="513360"/>
                </a:lnTo>
                <a:lnTo>
                  <a:pt x="227522" y="528916"/>
                </a:lnTo>
                <a:lnTo>
                  <a:pt x="227539" y="544473"/>
                </a:lnTo>
                <a:lnTo>
                  <a:pt x="227569" y="560029"/>
                </a:lnTo>
                <a:lnTo>
                  <a:pt x="227618" y="575585"/>
                </a:lnTo>
                <a:lnTo>
                  <a:pt x="227697" y="591142"/>
                </a:lnTo>
                <a:lnTo>
                  <a:pt x="227823" y="606698"/>
                </a:lnTo>
                <a:lnTo>
                  <a:pt x="228017" y="622255"/>
                </a:lnTo>
                <a:lnTo>
                  <a:pt x="228310" y="637811"/>
                </a:lnTo>
                <a:lnTo>
                  <a:pt x="228739" y="653367"/>
                </a:lnTo>
                <a:lnTo>
                  <a:pt x="229353" y="668924"/>
                </a:lnTo>
                <a:lnTo>
                  <a:pt x="230208" y="684480"/>
                </a:lnTo>
                <a:lnTo>
                  <a:pt x="231369" y="700036"/>
                </a:lnTo>
                <a:lnTo>
                  <a:pt x="232902" y="715593"/>
                </a:lnTo>
                <a:lnTo>
                  <a:pt x="234872" y="731149"/>
                </a:lnTo>
                <a:lnTo>
                  <a:pt x="237335" y="746705"/>
                </a:lnTo>
                <a:lnTo>
                  <a:pt x="240325" y="762262"/>
                </a:lnTo>
                <a:lnTo>
                  <a:pt x="243849" y="777818"/>
                </a:lnTo>
                <a:lnTo>
                  <a:pt x="247875" y="793375"/>
                </a:lnTo>
                <a:lnTo>
                  <a:pt x="252325" y="808931"/>
                </a:lnTo>
                <a:lnTo>
                  <a:pt x="257075" y="824487"/>
                </a:lnTo>
                <a:lnTo>
                  <a:pt x="261956" y="840044"/>
                </a:lnTo>
                <a:lnTo>
                  <a:pt x="266760" y="855600"/>
                </a:lnTo>
                <a:lnTo>
                  <a:pt x="271259" y="871156"/>
                </a:lnTo>
                <a:lnTo>
                  <a:pt x="275223" y="886713"/>
                </a:lnTo>
                <a:lnTo>
                  <a:pt x="278442" y="902269"/>
                </a:lnTo>
                <a:lnTo>
                  <a:pt x="280746" y="917825"/>
                </a:lnTo>
                <a:lnTo>
                  <a:pt x="282025" y="933382"/>
                </a:lnTo>
                <a:lnTo>
                  <a:pt x="282241" y="948938"/>
                </a:lnTo>
                <a:lnTo>
                  <a:pt x="281430" y="964495"/>
                </a:lnTo>
                <a:lnTo>
                  <a:pt x="279701" y="980051"/>
                </a:lnTo>
                <a:lnTo>
                  <a:pt x="277219" y="995607"/>
                </a:lnTo>
                <a:lnTo>
                  <a:pt x="274188" y="1011164"/>
                </a:lnTo>
                <a:lnTo>
                  <a:pt x="270830" y="1026720"/>
                </a:lnTo>
                <a:lnTo>
                  <a:pt x="267362" y="1042276"/>
                </a:lnTo>
                <a:lnTo>
                  <a:pt x="263977" y="1057833"/>
                </a:lnTo>
                <a:lnTo>
                  <a:pt x="260831" y="1073389"/>
                </a:lnTo>
                <a:lnTo>
                  <a:pt x="258036" y="1088945"/>
                </a:lnTo>
                <a:lnTo>
                  <a:pt x="255656" y="1104502"/>
                </a:lnTo>
                <a:lnTo>
                  <a:pt x="253714" y="1120058"/>
                </a:lnTo>
                <a:lnTo>
                  <a:pt x="252196" y="1135615"/>
                </a:lnTo>
                <a:lnTo>
                  <a:pt x="251065" y="1151171"/>
                </a:lnTo>
                <a:lnTo>
                  <a:pt x="250268" y="1166727"/>
                </a:lnTo>
                <a:lnTo>
                  <a:pt x="249746" y="1182284"/>
                </a:lnTo>
                <a:lnTo>
                  <a:pt x="249439" y="1197840"/>
                </a:lnTo>
                <a:lnTo>
                  <a:pt x="249291" y="1213396"/>
                </a:lnTo>
                <a:lnTo>
                  <a:pt x="249255" y="1228953"/>
                </a:lnTo>
                <a:lnTo>
                  <a:pt x="249287" y="1244509"/>
                </a:lnTo>
                <a:lnTo>
                  <a:pt x="249348" y="1260065"/>
                </a:lnTo>
                <a:lnTo>
                  <a:pt x="249405" y="1275622"/>
                </a:lnTo>
                <a:lnTo>
                  <a:pt x="249421" y="1291178"/>
                </a:lnTo>
                <a:lnTo>
                  <a:pt x="249364" y="1306735"/>
                </a:lnTo>
                <a:lnTo>
                  <a:pt x="249201" y="1322291"/>
                </a:lnTo>
                <a:lnTo>
                  <a:pt x="248900" y="1337847"/>
                </a:lnTo>
                <a:lnTo>
                  <a:pt x="248435" y="1353404"/>
                </a:lnTo>
                <a:lnTo>
                  <a:pt x="247787" y="1368960"/>
                </a:lnTo>
                <a:lnTo>
                  <a:pt x="246949" y="1384516"/>
                </a:lnTo>
                <a:lnTo>
                  <a:pt x="245926" y="1400073"/>
                </a:lnTo>
                <a:lnTo>
                  <a:pt x="244738" y="1415629"/>
                </a:lnTo>
                <a:lnTo>
                  <a:pt x="243420" y="1431185"/>
                </a:lnTo>
                <a:lnTo>
                  <a:pt x="242021" y="1446742"/>
                </a:lnTo>
                <a:lnTo>
                  <a:pt x="240601" y="1462298"/>
                </a:lnTo>
                <a:lnTo>
                  <a:pt x="239230" y="1477855"/>
                </a:lnTo>
                <a:lnTo>
                  <a:pt x="237982" y="1493411"/>
                </a:lnTo>
                <a:lnTo>
                  <a:pt x="236941" y="1508967"/>
                </a:lnTo>
                <a:lnTo>
                  <a:pt x="236193" y="1524524"/>
                </a:lnTo>
                <a:lnTo>
                  <a:pt x="235835" y="1540080"/>
                </a:lnTo>
                <a:lnTo>
                  <a:pt x="235978" y="1555636"/>
                </a:lnTo>
                <a:lnTo>
                  <a:pt x="236751" y="1571193"/>
                </a:lnTo>
                <a:lnTo>
                  <a:pt x="238310" y="1586749"/>
                </a:lnTo>
                <a:lnTo>
                  <a:pt x="240839" y="1602305"/>
                </a:lnTo>
                <a:lnTo>
                  <a:pt x="244554" y="1617862"/>
                </a:lnTo>
                <a:lnTo>
                  <a:pt x="249693" y="1633418"/>
                </a:lnTo>
                <a:lnTo>
                  <a:pt x="256507" y="1648975"/>
                </a:lnTo>
                <a:lnTo>
                  <a:pt x="265232" y="1664531"/>
                </a:lnTo>
                <a:lnTo>
                  <a:pt x="276060" y="1680087"/>
                </a:lnTo>
                <a:lnTo>
                  <a:pt x="289099" y="1695644"/>
                </a:lnTo>
                <a:lnTo>
                  <a:pt x="304333" y="1711200"/>
                </a:lnTo>
                <a:lnTo>
                  <a:pt x="321579" y="1726756"/>
                </a:lnTo>
                <a:lnTo>
                  <a:pt x="340465" y="1742313"/>
                </a:lnTo>
                <a:lnTo>
                  <a:pt x="360411" y="1757869"/>
                </a:lnTo>
                <a:lnTo>
                  <a:pt x="380647" y="1773425"/>
                </a:lnTo>
                <a:lnTo>
                  <a:pt x="400249" y="1788982"/>
                </a:lnTo>
                <a:lnTo>
                  <a:pt x="418202" y="1804538"/>
                </a:lnTo>
                <a:lnTo>
                  <a:pt x="433485" y="1820095"/>
                </a:lnTo>
                <a:lnTo>
                  <a:pt x="445167" y="1835651"/>
                </a:lnTo>
                <a:lnTo>
                  <a:pt x="452500" y="1851207"/>
                </a:lnTo>
                <a:lnTo>
                  <a:pt x="455000" y="1866764"/>
                </a:lnTo>
                <a:lnTo>
                  <a:pt x="45500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4" name="10_small_CA2_pose50_rmsd3_4086">
            <a:extLst>
              <a:ext uri="{FF2B5EF4-FFF2-40B4-BE49-F238E27FC236}">
                <a16:creationId xmlns:a16="http://schemas.microsoft.com/office/drawing/2014/main" id="{D95F21D0-9E0A-4ACD-A996-4FDBD6F69847}"/>
              </a:ext>
            </a:extLst>
          </p:cNvPr>
          <p:cNvSpPr>
            <a:spLocks noGrp="1"/>
          </p:cNvSpPr>
          <p:nvPr/>
        </p:nvSpPr>
        <p:spPr>
          <a:xfrm>
            <a:off x="22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95514" y="1866764"/>
                </a:moveTo>
                <a:lnTo>
                  <a:pt x="59486" y="1866764"/>
                </a:lnTo>
                <a:lnTo>
                  <a:pt x="61284" y="1851207"/>
                </a:lnTo>
                <a:lnTo>
                  <a:pt x="66557" y="1835651"/>
                </a:lnTo>
                <a:lnTo>
                  <a:pt x="74949" y="1820095"/>
                </a:lnTo>
                <a:lnTo>
                  <a:pt x="85919" y="1804538"/>
                </a:lnTo>
                <a:lnTo>
                  <a:pt x="98788" y="1788982"/>
                </a:lnTo>
                <a:lnTo>
                  <a:pt x="112818" y="1773425"/>
                </a:lnTo>
                <a:lnTo>
                  <a:pt x="127279" y="1757869"/>
                </a:lnTo>
                <a:lnTo>
                  <a:pt x="141511" y="1742313"/>
                </a:lnTo>
                <a:lnTo>
                  <a:pt x="154969" y="1726756"/>
                </a:lnTo>
                <a:lnTo>
                  <a:pt x="167253" y="1711200"/>
                </a:lnTo>
                <a:lnTo>
                  <a:pt x="178109" y="1695644"/>
                </a:lnTo>
                <a:lnTo>
                  <a:pt x="187424" y="1680087"/>
                </a:lnTo>
                <a:lnTo>
                  <a:pt x="195201" y="1664531"/>
                </a:lnTo>
                <a:lnTo>
                  <a:pt x="201525" y="1648975"/>
                </a:lnTo>
                <a:lnTo>
                  <a:pt x="206537" y="1633418"/>
                </a:lnTo>
                <a:lnTo>
                  <a:pt x="210403" y="1617862"/>
                </a:lnTo>
                <a:lnTo>
                  <a:pt x="213289" y="1602305"/>
                </a:lnTo>
                <a:lnTo>
                  <a:pt x="215349" y="1586749"/>
                </a:lnTo>
                <a:lnTo>
                  <a:pt x="216718" y="1571193"/>
                </a:lnTo>
                <a:lnTo>
                  <a:pt x="217508" y="1555636"/>
                </a:lnTo>
                <a:lnTo>
                  <a:pt x="217811" y="1540080"/>
                </a:lnTo>
                <a:lnTo>
                  <a:pt x="217705" y="1524524"/>
                </a:lnTo>
                <a:lnTo>
                  <a:pt x="217261" y="1508967"/>
                </a:lnTo>
                <a:lnTo>
                  <a:pt x="216546" y="1493411"/>
                </a:lnTo>
                <a:lnTo>
                  <a:pt x="215626" y="1477855"/>
                </a:lnTo>
                <a:lnTo>
                  <a:pt x="214571" y="1462298"/>
                </a:lnTo>
                <a:lnTo>
                  <a:pt x="213446" y="1446742"/>
                </a:lnTo>
                <a:lnTo>
                  <a:pt x="212320" y="1431185"/>
                </a:lnTo>
                <a:lnTo>
                  <a:pt x="211252" y="1415629"/>
                </a:lnTo>
                <a:lnTo>
                  <a:pt x="210296" y="1400073"/>
                </a:lnTo>
                <a:lnTo>
                  <a:pt x="209495" y="1384516"/>
                </a:lnTo>
                <a:lnTo>
                  <a:pt x="208879" y="1368960"/>
                </a:lnTo>
                <a:lnTo>
                  <a:pt x="208471" y="1353404"/>
                </a:lnTo>
                <a:lnTo>
                  <a:pt x="208280" y="1337847"/>
                </a:lnTo>
                <a:lnTo>
                  <a:pt x="208310" y="1322291"/>
                </a:lnTo>
                <a:lnTo>
                  <a:pt x="208554" y="1306735"/>
                </a:lnTo>
                <a:lnTo>
                  <a:pt x="209003" y="1291178"/>
                </a:lnTo>
                <a:lnTo>
                  <a:pt x="209641" y="1275622"/>
                </a:lnTo>
                <a:lnTo>
                  <a:pt x="210447" y="1260065"/>
                </a:lnTo>
                <a:lnTo>
                  <a:pt x="211393" y="1244509"/>
                </a:lnTo>
                <a:lnTo>
                  <a:pt x="212446" y="1228953"/>
                </a:lnTo>
                <a:lnTo>
                  <a:pt x="213563" y="1213396"/>
                </a:lnTo>
                <a:lnTo>
                  <a:pt x="214694" y="1197840"/>
                </a:lnTo>
                <a:lnTo>
                  <a:pt x="215784" y="1182284"/>
                </a:lnTo>
                <a:lnTo>
                  <a:pt x="216773" y="1166727"/>
                </a:lnTo>
                <a:lnTo>
                  <a:pt x="217602" y="1151171"/>
                </a:lnTo>
                <a:lnTo>
                  <a:pt x="218214" y="1135615"/>
                </a:lnTo>
                <a:lnTo>
                  <a:pt x="218564" y="1120058"/>
                </a:lnTo>
                <a:lnTo>
                  <a:pt x="218620" y="1104502"/>
                </a:lnTo>
                <a:lnTo>
                  <a:pt x="218367" y="1088945"/>
                </a:lnTo>
                <a:lnTo>
                  <a:pt x="217814" y="1073389"/>
                </a:lnTo>
                <a:lnTo>
                  <a:pt x="216992" y="1057833"/>
                </a:lnTo>
                <a:lnTo>
                  <a:pt x="215955" y="1042276"/>
                </a:lnTo>
                <a:lnTo>
                  <a:pt x="214776" y="1026720"/>
                </a:lnTo>
                <a:lnTo>
                  <a:pt x="213545" y="1011164"/>
                </a:lnTo>
                <a:lnTo>
                  <a:pt x="212357" y="995607"/>
                </a:lnTo>
                <a:lnTo>
                  <a:pt x="211310" y="980051"/>
                </a:lnTo>
                <a:lnTo>
                  <a:pt x="210491" y="964495"/>
                </a:lnTo>
                <a:lnTo>
                  <a:pt x="209969" y="948938"/>
                </a:lnTo>
                <a:lnTo>
                  <a:pt x="209790" y="933382"/>
                </a:lnTo>
                <a:lnTo>
                  <a:pt x="209969" y="917825"/>
                </a:lnTo>
                <a:lnTo>
                  <a:pt x="210490" y="902269"/>
                </a:lnTo>
                <a:lnTo>
                  <a:pt x="211309" y="886713"/>
                </a:lnTo>
                <a:lnTo>
                  <a:pt x="212356" y="871156"/>
                </a:lnTo>
                <a:lnTo>
                  <a:pt x="213543" y="855600"/>
                </a:lnTo>
                <a:lnTo>
                  <a:pt x="214776" y="840044"/>
                </a:lnTo>
                <a:lnTo>
                  <a:pt x="215958" y="824487"/>
                </a:lnTo>
                <a:lnTo>
                  <a:pt x="217001" y="808931"/>
                </a:lnTo>
                <a:lnTo>
                  <a:pt x="217836" y="793375"/>
                </a:lnTo>
                <a:lnTo>
                  <a:pt x="218411" y="777818"/>
                </a:lnTo>
                <a:lnTo>
                  <a:pt x="218701" y="762262"/>
                </a:lnTo>
                <a:lnTo>
                  <a:pt x="218706" y="746705"/>
                </a:lnTo>
                <a:lnTo>
                  <a:pt x="218450" y="731149"/>
                </a:lnTo>
                <a:lnTo>
                  <a:pt x="217975" y="715593"/>
                </a:lnTo>
                <a:lnTo>
                  <a:pt x="217341" y="700036"/>
                </a:lnTo>
                <a:lnTo>
                  <a:pt x="216619" y="684480"/>
                </a:lnTo>
                <a:lnTo>
                  <a:pt x="215881" y="668924"/>
                </a:lnTo>
                <a:lnTo>
                  <a:pt x="215198" y="653367"/>
                </a:lnTo>
                <a:lnTo>
                  <a:pt x="214634" y="637811"/>
                </a:lnTo>
                <a:lnTo>
                  <a:pt x="214236" y="622255"/>
                </a:lnTo>
                <a:lnTo>
                  <a:pt x="214037" y="606698"/>
                </a:lnTo>
                <a:lnTo>
                  <a:pt x="214050" y="591142"/>
                </a:lnTo>
                <a:lnTo>
                  <a:pt x="214273" y="575585"/>
                </a:lnTo>
                <a:lnTo>
                  <a:pt x="214683" y="560029"/>
                </a:lnTo>
                <a:lnTo>
                  <a:pt x="215249" y="544473"/>
                </a:lnTo>
                <a:lnTo>
                  <a:pt x="215928" y="528916"/>
                </a:lnTo>
                <a:lnTo>
                  <a:pt x="216675" y="513360"/>
                </a:lnTo>
                <a:lnTo>
                  <a:pt x="217445" y="497804"/>
                </a:lnTo>
                <a:lnTo>
                  <a:pt x="218200" y="482247"/>
                </a:lnTo>
                <a:lnTo>
                  <a:pt x="218907" y="466691"/>
                </a:lnTo>
                <a:lnTo>
                  <a:pt x="219540" y="451135"/>
                </a:lnTo>
                <a:lnTo>
                  <a:pt x="220083" y="435578"/>
                </a:lnTo>
                <a:lnTo>
                  <a:pt x="220523" y="420022"/>
                </a:lnTo>
                <a:lnTo>
                  <a:pt x="220853" y="404465"/>
                </a:lnTo>
                <a:lnTo>
                  <a:pt x="221060" y="388909"/>
                </a:lnTo>
                <a:lnTo>
                  <a:pt x="221127" y="373353"/>
                </a:lnTo>
                <a:lnTo>
                  <a:pt x="221027" y="357796"/>
                </a:lnTo>
                <a:lnTo>
                  <a:pt x="220714" y="342240"/>
                </a:lnTo>
                <a:lnTo>
                  <a:pt x="220124" y="326684"/>
                </a:lnTo>
                <a:lnTo>
                  <a:pt x="219165" y="311127"/>
                </a:lnTo>
                <a:lnTo>
                  <a:pt x="217715" y="295571"/>
                </a:lnTo>
                <a:lnTo>
                  <a:pt x="215617" y="280015"/>
                </a:lnTo>
                <a:lnTo>
                  <a:pt x="212679" y="264458"/>
                </a:lnTo>
                <a:lnTo>
                  <a:pt x="208678" y="248902"/>
                </a:lnTo>
                <a:lnTo>
                  <a:pt x="203362" y="233345"/>
                </a:lnTo>
                <a:lnTo>
                  <a:pt x="196471" y="217789"/>
                </a:lnTo>
                <a:lnTo>
                  <a:pt x="187758" y="202233"/>
                </a:lnTo>
                <a:lnTo>
                  <a:pt x="177018" y="186676"/>
                </a:lnTo>
                <a:lnTo>
                  <a:pt x="164129" y="171120"/>
                </a:lnTo>
                <a:lnTo>
                  <a:pt x="149095" y="155564"/>
                </a:lnTo>
                <a:lnTo>
                  <a:pt x="132078" y="140007"/>
                </a:lnTo>
                <a:lnTo>
                  <a:pt x="113436" y="124451"/>
                </a:lnTo>
                <a:lnTo>
                  <a:pt x="93731" y="108895"/>
                </a:lnTo>
                <a:lnTo>
                  <a:pt x="73719" y="93338"/>
                </a:lnTo>
                <a:lnTo>
                  <a:pt x="54313" y="77782"/>
                </a:lnTo>
                <a:lnTo>
                  <a:pt x="36521" y="62225"/>
                </a:lnTo>
                <a:lnTo>
                  <a:pt x="21362" y="46669"/>
                </a:lnTo>
                <a:lnTo>
                  <a:pt x="9766" y="31113"/>
                </a:lnTo>
                <a:lnTo>
                  <a:pt x="2484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516" y="15556"/>
                </a:lnTo>
                <a:lnTo>
                  <a:pt x="445234" y="31113"/>
                </a:lnTo>
                <a:lnTo>
                  <a:pt x="433638" y="46669"/>
                </a:lnTo>
                <a:lnTo>
                  <a:pt x="418479" y="62225"/>
                </a:lnTo>
                <a:lnTo>
                  <a:pt x="400687" y="77782"/>
                </a:lnTo>
                <a:lnTo>
                  <a:pt x="381281" y="93338"/>
                </a:lnTo>
                <a:lnTo>
                  <a:pt x="361269" y="108895"/>
                </a:lnTo>
                <a:lnTo>
                  <a:pt x="341564" y="124451"/>
                </a:lnTo>
                <a:lnTo>
                  <a:pt x="322922" y="140007"/>
                </a:lnTo>
                <a:lnTo>
                  <a:pt x="305905" y="155564"/>
                </a:lnTo>
                <a:lnTo>
                  <a:pt x="290871" y="171120"/>
                </a:lnTo>
                <a:lnTo>
                  <a:pt x="277982" y="186676"/>
                </a:lnTo>
                <a:lnTo>
                  <a:pt x="267242" y="202233"/>
                </a:lnTo>
                <a:lnTo>
                  <a:pt x="258529" y="217789"/>
                </a:lnTo>
                <a:lnTo>
                  <a:pt x="251638" y="233345"/>
                </a:lnTo>
                <a:lnTo>
                  <a:pt x="246322" y="248902"/>
                </a:lnTo>
                <a:lnTo>
                  <a:pt x="242321" y="264458"/>
                </a:lnTo>
                <a:lnTo>
                  <a:pt x="239383" y="280015"/>
                </a:lnTo>
                <a:lnTo>
                  <a:pt x="237285" y="295571"/>
                </a:lnTo>
                <a:lnTo>
                  <a:pt x="235835" y="311127"/>
                </a:lnTo>
                <a:lnTo>
                  <a:pt x="234876" y="326684"/>
                </a:lnTo>
                <a:lnTo>
                  <a:pt x="234286" y="342240"/>
                </a:lnTo>
                <a:lnTo>
                  <a:pt x="233973" y="357796"/>
                </a:lnTo>
                <a:lnTo>
                  <a:pt x="233873" y="373353"/>
                </a:lnTo>
                <a:lnTo>
                  <a:pt x="233940" y="388909"/>
                </a:lnTo>
                <a:lnTo>
                  <a:pt x="234147" y="404465"/>
                </a:lnTo>
                <a:lnTo>
                  <a:pt x="234477" y="420022"/>
                </a:lnTo>
                <a:lnTo>
                  <a:pt x="234917" y="435578"/>
                </a:lnTo>
                <a:lnTo>
                  <a:pt x="235460" y="451135"/>
                </a:lnTo>
                <a:lnTo>
                  <a:pt x="236093" y="466691"/>
                </a:lnTo>
                <a:lnTo>
                  <a:pt x="236800" y="482247"/>
                </a:lnTo>
                <a:lnTo>
                  <a:pt x="237555" y="497804"/>
                </a:lnTo>
                <a:lnTo>
                  <a:pt x="238325" y="513360"/>
                </a:lnTo>
                <a:lnTo>
                  <a:pt x="239072" y="528916"/>
                </a:lnTo>
                <a:lnTo>
                  <a:pt x="239751" y="544473"/>
                </a:lnTo>
                <a:lnTo>
                  <a:pt x="240317" y="560029"/>
                </a:lnTo>
                <a:lnTo>
                  <a:pt x="240727" y="575585"/>
                </a:lnTo>
                <a:lnTo>
                  <a:pt x="240950" y="591142"/>
                </a:lnTo>
                <a:lnTo>
                  <a:pt x="240963" y="606698"/>
                </a:lnTo>
                <a:lnTo>
                  <a:pt x="240764" y="622255"/>
                </a:lnTo>
                <a:lnTo>
                  <a:pt x="240366" y="637811"/>
                </a:lnTo>
                <a:lnTo>
                  <a:pt x="239802" y="653367"/>
                </a:lnTo>
                <a:lnTo>
                  <a:pt x="239119" y="668924"/>
                </a:lnTo>
                <a:lnTo>
                  <a:pt x="238381" y="684480"/>
                </a:lnTo>
                <a:lnTo>
                  <a:pt x="237659" y="700036"/>
                </a:lnTo>
                <a:lnTo>
                  <a:pt x="237025" y="715593"/>
                </a:lnTo>
                <a:lnTo>
                  <a:pt x="236550" y="731149"/>
                </a:lnTo>
                <a:lnTo>
                  <a:pt x="236294" y="746705"/>
                </a:lnTo>
                <a:lnTo>
                  <a:pt x="236299" y="762262"/>
                </a:lnTo>
                <a:lnTo>
                  <a:pt x="236589" y="777818"/>
                </a:lnTo>
                <a:lnTo>
                  <a:pt x="237164" y="793375"/>
                </a:lnTo>
                <a:lnTo>
                  <a:pt x="237999" y="808931"/>
                </a:lnTo>
                <a:lnTo>
                  <a:pt x="239042" y="824487"/>
                </a:lnTo>
                <a:lnTo>
                  <a:pt x="240224" y="840044"/>
                </a:lnTo>
                <a:lnTo>
                  <a:pt x="241457" y="855600"/>
                </a:lnTo>
                <a:lnTo>
                  <a:pt x="242644" y="871156"/>
                </a:lnTo>
                <a:lnTo>
                  <a:pt x="243691" y="886713"/>
                </a:lnTo>
                <a:lnTo>
                  <a:pt x="244510" y="902269"/>
                </a:lnTo>
                <a:lnTo>
                  <a:pt x="245031" y="917825"/>
                </a:lnTo>
                <a:lnTo>
                  <a:pt x="245210" y="933382"/>
                </a:lnTo>
                <a:lnTo>
                  <a:pt x="245031" y="948938"/>
                </a:lnTo>
                <a:lnTo>
                  <a:pt x="244509" y="964495"/>
                </a:lnTo>
                <a:lnTo>
                  <a:pt x="243690" y="980051"/>
                </a:lnTo>
                <a:lnTo>
                  <a:pt x="242643" y="995607"/>
                </a:lnTo>
                <a:lnTo>
                  <a:pt x="241455" y="1011164"/>
                </a:lnTo>
                <a:lnTo>
                  <a:pt x="240224" y="1026720"/>
                </a:lnTo>
                <a:lnTo>
                  <a:pt x="239045" y="1042276"/>
                </a:lnTo>
                <a:lnTo>
                  <a:pt x="238008" y="1057833"/>
                </a:lnTo>
                <a:lnTo>
                  <a:pt x="237186" y="1073389"/>
                </a:lnTo>
                <a:lnTo>
                  <a:pt x="236633" y="1088945"/>
                </a:lnTo>
                <a:lnTo>
                  <a:pt x="236380" y="1104502"/>
                </a:lnTo>
                <a:lnTo>
                  <a:pt x="236436" y="1120058"/>
                </a:lnTo>
                <a:lnTo>
                  <a:pt x="236786" y="1135615"/>
                </a:lnTo>
                <a:lnTo>
                  <a:pt x="237398" y="1151171"/>
                </a:lnTo>
                <a:lnTo>
                  <a:pt x="238227" y="1166727"/>
                </a:lnTo>
                <a:lnTo>
                  <a:pt x="239216" y="1182284"/>
                </a:lnTo>
                <a:lnTo>
                  <a:pt x="240306" y="1197840"/>
                </a:lnTo>
                <a:lnTo>
                  <a:pt x="241437" y="1213396"/>
                </a:lnTo>
                <a:lnTo>
                  <a:pt x="242554" y="1228953"/>
                </a:lnTo>
                <a:lnTo>
                  <a:pt x="243607" y="1244509"/>
                </a:lnTo>
                <a:lnTo>
                  <a:pt x="244553" y="1260065"/>
                </a:lnTo>
                <a:lnTo>
                  <a:pt x="245359" y="1275622"/>
                </a:lnTo>
                <a:lnTo>
                  <a:pt x="245997" y="1291178"/>
                </a:lnTo>
                <a:lnTo>
                  <a:pt x="246446" y="1306735"/>
                </a:lnTo>
                <a:lnTo>
                  <a:pt x="246690" y="1322291"/>
                </a:lnTo>
                <a:lnTo>
                  <a:pt x="246720" y="1337847"/>
                </a:lnTo>
                <a:lnTo>
                  <a:pt x="246529" y="1353404"/>
                </a:lnTo>
                <a:lnTo>
                  <a:pt x="246121" y="1368960"/>
                </a:lnTo>
                <a:lnTo>
                  <a:pt x="245505" y="1384516"/>
                </a:lnTo>
                <a:lnTo>
                  <a:pt x="244704" y="1400073"/>
                </a:lnTo>
                <a:lnTo>
                  <a:pt x="243748" y="1415629"/>
                </a:lnTo>
                <a:lnTo>
                  <a:pt x="242680" y="1431185"/>
                </a:lnTo>
                <a:lnTo>
                  <a:pt x="241554" y="1446742"/>
                </a:lnTo>
                <a:lnTo>
                  <a:pt x="240429" y="1462298"/>
                </a:lnTo>
                <a:lnTo>
                  <a:pt x="239374" y="1477855"/>
                </a:lnTo>
                <a:lnTo>
                  <a:pt x="238454" y="1493411"/>
                </a:lnTo>
                <a:lnTo>
                  <a:pt x="237739" y="1508967"/>
                </a:lnTo>
                <a:lnTo>
                  <a:pt x="237295" y="1524524"/>
                </a:lnTo>
                <a:lnTo>
                  <a:pt x="237189" y="1540080"/>
                </a:lnTo>
                <a:lnTo>
                  <a:pt x="237492" y="1555636"/>
                </a:lnTo>
                <a:lnTo>
                  <a:pt x="238282" y="1571193"/>
                </a:lnTo>
                <a:lnTo>
                  <a:pt x="239651" y="1586749"/>
                </a:lnTo>
                <a:lnTo>
                  <a:pt x="241711" y="1602305"/>
                </a:lnTo>
                <a:lnTo>
                  <a:pt x="244597" y="1617862"/>
                </a:lnTo>
                <a:lnTo>
                  <a:pt x="248463" y="1633418"/>
                </a:lnTo>
                <a:lnTo>
                  <a:pt x="253475" y="1648975"/>
                </a:lnTo>
                <a:lnTo>
                  <a:pt x="259799" y="1664531"/>
                </a:lnTo>
                <a:lnTo>
                  <a:pt x="267576" y="1680087"/>
                </a:lnTo>
                <a:lnTo>
                  <a:pt x="276891" y="1695644"/>
                </a:lnTo>
                <a:lnTo>
                  <a:pt x="287747" y="1711200"/>
                </a:lnTo>
                <a:lnTo>
                  <a:pt x="300031" y="1726756"/>
                </a:lnTo>
                <a:lnTo>
                  <a:pt x="313489" y="1742313"/>
                </a:lnTo>
                <a:lnTo>
                  <a:pt x="327721" y="1757869"/>
                </a:lnTo>
                <a:lnTo>
                  <a:pt x="342182" y="1773425"/>
                </a:lnTo>
                <a:lnTo>
                  <a:pt x="356212" y="1788982"/>
                </a:lnTo>
                <a:lnTo>
                  <a:pt x="369081" y="1804538"/>
                </a:lnTo>
                <a:lnTo>
                  <a:pt x="380051" y="1820095"/>
                </a:lnTo>
                <a:lnTo>
                  <a:pt x="388443" y="1835651"/>
                </a:lnTo>
                <a:lnTo>
                  <a:pt x="393716" y="1851207"/>
                </a:lnTo>
                <a:lnTo>
                  <a:pt x="395514" y="1866764"/>
                </a:lnTo>
                <a:lnTo>
                  <a:pt x="395514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5" name="10_small_CA2_pose50_rmsd3_4087">
            <a:extLst>
              <a:ext uri="{FF2B5EF4-FFF2-40B4-BE49-F238E27FC236}">
                <a16:creationId xmlns:a16="http://schemas.microsoft.com/office/drawing/2014/main" id="{85F282EB-CB19-44A3-A7A6-AE880C9D4057}"/>
              </a:ext>
            </a:extLst>
          </p:cNvPr>
          <p:cNvSpPr>
            <a:spLocks noGrp="1"/>
          </p:cNvSpPr>
          <p:nvPr/>
        </p:nvSpPr>
        <p:spPr>
          <a:xfrm>
            <a:off x="397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55060" y="1866764"/>
                </a:moveTo>
                <a:lnTo>
                  <a:pt x="99940" y="1866764"/>
                </a:lnTo>
                <a:lnTo>
                  <a:pt x="101297" y="1851207"/>
                </a:lnTo>
                <a:lnTo>
                  <a:pt x="105275" y="1835651"/>
                </a:lnTo>
                <a:lnTo>
                  <a:pt x="111609" y="1820095"/>
                </a:lnTo>
                <a:lnTo>
                  <a:pt x="119887" y="1804538"/>
                </a:lnTo>
                <a:lnTo>
                  <a:pt x="129598" y="1788982"/>
                </a:lnTo>
                <a:lnTo>
                  <a:pt x="140186" y="1773425"/>
                </a:lnTo>
                <a:lnTo>
                  <a:pt x="151100" y="1757869"/>
                </a:lnTo>
                <a:lnTo>
                  <a:pt x="161843" y="1742313"/>
                </a:lnTo>
                <a:lnTo>
                  <a:pt x="172003" y="1726756"/>
                </a:lnTo>
                <a:lnTo>
                  <a:pt x="181280" y="1711200"/>
                </a:lnTo>
                <a:lnTo>
                  <a:pt x="189484" y="1695644"/>
                </a:lnTo>
                <a:lnTo>
                  <a:pt x="196529" y="1680087"/>
                </a:lnTo>
                <a:lnTo>
                  <a:pt x="202416" y="1664531"/>
                </a:lnTo>
                <a:lnTo>
                  <a:pt x="207211" y="1648975"/>
                </a:lnTo>
                <a:lnTo>
                  <a:pt x="211017" y="1633418"/>
                </a:lnTo>
                <a:lnTo>
                  <a:pt x="213957" y="1617862"/>
                </a:lnTo>
                <a:lnTo>
                  <a:pt x="216157" y="1602305"/>
                </a:lnTo>
                <a:lnTo>
                  <a:pt x="217729" y="1586749"/>
                </a:lnTo>
                <a:lnTo>
                  <a:pt x="218773" y="1571193"/>
                </a:lnTo>
                <a:lnTo>
                  <a:pt x="219371" y="1555636"/>
                </a:lnTo>
                <a:lnTo>
                  <a:pt x="219595" y="1540080"/>
                </a:lnTo>
                <a:lnTo>
                  <a:pt x="219503" y="1524524"/>
                </a:lnTo>
                <a:lnTo>
                  <a:pt x="219152" y="1508967"/>
                </a:lnTo>
                <a:lnTo>
                  <a:pt x="218597" y="1493411"/>
                </a:lnTo>
                <a:lnTo>
                  <a:pt x="217894" y="1477855"/>
                </a:lnTo>
                <a:lnTo>
                  <a:pt x="217102" y="1462298"/>
                </a:lnTo>
                <a:lnTo>
                  <a:pt x="216280" y="1446742"/>
                </a:lnTo>
                <a:lnTo>
                  <a:pt x="215484" y="1431185"/>
                </a:lnTo>
                <a:lnTo>
                  <a:pt x="214767" y="1415629"/>
                </a:lnTo>
                <a:lnTo>
                  <a:pt x="214171" y="1400073"/>
                </a:lnTo>
                <a:lnTo>
                  <a:pt x="213731" y="1384516"/>
                </a:lnTo>
                <a:lnTo>
                  <a:pt x="213468" y="1368960"/>
                </a:lnTo>
                <a:lnTo>
                  <a:pt x="213391" y="1353404"/>
                </a:lnTo>
                <a:lnTo>
                  <a:pt x="213499" y="1337847"/>
                </a:lnTo>
                <a:lnTo>
                  <a:pt x="213781" y="1322291"/>
                </a:lnTo>
                <a:lnTo>
                  <a:pt x="214220" y="1306735"/>
                </a:lnTo>
                <a:lnTo>
                  <a:pt x="214794" y="1291178"/>
                </a:lnTo>
                <a:lnTo>
                  <a:pt x="215476" y="1275622"/>
                </a:lnTo>
                <a:lnTo>
                  <a:pt x="216241" y="1260065"/>
                </a:lnTo>
                <a:lnTo>
                  <a:pt x="217058" y="1244509"/>
                </a:lnTo>
                <a:lnTo>
                  <a:pt x="217896" y="1228953"/>
                </a:lnTo>
                <a:lnTo>
                  <a:pt x="218724" y="1213396"/>
                </a:lnTo>
                <a:lnTo>
                  <a:pt x="219507" y="1197840"/>
                </a:lnTo>
                <a:lnTo>
                  <a:pt x="220208" y="1182284"/>
                </a:lnTo>
                <a:lnTo>
                  <a:pt x="220791" y="1166727"/>
                </a:lnTo>
                <a:lnTo>
                  <a:pt x="221219" y="1151171"/>
                </a:lnTo>
                <a:lnTo>
                  <a:pt x="221461" y="1135615"/>
                </a:lnTo>
                <a:lnTo>
                  <a:pt x="221489" y="1120058"/>
                </a:lnTo>
                <a:lnTo>
                  <a:pt x="221289" y="1104502"/>
                </a:lnTo>
                <a:lnTo>
                  <a:pt x="220856" y="1088945"/>
                </a:lnTo>
                <a:lnTo>
                  <a:pt x="220201" y="1073389"/>
                </a:lnTo>
                <a:lnTo>
                  <a:pt x="219353" y="1057833"/>
                </a:lnTo>
                <a:lnTo>
                  <a:pt x="218356" y="1042276"/>
                </a:lnTo>
                <a:lnTo>
                  <a:pt x="217269" y="1026720"/>
                </a:lnTo>
                <a:lnTo>
                  <a:pt x="216163" y="1011164"/>
                </a:lnTo>
                <a:lnTo>
                  <a:pt x="215116" y="995607"/>
                </a:lnTo>
                <a:lnTo>
                  <a:pt x="214203" y="980051"/>
                </a:lnTo>
                <a:lnTo>
                  <a:pt x="213495" y="964495"/>
                </a:lnTo>
                <a:lnTo>
                  <a:pt x="213046" y="948938"/>
                </a:lnTo>
                <a:lnTo>
                  <a:pt x="212893" y="933382"/>
                </a:lnTo>
                <a:lnTo>
                  <a:pt x="213048" y="917825"/>
                </a:lnTo>
                <a:lnTo>
                  <a:pt x="213498" y="902269"/>
                </a:lnTo>
                <a:lnTo>
                  <a:pt x="214210" y="886713"/>
                </a:lnTo>
                <a:lnTo>
                  <a:pt x="215128" y="871156"/>
                </a:lnTo>
                <a:lnTo>
                  <a:pt x="216183" y="855600"/>
                </a:lnTo>
                <a:lnTo>
                  <a:pt x="217302" y="840044"/>
                </a:lnTo>
                <a:lnTo>
                  <a:pt x="218410" y="824487"/>
                </a:lnTo>
                <a:lnTo>
                  <a:pt x="219439" y="808931"/>
                </a:lnTo>
                <a:lnTo>
                  <a:pt x="220337" y="793375"/>
                </a:lnTo>
                <a:lnTo>
                  <a:pt x="221063" y="777818"/>
                </a:lnTo>
                <a:lnTo>
                  <a:pt x="221600" y="762262"/>
                </a:lnTo>
                <a:lnTo>
                  <a:pt x="221945" y="746705"/>
                </a:lnTo>
                <a:lnTo>
                  <a:pt x="222115" y="731149"/>
                </a:lnTo>
                <a:lnTo>
                  <a:pt x="222139" y="715593"/>
                </a:lnTo>
                <a:lnTo>
                  <a:pt x="222055" y="700036"/>
                </a:lnTo>
                <a:lnTo>
                  <a:pt x="221910" y="684480"/>
                </a:lnTo>
                <a:lnTo>
                  <a:pt x="221748" y="668924"/>
                </a:lnTo>
                <a:lnTo>
                  <a:pt x="221613" y="653367"/>
                </a:lnTo>
                <a:lnTo>
                  <a:pt x="221541" y="637811"/>
                </a:lnTo>
                <a:lnTo>
                  <a:pt x="221557" y="622255"/>
                </a:lnTo>
                <a:lnTo>
                  <a:pt x="221679" y="606698"/>
                </a:lnTo>
                <a:lnTo>
                  <a:pt x="221908" y="591142"/>
                </a:lnTo>
                <a:lnTo>
                  <a:pt x="222239" y="575585"/>
                </a:lnTo>
                <a:lnTo>
                  <a:pt x="222655" y="560029"/>
                </a:lnTo>
                <a:lnTo>
                  <a:pt x="223135" y="544473"/>
                </a:lnTo>
                <a:lnTo>
                  <a:pt x="223653" y="528916"/>
                </a:lnTo>
                <a:lnTo>
                  <a:pt x="224183" y="513360"/>
                </a:lnTo>
                <a:lnTo>
                  <a:pt x="224699" y="497804"/>
                </a:lnTo>
                <a:lnTo>
                  <a:pt x="225180" y="482247"/>
                </a:lnTo>
                <a:lnTo>
                  <a:pt x="225609" y="466691"/>
                </a:lnTo>
                <a:lnTo>
                  <a:pt x="225972" y="451135"/>
                </a:lnTo>
                <a:lnTo>
                  <a:pt x="226261" y="435578"/>
                </a:lnTo>
                <a:lnTo>
                  <a:pt x="226466" y="420022"/>
                </a:lnTo>
                <a:lnTo>
                  <a:pt x="226580" y="404465"/>
                </a:lnTo>
                <a:lnTo>
                  <a:pt x="226592" y="388909"/>
                </a:lnTo>
                <a:lnTo>
                  <a:pt x="226484" y="373353"/>
                </a:lnTo>
                <a:lnTo>
                  <a:pt x="226227" y="357796"/>
                </a:lnTo>
                <a:lnTo>
                  <a:pt x="225780" y="342240"/>
                </a:lnTo>
                <a:lnTo>
                  <a:pt x="225076" y="326684"/>
                </a:lnTo>
                <a:lnTo>
                  <a:pt x="224027" y="311127"/>
                </a:lnTo>
                <a:lnTo>
                  <a:pt x="222511" y="295571"/>
                </a:lnTo>
                <a:lnTo>
                  <a:pt x="220368" y="280015"/>
                </a:lnTo>
                <a:lnTo>
                  <a:pt x="217400" y="264458"/>
                </a:lnTo>
                <a:lnTo>
                  <a:pt x="213372" y="248902"/>
                </a:lnTo>
                <a:lnTo>
                  <a:pt x="208022" y="233345"/>
                </a:lnTo>
                <a:lnTo>
                  <a:pt x="201070" y="217789"/>
                </a:lnTo>
                <a:lnTo>
                  <a:pt x="192254" y="202233"/>
                </a:lnTo>
                <a:lnTo>
                  <a:pt x="181352" y="186676"/>
                </a:lnTo>
                <a:lnTo>
                  <a:pt x="168232" y="171120"/>
                </a:lnTo>
                <a:lnTo>
                  <a:pt x="152889" y="155564"/>
                </a:lnTo>
                <a:lnTo>
                  <a:pt x="135491" y="140007"/>
                </a:lnTo>
                <a:lnTo>
                  <a:pt x="116403" y="124451"/>
                </a:lnTo>
                <a:lnTo>
                  <a:pt x="96205" y="108895"/>
                </a:lnTo>
                <a:lnTo>
                  <a:pt x="75677" y="93338"/>
                </a:lnTo>
                <a:lnTo>
                  <a:pt x="55762" y="77782"/>
                </a:lnTo>
                <a:lnTo>
                  <a:pt x="37498" y="62225"/>
                </a:lnTo>
                <a:lnTo>
                  <a:pt x="21934" y="46669"/>
                </a:lnTo>
                <a:lnTo>
                  <a:pt x="10028" y="31113"/>
                </a:lnTo>
                <a:lnTo>
                  <a:pt x="2550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50" y="15556"/>
                </a:lnTo>
                <a:lnTo>
                  <a:pt x="444972" y="31113"/>
                </a:lnTo>
                <a:lnTo>
                  <a:pt x="433066" y="46669"/>
                </a:lnTo>
                <a:lnTo>
                  <a:pt x="417502" y="62225"/>
                </a:lnTo>
                <a:lnTo>
                  <a:pt x="399238" y="77782"/>
                </a:lnTo>
                <a:lnTo>
                  <a:pt x="379323" y="93338"/>
                </a:lnTo>
                <a:lnTo>
                  <a:pt x="358795" y="108895"/>
                </a:lnTo>
                <a:lnTo>
                  <a:pt x="338597" y="124451"/>
                </a:lnTo>
                <a:lnTo>
                  <a:pt x="319509" y="140007"/>
                </a:lnTo>
                <a:lnTo>
                  <a:pt x="302111" y="155564"/>
                </a:lnTo>
                <a:lnTo>
                  <a:pt x="286768" y="171120"/>
                </a:lnTo>
                <a:lnTo>
                  <a:pt x="273648" y="186676"/>
                </a:lnTo>
                <a:lnTo>
                  <a:pt x="262746" y="202233"/>
                </a:lnTo>
                <a:lnTo>
                  <a:pt x="253930" y="217789"/>
                </a:lnTo>
                <a:lnTo>
                  <a:pt x="246978" y="233345"/>
                </a:lnTo>
                <a:lnTo>
                  <a:pt x="241628" y="248902"/>
                </a:lnTo>
                <a:lnTo>
                  <a:pt x="237600" y="264458"/>
                </a:lnTo>
                <a:lnTo>
                  <a:pt x="234632" y="280015"/>
                </a:lnTo>
                <a:lnTo>
                  <a:pt x="232489" y="295571"/>
                </a:lnTo>
                <a:lnTo>
                  <a:pt x="230973" y="311127"/>
                </a:lnTo>
                <a:lnTo>
                  <a:pt x="229924" y="326684"/>
                </a:lnTo>
                <a:lnTo>
                  <a:pt x="229220" y="342240"/>
                </a:lnTo>
                <a:lnTo>
                  <a:pt x="228773" y="357796"/>
                </a:lnTo>
                <a:lnTo>
                  <a:pt x="228516" y="373353"/>
                </a:lnTo>
                <a:lnTo>
                  <a:pt x="228408" y="388909"/>
                </a:lnTo>
                <a:lnTo>
                  <a:pt x="228420" y="404465"/>
                </a:lnTo>
                <a:lnTo>
                  <a:pt x="228534" y="420022"/>
                </a:lnTo>
                <a:lnTo>
                  <a:pt x="228739" y="435578"/>
                </a:lnTo>
                <a:lnTo>
                  <a:pt x="229028" y="451135"/>
                </a:lnTo>
                <a:lnTo>
                  <a:pt x="229391" y="466691"/>
                </a:lnTo>
                <a:lnTo>
                  <a:pt x="229820" y="482247"/>
                </a:lnTo>
                <a:lnTo>
                  <a:pt x="230301" y="497804"/>
                </a:lnTo>
                <a:lnTo>
                  <a:pt x="230817" y="513360"/>
                </a:lnTo>
                <a:lnTo>
                  <a:pt x="231347" y="528916"/>
                </a:lnTo>
                <a:lnTo>
                  <a:pt x="231865" y="544473"/>
                </a:lnTo>
                <a:lnTo>
                  <a:pt x="232345" y="560029"/>
                </a:lnTo>
                <a:lnTo>
                  <a:pt x="232761" y="575585"/>
                </a:lnTo>
                <a:lnTo>
                  <a:pt x="233092" y="591142"/>
                </a:lnTo>
                <a:lnTo>
                  <a:pt x="233321" y="606698"/>
                </a:lnTo>
                <a:lnTo>
                  <a:pt x="233442" y="622255"/>
                </a:lnTo>
                <a:lnTo>
                  <a:pt x="233459" y="637811"/>
                </a:lnTo>
                <a:lnTo>
                  <a:pt x="233387" y="653367"/>
                </a:lnTo>
                <a:lnTo>
                  <a:pt x="233252" y="668924"/>
                </a:lnTo>
                <a:lnTo>
                  <a:pt x="233090" y="684480"/>
                </a:lnTo>
                <a:lnTo>
                  <a:pt x="232945" y="700036"/>
                </a:lnTo>
                <a:lnTo>
                  <a:pt x="232861" y="715593"/>
                </a:lnTo>
                <a:lnTo>
                  <a:pt x="232885" y="731149"/>
                </a:lnTo>
                <a:lnTo>
                  <a:pt x="233055" y="746705"/>
                </a:lnTo>
                <a:lnTo>
                  <a:pt x="233400" y="762262"/>
                </a:lnTo>
                <a:lnTo>
                  <a:pt x="233937" y="777818"/>
                </a:lnTo>
                <a:lnTo>
                  <a:pt x="234663" y="793375"/>
                </a:lnTo>
                <a:lnTo>
                  <a:pt x="235561" y="808931"/>
                </a:lnTo>
                <a:lnTo>
                  <a:pt x="236590" y="824487"/>
                </a:lnTo>
                <a:lnTo>
                  <a:pt x="237698" y="840044"/>
                </a:lnTo>
                <a:lnTo>
                  <a:pt x="238817" y="855600"/>
                </a:lnTo>
                <a:lnTo>
                  <a:pt x="239872" y="871156"/>
                </a:lnTo>
                <a:lnTo>
                  <a:pt x="240790" y="886713"/>
                </a:lnTo>
                <a:lnTo>
                  <a:pt x="241502" y="902269"/>
                </a:lnTo>
                <a:lnTo>
                  <a:pt x="241952" y="917825"/>
                </a:lnTo>
                <a:lnTo>
                  <a:pt x="242107" y="933382"/>
                </a:lnTo>
                <a:lnTo>
                  <a:pt x="241954" y="948938"/>
                </a:lnTo>
                <a:lnTo>
                  <a:pt x="241505" y="964495"/>
                </a:lnTo>
                <a:lnTo>
                  <a:pt x="240797" y="980051"/>
                </a:lnTo>
                <a:lnTo>
                  <a:pt x="239884" y="995607"/>
                </a:lnTo>
                <a:lnTo>
                  <a:pt x="238837" y="1011164"/>
                </a:lnTo>
                <a:lnTo>
                  <a:pt x="237731" y="1026720"/>
                </a:lnTo>
                <a:lnTo>
                  <a:pt x="236644" y="1042276"/>
                </a:lnTo>
                <a:lnTo>
                  <a:pt x="235647" y="1057833"/>
                </a:lnTo>
                <a:lnTo>
                  <a:pt x="234799" y="1073389"/>
                </a:lnTo>
                <a:lnTo>
                  <a:pt x="234144" y="1088945"/>
                </a:lnTo>
                <a:lnTo>
                  <a:pt x="233711" y="1104502"/>
                </a:lnTo>
                <a:lnTo>
                  <a:pt x="233511" y="1120058"/>
                </a:lnTo>
                <a:lnTo>
                  <a:pt x="233539" y="1135615"/>
                </a:lnTo>
                <a:lnTo>
                  <a:pt x="233781" y="1151171"/>
                </a:lnTo>
                <a:lnTo>
                  <a:pt x="234209" y="1166727"/>
                </a:lnTo>
                <a:lnTo>
                  <a:pt x="234792" y="1182284"/>
                </a:lnTo>
                <a:lnTo>
                  <a:pt x="235493" y="1197840"/>
                </a:lnTo>
                <a:lnTo>
                  <a:pt x="236276" y="1213396"/>
                </a:lnTo>
                <a:lnTo>
                  <a:pt x="237104" y="1228953"/>
                </a:lnTo>
                <a:lnTo>
                  <a:pt x="237942" y="1244509"/>
                </a:lnTo>
                <a:lnTo>
                  <a:pt x="238759" y="1260065"/>
                </a:lnTo>
                <a:lnTo>
                  <a:pt x="239524" y="1275622"/>
                </a:lnTo>
                <a:lnTo>
                  <a:pt x="240206" y="1291178"/>
                </a:lnTo>
                <a:lnTo>
                  <a:pt x="240780" y="1306735"/>
                </a:lnTo>
                <a:lnTo>
                  <a:pt x="241219" y="1322291"/>
                </a:lnTo>
                <a:lnTo>
                  <a:pt x="241501" y="1337847"/>
                </a:lnTo>
                <a:lnTo>
                  <a:pt x="241609" y="1353404"/>
                </a:lnTo>
                <a:lnTo>
                  <a:pt x="241532" y="1368960"/>
                </a:lnTo>
                <a:lnTo>
                  <a:pt x="241269" y="1384516"/>
                </a:lnTo>
                <a:lnTo>
                  <a:pt x="240829" y="1400073"/>
                </a:lnTo>
                <a:lnTo>
                  <a:pt x="240233" y="1415629"/>
                </a:lnTo>
                <a:lnTo>
                  <a:pt x="239516" y="1431185"/>
                </a:lnTo>
                <a:lnTo>
                  <a:pt x="238720" y="1446742"/>
                </a:lnTo>
                <a:lnTo>
                  <a:pt x="237898" y="1462298"/>
                </a:lnTo>
                <a:lnTo>
                  <a:pt x="237106" y="1477855"/>
                </a:lnTo>
                <a:lnTo>
                  <a:pt x="236403" y="1493411"/>
                </a:lnTo>
                <a:lnTo>
                  <a:pt x="235848" y="1508967"/>
                </a:lnTo>
                <a:lnTo>
                  <a:pt x="235497" y="1524524"/>
                </a:lnTo>
                <a:lnTo>
                  <a:pt x="235405" y="1540080"/>
                </a:lnTo>
                <a:lnTo>
                  <a:pt x="235629" y="1555636"/>
                </a:lnTo>
                <a:lnTo>
                  <a:pt x="236227" y="1571193"/>
                </a:lnTo>
                <a:lnTo>
                  <a:pt x="237271" y="1586749"/>
                </a:lnTo>
                <a:lnTo>
                  <a:pt x="238843" y="1602305"/>
                </a:lnTo>
                <a:lnTo>
                  <a:pt x="241043" y="1617862"/>
                </a:lnTo>
                <a:lnTo>
                  <a:pt x="243983" y="1633418"/>
                </a:lnTo>
                <a:lnTo>
                  <a:pt x="247789" y="1648975"/>
                </a:lnTo>
                <a:lnTo>
                  <a:pt x="252584" y="1664531"/>
                </a:lnTo>
                <a:lnTo>
                  <a:pt x="258471" y="1680087"/>
                </a:lnTo>
                <a:lnTo>
                  <a:pt x="265516" y="1695644"/>
                </a:lnTo>
                <a:lnTo>
                  <a:pt x="273720" y="1711200"/>
                </a:lnTo>
                <a:lnTo>
                  <a:pt x="282997" y="1726756"/>
                </a:lnTo>
                <a:lnTo>
                  <a:pt x="293157" y="1742313"/>
                </a:lnTo>
                <a:lnTo>
                  <a:pt x="303900" y="1757869"/>
                </a:lnTo>
                <a:lnTo>
                  <a:pt x="314814" y="1773425"/>
                </a:lnTo>
                <a:lnTo>
                  <a:pt x="325402" y="1788982"/>
                </a:lnTo>
                <a:lnTo>
                  <a:pt x="335113" y="1804538"/>
                </a:lnTo>
                <a:lnTo>
                  <a:pt x="343391" y="1820095"/>
                </a:lnTo>
                <a:lnTo>
                  <a:pt x="349725" y="1835651"/>
                </a:lnTo>
                <a:lnTo>
                  <a:pt x="353703" y="1851207"/>
                </a:lnTo>
                <a:lnTo>
                  <a:pt x="355060" y="1866764"/>
                </a:lnTo>
                <a:lnTo>
                  <a:pt x="35506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6" name="10_small_CA2_pose50_rmsd3_4088">
            <a:extLst>
              <a:ext uri="{FF2B5EF4-FFF2-40B4-BE49-F238E27FC236}">
                <a16:creationId xmlns:a16="http://schemas.microsoft.com/office/drawing/2014/main" id="{DEC49C37-E0A4-4CF2-A938-0439E141925A}"/>
              </a:ext>
            </a:extLst>
          </p:cNvPr>
          <p:cNvSpPr>
            <a:spLocks noGrp="1"/>
          </p:cNvSpPr>
          <p:nvPr/>
        </p:nvSpPr>
        <p:spPr>
          <a:xfrm>
            <a:off x="5723000" y="2945978"/>
            <a:ext cx="455000" cy="1866764"/>
          </a:xfrm>
          <a:custGeom>
            <a:avLst/>
            <a:gdLst/>
            <a:ahLst/>
            <a:cxnLst/>
            <a:rect l="0" t="0" r="0" b="0"/>
            <a:pathLst>
              <a:path w="455000" h="1866764">
                <a:moveTo>
                  <a:pt x="335210" y="1866764"/>
                </a:moveTo>
                <a:lnTo>
                  <a:pt x="119790" y="1866764"/>
                </a:lnTo>
                <a:lnTo>
                  <a:pt x="120927" y="1851207"/>
                </a:lnTo>
                <a:lnTo>
                  <a:pt x="124262" y="1835651"/>
                </a:lnTo>
                <a:lnTo>
                  <a:pt x="129571" y="1820095"/>
                </a:lnTo>
                <a:lnTo>
                  <a:pt x="136510" y="1804538"/>
                </a:lnTo>
                <a:lnTo>
                  <a:pt x="144651" y="1788982"/>
                </a:lnTo>
                <a:lnTo>
                  <a:pt x="153526" y="1773425"/>
                </a:lnTo>
                <a:lnTo>
                  <a:pt x="162676" y="1757869"/>
                </a:lnTo>
                <a:lnTo>
                  <a:pt x="171683" y="1742313"/>
                </a:lnTo>
                <a:lnTo>
                  <a:pt x="180204" y="1726756"/>
                </a:lnTo>
                <a:lnTo>
                  <a:pt x="187988" y="1711200"/>
                </a:lnTo>
                <a:lnTo>
                  <a:pt x="194876" y="1695644"/>
                </a:lnTo>
                <a:lnTo>
                  <a:pt x="200796" y="1680087"/>
                </a:lnTo>
                <a:lnTo>
                  <a:pt x="205750" y="1664531"/>
                </a:lnTo>
                <a:lnTo>
                  <a:pt x="209790" y="1648975"/>
                </a:lnTo>
                <a:lnTo>
                  <a:pt x="213004" y="1633418"/>
                </a:lnTo>
                <a:lnTo>
                  <a:pt x="215492" y="1617862"/>
                </a:lnTo>
                <a:lnTo>
                  <a:pt x="217355" y="1602305"/>
                </a:lnTo>
                <a:lnTo>
                  <a:pt x="218686" y="1586749"/>
                </a:lnTo>
                <a:lnTo>
                  <a:pt x="219565" y="1571193"/>
                </a:lnTo>
                <a:lnTo>
                  <a:pt x="220059" y="1555636"/>
                </a:lnTo>
                <a:lnTo>
                  <a:pt x="220226" y="1540080"/>
                </a:lnTo>
                <a:lnTo>
                  <a:pt x="220114" y="1524524"/>
                </a:lnTo>
                <a:lnTo>
                  <a:pt x="219771" y="1508967"/>
                </a:lnTo>
                <a:lnTo>
                  <a:pt x="219245" y="1493411"/>
                </a:lnTo>
                <a:lnTo>
                  <a:pt x="218586" y="1477855"/>
                </a:lnTo>
                <a:lnTo>
                  <a:pt x="217847" y="1462298"/>
                </a:lnTo>
                <a:lnTo>
                  <a:pt x="217081" y="1446742"/>
                </a:lnTo>
                <a:lnTo>
                  <a:pt x="216341" y="1431185"/>
                </a:lnTo>
                <a:lnTo>
                  <a:pt x="215674" y="1415629"/>
                </a:lnTo>
                <a:lnTo>
                  <a:pt x="215121" y="1400073"/>
                </a:lnTo>
                <a:lnTo>
                  <a:pt x="214712" y="1384516"/>
                </a:lnTo>
                <a:lnTo>
                  <a:pt x="214468" y="1368960"/>
                </a:lnTo>
                <a:lnTo>
                  <a:pt x="214397" y="1353404"/>
                </a:lnTo>
                <a:lnTo>
                  <a:pt x="214497" y="1337847"/>
                </a:lnTo>
                <a:lnTo>
                  <a:pt x="214760" y="1322291"/>
                </a:lnTo>
                <a:lnTo>
                  <a:pt x="215170" y="1306735"/>
                </a:lnTo>
                <a:lnTo>
                  <a:pt x="215705" y="1291178"/>
                </a:lnTo>
                <a:lnTo>
                  <a:pt x="216343" y="1275622"/>
                </a:lnTo>
                <a:lnTo>
                  <a:pt x="217060" y="1260065"/>
                </a:lnTo>
                <a:lnTo>
                  <a:pt x="217829" y="1244509"/>
                </a:lnTo>
                <a:lnTo>
                  <a:pt x="218623" y="1228953"/>
                </a:lnTo>
                <a:lnTo>
                  <a:pt x="219415" y="1213396"/>
                </a:lnTo>
                <a:lnTo>
                  <a:pt x="220174" y="1197840"/>
                </a:lnTo>
                <a:lnTo>
                  <a:pt x="220870" y="1182284"/>
                </a:lnTo>
                <a:lnTo>
                  <a:pt x="221472" y="1166727"/>
                </a:lnTo>
                <a:lnTo>
                  <a:pt x="221950" y="1151171"/>
                </a:lnTo>
                <a:lnTo>
                  <a:pt x="222277" y="1135615"/>
                </a:lnTo>
                <a:lnTo>
                  <a:pt x="222433" y="1120058"/>
                </a:lnTo>
                <a:lnTo>
                  <a:pt x="222402" y="1104502"/>
                </a:lnTo>
                <a:lnTo>
                  <a:pt x="222183" y="1088945"/>
                </a:lnTo>
                <a:lnTo>
                  <a:pt x="221783" y="1073389"/>
                </a:lnTo>
                <a:lnTo>
                  <a:pt x="221224" y="1057833"/>
                </a:lnTo>
                <a:lnTo>
                  <a:pt x="220541" y="1042276"/>
                </a:lnTo>
                <a:lnTo>
                  <a:pt x="219779" y="1026720"/>
                </a:lnTo>
                <a:lnTo>
                  <a:pt x="218993" y="1011164"/>
                </a:lnTo>
                <a:lnTo>
                  <a:pt x="218241" y="995607"/>
                </a:lnTo>
                <a:lnTo>
                  <a:pt x="217584" y="980051"/>
                </a:lnTo>
                <a:lnTo>
                  <a:pt x="217073" y="964495"/>
                </a:lnTo>
                <a:lnTo>
                  <a:pt x="216753" y="948938"/>
                </a:lnTo>
                <a:lnTo>
                  <a:pt x="216652" y="933382"/>
                </a:lnTo>
                <a:lnTo>
                  <a:pt x="216780" y="917825"/>
                </a:lnTo>
                <a:lnTo>
                  <a:pt x="217131" y="902269"/>
                </a:lnTo>
                <a:lnTo>
                  <a:pt x="217681" y="886713"/>
                </a:lnTo>
                <a:lnTo>
                  <a:pt x="218391" y="871156"/>
                </a:lnTo>
                <a:lnTo>
                  <a:pt x="219213" y="855600"/>
                </a:lnTo>
                <a:lnTo>
                  <a:pt x="220093" y="840044"/>
                </a:lnTo>
                <a:lnTo>
                  <a:pt x="220978" y="824487"/>
                </a:lnTo>
                <a:lnTo>
                  <a:pt x="221820" y="808931"/>
                </a:lnTo>
                <a:lnTo>
                  <a:pt x="222580" y="793375"/>
                </a:lnTo>
                <a:lnTo>
                  <a:pt x="223230" y="777818"/>
                </a:lnTo>
                <a:lnTo>
                  <a:pt x="223753" y="762262"/>
                </a:lnTo>
                <a:lnTo>
                  <a:pt x="224147" y="746705"/>
                </a:lnTo>
                <a:lnTo>
                  <a:pt x="224419" y="731149"/>
                </a:lnTo>
                <a:lnTo>
                  <a:pt x="224584" y="715593"/>
                </a:lnTo>
                <a:lnTo>
                  <a:pt x="224664" y="700036"/>
                </a:lnTo>
                <a:lnTo>
                  <a:pt x="224687" y="684480"/>
                </a:lnTo>
                <a:lnTo>
                  <a:pt x="224676" y="668924"/>
                </a:lnTo>
                <a:lnTo>
                  <a:pt x="224658" y="653367"/>
                </a:lnTo>
                <a:lnTo>
                  <a:pt x="224651" y="637811"/>
                </a:lnTo>
                <a:lnTo>
                  <a:pt x="224672" y="622255"/>
                </a:lnTo>
                <a:lnTo>
                  <a:pt x="224728" y="606698"/>
                </a:lnTo>
                <a:lnTo>
                  <a:pt x="224822" y="591142"/>
                </a:lnTo>
                <a:lnTo>
                  <a:pt x="224949" y="575585"/>
                </a:lnTo>
                <a:lnTo>
                  <a:pt x="225101" y="560029"/>
                </a:lnTo>
                <a:lnTo>
                  <a:pt x="225265" y="544473"/>
                </a:lnTo>
                <a:lnTo>
                  <a:pt x="225425" y="528916"/>
                </a:lnTo>
                <a:lnTo>
                  <a:pt x="225566" y="513360"/>
                </a:lnTo>
                <a:lnTo>
                  <a:pt x="225674" y="497804"/>
                </a:lnTo>
                <a:lnTo>
                  <a:pt x="225736" y="482247"/>
                </a:lnTo>
                <a:lnTo>
                  <a:pt x="225743" y="466691"/>
                </a:lnTo>
                <a:lnTo>
                  <a:pt x="225689" y="451135"/>
                </a:lnTo>
                <a:lnTo>
                  <a:pt x="225571" y="435578"/>
                </a:lnTo>
                <a:lnTo>
                  <a:pt x="225389" y="420022"/>
                </a:lnTo>
                <a:lnTo>
                  <a:pt x="225142" y="404465"/>
                </a:lnTo>
                <a:lnTo>
                  <a:pt x="224828" y="388909"/>
                </a:lnTo>
                <a:lnTo>
                  <a:pt x="224437" y="373353"/>
                </a:lnTo>
                <a:lnTo>
                  <a:pt x="223951" y="357796"/>
                </a:lnTo>
                <a:lnTo>
                  <a:pt x="223334" y="342240"/>
                </a:lnTo>
                <a:lnTo>
                  <a:pt x="222529" y="326684"/>
                </a:lnTo>
                <a:lnTo>
                  <a:pt x="221447" y="311127"/>
                </a:lnTo>
                <a:lnTo>
                  <a:pt x="219966" y="295571"/>
                </a:lnTo>
                <a:lnTo>
                  <a:pt x="217924" y="280015"/>
                </a:lnTo>
                <a:lnTo>
                  <a:pt x="215113" y="264458"/>
                </a:lnTo>
                <a:lnTo>
                  <a:pt x="211287" y="248902"/>
                </a:lnTo>
                <a:lnTo>
                  <a:pt x="206171" y="233345"/>
                </a:lnTo>
                <a:lnTo>
                  <a:pt x="199471" y="217789"/>
                </a:lnTo>
                <a:lnTo>
                  <a:pt x="190910" y="202233"/>
                </a:lnTo>
                <a:lnTo>
                  <a:pt x="180256" y="186676"/>
                </a:lnTo>
                <a:lnTo>
                  <a:pt x="167364" y="171120"/>
                </a:lnTo>
                <a:lnTo>
                  <a:pt x="152225" y="155564"/>
                </a:lnTo>
                <a:lnTo>
                  <a:pt x="134999" y="140007"/>
                </a:lnTo>
                <a:lnTo>
                  <a:pt x="116053" y="124451"/>
                </a:lnTo>
                <a:lnTo>
                  <a:pt x="95967" y="108895"/>
                </a:lnTo>
                <a:lnTo>
                  <a:pt x="75523" y="93338"/>
                </a:lnTo>
                <a:lnTo>
                  <a:pt x="55668" y="77782"/>
                </a:lnTo>
                <a:lnTo>
                  <a:pt x="37446" y="62225"/>
                </a:lnTo>
                <a:lnTo>
                  <a:pt x="21908" y="46669"/>
                </a:lnTo>
                <a:lnTo>
                  <a:pt x="10018" y="31113"/>
                </a:lnTo>
                <a:lnTo>
                  <a:pt x="2548" y="15556"/>
                </a:lnTo>
                <a:lnTo>
                  <a:pt x="0" y="0"/>
                </a:lnTo>
                <a:lnTo>
                  <a:pt x="455000" y="0"/>
                </a:lnTo>
                <a:lnTo>
                  <a:pt x="455000" y="0"/>
                </a:lnTo>
                <a:lnTo>
                  <a:pt x="452452" y="15556"/>
                </a:lnTo>
                <a:lnTo>
                  <a:pt x="444982" y="31113"/>
                </a:lnTo>
                <a:lnTo>
                  <a:pt x="433092" y="46669"/>
                </a:lnTo>
                <a:lnTo>
                  <a:pt x="417554" y="62225"/>
                </a:lnTo>
                <a:lnTo>
                  <a:pt x="399332" y="77782"/>
                </a:lnTo>
                <a:lnTo>
                  <a:pt x="379477" y="93338"/>
                </a:lnTo>
                <a:lnTo>
                  <a:pt x="359033" y="108895"/>
                </a:lnTo>
                <a:lnTo>
                  <a:pt x="338947" y="124451"/>
                </a:lnTo>
                <a:lnTo>
                  <a:pt x="320001" y="140007"/>
                </a:lnTo>
                <a:lnTo>
                  <a:pt x="302775" y="155564"/>
                </a:lnTo>
                <a:lnTo>
                  <a:pt x="287636" y="171120"/>
                </a:lnTo>
                <a:lnTo>
                  <a:pt x="274744" y="186676"/>
                </a:lnTo>
                <a:lnTo>
                  <a:pt x="264090" y="202233"/>
                </a:lnTo>
                <a:lnTo>
                  <a:pt x="255529" y="217789"/>
                </a:lnTo>
                <a:lnTo>
                  <a:pt x="248829" y="233345"/>
                </a:lnTo>
                <a:lnTo>
                  <a:pt x="243713" y="248902"/>
                </a:lnTo>
                <a:lnTo>
                  <a:pt x="239887" y="264458"/>
                </a:lnTo>
                <a:lnTo>
                  <a:pt x="237076" y="280015"/>
                </a:lnTo>
                <a:lnTo>
                  <a:pt x="235034" y="295571"/>
                </a:lnTo>
                <a:lnTo>
                  <a:pt x="233553" y="311127"/>
                </a:lnTo>
                <a:lnTo>
                  <a:pt x="232471" y="326684"/>
                </a:lnTo>
                <a:lnTo>
                  <a:pt x="231666" y="342240"/>
                </a:lnTo>
                <a:lnTo>
                  <a:pt x="231049" y="357796"/>
                </a:lnTo>
                <a:lnTo>
                  <a:pt x="230563" y="373353"/>
                </a:lnTo>
                <a:lnTo>
                  <a:pt x="230172" y="388909"/>
                </a:lnTo>
                <a:lnTo>
                  <a:pt x="229858" y="404465"/>
                </a:lnTo>
                <a:lnTo>
                  <a:pt x="229611" y="420022"/>
                </a:lnTo>
                <a:lnTo>
                  <a:pt x="229429" y="435578"/>
                </a:lnTo>
                <a:lnTo>
                  <a:pt x="229311" y="451135"/>
                </a:lnTo>
                <a:lnTo>
                  <a:pt x="229257" y="466691"/>
                </a:lnTo>
                <a:lnTo>
                  <a:pt x="229264" y="482247"/>
                </a:lnTo>
                <a:lnTo>
                  <a:pt x="229326" y="497804"/>
                </a:lnTo>
                <a:lnTo>
                  <a:pt x="229434" y="513360"/>
                </a:lnTo>
                <a:lnTo>
                  <a:pt x="229575" y="528916"/>
                </a:lnTo>
                <a:lnTo>
                  <a:pt x="229735" y="544473"/>
                </a:lnTo>
                <a:lnTo>
                  <a:pt x="229899" y="560029"/>
                </a:lnTo>
                <a:lnTo>
                  <a:pt x="230051" y="575585"/>
                </a:lnTo>
                <a:lnTo>
                  <a:pt x="230178" y="591142"/>
                </a:lnTo>
                <a:lnTo>
                  <a:pt x="230272" y="606698"/>
                </a:lnTo>
                <a:lnTo>
                  <a:pt x="230328" y="622255"/>
                </a:lnTo>
                <a:lnTo>
                  <a:pt x="230349" y="637811"/>
                </a:lnTo>
                <a:lnTo>
                  <a:pt x="230342" y="653367"/>
                </a:lnTo>
                <a:lnTo>
                  <a:pt x="230324" y="668924"/>
                </a:lnTo>
                <a:lnTo>
                  <a:pt x="230313" y="684480"/>
                </a:lnTo>
                <a:lnTo>
                  <a:pt x="230336" y="700036"/>
                </a:lnTo>
                <a:lnTo>
                  <a:pt x="230416" y="715593"/>
                </a:lnTo>
                <a:lnTo>
                  <a:pt x="230581" y="731149"/>
                </a:lnTo>
                <a:lnTo>
                  <a:pt x="230853" y="746705"/>
                </a:lnTo>
                <a:lnTo>
                  <a:pt x="231247" y="762262"/>
                </a:lnTo>
                <a:lnTo>
                  <a:pt x="231770" y="777818"/>
                </a:lnTo>
                <a:lnTo>
                  <a:pt x="232420" y="793375"/>
                </a:lnTo>
                <a:lnTo>
                  <a:pt x="233180" y="808931"/>
                </a:lnTo>
                <a:lnTo>
                  <a:pt x="234022" y="824487"/>
                </a:lnTo>
                <a:lnTo>
                  <a:pt x="234907" y="840044"/>
                </a:lnTo>
                <a:lnTo>
                  <a:pt x="235787" y="855600"/>
                </a:lnTo>
                <a:lnTo>
                  <a:pt x="236609" y="871156"/>
                </a:lnTo>
                <a:lnTo>
                  <a:pt x="237319" y="886713"/>
                </a:lnTo>
                <a:lnTo>
                  <a:pt x="237869" y="902269"/>
                </a:lnTo>
                <a:lnTo>
                  <a:pt x="238220" y="917825"/>
                </a:lnTo>
                <a:lnTo>
                  <a:pt x="238348" y="933382"/>
                </a:lnTo>
                <a:lnTo>
                  <a:pt x="238247" y="948938"/>
                </a:lnTo>
                <a:lnTo>
                  <a:pt x="237927" y="964495"/>
                </a:lnTo>
                <a:lnTo>
                  <a:pt x="237416" y="980051"/>
                </a:lnTo>
                <a:lnTo>
                  <a:pt x="236759" y="995607"/>
                </a:lnTo>
                <a:lnTo>
                  <a:pt x="236007" y="1011164"/>
                </a:lnTo>
                <a:lnTo>
                  <a:pt x="235221" y="1026720"/>
                </a:lnTo>
                <a:lnTo>
                  <a:pt x="234459" y="1042276"/>
                </a:lnTo>
                <a:lnTo>
                  <a:pt x="233776" y="1057833"/>
                </a:lnTo>
                <a:lnTo>
                  <a:pt x="233217" y="1073389"/>
                </a:lnTo>
                <a:lnTo>
                  <a:pt x="232817" y="1088945"/>
                </a:lnTo>
                <a:lnTo>
                  <a:pt x="232598" y="1104502"/>
                </a:lnTo>
                <a:lnTo>
                  <a:pt x="232567" y="1120058"/>
                </a:lnTo>
                <a:lnTo>
                  <a:pt x="232723" y="1135615"/>
                </a:lnTo>
                <a:lnTo>
                  <a:pt x="233050" y="1151171"/>
                </a:lnTo>
                <a:lnTo>
                  <a:pt x="233528" y="1166727"/>
                </a:lnTo>
                <a:lnTo>
                  <a:pt x="234130" y="1182284"/>
                </a:lnTo>
                <a:lnTo>
                  <a:pt x="234826" y="1197840"/>
                </a:lnTo>
                <a:lnTo>
                  <a:pt x="235585" y="1213396"/>
                </a:lnTo>
                <a:lnTo>
                  <a:pt x="236377" y="1228953"/>
                </a:lnTo>
                <a:lnTo>
                  <a:pt x="237171" y="1244509"/>
                </a:lnTo>
                <a:lnTo>
                  <a:pt x="237940" y="1260065"/>
                </a:lnTo>
                <a:lnTo>
                  <a:pt x="238657" y="1275622"/>
                </a:lnTo>
                <a:lnTo>
                  <a:pt x="239295" y="1291178"/>
                </a:lnTo>
                <a:lnTo>
                  <a:pt x="239830" y="1306735"/>
                </a:lnTo>
                <a:lnTo>
                  <a:pt x="240240" y="1322291"/>
                </a:lnTo>
                <a:lnTo>
                  <a:pt x="240503" y="1337847"/>
                </a:lnTo>
                <a:lnTo>
                  <a:pt x="240603" y="1353404"/>
                </a:lnTo>
                <a:lnTo>
                  <a:pt x="240532" y="1368960"/>
                </a:lnTo>
                <a:lnTo>
                  <a:pt x="240288" y="1384516"/>
                </a:lnTo>
                <a:lnTo>
                  <a:pt x="239879" y="1400073"/>
                </a:lnTo>
                <a:lnTo>
                  <a:pt x="239326" y="1415629"/>
                </a:lnTo>
                <a:lnTo>
                  <a:pt x="238659" y="1431185"/>
                </a:lnTo>
                <a:lnTo>
                  <a:pt x="237919" y="1446742"/>
                </a:lnTo>
                <a:lnTo>
                  <a:pt x="237153" y="1462298"/>
                </a:lnTo>
                <a:lnTo>
                  <a:pt x="236414" y="1477855"/>
                </a:lnTo>
                <a:lnTo>
                  <a:pt x="235755" y="1493411"/>
                </a:lnTo>
                <a:lnTo>
                  <a:pt x="235229" y="1508967"/>
                </a:lnTo>
                <a:lnTo>
                  <a:pt x="234886" y="1524524"/>
                </a:lnTo>
                <a:lnTo>
                  <a:pt x="234774" y="1540080"/>
                </a:lnTo>
                <a:lnTo>
                  <a:pt x="234941" y="1555636"/>
                </a:lnTo>
                <a:lnTo>
                  <a:pt x="235435" y="1571193"/>
                </a:lnTo>
                <a:lnTo>
                  <a:pt x="236314" y="1586749"/>
                </a:lnTo>
                <a:lnTo>
                  <a:pt x="237645" y="1602305"/>
                </a:lnTo>
                <a:lnTo>
                  <a:pt x="239508" y="1617862"/>
                </a:lnTo>
                <a:lnTo>
                  <a:pt x="241996" y="1633418"/>
                </a:lnTo>
                <a:lnTo>
                  <a:pt x="245210" y="1648975"/>
                </a:lnTo>
                <a:lnTo>
                  <a:pt x="249250" y="1664531"/>
                </a:lnTo>
                <a:lnTo>
                  <a:pt x="254204" y="1680087"/>
                </a:lnTo>
                <a:lnTo>
                  <a:pt x="260124" y="1695644"/>
                </a:lnTo>
                <a:lnTo>
                  <a:pt x="267012" y="1711200"/>
                </a:lnTo>
                <a:lnTo>
                  <a:pt x="274796" y="1726756"/>
                </a:lnTo>
                <a:lnTo>
                  <a:pt x="283317" y="1742313"/>
                </a:lnTo>
                <a:lnTo>
                  <a:pt x="292324" y="1757869"/>
                </a:lnTo>
                <a:lnTo>
                  <a:pt x="301474" y="1773425"/>
                </a:lnTo>
                <a:lnTo>
                  <a:pt x="310349" y="1788982"/>
                </a:lnTo>
                <a:lnTo>
                  <a:pt x="318490" y="1804538"/>
                </a:lnTo>
                <a:lnTo>
                  <a:pt x="325429" y="1820095"/>
                </a:lnTo>
                <a:lnTo>
                  <a:pt x="330738" y="1835651"/>
                </a:lnTo>
                <a:lnTo>
                  <a:pt x="334073" y="1851207"/>
                </a:lnTo>
                <a:lnTo>
                  <a:pt x="335210" y="1866764"/>
                </a:lnTo>
                <a:lnTo>
                  <a:pt x="335210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" name="10_small_CA2_pose50_rmsd3_4089">
            <a:extLst>
              <a:ext uri="{FF2B5EF4-FFF2-40B4-BE49-F238E27FC236}">
                <a16:creationId xmlns:a16="http://schemas.microsoft.com/office/drawing/2014/main" id="{004439BB-A64D-45D3-A51E-198FFD50B036}"/>
              </a:ext>
            </a:extLst>
          </p:cNvPr>
          <p:cNvSpPr>
            <a:spLocks noGrp="1"/>
          </p:cNvSpPr>
          <p:nvPr/>
        </p:nvSpPr>
        <p:spPr>
          <a:xfrm>
            <a:off x="7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4090">
            <a:extLst>
              <a:ext uri="{FF2B5EF4-FFF2-40B4-BE49-F238E27FC236}">
                <a16:creationId xmlns:a16="http://schemas.microsoft.com/office/drawing/2014/main" id="{7F8677C2-0C81-453B-A24A-67625082114F}"/>
              </a:ext>
            </a:extLst>
          </p:cNvPr>
          <p:cNvSpPr>
            <a:spLocks noGrp="1"/>
          </p:cNvSpPr>
          <p:nvPr/>
        </p:nvSpPr>
        <p:spPr>
          <a:xfrm>
            <a:off x="672255" y="4974739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10_small_CA2_pose50_rmsd3_4091">
            <a:extLst>
              <a:ext uri="{FF2B5EF4-FFF2-40B4-BE49-F238E27FC236}">
                <a16:creationId xmlns:a16="http://schemas.microsoft.com/office/drawing/2014/main" id="{76EAFC31-BDE6-4AE3-AE72-2D3508F0B6CD}"/>
              </a:ext>
            </a:extLst>
          </p:cNvPr>
          <p:cNvSpPr>
            <a:spLocks noGrp="1"/>
          </p:cNvSpPr>
          <p:nvPr/>
        </p:nvSpPr>
        <p:spPr>
          <a:xfrm>
            <a:off x="1575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4092">
            <a:extLst>
              <a:ext uri="{FF2B5EF4-FFF2-40B4-BE49-F238E27FC236}">
                <a16:creationId xmlns:a16="http://schemas.microsoft.com/office/drawing/2014/main" id="{DEDE5604-9ECC-4B64-BB83-FB3AE2323345}"/>
              </a:ext>
            </a:extLst>
          </p:cNvPr>
          <p:cNvSpPr>
            <a:spLocks noGrp="1"/>
          </p:cNvSpPr>
          <p:nvPr/>
        </p:nvSpPr>
        <p:spPr>
          <a:xfrm>
            <a:off x="1519010" y="497473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10_small_CA2_pose50_rmsd3_4093">
            <a:extLst>
              <a:ext uri="{FF2B5EF4-FFF2-40B4-BE49-F238E27FC236}">
                <a16:creationId xmlns:a16="http://schemas.microsoft.com/office/drawing/2014/main" id="{C34FFBEC-61FB-4E28-8A72-F245DE8D09A0}"/>
              </a:ext>
            </a:extLst>
          </p:cNvPr>
          <p:cNvSpPr>
            <a:spLocks noGrp="1"/>
          </p:cNvSpPr>
          <p:nvPr/>
        </p:nvSpPr>
        <p:spPr>
          <a:xfrm>
            <a:off x="24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4094">
            <a:extLst>
              <a:ext uri="{FF2B5EF4-FFF2-40B4-BE49-F238E27FC236}">
                <a16:creationId xmlns:a16="http://schemas.microsoft.com/office/drawing/2014/main" id="{F24782F2-1648-475C-B7A1-CB56B50DC2DE}"/>
              </a:ext>
            </a:extLst>
          </p:cNvPr>
          <p:cNvSpPr>
            <a:spLocks noGrp="1"/>
          </p:cNvSpPr>
          <p:nvPr/>
        </p:nvSpPr>
        <p:spPr>
          <a:xfrm>
            <a:off x="23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10_small_CA2_pose50_rmsd3_4095">
            <a:extLst>
              <a:ext uri="{FF2B5EF4-FFF2-40B4-BE49-F238E27FC236}">
                <a16:creationId xmlns:a16="http://schemas.microsoft.com/office/drawing/2014/main" id="{04B7F832-9C4A-4357-B07A-CD78E292C4F9}"/>
              </a:ext>
            </a:extLst>
          </p:cNvPr>
          <p:cNvSpPr>
            <a:spLocks noGrp="1"/>
          </p:cNvSpPr>
          <p:nvPr/>
        </p:nvSpPr>
        <p:spPr>
          <a:xfrm>
            <a:off x="420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4096">
            <a:extLst>
              <a:ext uri="{FF2B5EF4-FFF2-40B4-BE49-F238E27FC236}">
                <a16:creationId xmlns:a16="http://schemas.microsoft.com/office/drawing/2014/main" id="{5AC402E5-3F08-4F2D-BFCD-C59AAD7DF242}"/>
              </a:ext>
            </a:extLst>
          </p:cNvPr>
          <p:cNvSpPr>
            <a:spLocks noGrp="1"/>
          </p:cNvSpPr>
          <p:nvPr/>
        </p:nvSpPr>
        <p:spPr>
          <a:xfrm>
            <a:off x="411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10_small_CA2_pose50_rmsd3_4097">
            <a:extLst>
              <a:ext uri="{FF2B5EF4-FFF2-40B4-BE49-F238E27FC236}">
                <a16:creationId xmlns:a16="http://schemas.microsoft.com/office/drawing/2014/main" id="{2EA61EA6-ABC4-42C0-A137-C76256FE9946}"/>
              </a:ext>
            </a:extLst>
          </p:cNvPr>
          <p:cNvSpPr>
            <a:spLocks noGrp="1"/>
          </p:cNvSpPr>
          <p:nvPr/>
        </p:nvSpPr>
        <p:spPr>
          <a:xfrm>
            <a:off x="5950500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4098">
            <a:extLst>
              <a:ext uri="{FF2B5EF4-FFF2-40B4-BE49-F238E27FC236}">
                <a16:creationId xmlns:a16="http://schemas.microsoft.com/office/drawing/2014/main" id="{48D27E9B-7243-4DE3-B4DB-BE88FF41E048}"/>
              </a:ext>
            </a:extLst>
          </p:cNvPr>
          <p:cNvSpPr>
            <a:spLocks noGrp="1"/>
          </p:cNvSpPr>
          <p:nvPr/>
        </p:nvSpPr>
        <p:spPr>
          <a:xfrm>
            <a:off x="5865766" y="4974739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4099">
            <a:extLst>
              <a:ext uri="{FF2B5EF4-FFF2-40B4-BE49-F238E27FC236}">
                <a16:creationId xmlns:a16="http://schemas.microsoft.com/office/drawing/2014/main" id="{5AB0F95B-7362-4624-A1D3-1664288BDC8D}"/>
              </a:ext>
            </a:extLst>
          </p:cNvPr>
          <p:cNvSpPr>
            <a:spLocks noGrp="1"/>
          </p:cNvSpPr>
          <p:nvPr/>
        </p:nvSpPr>
        <p:spPr>
          <a:xfrm>
            <a:off x="2853385" y="514509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10_small_CA2_pose50_rmsd3_4100">
            <a:extLst>
              <a:ext uri="{FF2B5EF4-FFF2-40B4-BE49-F238E27FC236}">
                <a16:creationId xmlns:a16="http://schemas.microsoft.com/office/drawing/2014/main" id="{9885B299-A899-4165-ACFA-A3A787AFB562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10_small_CA2_pose50_rmsd3_4101">
            <a:extLst>
              <a:ext uri="{FF2B5EF4-FFF2-40B4-BE49-F238E27FC236}">
                <a16:creationId xmlns:a16="http://schemas.microsoft.com/office/drawing/2014/main" id="{C3585241-52F9-4D50-9CFC-5DB23DD8B97C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4102">
            <a:extLst>
              <a:ext uri="{FF2B5EF4-FFF2-40B4-BE49-F238E27FC236}">
                <a16:creationId xmlns:a16="http://schemas.microsoft.com/office/drawing/2014/main" id="{6763F839-8EFB-4C90-AF56-1137E11DCECF}"/>
              </a:ext>
            </a:extLst>
          </p:cNvPr>
          <p:cNvSpPr>
            <a:spLocks noGrp="1"/>
          </p:cNvSpPr>
          <p:nvPr/>
        </p:nvSpPr>
        <p:spPr>
          <a:xfrm>
            <a:off x="515310" y="4768840"/>
            <a:ext cx="6919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10_small_CA2_pose50_rmsd3_4103">
            <a:extLst>
              <a:ext uri="{FF2B5EF4-FFF2-40B4-BE49-F238E27FC236}">
                <a16:creationId xmlns:a16="http://schemas.microsoft.com/office/drawing/2014/main" id="{528DAF39-34C7-429E-BE28-11F43D33F985}"/>
              </a:ext>
            </a:extLst>
          </p:cNvPr>
          <p:cNvSpPr>
            <a:spLocks noGrp="1"/>
          </p:cNvSpPr>
          <p:nvPr/>
        </p:nvSpPr>
        <p:spPr>
          <a:xfrm>
            <a:off x="648000" y="4346051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10_small_CA2_pose50_rmsd3_4104">
            <a:extLst>
              <a:ext uri="{FF2B5EF4-FFF2-40B4-BE49-F238E27FC236}">
                <a16:creationId xmlns:a16="http://schemas.microsoft.com/office/drawing/2014/main" id="{BD9CF90E-FCF3-466F-AAC0-3DC6AD2DC00F}"/>
              </a:ext>
            </a:extLst>
          </p:cNvPr>
          <p:cNvSpPr>
            <a:spLocks noGrp="1"/>
          </p:cNvSpPr>
          <p:nvPr/>
        </p:nvSpPr>
        <p:spPr>
          <a:xfrm>
            <a:off x="609900" y="434605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4105">
            <a:extLst>
              <a:ext uri="{FF2B5EF4-FFF2-40B4-BE49-F238E27FC236}">
                <a16:creationId xmlns:a16="http://schemas.microsoft.com/office/drawing/2014/main" id="{6D79FE79-45B2-4313-A5B5-7ADE902A55AB}"/>
              </a:ext>
            </a:extLst>
          </p:cNvPr>
          <p:cNvSpPr>
            <a:spLocks noGrp="1"/>
          </p:cNvSpPr>
          <p:nvPr/>
        </p:nvSpPr>
        <p:spPr>
          <a:xfrm>
            <a:off x="458821" y="4302149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  <p:sp>
        <p:nvSpPr>
          <p:cNvPr id="24" name="10_small_CA2_pose50_rmsd3_4106">
            <a:extLst>
              <a:ext uri="{FF2B5EF4-FFF2-40B4-BE49-F238E27FC236}">
                <a16:creationId xmlns:a16="http://schemas.microsoft.com/office/drawing/2014/main" id="{654F1524-8F3B-49BB-AD3A-F4F51CEC0373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10_small_CA2_pose50_rmsd3_4107">
            <a:extLst>
              <a:ext uri="{FF2B5EF4-FFF2-40B4-BE49-F238E27FC236}">
                <a16:creationId xmlns:a16="http://schemas.microsoft.com/office/drawing/2014/main" id="{0FA02242-314B-47D5-ADAE-DA9BC6E8A8B9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4108">
            <a:extLst>
              <a:ext uri="{FF2B5EF4-FFF2-40B4-BE49-F238E27FC236}">
                <a16:creationId xmlns:a16="http://schemas.microsoft.com/office/drawing/2014/main" id="{7D1F945E-FD6C-4380-B233-C9C1ECCBE5E2}"/>
              </a:ext>
            </a:extLst>
          </p:cNvPr>
          <p:cNvSpPr>
            <a:spLocks noGrp="1"/>
          </p:cNvSpPr>
          <p:nvPr/>
        </p:nvSpPr>
        <p:spPr>
          <a:xfrm>
            <a:off x="458821" y="3835458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7" name="10_small_CA2_pose50_rmsd3_4109">
            <a:extLst>
              <a:ext uri="{FF2B5EF4-FFF2-40B4-BE49-F238E27FC236}">
                <a16:creationId xmlns:a16="http://schemas.microsoft.com/office/drawing/2014/main" id="{9215791E-9CA2-4807-BA5D-125EE996C974}"/>
              </a:ext>
            </a:extLst>
          </p:cNvPr>
          <p:cNvSpPr>
            <a:spLocks noGrp="1"/>
          </p:cNvSpPr>
          <p:nvPr/>
        </p:nvSpPr>
        <p:spPr>
          <a:xfrm>
            <a:off x="648000" y="3412669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8" name="10_small_CA2_pose50_rmsd3_4110">
            <a:extLst>
              <a:ext uri="{FF2B5EF4-FFF2-40B4-BE49-F238E27FC236}">
                <a16:creationId xmlns:a16="http://schemas.microsoft.com/office/drawing/2014/main" id="{88A38034-CCF7-4114-AAF4-E931F42DA803}"/>
              </a:ext>
            </a:extLst>
          </p:cNvPr>
          <p:cNvSpPr>
            <a:spLocks noGrp="1"/>
          </p:cNvSpPr>
          <p:nvPr/>
        </p:nvSpPr>
        <p:spPr>
          <a:xfrm>
            <a:off x="609900" y="341266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9" name="text_4111">
            <a:extLst>
              <a:ext uri="{FF2B5EF4-FFF2-40B4-BE49-F238E27FC236}">
                <a16:creationId xmlns:a16="http://schemas.microsoft.com/office/drawing/2014/main" id="{D5175083-467E-4429-8E36-0C655D267D05}"/>
              </a:ext>
            </a:extLst>
          </p:cNvPr>
          <p:cNvSpPr>
            <a:spLocks noGrp="1"/>
          </p:cNvSpPr>
          <p:nvPr/>
        </p:nvSpPr>
        <p:spPr>
          <a:xfrm>
            <a:off x="458821" y="3368767"/>
            <a:ext cx="12567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75</a:t>
            </a:r>
          </a:p>
        </p:txBody>
      </p:sp>
      <p:sp>
        <p:nvSpPr>
          <p:cNvPr id="30" name="10_small_CA2_pose50_rmsd3_4112">
            <a:extLst>
              <a:ext uri="{FF2B5EF4-FFF2-40B4-BE49-F238E27FC236}">
                <a16:creationId xmlns:a16="http://schemas.microsoft.com/office/drawing/2014/main" id="{365717B7-A1AC-4053-B082-FEC7EF58A48D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1" name="10_small_CA2_pose50_rmsd3_4113">
            <a:extLst>
              <a:ext uri="{FF2B5EF4-FFF2-40B4-BE49-F238E27FC236}">
                <a16:creationId xmlns:a16="http://schemas.microsoft.com/office/drawing/2014/main" id="{35E564C9-FBB9-4A26-ACC6-5E974F5217F4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2" name="text_4114">
            <a:extLst>
              <a:ext uri="{FF2B5EF4-FFF2-40B4-BE49-F238E27FC236}">
                <a16:creationId xmlns:a16="http://schemas.microsoft.com/office/drawing/2014/main" id="{C8AC0B2F-2B94-40EF-AFCD-38031C751532}"/>
              </a:ext>
            </a:extLst>
          </p:cNvPr>
          <p:cNvSpPr>
            <a:spLocks noGrp="1"/>
          </p:cNvSpPr>
          <p:nvPr/>
        </p:nvSpPr>
        <p:spPr>
          <a:xfrm>
            <a:off x="402331" y="2902076"/>
            <a:ext cx="182169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3" name="text_4115">
            <a:extLst>
              <a:ext uri="{FF2B5EF4-FFF2-40B4-BE49-F238E27FC236}">
                <a16:creationId xmlns:a16="http://schemas.microsoft.com/office/drawing/2014/main" id="{2FD41CD1-D793-48C1-A29C-97658C936AF8}"/>
              </a:ext>
            </a:extLst>
          </p:cNvPr>
          <p:cNvSpPr>
            <a:spLocks noGrp="1"/>
          </p:cNvSpPr>
          <p:nvPr/>
        </p:nvSpPr>
        <p:spPr>
          <a:xfrm rot="-5400000">
            <a:off x="-192003" y="3815860"/>
            <a:ext cx="1023417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Ligand completion (%)</a:t>
            </a:r>
          </a:p>
        </p:txBody>
      </p:sp>
      <p:sp>
        <p:nvSpPr>
          <p:cNvPr id="34" name="10_small_CA2_pose50_rmsd3_4116">
            <a:extLst>
              <a:ext uri="{FF2B5EF4-FFF2-40B4-BE49-F238E27FC236}">
                <a16:creationId xmlns:a16="http://schemas.microsoft.com/office/drawing/2014/main" id="{F120EEB3-5CAD-4E92-9A92-6A30FA0693ED}"/>
              </a:ext>
            </a:extLst>
          </p:cNvPr>
          <p:cNvSpPr>
            <a:spLocks noGrp="1"/>
          </p:cNvSpPr>
          <p:nvPr/>
        </p:nvSpPr>
        <p:spPr>
          <a:xfrm>
            <a:off x="148488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10_small_CA2_pose50_rmsd3_4117">
            <a:extLst>
              <a:ext uri="{FF2B5EF4-FFF2-40B4-BE49-F238E27FC236}">
                <a16:creationId xmlns:a16="http://schemas.microsoft.com/office/drawing/2014/main" id="{5B7020CD-4FD1-4D07-A465-F81BAE3E71A2}"/>
              </a:ext>
            </a:extLst>
          </p:cNvPr>
          <p:cNvSpPr>
            <a:spLocks noGrp="1"/>
          </p:cNvSpPr>
          <p:nvPr/>
        </p:nvSpPr>
        <p:spPr>
          <a:xfrm>
            <a:off x="1718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10_small_CA2_pose50_rmsd3_4118">
            <a:extLst>
              <a:ext uri="{FF2B5EF4-FFF2-40B4-BE49-F238E27FC236}">
                <a16:creationId xmlns:a16="http://schemas.microsoft.com/office/drawing/2014/main" id="{1EB538C7-C198-419F-ACE6-052B49EA1C60}"/>
              </a:ext>
            </a:extLst>
          </p:cNvPr>
          <p:cNvSpPr>
            <a:spLocks noGrp="1"/>
          </p:cNvSpPr>
          <p:nvPr/>
        </p:nvSpPr>
        <p:spPr>
          <a:xfrm>
            <a:off x="171497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10_small_CA2_pose50_rmsd3_4119">
            <a:extLst>
              <a:ext uri="{FF2B5EF4-FFF2-40B4-BE49-F238E27FC236}">
                <a16:creationId xmlns:a16="http://schemas.microsoft.com/office/drawing/2014/main" id="{98BC380F-859D-4F42-8FD5-47667C0EC214}"/>
              </a:ext>
            </a:extLst>
          </p:cNvPr>
          <p:cNvSpPr>
            <a:spLocks noGrp="1"/>
          </p:cNvSpPr>
          <p:nvPr/>
        </p:nvSpPr>
        <p:spPr>
          <a:xfrm>
            <a:off x="153735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10_small_CA2_pose50_rmsd3_4120">
            <a:extLst>
              <a:ext uri="{FF2B5EF4-FFF2-40B4-BE49-F238E27FC236}">
                <a16:creationId xmlns:a16="http://schemas.microsoft.com/office/drawing/2014/main" id="{D627C5A1-D996-44FF-BEE4-BB33F2705CA0}"/>
              </a:ext>
            </a:extLst>
          </p:cNvPr>
          <p:cNvSpPr>
            <a:spLocks noGrp="1"/>
          </p:cNvSpPr>
          <p:nvPr/>
        </p:nvSpPr>
        <p:spPr>
          <a:xfrm>
            <a:off x="1721426" y="426142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10_small_CA2_pose50_rmsd3_4121">
            <a:extLst>
              <a:ext uri="{FF2B5EF4-FFF2-40B4-BE49-F238E27FC236}">
                <a16:creationId xmlns:a16="http://schemas.microsoft.com/office/drawing/2014/main" id="{0FBD86F3-8CDD-40C0-AFE6-6A5295C7D62C}"/>
              </a:ext>
            </a:extLst>
          </p:cNvPr>
          <p:cNvSpPr>
            <a:spLocks noGrp="1"/>
          </p:cNvSpPr>
          <p:nvPr/>
        </p:nvSpPr>
        <p:spPr>
          <a:xfrm>
            <a:off x="1653376" y="394625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10_small_CA2_pose50_rmsd3_4122">
            <a:extLst>
              <a:ext uri="{FF2B5EF4-FFF2-40B4-BE49-F238E27FC236}">
                <a16:creationId xmlns:a16="http://schemas.microsoft.com/office/drawing/2014/main" id="{FB9219AE-54B0-4660-92D2-58904E46DDBE}"/>
              </a:ext>
            </a:extLst>
          </p:cNvPr>
          <p:cNvSpPr>
            <a:spLocks noGrp="1"/>
          </p:cNvSpPr>
          <p:nvPr/>
        </p:nvSpPr>
        <p:spPr>
          <a:xfrm>
            <a:off x="1446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10_small_CA2_pose50_rmsd3_4123">
            <a:extLst>
              <a:ext uri="{FF2B5EF4-FFF2-40B4-BE49-F238E27FC236}">
                <a16:creationId xmlns:a16="http://schemas.microsoft.com/office/drawing/2014/main" id="{192B8A2B-B968-4E19-9F8B-C3A1C97BB328}"/>
              </a:ext>
            </a:extLst>
          </p:cNvPr>
          <p:cNvSpPr>
            <a:spLocks noGrp="1"/>
          </p:cNvSpPr>
          <p:nvPr/>
        </p:nvSpPr>
        <p:spPr>
          <a:xfrm>
            <a:off x="1518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10_small_CA2_pose50_rmsd3_4124">
            <a:extLst>
              <a:ext uri="{FF2B5EF4-FFF2-40B4-BE49-F238E27FC236}">
                <a16:creationId xmlns:a16="http://schemas.microsoft.com/office/drawing/2014/main" id="{71166B1C-3BC1-435A-A0E5-AA64D543C7E2}"/>
              </a:ext>
            </a:extLst>
          </p:cNvPr>
          <p:cNvSpPr>
            <a:spLocks noGrp="1"/>
          </p:cNvSpPr>
          <p:nvPr/>
        </p:nvSpPr>
        <p:spPr>
          <a:xfrm>
            <a:off x="1556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10_small_CA2_pose50_rmsd3_4125">
            <a:extLst>
              <a:ext uri="{FF2B5EF4-FFF2-40B4-BE49-F238E27FC236}">
                <a16:creationId xmlns:a16="http://schemas.microsoft.com/office/drawing/2014/main" id="{D5922712-29B8-49B9-BC91-BBBFE1EEECC7}"/>
              </a:ext>
            </a:extLst>
          </p:cNvPr>
          <p:cNvSpPr>
            <a:spLocks noGrp="1"/>
          </p:cNvSpPr>
          <p:nvPr/>
        </p:nvSpPr>
        <p:spPr>
          <a:xfrm>
            <a:off x="152220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10_small_CA2_pose50_rmsd3_4126">
            <a:extLst>
              <a:ext uri="{FF2B5EF4-FFF2-40B4-BE49-F238E27FC236}">
                <a16:creationId xmlns:a16="http://schemas.microsoft.com/office/drawing/2014/main" id="{B62FD90A-E93B-4786-8B09-62C1B11C7CEF}"/>
              </a:ext>
            </a:extLst>
          </p:cNvPr>
          <p:cNvSpPr>
            <a:spLocks noGrp="1"/>
          </p:cNvSpPr>
          <p:nvPr/>
        </p:nvSpPr>
        <p:spPr>
          <a:xfrm>
            <a:off x="164282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10_small_CA2_pose50_rmsd3_4127">
            <a:extLst>
              <a:ext uri="{FF2B5EF4-FFF2-40B4-BE49-F238E27FC236}">
                <a16:creationId xmlns:a16="http://schemas.microsoft.com/office/drawing/2014/main" id="{3381F17A-E08C-4B25-9250-7B1023784BF7}"/>
              </a:ext>
            </a:extLst>
          </p:cNvPr>
          <p:cNvSpPr>
            <a:spLocks noGrp="1"/>
          </p:cNvSpPr>
          <p:nvPr/>
        </p:nvSpPr>
        <p:spPr>
          <a:xfrm>
            <a:off x="1429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10_small_CA2_pose50_rmsd3_4128">
            <a:extLst>
              <a:ext uri="{FF2B5EF4-FFF2-40B4-BE49-F238E27FC236}">
                <a16:creationId xmlns:a16="http://schemas.microsoft.com/office/drawing/2014/main" id="{C978234E-C91C-483B-8CA4-A7AC9BAE3625}"/>
              </a:ext>
            </a:extLst>
          </p:cNvPr>
          <p:cNvSpPr>
            <a:spLocks noGrp="1"/>
          </p:cNvSpPr>
          <p:nvPr/>
        </p:nvSpPr>
        <p:spPr>
          <a:xfrm>
            <a:off x="15203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10_small_CA2_pose50_rmsd3_4129">
            <a:extLst>
              <a:ext uri="{FF2B5EF4-FFF2-40B4-BE49-F238E27FC236}">
                <a16:creationId xmlns:a16="http://schemas.microsoft.com/office/drawing/2014/main" id="{C537F6B9-B501-47E4-9E6E-7DED308144BE}"/>
              </a:ext>
            </a:extLst>
          </p:cNvPr>
          <p:cNvSpPr>
            <a:spLocks noGrp="1"/>
          </p:cNvSpPr>
          <p:nvPr/>
        </p:nvSpPr>
        <p:spPr>
          <a:xfrm>
            <a:off x="1417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10_small_CA2_pose50_rmsd3_4130">
            <a:extLst>
              <a:ext uri="{FF2B5EF4-FFF2-40B4-BE49-F238E27FC236}">
                <a16:creationId xmlns:a16="http://schemas.microsoft.com/office/drawing/2014/main" id="{A3357D7D-ADC5-49B9-ABFB-BB7F35A7C7DF}"/>
              </a:ext>
            </a:extLst>
          </p:cNvPr>
          <p:cNvSpPr>
            <a:spLocks noGrp="1"/>
          </p:cNvSpPr>
          <p:nvPr/>
        </p:nvSpPr>
        <p:spPr>
          <a:xfrm>
            <a:off x="1708356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10_small_CA2_pose50_rmsd3_4131">
            <a:extLst>
              <a:ext uri="{FF2B5EF4-FFF2-40B4-BE49-F238E27FC236}">
                <a16:creationId xmlns:a16="http://schemas.microsoft.com/office/drawing/2014/main" id="{FA9C1A31-5411-4788-B667-565584F5B0B4}"/>
              </a:ext>
            </a:extLst>
          </p:cNvPr>
          <p:cNvSpPr>
            <a:spLocks noGrp="1"/>
          </p:cNvSpPr>
          <p:nvPr/>
        </p:nvSpPr>
        <p:spPr>
          <a:xfrm>
            <a:off x="1468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10_small_CA2_pose50_rmsd3_4132">
            <a:extLst>
              <a:ext uri="{FF2B5EF4-FFF2-40B4-BE49-F238E27FC236}">
                <a16:creationId xmlns:a16="http://schemas.microsoft.com/office/drawing/2014/main" id="{C0463411-536C-4A81-A530-DC0E42307BC4}"/>
              </a:ext>
            </a:extLst>
          </p:cNvPr>
          <p:cNvSpPr>
            <a:spLocks noGrp="1"/>
          </p:cNvSpPr>
          <p:nvPr/>
        </p:nvSpPr>
        <p:spPr>
          <a:xfrm>
            <a:off x="1456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10_small_CA2_pose50_rmsd3_4133">
            <a:extLst>
              <a:ext uri="{FF2B5EF4-FFF2-40B4-BE49-F238E27FC236}">
                <a16:creationId xmlns:a16="http://schemas.microsoft.com/office/drawing/2014/main" id="{333DC90A-67B7-4DA3-B61B-D1147B0998E7}"/>
              </a:ext>
            </a:extLst>
          </p:cNvPr>
          <p:cNvSpPr>
            <a:spLocks noGrp="1"/>
          </p:cNvSpPr>
          <p:nvPr/>
        </p:nvSpPr>
        <p:spPr>
          <a:xfrm>
            <a:off x="156563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10_small_CA2_pose50_rmsd3_4134">
            <a:extLst>
              <a:ext uri="{FF2B5EF4-FFF2-40B4-BE49-F238E27FC236}">
                <a16:creationId xmlns:a16="http://schemas.microsoft.com/office/drawing/2014/main" id="{B0644A72-8BF0-468B-9B0E-93CF624AA898}"/>
              </a:ext>
            </a:extLst>
          </p:cNvPr>
          <p:cNvSpPr>
            <a:spLocks noGrp="1"/>
          </p:cNvSpPr>
          <p:nvPr/>
        </p:nvSpPr>
        <p:spPr>
          <a:xfrm>
            <a:off x="1469478" y="411595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10_small_CA2_pose50_rmsd3_4135">
            <a:extLst>
              <a:ext uri="{FF2B5EF4-FFF2-40B4-BE49-F238E27FC236}">
                <a16:creationId xmlns:a16="http://schemas.microsoft.com/office/drawing/2014/main" id="{093CD33A-5005-4283-B8C4-2522EE521B56}"/>
              </a:ext>
            </a:extLst>
          </p:cNvPr>
          <p:cNvSpPr>
            <a:spLocks noGrp="1"/>
          </p:cNvSpPr>
          <p:nvPr/>
        </p:nvSpPr>
        <p:spPr>
          <a:xfrm>
            <a:off x="1404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10_small_CA2_pose50_rmsd3_4136">
            <a:extLst>
              <a:ext uri="{FF2B5EF4-FFF2-40B4-BE49-F238E27FC236}">
                <a16:creationId xmlns:a16="http://schemas.microsoft.com/office/drawing/2014/main" id="{F99DB4EE-1B98-43C2-908D-1BB52DCE651D}"/>
              </a:ext>
            </a:extLst>
          </p:cNvPr>
          <p:cNvSpPr>
            <a:spLocks noGrp="1"/>
          </p:cNvSpPr>
          <p:nvPr/>
        </p:nvSpPr>
        <p:spPr>
          <a:xfrm>
            <a:off x="1548709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10_small_CA2_pose50_rmsd3_4137">
            <a:extLst>
              <a:ext uri="{FF2B5EF4-FFF2-40B4-BE49-F238E27FC236}">
                <a16:creationId xmlns:a16="http://schemas.microsoft.com/office/drawing/2014/main" id="{88C2C941-1FD3-42C6-98CB-A8E9027D58C2}"/>
              </a:ext>
            </a:extLst>
          </p:cNvPr>
          <p:cNvSpPr>
            <a:spLocks noGrp="1"/>
          </p:cNvSpPr>
          <p:nvPr/>
        </p:nvSpPr>
        <p:spPr>
          <a:xfrm>
            <a:off x="152860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10_small_CA2_pose50_rmsd3_4138">
            <a:extLst>
              <a:ext uri="{FF2B5EF4-FFF2-40B4-BE49-F238E27FC236}">
                <a16:creationId xmlns:a16="http://schemas.microsoft.com/office/drawing/2014/main" id="{83BB1A06-0C01-4171-A3B6-2F27BE7CF6AF}"/>
              </a:ext>
            </a:extLst>
          </p:cNvPr>
          <p:cNvSpPr>
            <a:spLocks noGrp="1"/>
          </p:cNvSpPr>
          <p:nvPr/>
        </p:nvSpPr>
        <p:spPr>
          <a:xfrm>
            <a:off x="1399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10_small_CA2_pose50_rmsd3_4139">
            <a:extLst>
              <a:ext uri="{FF2B5EF4-FFF2-40B4-BE49-F238E27FC236}">
                <a16:creationId xmlns:a16="http://schemas.microsoft.com/office/drawing/2014/main" id="{F4DAC2BF-7BEA-4CFC-B3B1-DF434FBFF08F}"/>
              </a:ext>
            </a:extLst>
          </p:cNvPr>
          <p:cNvSpPr>
            <a:spLocks noGrp="1"/>
          </p:cNvSpPr>
          <p:nvPr/>
        </p:nvSpPr>
        <p:spPr>
          <a:xfrm>
            <a:off x="16387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10_small_CA2_pose50_rmsd3_4140">
            <a:extLst>
              <a:ext uri="{FF2B5EF4-FFF2-40B4-BE49-F238E27FC236}">
                <a16:creationId xmlns:a16="http://schemas.microsoft.com/office/drawing/2014/main" id="{2F524D3D-BCC8-454B-B856-BDF82011B069}"/>
              </a:ext>
            </a:extLst>
          </p:cNvPr>
          <p:cNvSpPr>
            <a:spLocks noGrp="1"/>
          </p:cNvSpPr>
          <p:nvPr/>
        </p:nvSpPr>
        <p:spPr>
          <a:xfrm>
            <a:off x="1513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10_small_CA2_pose50_rmsd3_4141">
            <a:extLst>
              <a:ext uri="{FF2B5EF4-FFF2-40B4-BE49-F238E27FC236}">
                <a16:creationId xmlns:a16="http://schemas.microsoft.com/office/drawing/2014/main" id="{E4FF4670-BA36-44A6-AFDF-95BAF1DD5DC4}"/>
              </a:ext>
            </a:extLst>
          </p:cNvPr>
          <p:cNvSpPr>
            <a:spLocks noGrp="1"/>
          </p:cNvSpPr>
          <p:nvPr/>
        </p:nvSpPr>
        <p:spPr>
          <a:xfrm>
            <a:off x="1696500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10_small_CA2_pose50_rmsd3_4142">
            <a:extLst>
              <a:ext uri="{FF2B5EF4-FFF2-40B4-BE49-F238E27FC236}">
                <a16:creationId xmlns:a16="http://schemas.microsoft.com/office/drawing/2014/main" id="{6B63EC55-7ADD-4B3A-9AA9-49C15F90B7D1}"/>
              </a:ext>
            </a:extLst>
          </p:cNvPr>
          <p:cNvSpPr>
            <a:spLocks noGrp="1"/>
          </p:cNvSpPr>
          <p:nvPr/>
        </p:nvSpPr>
        <p:spPr>
          <a:xfrm>
            <a:off x="1500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10_small_CA2_pose50_rmsd3_4143">
            <a:extLst>
              <a:ext uri="{FF2B5EF4-FFF2-40B4-BE49-F238E27FC236}">
                <a16:creationId xmlns:a16="http://schemas.microsoft.com/office/drawing/2014/main" id="{A394CD5A-0AE3-4B4B-A8F4-D6DAFD330279}"/>
              </a:ext>
            </a:extLst>
          </p:cNvPr>
          <p:cNvSpPr>
            <a:spLocks noGrp="1"/>
          </p:cNvSpPr>
          <p:nvPr/>
        </p:nvSpPr>
        <p:spPr>
          <a:xfrm>
            <a:off x="1628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10_small_CA2_pose50_rmsd3_4144">
            <a:extLst>
              <a:ext uri="{FF2B5EF4-FFF2-40B4-BE49-F238E27FC236}">
                <a16:creationId xmlns:a16="http://schemas.microsoft.com/office/drawing/2014/main" id="{B87832B0-6ECB-4590-B88F-BEFE077B0989}"/>
              </a:ext>
            </a:extLst>
          </p:cNvPr>
          <p:cNvSpPr>
            <a:spLocks noGrp="1"/>
          </p:cNvSpPr>
          <p:nvPr/>
        </p:nvSpPr>
        <p:spPr>
          <a:xfrm>
            <a:off x="1496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10_small_CA2_pose50_rmsd3_4145">
            <a:extLst>
              <a:ext uri="{FF2B5EF4-FFF2-40B4-BE49-F238E27FC236}">
                <a16:creationId xmlns:a16="http://schemas.microsoft.com/office/drawing/2014/main" id="{282F40BD-ABEE-4BEA-82B4-945E7E52E52B}"/>
              </a:ext>
            </a:extLst>
          </p:cNvPr>
          <p:cNvSpPr>
            <a:spLocks noGrp="1"/>
          </p:cNvSpPr>
          <p:nvPr/>
        </p:nvSpPr>
        <p:spPr>
          <a:xfrm>
            <a:off x="1508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10_small_CA2_pose50_rmsd3_4146">
            <a:extLst>
              <a:ext uri="{FF2B5EF4-FFF2-40B4-BE49-F238E27FC236}">
                <a16:creationId xmlns:a16="http://schemas.microsoft.com/office/drawing/2014/main" id="{FDCD227D-EE12-46A6-9456-40FEF33F530E}"/>
              </a:ext>
            </a:extLst>
          </p:cNvPr>
          <p:cNvSpPr>
            <a:spLocks noGrp="1"/>
          </p:cNvSpPr>
          <p:nvPr/>
        </p:nvSpPr>
        <p:spPr>
          <a:xfrm>
            <a:off x="16392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10_small_CA2_pose50_rmsd3_4147">
            <a:extLst>
              <a:ext uri="{FF2B5EF4-FFF2-40B4-BE49-F238E27FC236}">
                <a16:creationId xmlns:a16="http://schemas.microsoft.com/office/drawing/2014/main" id="{7EB0B5E7-86FE-4500-ADD2-9A994C575564}"/>
              </a:ext>
            </a:extLst>
          </p:cNvPr>
          <p:cNvSpPr>
            <a:spLocks noGrp="1"/>
          </p:cNvSpPr>
          <p:nvPr/>
        </p:nvSpPr>
        <p:spPr>
          <a:xfrm>
            <a:off x="1415967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10_small_CA2_pose50_rmsd3_4148">
            <a:extLst>
              <a:ext uri="{FF2B5EF4-FFF2-40B4-BE49-F238E27FC236}">
                <a16:creationId xmlns:a16="http://schemas.microsoft.com/office/drawing/2014/main" id="{21B944B9-05D6-4DA8-9C2A-52D3F1E37857}"/>
              </a:ext>
            </a:extLst>
          </p:cNvPr>
          <p:cNvSpPr>
            <a:spLocks noGrp="1"/>
          </p:cNvSpPr>
          <p:nvPr/>
        </p:nvSpPr>
        <p:spPr>
          <a:xfrm>
            <a:off x="1408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10_small_CA2_pose50_rmsd3_4149">
            <a:extLst>
              <a:ext uri="{FF2B5EF4-FFF2-40B4-BE49-F238E27FC236}">
                <a16:creationId xmlns:a16="http://schemas.microsoft.com/office/drawing/2014/main" id="{4DF871ED-B84F-4A56-9085-2E71CA2B70B1}"/>
              </a:ext>
            </a:extLst>
          </p:cNvPr>
          <p:cNvSpPr>
            <a:spLocks noGrp="1"/>
          </p:cNvSpPr>
          <p:nvPr/>
        </p:nvSpPr>
        <p:spPr>
          <a:xfrm>
            <a:off x="16870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10_small_CA2_pose50_rmsd3_4150">
            <a:extLst>
              <a:ext uri="{FF2B5EF4-FFF2-40B4-BE49-F238E27FC236}">
                <a16:creationId xmlns:a16="http://schemas.microsoft.com/office/drawing/2014/main" id="{090D07B2-65D1-4511-AFA3-B46B6611C1EC}"/>
              </a:ext>
            </a:extLst>
          </p:cNvPr>
          <p:cNvSpPr>
            <a:spLocks noGrp="1"/>
          </p:cNvSpPr>
          <p:nvPr/>
        </p:nvSpPr>
        <p:spPr>
          <a:xfrm>
            <a:off x="140674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10_small_CA2_pose50_rmsd3_4151">
            <a:extLst>
              <a:ext uri="{FF2B5EF4-FFF2-40B4-BE49-F238E27FC236}">
                <a16:creationId xmlns:a16="http://schemas.microsoft.com/office/drawing/2014/main" id="{9C484357-387D-4FBF-8A3C-DAA82A5985F1}"/>
              </a:ext>
            </a:extLst>
          </p:cNvPr>
          <p:cNvSpPr>
            <a:spLocks noGrp="1"/>
          </p:cNvSpPr>
          <p:nvPr/>
        </p:nvSpPr>
        <p:spPr>
          <a:xfrm>
            <a:off x="1511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10_small_CA2_pose50_rmsd3_4152">
            <a:extLst>
              <a:ext uri="{FF2B5EF4-FFF2-40B4-BE49-F238E27FC236}">
                <a16:creationId xmlns:a16="http://schemas.microsoft.com/office/drawing/2014/main" id="{61E5B6DD-848F-424A-8FB3-B58D00547C68}"/>
              </a:ext>
            </a:extLst>
          </p:cNvPr>
          <p:cNvSpPr>
            <a:spLocks noGrp="1"/>
          </p:cNvSpPr>
          <p:nvPr/>
        </p:nvSpPr>
        <p:spPr>
          <a:xfrm>
            <a:off x="15494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10_small_CA2_pose50_rmsd3_4153">
            <a:extLst>
              <a:ext uri="{FF2B5EF4-FFF2-40B4-BE49-F238E27FC236}">
                <a16:creationId xmlns:a16="http://schemas.microsoft.com/office/drawing/2014/main" id="{FBBCCBCE-59BD-44A3-8D40-43A456E6550C}"/>
              </a:ext>
            </a:extLst>
          </p:cNvPr>
          <p:cNvSpPr>
            <a:spLocks noGrp="1"/>
          </p:cNvSpPr>
          <p:nvPr/>
        </p:nvSpPr>
        <p:spPr>
          <a:xfrm>
            <a:off x="1440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10_small_CA2_pose50_rmsd3_4154">
            <a:extLst>
              <a:ext uri="{FF2B5EF4-FFF2-40B4-BE49-F238E27FC236}">
                <a16:creationId xmlns:a16="http://schemas.microsoft.com/office/drawing/2014/main" id="{339A61BD-7539-4E9E-B5A8-D4EFD3619B6C}"/>
              </a:ext>
            </a:extLst>
          </p:cNvPr>
          <p:cNvSpPr>
            <a:spLocks noGrp="1"/>
          </p:cNvSpPr>
          <p:nvPr/>
        </p:nvSpPr>
        <p:spPr>
          <a:xfrm>
            <a:off x="1511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10_small_CA2_pose50_rmsd3_4155">
            <a:extLst>
              <a:ext uri="{FF2B5EF4-FFF2-40B4-BE49-F238E27FC236}">
                <a16:creationId xmlns:a16="http://schemas.microsoft.com/office/drawing/2014/main" id="{9BB7A8F7-25E9-4949-B5B4-36A5DF044DC1}"/>
              </a:ext>
            </a:extLst>
          </p:cNvPr>
          <p:cNvSpPr>
            <a:spLocks noGrp="1"/>
          </p:cNvSpPr>
          <p:nvPr/>
        </p:nvSpPr>
        <p:spPr>
          <a:xfrm>
            <a:off x="1494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10_small_CA2_pose50_rmsd3_4156">
            <a:extLst>
              <a:ext uri="{FF2B5EF4-FFF2-40B4-BE49-F238E27FC236}">
                <a16:creationId xmlns:a16="http://schemas.microsoft.com/office/drawing/2014/main" id="{95E09FEE-F4CF-429C-A9DA-145CF72445F9}"/>
              </a:ext>
            </a:extLst>
          </p:cNvPr>
          <p:cNvSpPr>
            <a:spLocks noGrp="1"/>
          </p:cNvSpPr>
          <p:nvPr/>
        </p:nvSpPr>
        <p:spPr>
          <a:xfrm>
            <a:off x="1697025" y="404807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10_small_CA2_pose50_rmsd3_4157">
            <a:extLst>
              <a:ext uri="{FF2B5EF4-FFF2-40B4-BE49-F238E27FC236}">
                <a16:creationId xmlns:a16="http://schemas.microsoft.com/office/drawing/2014/main" id="{2E950A19-17C9-497E-A8F8-BF6BF1435FCB}"/>
              </a:ext>
            </a:extLst>
          </p:cNvPr>
          <p:cNvSpPr>
            <a:spLocks noGrp="1"/>
          </p:cNvSpPr>
          <p:nvPr/>
        </p:nvSpPr>
        <p:spPr>
          <a:xfrm>
            <a:off x="1586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10_small_CA2_pose50_rmsd3_4158">
            <a:extLst>
              <a:ext uri="{FF2B5EF4-FFF2-40B4-BE49-F238E27FC236}">
                <a16:creationId xmlns:a16="http://schemas.microsoft.com/office/drawing/2014/main" id="{E300C10D-864E-4BD0-A36A-6E70B8640676}"/>
              </a:ext>
            </a:extLst>
          </p:cNvPr>
          <p:cNvSpPr>
            <a:spLocks noGrp="1"/>
          </p:cNvSpPr>
          <p:nvPr/>
        </p:nvSpPr>
        <p:spPr>
          <a:xfrm>
            <a:off x="157962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10_small_CA2_pose50_rmsd3_4159">
            <a:extLst>
              <a:ext uri="{FF2B5EF4-FFF2-40B4-BE49-F238E27FC236}">
                <a16:creationId xmlns:a16="http://schemas.microsoft.com/office/drawing/2014/main" id="{CC4159FE-9E2D-4895-BB37-FA749C63417A}"/>
              </a:ext>
            </a:extLst>
          </p:cNvPr>
          <p:cNvSpPr>
            <a:spLocks noGrp="1"/>
          </p:cNvSpPr>
          <p:nvPr/>
        </p:nvSpPr>
        <p:spPr>
          <a:xfrm>
            <a:off x="167040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10_small_CA2_pose50_rmsd3_4160">
            <a:extLst>
              <a:ext uri="{FF2B5EF4-FFF2-40B4-BE49-F238E27FC236}">
                <a16:creationId xmlns:a16="http://schemas.microsoft.com/office/drawing/2014/main" id="{A75C034A-3CEB-46F4-98BE-8528C1FC9CD7}"/>
              </a:ext>
            </a:extLst>
          </p:cNvPr>
          <p:cNvSpPr>
            <a:spLocks noGrp="1"/>
          </p:cNvSpPr>
          <p:nvPr/>
        </p:nvSpPr>
        <p:spPr>
          <a:xfrm>
            <a:off x="1535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10_small_CA2_pose50_rmsd3_4161">
            <a:extLst>
              <a:ext uri="{FF2B5EF4-FFF2-40B4-BE49-F238E27FC236}">
                <a16:creationId xmlns:a16="http://schemas.microsoft.com/office/drawing/2014/main" id="{AA24054E-86F5-454A-800F-1E40FB0936DC}"/>
              </a:ext>
            </a:extLst>
          </p:cNvPr>
          <p:cNvSpPr>
            <a:spLocks noGrp="1"/>
          </p:cNvSpPr>
          <p:nvPr/>
        </p:nvSpPr>
        <p:spPr>
          <a:xfrm>
            <a:off x="1704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10_small_CA2_pose50_rmsd3_4162">
            <a:extLst>
              <a:ext uri="{FF2B5EF4-FFF2-40B4-BE49-F238E27FC236}">
                <a16:creationId xmlns:a16="http://schemas.microsoft.com/office/drawing/2014/main" id="{2C83CDF2-78CA-4B56-B125-0062F7130D15}"/>
              </a:ext>
            </a:extLst>
          </p:cNvPr>
          <p:cNvSpPr>
            <a:spLocks noGrp="1"/>
          </p:cNvSpPr>
          <p:nvPr/>
        </p:nvSpPr>
        <p:spPr>
          <a:xfrm>
            <a:off x="1631027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10_small_CA2_pose50_rmsd3_4163">
            <a:extLst>
              <a:ext uri="{FF2B5EF4-FFF2-40B4-BE49-F238E27FC236}">
                <a16:creationId xmlns:a16="http://schemas.microsoft.com/office/drawing/2014/main" id="{78A34346-5131-4BA1-B718-DEB46E91E0AD}"/>
              </a:ext>
            </a:extLst>
          </p:cNvPr>
          <p:cNvSpPr>
            <a:spLocks noGrp="1"/>
          </p:cNvSpPr>
          <p:nvPr/>
        </p:nvSpPr>
        <p:spPr>
          <a:xfrm>
            <a:off x="1478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10_small_CA2_pose50_rmsd3_4164">
            <a:extLst>
              <a:ext uri="{FF2B5EF4-FFF2-40B4-BE49-F238E27FC236}">
                <a16:creationId xmlns:a16="http://schemas.microsoft.com/office/drawing/2014/main" id="{89397E00-BF97-4147-B343-E399A9474405}"/>
              </a:ext>
            </a:extLst>
          </p:cNvPr>
          <p:cNvSpPr>
            <a:spLocks noGrp="1"/>
          </p:cNvSpPr>
          <p:nvPr/>
        </p:nvSpPr>
        <p:spPr>
          <a:xfrm>
            <a:off x="1394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10_small_CA2_pose50_rmsd3_4165">
            <a:extLst>
              <a:ext uri="{FF2B5EF4-FFF2-40B4-BE49-F238E27FC236}">
                <a16:creationId xmlns:a16="http://schemas.microsoft.com/office/drawing/2014/main" id="{E4D0F562-529F-483E-AC7B-5BDCB152D5E0}"/>
              </a:ext>
            </a:extLst>
          </p:cNvPr>
          <p:cNvSpPr>
            <a:spLocks noGrp="1"/>
          </p:cNvSpPr>
          <p:nvPr/>
        </p:nvSpPr>
        <p:spPr>
          <a:xfrm>
            <a:off x="167591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10_small_CA2_pose50_rmsd3_4166">
            <a:extLst>
              <a:ext uri="{FF2B5EF4-FFF2-40B4-BE49-F238E27FC236}">
                <a16:creationId xmlns:a16="http://schemas.microsoft.com/office/drawing/2014/main" id="{72526925-6670-47FA-8F7E-ECE2059F0567}"/>
              </a:ext>
            </a:extLst>
          </p:cNvPr>
          <p:cNvSpPr>
            <a:spLocks noGrp="1"/>
          </p:cNvSpPr>
          <p:nvPr/>
        </p:nvSpPr>
        <p:spPr>
          <a:xfrm>
            <a:off x="1711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10_small_CA2_pose50_rmsd3_4167">
            <a:extLst>
              <a:ext uri="{FF2B5EF4-FFF2-40B4-BE49-F238E27FC236}">
                <a16:creationId xmlns:a16="http://schemas.microsoft.com/office/drawing/2014/main" id="{C936872C-4F80-4E67-88CE-6345903E5036}"/>
              </a:ext>
            </a:extLst>
          </p:cNvPr>
          <p:cNvSpPr>
            <a:spLocks noGrp="1"/>
          </p:cNvSpPr>
          <p:nvPr/>
        </p:nvSpPr>
        <p:spPr>
          <a:xfrm>
            <a:off x="156644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10_small_CA2_pose50_rmsd3_4168">
            <a:extLst>
              <a:ext uri="{FF2B5EF4-FFF2-40B4-BE49-F238E27FC236}">
                <a16:creationId xmlns:a16="http://schemas.microsoft.com/office/drawing/2014/main" id="{635C7835-7B52-4C96-863B-4C86EC78156A}"/>
              </a:ext>
            </a:extLst>
          </p:cNvPr>
          <p:cNvSpPr>
            <a:spLocks noGrp="1"/>
          </p:cNvSpPr>
          <p:nvPr/>
        </p:nvSpPr>
        <p:spPr>
          <a:xfrm>
            <a:off x="166519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10_small_CA2_pose50_rmsd3_4169">
            <a:extLst>
              <a:ext uri="{FF2B5EF4-FFF2-40B4-BE49-F238E27FC236}">
                <a16:creationId xmlns:a16="http://schemas.microsoft.com/office/drawing/2014/main" id="{E70155FB-2540-4C8B-A94F-34769AC9C0B8}"/>
              </a:ext>
            </a:extLst>
          </p:cNvPr>
          <p:cNvSpPr>
            <a:spLocks noGrp="1"/>
          </p:cNvSpPr>
          <p:nvPr/>
        </p:nvSpPr>
        <p:spPr>
          <a:xfrm>
            <a:off x="165321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10_small_CA2_pose50_rmsd3_4170">
            <a:extLst>
              <a:ext uri="{FF2B5EF4-FFF2-40B4-BE49-F238E27FC236}">
                <a16:creationId xmlns:a16="http://schemas.microsoft.com/office/drawing/2014/main" id="{A11B589E-AAD1-4ACF-9F17-B89FE0A54A51}"/>
              </a:ext>
            </a:extLst>
          </p:cNvPr>
          <p:cNvSpPr>
            <a:spLocks noGrp="1"/>
          </p:cNvSpPr>
          <p:nvPr/>
        </p:nvSpPr>
        <p:spPr>
          <a:xfrm>
            <a:off x="1446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10_small_CA2_pose50_rmsd3_4171">
            <a:extLst>
              <a:ext uri="{FF2B5EF4-FFF2-40B4-BE49-F238E27FC236}">
                <a16:creationId xmlns:a16="http://schemas.microsoft.com/office/drawing/2014/main" id="{19F0AD80-68C5-4163-B5F4-736105CD7E4D}"/>
              </a:ext>
            </a:extLst>
          </p:cNvPr>
          <p:cNvSpPr>
            <a:spLocks noGrp="1"/>
          </p:cNvSpPr>
          <p:nvPr/>
        </p:nvSpPr>
        <p:spPr>
          <a:xfrm>
            <a:off x="1582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10_small_CA2_pose50_rmsd3_4172">
            <a:extLst>
              <a:ext uri="{FF2B5EF4-FFF2-40B4-BE49-F238E27FC236}">
                <a16:creationId xmlns:a16="http://schemas.microsoft.com/office/drawing/2014/main" id="{0B7E9B63-A12E-42E4-8723-C9F80F3EE212}"/>
              </a:ext>
            </a:extLst>
          </p:cNvPr>
          <p:cNvSpPr>
            <a:spLocks noGrp="1"/>
          </p:cNvSpPr>
          <p:nvPr/>
        </p:nvSpPr>
        <p:spPr>
          <a:xfrm>
            <a:off x="1592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10_small_CA2_pose50_rmsd3_4173">
            <a:extLst>
              <a:ext uri="{FF2B5EF4-FFF2-40B4-BE49-F238E27FC236}">
                <a16:creationId xmlns:a16="http://schemas.microsoft.com/office/drawing/2014/main" id="{ABE993D4-D324-43E7-B5E2-3CFFF2F10EB0}"/>
              </a:ext>
            </a:extLst>
          </p:cNvPr>
          <p:cNvSpPr>
            <a:spLocks noGrp="1"/>
          </p:cNvSpPr>
          <p:nvPr/>
        </p:nvSpPr>
        <p:spPr>
          <a:xfrm>
            <a:off x="167401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10_small_CA2_pose50_rmsd3_4174">
            <a:extLst>
              <a:ext uri="{FF2B5EF4-FFF2-40B4-BE49-F238E27FC236}">
                <a16:creationId xmlns:a16="http://schemas.microsoft.com/office/drawing/2014/main" id="{F8445A42-B829-4D17-A8C1-6EB5FB9BA4C8}"/>
              </a:ext>
            </a:extLst>
          </p:cNvPr>
          <p:cNvSpPr>
            <a:spLocks noGrp="1"/>
          </p:cNvSpPr>
          <p:nvPr/>
        </p:nvSpPr>
        <p:spPr>
          <a:xfrm>
            <a:off x="1700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10_small_CA2_pose50_rmsd3_4175">
            <a:extLst>
              <a:ext uri="{FF2B5EF4-FFF2-40B4-BE49-F238E27FC236}">
                <a16:creationId xmlns:a16="http://schemas.microsoft.com/office/drawing/2014/main" id="{76A27356-D6D1-4BEA-A924-CA7A9A53164A}"/>
              </a:ext>
            </a:extLst>
          </p:cNvPr>
          <p:cNvSpPr>
            <a:spLocks noGrp="1"/>
          </p:cNvSpPr>
          <p:nvPr/>
        </p:nvSpPr>
        <p:spPr>
          <a:xfrm>
            <a:off x="1685077" y="46910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10_small_CA2_pose50_rmsd3_4176">
            <a:extLst>
              <a:ext uri="{FF2B5EF4-FFF2-40B4-BE49-F238E27FC236}">
                <a16:creationId xmlns:a16="http://schemas.microsoft.com/office/drawing/2014/main" id="{2D7FCD58-F95A-45B5-82F8-F7418EC5532D}"/>
              </a:ext>
            </a:extLst>
          </p:cNvPr>
          <p:cNvSpPr>
            <a:spLocks noGrp="1"/>
          </p:cNvSpPr>
          <p:nvPr/>
        </p:nvSpPr>
        <p:spPr>
          <a:xfrm>
            <a:off x="155460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10_small_CA2_pose50_rmsd3_4177">
            <a:extLst>
              <a:ext uri="{FF2B5EF4-FFF2-40B4-BE49-F238E27FC236}">
                <a16:creationId xmlns:a16="http://schemas.microsoft.com/office/drawing/2014/main" id="{E124FAB4-1A5F-42FA-B7E5-449E4D241279}"/>
              </a:ext>
            </a:extLst>
          </p:cNvPr>
          <p:cNvSpPr>
            <a:spLocks noGrp="1"/>
          </p:cNvSpPr>
          <p:nvPr/>
        </p:nvSpPr>
        <p:spPr>
          <a:xfrm>
            <a:off x="1653674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10_small_CA2_pose50_rmsd3_4178">
            <a:extLst>
              <a:ext uri="{FF2B5EF4-FFF2-40B4-BE49-F238E27FC236}">
                <a16:creationId xmlns:a16="http://schemas.microsoft.com/office/drawing/2014/main" id="{9A07199E-5689-41B0-A1FC-806E7C1FE80E}"/>
              </a:ext>
            </a:extLst>
          </p:cNvPr>
          <p:cNvSpPr>
            <a:spLocks noGrp="1"/>
          </p:cNvSpPr>
          <p:nvPr/>
        </p:nvSpPr>
        <p:spPr>
          <a:xfrm>
            <a:off x="1610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10_small_CA2_pose50_rmsd3_4179">
            <a:extLst>
              <a:ext uri="{FF2B5EF4-FFF2-40B4-BE49-F238E27FC236}">
                <a16:creationId xmlns:a16="http://schemas.microsoft.com/office/drawing/2014/main" id="{5DAE67C9-C086-4819-9D50-0CF62AB48242}"/>
              </a:ext>
            </a:extLst>
          </p:cNvPr>
          <p:cNvSpPr>
            <a:spLocks noGrp="1"/>
          </p:cNvSpPr>
          <p:nvPr/>
        </p:nvSpPr>
        <p:spPr>
          <a:xfrm>
            <a:off x="1475488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10_small_CA2_pose50_rmsd3_4180">
            <a:extLst>
              <a:ext uri="{FF2B5EF4-FFF2-40B4-BE49-F238E27FC236}">
                <a16:creationId xmlns:a16="http://schemas.microsoft.com/office/drawing/2014/main" id="{2E2600D5-1989-4C33-BBCA-B5FF1D05DC19}"/>
              </a:ext>
            </a:extLst>
          </p:cNvPr>
          <p:cNvSpPr>
            <a:spLocks noGrp="1"/>
          </p:cNvSpPr>
          <p:nvPr/>
        </p:nvSpPr>
        <p:spPr>
          <a:xfrm>
            <a:off x="143684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10_small_CA2_pose50_rmsd3_4181">
            <a:extLst>
              <a:ext uri="{FF2B5EF4-FFF2-40B4-BE49-F238E27FC236}">
                <a16:creationId xmlns:a16="http://schemas.microsoft.com/office/drawing/2014/main" id="{38B0B02A-5FA3-4D1F-92CC-CCF45AA95607}"/>
              </a:ext>
            </a:extLst>
          </p:cNvPr>
          <p:cNvSpPr>
            <a:spLocks noGrp="1"/>
          </p:cNvSpPr>
          <p:nvPr/>
        </p:nvSpPr>
        <p:spPr>
          <a:xfrm>
            <a:off x="1574001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10_small_CA2_pose50_rmsd3_4182">
            <a:extLst>
              <a:ext uri="{FF2B5EF4-FFF2-40B4-BE49-F238E27FC236}">
                <a16:creationId xmlns:a16="http://schemas.microsoft.com/office/drawing/2014/main" id="{FFB30371-7FEB-4FEE-AAA9-6E1EFF0EEE79}"/>
              </a:ext>
            </a:extLst>
          </p:cNvPr>
          <p:cNvSpPr>
            <a:spLocks noGrp="1"/>
          </p:cNvSpPr>
          <p:nvPr/>
        </p:nvSpPr>
        <p:spPr>
          <a:xfrm>
            <a:off x="161657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10_small_CA2_pose50_rmsd3_4183">
            <a:extLst>
              <a:ext uri="{FF2B5EF4-FFF2-40B4-BE49-F238E27FC236}">
                <a16:creationId xmlns:a16="http://schemas.microsoft.com/office/drawing/2014/main" id="{906DCDE5-06A8-4AFE-8703-A33E90D33FA3}"/>
              </a:ext>
            </a:extLst>
          </p:cNvPr>
          <p:cNvSpPr>
            <a:spLocks noGrp="1"/>
          </p:cNvSpPr>
          <p:nvPr/>
        </p:nvSpPr>
        <p:spPr>
          <a:xfrm>
            <a:off x="16496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10_small_CA2_pose50_rmsd3_4184">
            <a:extLst>
              <a:ext uri="{FF2B5EF4-FFF2-40B4-BE49-F238E27FC236}">
                <a16:creationId xmlns:a16="http://schemas.microsoft.com/office/drawing/2014/main" id="{BBEF1F94-2B35-461B-8CBF-F425687472E5}"/>
              </a:ext>
            </a:extLst>
          </p:cNvPr>
          <p:cNvSpPr>
            <a:spLocks noGrp="1"/>
          </p:cNvSpPr>
          <p:nvPr/>
        </p:nvSpPr>
        <p:spPr>
          <a:xfrm>
            <a:off x="158109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10_small_CA2_pose50_rmsd3_4185">
            <a:extLst>
              <a:ext uri="{FF2B5EF4-FFF2-40B4-BE49-F238E27FC236}">
                <a16:creationId xmlns:a16="http://schemas.microsoft.com/office/drawing/2014/main" id="{0D00809F-EC25-4163-9579-996387FB628B}"/>
              </a:ext>
            </a:extLst>
          </p:cNvPr>
          <p:cNvSpPr>
            <a:spLocks noGrp="1"/>
          </p:cNvSpPr>
          <p:nvPr/>
        </p:nvSpPr>
        <p:spPr>
          <a:xfrm>
            <a:off x="149208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10_small_CA2_pose50_rmsd3_4186">
            <a:extLst>
              <a:ext uri="{FF2B5EF4-FFF2-40B4-BE49-F238E27FC236}">
                <a16:creationId xmlns:a16="http://schemas.microsoft.com/office/drawing/2014/main" id="{5A554145-8888-4FA0-81EA-B1B63FECB43D}"/>
              </a:ext>
            </a:extLst>
          </p:cNvPr>
          <p:cNvSpPr>
            <a:spLocks noGrp="1"/>
          </p:cNvSpPr>
          <p:nvPr/>
        </p:nvSpPr>
        <p:spPr>
          <a:xfrm>
            <a:off x="170197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10_small_CA2_pose50_rmsd3_4187">
            <a:extLst>
              <a:ext uri="{FF2B5EF4-FFF2-40B4-BE49-F238E27FC236}">
                <a16:creationId xmlns:a16="http://schemas.microsoft.com/office/drawing/2014/main" id="{CF1CD9DC-2E93-4C1D-83BA-7E85011681C7}"/>
              </a:ext>
            </a:extLst>
          </p:cNvPr>
          <p:cNvSpPr>
            <a:spLocks noGrp="1"/>
          </p:cNvSpPr>
          <p:nvPr/>
        </p:nvSpPr>
        <p:spPr>
          <a:xfrm>
            <a:off x="1655939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10_small_CA2_pose50_rmsd3_4188">
            <a:extLst>
              <a:ext uri="{FF2B5EF4-FFF2-40B4-BE49-F238E27FC236}">
                <a16:creationId xmlns:a16="http://schemas.microsoft.com/office/drawing/2014/main" id="{A23CFE2B-30BC-4320-82B5-25ACB15A2744}"/>
              </a:ext>
            </a:extLst>
          </p:cNvPr>
          <p:cNvSpPr>
            <a:spLocks noGrp="1"/>
          </p:cNvSpPr>
          <p:nvPr/>
        </p:nvSpPr>
        <p:spPr>
          <a:xfrm>
            <a:off x="1719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10_small_CA2_pose50_rmsd3_4189">
            <a:extLst>
              <a:ext uri="{FF2B5EF4-FFF2-40B4-BE49-F238E27FC236}">
                <a16:creationId xmlns:a16="http://schemas.microsoft.com/office/drawing/2014/main" id="{D26EE59B-5D52-4EA4-B383-0394881283C5}"/>
              </a:ext>
            </a:extLst>
          </p:cNvPr>
          <p:cNvSpPr>
            <a:spLocks noGrp="1"/>
          </p:cNvSpPr>
          <p:nvPr/>
        </p:nvSpPr>
        <p:spPr>
          <a:xfrm>
            <a:off x="1719616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10_small_CA2_pose50_rmsd3_4190">
            <a:extLst>
              <a:ext uri="{FF2B5EF4-FFF2-40B4-BE49-F238E27FC236}">
                <a16:creationId xmlns:a16="http://schemas.microsoft.com/office/drawing/2014/main" id="{B0E2E2F9-A35C-43A5-8B06-F353186252CE}"/>
              </a:ext>
            </a:extLst>
          </p:cNvPr>
          <p:cNvSpPr>
            <a:spLocks noGrp="1"/>
          </p:cNvSpPr>
          <p:nvPr/>
        </p:nvSpPr>
        <p:spPr>
          <a:xfrm>
            <a:off x="1539644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10_small_CA2_pose50_rmsd3_4191">
            <a:extLst>
              <a:ext uri="{FF2B5EF4-FFF2-40B4-BE49-F238E27FC236}">
                <a16:creationId xmlns:a16="http://schemas.microsoft.com/office/drawing/2014/main" id="{C9D3641D-30C5-485D-9334-70F2B0DC2B5B}"/>
              </a:ext>
            </a:extLst>
          </p:cNvPr>
          <p:cNvSpPr>
            <a:spLocks noGrp="1"/>
          </p:cNvSpPr>
          <p:nvPr/>
        </p:nvSpPr>
        <p:spPr>
          <a:xfrm>
            <a:off x="156992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10_small_CA2_pose50_rmsd3_4192">
            <a:extLst>
              <a:ext uri="{FF2B5EF4-FFF2-40B4-BE49-F238E27FC236}">
                <a16:creationId xmlns:a16="http://schemas.microsoft.com/office/drawing/2014/main" id="{B0B9A63B-6C11-49CF-9123-3EE8D0C830D1}"/>
              </a:ext>
            </a:extLst>
          </p:cNvPr>
          <p:cNvSpPr>
            <a:spLocks noGrp="1"/>
          </p:cNvSpPr>
          <p:nvPr/>
        </p:nvSpPr>
        <p:spPr>
          <a:xfrm>
            <a:off x="1475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10_small_CA2_pose50_rmsd3_4193">
            <a:extLst>
              <a:ext uri="{FF2B5EF4-FFF2-40B4-BE49-F238E27FC236}">
                <a16:creationId xmlns:a16="http://schemas.microsoft.com/office/drawing/2014/main" id="{FF72B0D1-16FF-4588-9795-1415FB932FD2}"/>
              </a:ext>
            </a:extLst>
          </p:cNvPr>
          <p:cNvSpPr>
            <a:spLocks noGrp="1"/>
          </p:cNvSpPr>
          <p:nvPr/>
        </p:nvSpPr>
        <p:spPr>
          <a:xfrm>
            <a:off x="23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10_small_CA2_pose50_rmsd3_4194">
            <a:extLst>
              <a:ext uri="{FF2B5EF4-FFF2-40B4-BE49-F238E27FC236}">
                <a16:creationId xmlns:a16="http://schemas.microsoft.com/office/drawing/2014/main" id="{F6C3A08F-A013-4E62-BEAE-A11E36822384}"/>
              </a:ext>
            </a:extLst>
          </p:cNvPr>
          <p:cNvSpPr>
            <a:spLocks noGrp="1"/>
          </p:cNvSpPr>
          <p:nvPr/>
        </p:nvSpPr>
        <p:spPr>
          <a:xfrm>
            <a:off x="2593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10_small_CA2_pose50_rmsd3_4195">
            <a:extLst>
              <a:ext uri="{FF2B5EF4-FFF2-40B4-BE49-F238E27FC236}">
                <a16:creationId xmlns:a16="http://schemas.microsoft.com/office/drawing/2014/main" id="{54E3AA72-21E3-4DBC-AC05-E5A98601AA73}"/>
              </a:ext>
            </a:extLst>
          </p:cNvPr>
          <p:cNvSpPr>
            <a:spLocks noGrp="1"/>
          </p:cNvSpPr>
          <p:nvPr/>
        </p:nvSpPr>
        <p:spPr>
          <a:xfrm>
            <a:off x="25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10_small_CA2_pose50_rmsd3_4196">
            <a:extLst>
              <a:ext uri="{FF2B5EF4-FFF2-40B4-BE49-F238E27FC236}">
                <a16:creationId xmlns:a16="http://schemas.microsoft.com/office/drawing/2014/main" id="{87BCDB19-CAE1-4B77-97CC-C130596067F4}"/>
              </a:ext>
            </a:extLst>
          </p:cNvPr>
          <p:cNvSpPr>
            <a:spLocks noGrp="1"/>
          </p:cNvSpPr>
          <p:nvPr/>
        </p:nvSpPr>
        <p:spPr>
          <a:xfrm>
            <a:off x="24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10_small_CA2_pose50_rmsd3_4197">
            <a:extLst>
              <a:ext uri="{FF2B5EF4-FFF2-40B4-BE49-F238E27FC236}">
                <a16:creationId xmlns:a16="http://schemas.microsoft.com/office/drawing/2014/main" id="{756D185B-A77D-436D-8481-B58164F54AF8}"/>
              </a:ext>
            </a:extLst>
          </p:cNvPr>
          <p:cNvSpPr>
            <a:spLocks noGrp="1"/>
          </p:cNvSpPr>
          <p:nvPr/>
        </p:nvSpPr>
        <p:spPr>
          <a:xfrm>
            <a:off x="2596426" y="346137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10_small_CA2_pose50_rmsd3_4198">
            <a:extLst>
              <a:ext uri="{FF2B5EF4-FFF2-40B4-BE49-F238E27FC236}">
                <a16:creationId xmlns:a16="http://schemas.microsoft.com/office/drawing/2014/main" id="{B7ABEF83-4525-4631-8A81-65F232BDEE8C}"/>
              </a:ext>
            </a:extLst>
          </p:cNvPr>
          <p:cNvSpPr>
            <a:spLocks noGrp="1"/>
          </p:cNvSpPr>
          <p:nvPr/>
        </p:nvSpPr>
        <p:spPr>
          <a:xfrm>
            <a:off x="25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10_small_CA2_pose50_rmsd3_4199">
            <a:extLst>
              <a:ext uri="{FF2B5EF4-FFF2-40B4-BE49-F238E27FC236}">
                <a16:creationId xmlns:a16="http://schemas.microsoft.com/office/drawing/2014/main" id="{C35624C7-F0A1-4188-BCB2-ABBE25EECB54}"/>
              </a:ext>
            </a:extLst>
          </p:cNvPr>
          <p:cNvSpPr>
            <a:spLocks noGrp="1"/>
          </p:cNvSpPr>
          <p:nvPr/>
        </p:nvSpPr>
        <p:spPr>
          <a:xfrm>
            <a:off x="232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10_small_CA2_pose50_rmsd3_4200">
            <a:extLst>
              <a:ext uri="{FF2B5EF4-FFF2-40B4-BE49-F238E27FC236}">
                <a16:creationId xmlns:a16="http://schemas.microsoft.com/office/drawing/2014/main" id="{1141D750-555D-450E-BD6A-ED63692D6149}"/>
              </a:ext>
            </a:extLst>
          </p:cNvPr>
          <p:cNvSpPr>
            <a:spLocks noGrp="1"/>
          </p:cNvSpPr>
          <p:nvPr/>
        </p:nvSpPr>
        <p:spPr>
          <a:xfrm>
            <a:off x="239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10_small_CA2_pose50_rmsd3_4201">
            <a:extLst>
              <a:ext uri="{FF2B5EF4-FFF2-40B4-BE49-F238E27FC236}">
                <a16:creationId xmlns:a16="http://schemas.microsoft.com/office/drawing/2014/main" id="{CB5E8B6A-8E76-4B84-A9F6-7DBE3D9C2022}"/>
              </a:ext>
            </a:extLst>
          </p:cNvPr>
          <p:cNvSpPr>
            <a:spLocks noGrp="1"/>
          </p:cNvSpPr>
          <p:nvPr/>
        </p:nvSpPr>
        <p:spPr>
          <a:xfrm>
            <a:off x="24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10_small_CA2_pose50_rmsd3_4202">
            <a:extLst>
              <a:ext uri="{FF2B5EF4-FFF2-40B4-BE49-F238E27FC236}">
                <a16:creationId xmlns:a16="http://schemas.microsoft.com/office/drawing/2014/main" id="{7B585791-5D3F-423A-BC71-58BA0046794E}"/>
              </a:ext>
            </a:extLst>
          </p:cNvPr>
          <p:cNvSpPr>
            <a:spLocks noGrp="1"/>
          </p:cNvSpPr>
          <p:nvPr/>
        </p:nvSpPr>
        <p:spPr>
          <a:xfrm>
            <a:off x="2397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10_small_CA2_pose50_rmsd3_4203">
            <a:extLst>
              <a:ext uri="{FF2B5EF4-FFF2-40B4-BE49-F238E27FC236}">
                <a16:creationId xmlns:a16="http://schemas.microsoft.com/office/drawing/2014/main" id="{A4DE2B1E-561E-47AF-B66A-4D404104F8BA}"/>
              </a:ext>
            </a:extLst>
          </p:cNvPr>
          <p:cNvSpPr>
            <a:spLocks noGrp="1"/>
          </p:cNvSpPr>
          <p:nvPr/>
        </p:nvSpPr>
        <p:spPr>
          <a:xfrm>
            <a:off x="25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10_small_CA2_pose50_rmsd3_4204">
            <a:extLst>
              <a:ext uri="{FF2B5EF4-FFF2-40B4-BE49-F238E27FC236}">
                <a16:creationId xmlns:a16="http://schemas.microsoft.com/office/drawing/2014/main" id="{55A4CE46-289E-40EF-89C3-DB0AB2A5A1D1}"/>
              </a:ext>
            </a:extLst>
          </p:cNvPr>
          <p:cNvSpPr>
            <a:spLocks noGrp="1"/>
          </p:cNvSpPr>
          <p:nvPr/>
        </p:nvSpPr>
        <p:spPr>
          <a:xfrm>
            <a:off x="23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10_small_CA2_pose50_rmsd3_4205">
            <a:extLst>
              <a:ext uri="{FF2B5EF4-FFF2-40B4-BE49-F238E27FC236}">
                <a16:creationId xmlns:a16="http://schemas.microsoft.com/office/drawing/2014/main" id="{BD26B69A-906E-4DAE-97AF-8D6BB650B373}"/>
              </a:ext>
            </a:extLst>
          </p:cNvPr>
          <p:cNvSpPr>
            <a:spLocks noGrp="1"/>
          </p:cNvSpPr>
          <p:nvPr/>
        </p:nvSpPr>
        <p:spPr>
          <a:xfrm>
            <a:off x="23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10_small_CA2_pose50_rmsd3_4206">
            <a:extLst>
              <a:ext uri="{FF2B5EF4-FFF2-40B4-BE49-F238E27FC236}">
                <a16:creationId xmlns:a16="http://schemas.microsoft.com/office/drawing/2014/main" id="{F9888FED-5E9F-4989-BE55-235D1F016559}"/>
              </a:ext>
            </a:extLst>
          </p:cNvPr>
          <p:cNvSpPr>
            <a:spLocks noGrp="1"/>
          </p:cNvSpPr>
          <p:nvPr/>
        </p:nvSpPr>
        <p:spPr>
          <a:xfrm>
            <a:off x="22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10_small_CA2_pose50_rmsd3_4207">
            <a:extLst>
              <a:ext uri="{FF2B5EF4-FFF2-40B4-BE49-F238E27FC236}">
                <a16:creationId xmlns:a16="http://schemas.microsoft.com/office/drawing/2014/main" id="{A38B254B-F7C9-40EE-9D4D-DCC42863E14C}"/>
              </a:ext>
            </a:extLst>
          </p:cNvPr>
          <p:cNvSpPr>
            <a:spLocks noGrp="1"/>
          </p:cNvSpPr>
          <p:nvPr/>
        </p:nvSpPr>
        <p:spPr>
          <a:xfrm>
            <a:off x="25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10_small_CA2_pose50_rmsd3_4208">
            <a:extLst>
              <a:ext uri="{FF2B5EF4-FFF2-40B4-BE49-F238E27FC236}">
                <a16:creationId xmlns:a16="http://schemas.microsoft.com/office/drawing/2014/main" id="{323E9B9D-62D6-4B78-9AA3-5D98E7412CF1}"/>
              </a:ext>
            </a:extLst>
          </p:cNvPr>
          <p:cNvSpPr>
            <a:spLocks noGrp="1"/>
          </p:cNvSpPr>
          <p:nvPr/>
        </p:nvSpPr>
        <p:spPr>
          <a:xfrm>
            <a:off x="234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10_small_CA2_pose50_rmsd3_4209">
            <a:extLst>
              <a:ext uri="{FF2B5EF4-FFF2-40B4-BE49-F238E27FC236}">
                <a16:creationId xmlns:a16="http://schemas.microsoft.com/office/drawing/2014/main" id="{6BB6123B-9D92-4650-9F06-826E567C7FEC}"/>
              </a:ext>
            </a:extLst>
          </p:cNvPr>
          <p:cNvSpPr>
            <a:spLocks noGrp="1"/>
          </p:cNvSpPr>
          <p:nvPr/>
        </p:nvSpPr>
        <p:spPr>
          <a:xfrm>
            <a:off x="2331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10_small_CA2_pose50_rmsd3_4210">
            <a:extLst>
              <a:ext uri="{FF2B5EF4-FFF2-40B4-BE49-F238E27FC236}">
                <a16:creationId xmlns:a16="http://schemas.microsoft.com/office/drawing/2014/main" id="{149B8117-7367-40DE-9DDB-6F080C83EE70}"/>
              </a:ext>
            </a:extLst>
          </p:cNvPr>
          <p:cNvSpPr>
            <a:spLocks noGrp="1"/>
          </p:cNvSpPr>
          <p:nvPr/>
        </p:nvSpPr>
        <p:spPr>
          <a:xfrm>
            <a:off x="24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10_small_CA2_pose50_rmsd3_4211">
            <a:extLst>
              <a:ext uri="{FF2B5EF4-FFF2-40B4-BE49-F238E27FC236}">
                <a16:creationId xmlns:a16="http://schemas.microsoft.com/office/drawing/2014/main" id="{BEA8E14F-5F34-4DC0-9E9D-BD63AA69DF61}"/>
              </a:ext>
            </a:extLst>
          </p:cNvPr>
          <p:cNvSpPr>
            <a:spLocks noGrp="1"/>
          </p:cNvSpPr>
          <p:nvPr/>
        </p:nvSpPr>
        <p:spPr>
          <a:xfrm>
            <a:off x="2344478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10_small_CA2_pose50_rmsd3_4212">
            <a:extLst>
              <a:ext uri="{FF2B5EF4-FFF2-40B4-BE49-F238E27FC236}">
                <a16:creationId xmlns:a16="http://schemas.microsoft.com/office/drawing/2014/main" id="{195AA915-CF61-4D13-ABE6-B47E2DBCC9B0}"/>
              </a:ext>
            </a:extLst>
          </p:cNvPr>
          <p:cNvSpPr>
            <a:spLocks noGrp="1"/>
          </p:cNvSpPr>
          <p:nvPr/>
        </p:nvSpPr>
        <p:spPr>
          <a:xfrm>
            <a:off x="22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10_small_CA2_pose50_rmsd3_4213">
            <a:extLst>
              <a:ext uri="{FF2B5EF4-FFF2-40B4-BE49-F238E27FC236}">
                <a16:creationId xmlns:a16="http://schemas.microsoft.com/office/drawing/2014/main" id="{C0CB9452-D478-461F-BE27-41A70C00BC76}"/>
              </a:ext>
            </a:extLst>
          </p:cNvPr>
          <p:cNvSpPr>
            <a:spLocks noGrp="1"/>
          </p:cNvSpPr>
          <p:nvPr/>
        </p:nvSpPr>
        <p:spPr>
          <a:xfrm>
            <a:off x="24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10_small_CA2_pose50_rmsd3_4214">
            <a:extLst>
              <a:ext uri="{FF2B5EF4-FFF2-40B4-BE49-F238E27FC236}">
                <a16:creationId xmlns:a16="http://schemas.microsoft.com/office/drawing/2014/main" id="{4221FF4B-D151-4599-8AF1-91F802BEADFC}"/>
              </a:ext>
            </a:extLst>
          </p:cNvPr>
          <p:cNvSpPr>
            <a:spLocks noGrp="1"/>
          </p:cNvSpPr>
          <p:nvPr/>
        </p:nvSpPr>
        <p:spPr>
          <a:xfrm>
            <a:off x="24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10_small_CA2_pose50_rmsd3_4215">
            <a:extLst>
              <a:ext uri="{FF2B5EF4-FFF2-40B4-BE49-F238E27FC236}">
                <a16:creationId xmlns:a16="http://schemas.microsoft.com/office/drawing/2014/main" id="{FF8CBE09-A95B-4FBD-8B47-400DA8556939}"/>
              </a:ext>
            </a:extLst>
          </p:cNvPr>
          <p:cNvSpPr>
            <a:spLocks noGrp="1"/>
          </p:cNvSpPr>
          <p:nvPr/>
        </p:nvSpPr>
        <p:spPr>
          <a:xfrm>
            <a:off x="2274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10_small_CA2_pose50_rmsd3_4216">
            <a:extLst>
              <a:ext uri="{FF2B5EF4-FFF2-40B4-BE49-F238E27FC236}">
                <a16:creationId xmlns:a16="http://schemas.microsoft.com/office/drawing/2014/main" id="{0628EE9F-0A46-4D1E-9DBB-11B0B7D9CDAC}"/>
              </a:ext>
            </a:extLst>
          </p:cNvPr>
          <p:cNvSpPr>
            <a:spLocks noGrp="1"/>
          </p:cNvSpPr>
          <p:nvPr/>
        </p:nvSpPr>
        <p:spPr>
          <a:xfrm>
            <a:off x="25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10_small_CA2_pose50_rmsd3_4217">
            <a:extLst>
              <a:ext uri="{FF2B5EF4-FFF2-40B4-BE49-F238E27FC236}">
                <a16:creationId xmlns:a16="http://schemas.microsoft.com/office/drawing/2014/main" id="{AFE31B49-B0F1-4B2F-9467-AF328A81FBB1}"/>
              </a:ext>
            </a:extLst>
          </p:cNvPr>
          <p:cNvSpPr>
            <a:spLocks noGrp="1"/>
          </p:cNvSpPr>
          <p:nvPr/>
        </p:nvSpPr>
        <p:spPr>
          <a:xfrm>
            <a:off x="23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10_small_CA2_pose50_rmsd3_4218">
            <a:extLst>
              <a:ext uri="{FF2B5EF4-FFF2-40B4-BE49-F238E27FC236}">
                <a16:creationId xmlns:a16="http://schemas.microsoft.com/office/drawing/2014/main" id="{BD671C1C-16EA-457B-8047-6DE81A21D9B7}"/>
              </a:ext>
            </a:extLst>
          </p:cNvPr>
          <p:cNvSpPr>
            <a:spLocks noGrp="1"/>
          </p:cNvSpPr>
          <p:nvPr/>
        </p:nvSpPr>
        <p:spPr>
          <a:xfrm>
            <a:off x="25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10_small_CA2_pose50_rmsd3_4219">
            <a:extLst>
              <a:ext uri="{FF2B5EF4-FFF2-40B4-BE49-F238E27FC236}">
                <a16:creationId xmlns:a16="http://schemas.microsoft.com/office/drawing/2014/main" id="{6AD1E550-FB30-402E-9543-9A7F0D0E7F50}"/>
              </a:ext>
            </a:extLst>
          </p:cNvPr>
          <p:cNvSpPr>
            <a:spLocks noGrp="1"/>
          </p:cNvSpPr>
          <p:nvPr/>
        </p:nvSpPr>
        <p:spPr>
          <a:xfrm>
            <a:off x="23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10_small_CA2_pose50_rmsd3_4220">
            <a:extLst>
              <a:ext uri="{FF2B5EF4-FFF2-40B4-BE49-F238E27FC236}">
                <a16:creationId xmlns:a16="http://schemas.microsoft.com/office/drawing/2014/main" id="{B44AC356-579B-4294-AA93-2876E275B13B}"/>
              </a:ext>
            </a:extLst>
          </p:cNvPr>
          <p:cNvSpPr>
            <a:spLocks noGrp="1"/>
          </p:cNvSpPr>
          <p:nvPr/>
        </p:nvSpPr>
        <p:spPr>
          <a:xfrm>
            <a:off x="25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10_small_CA2_pose50_rmsd3_4221">
            <a:extLst>
              <a:ext uri="{FF2B5EF4-FFF2-40B4-BE49-F238E27FC236}">
                <a16:creationId xmlns:a16="http://schemas.microsoft.com/office/drawing/2014/main" id="{9AD35A8A-44AB-4B15-A6FC-4A7B666AD6E4}"/>
              </a:ext>
            </a:extLst>
          </p:cNvPr>
          <p:cNvSpPr>
            <a:spLocks noGrp="1"/>
          </p:cNvSpPr>
          <p:nvPr/>
        </p:nvSpPr>
        <p:spPr>
          <a:xfrm>
            <a:off x="23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10_small_CA2_pose50_rmsd3_4222">
            <a:extLst>
              <a:ext uri="{FF2B5EF4-FFF2-40B4-BE49-F238E27FC236}">
                <a16:creationId xmlns:a16="http://schemas.microsoft.com/office/drawing/2014/main" id="{63AD57AE-5310-40EF-AD30-936FF6EB113D}"/>
              </a:ext>
            </a:extLst>
          </p:cNvPr>
          <p:cNvSpPr>
            <a:spLocks noGrp="1"/>
          </p:cNvSpPr>
          <p:nvPr/>
        </p:nvSpPr>
        <p:spPr>
          <a:xfrm>
            <a:off x="23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10_small_CA2_pose50_rmsd3_4223">
            <a:extLst>
              <a:ext uri="{FF2B5EF4-FFF2-40B4-BE49-F238E27FC236}">
                <a16:creationId xmlns:a16="http://schemas.microsoft.com/office/drawing/2014/main" id="{0B2F0257-87AE-4548-9BA8-34FF03E41E8A}"/>
              </a:ext>
            </a:extLst>
          </p:cNvPr>
          <p:cNvSpPr>
            <a:spLocks noGrp="1"/>
          </p:cNvSpPr>
          <p:nvPr/>
        </p:nvSpPr>
        <p:spPr>
          <a:xfrm>
            <a:off x="25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10_small_CA2_pose50_rmsd3_4224">
            <a:extLst>
              <a:ext uri="{FF2B5EF4-FFF2-40B4-BE49-F238E27FC236}">
                <a16:creationId xmlns:a16="http://schemas.microsoft.com/office/drawing/2014/main" id="{B27D17D0-D499-4CDA-93B7-5FA86FB48392}"/>
              </a:ext>
            </a:extLst>
          </p:cNvPr>
          <p:cNvSpPr>
            <a:spLocks noGrp="1"/>
          </p:cNvSpPr>
          <p:nvPr/>
        </p:nvSpPr>
        <p:spPr>
          <a:xfrm>
            <a:off x="22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10_small_CA2_pose50_rmsd3_4225">
            <a:extLst>
              <a:ext uri="{FF2B5EF4-FFF2-40B4-BE49-F238E27FC236}">
                <a16:creationId xmlns:a16="http://schemas.microsoft.com/office/drawing/2014/main" id="{C8360EBB-8B10-4F94-BC97-9A64116C3E19}"/>
              </a:ext>
            </a:extLst>
          </p:cNvPr>
          <p:cNvSpPr>
            <a:spLocks noGrp="1"/>
          </p:cNvSpPr>
          <p:nvPr/>
        </p:nvSpPr>
        <p:spPr>
          <a:xfrm>
            <a:off x="22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10_small_CA2_pose50_rmsd3_4226">
            <a:extLst>
              <a:ext uri="{FF2B5EF4-FFF2-40B4-BE49-F238E27FC236}">
                <a16:creationId xmlns:a16="http://schemas.microsoft.com/office/drawing/2014/main" id="{4CF03602-FD3A-436F-B0CA-C956D04AC287}"/>
              </a:ext>
            </a:extLst>
          </p:cNvPr>
          <p:cNvSpPr>
            <a:spLocks noGrp="1"/>
          </p:cNvSpPr>
          <p:nvPr/>
        </p:nvSpPr>
        <p:spPr>
          <a:xfrm>
            <a:off x="25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10_small_CA2_pose50_rmsd3_4227">
            <a:extLst>
              <a:ext uri="{FF2B5EF4-FFF2-40B4-BE49-F238E27FC236}">
                <a16:creationId xmlns:a16="http://schemas.microsoft.com/office/drawing/2014/main" id="{68128901-F214-4290-B52B-4070319D80CF}"/>
              </a:ext>
            </a:extLst>
          </p:cNvPr>
          <p:cNvSpPr>
            <a:spLocks noGrp="1"/>
          </p:cNvSpPr>
          <p:nvPr/>
        </p:nvSpPr>
        <p:spPr>
          <a:xfrm>
            <a:off x="22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10_small_CA2_pose50_rmsd3_4228">
            <a:extLst>
              <a:ext uri="{FF2B5EF4-FFF2-40B4-BE49-F238E27FC236}">
                <a16:creationId xmlns:a16="http://schemas.microsoft.com/office/drawing/2014/main" id="{40E3FD10-42CD-4E34-9A07-B9BF42B4A6C8}"/>
              </a:ext>
            </a:extLst>
          </p:cNvPr>
          <p:cNvSpPr>
            <a:spLocks noGrp="1"/>
          </p:cNvSpPr>
          <p:nvPr/>
        </p:nvSpPr>
        <p:spPr>
          <a:xfrm>
            <a:off x="238673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10_small_CA2_pose50_rmsd3_4229">
            <a:extLst>
              <a:ext uri="{FF2B5EF4-FFF2-40B4-BE49-F238E27FC236}">
                <a16:creationId xmlns:a16="http://schemas.microsoft.com/office/drawing/2014/main" id="{DEBBDB84-75B0-4358-B22E-3803E11DA08C}"/>
              </a:ext>
            </a:extLst>
          </p:cNvPr>
          <p:cNvSpPr>
            <a:spLocks noGrp="1"/>
          </p:cNvSpPr>
          <p:nvPr/>
        </p:nvSpPr>
        <p:spPr>
          <a:xfrm>
            <a:off x="24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10_small_CA2_pose50_rmsd3_4230">
            <a:extLst>
              <a:ext uri="{FF2B5EF4-FFF2-40B4-BE49-F238E27FC236}">
                <a16:creationId xmlns:a16="http://schemas.microsoft.com/office/drawing/2014/main" id="{BF2CBA0F-F58A-4A91-A804-F93A32E28C66}"/>
              </a:ext>
            </a:extLst>
          </p:cNvPr>
          <p:cNvSpPr>
            <a:spLocks noGrp="1"/>
          </p:cNvSpPr>
          <p:nvPr/>
        </p:nvSpPr>
        <p:spPr>
          <a:xfrm>
            <a:off x="23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10_small_CA2_pose50_rmsd3_4231">
            <a:extLst>
              <a:ext uri="{FF2B5EF4-FFF2-40B4-BE49-F238E27FC236}">
                <a16:creationId xmlns:a16="http://schemas.microsoft.com/office/drawing/2014/main" id="{7852652F-E252-44F4-994A-49AB0439C787}"/>
              </a:ext>
            </a:extLst>
          </p:cNvPr>
          <p:cNvSpPr>
            <a:spLocks noGrp="1"/>
          </p:cNvSpPr>
          <p:nvPr/>
        </p:nvSpPr>
        <p:spPr>
          <a:xfrm>
            <a:off x="238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10_small_CA2_pose50_rmsd3_4232">
            <a:extLst>
              <a:ext uri="{FF2B5EF4-FFF2-40B4-BE49-F238E27FC236}">
                <a16:creationId xmlns:a16="http://schemas.microsoft.com/office/drawing/2014/main" id="{00929FE5-6206-47FA-82E0-787643318326}"/>
              </a:ext>
            </a:extLst>
          </p:cNvPr>
          <p:cNvSpPr>
            <a:spLocks noGrp="1"/>
          </p:cNvSpPr>
          <p:nvPr/>
        </p:nvSpPr>
        <p:spPr>
          <a:xfrm>
            <a:off x="23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10_small_CA2_pose50_rmsd3_4233">
            <a:extLst>
              <a:ext uri="{FF2B5EF4-FFF2-40B4-BE49-F238E27FC236}">
                <a16:creationId xmlns:a16="http://schemas.microsoft.com/office/drawing/2014/main" id="{9A6C89B5-A016-4F82-AA34-9B20BA6409E9}"/>
              </a:ext>
            </a:extLst>
          </p:cNvPr>
          <p:cNvSpPr>
            <a:spLocks noGrp="1"/>
          </p:cNvSpPr>
          <p:nvPr/>
        </p:nvSpPr>
        <p:spPr>
          <a:xfrm>
            <a:off x="2572025" y="330137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10_small_CA2_pose50_rmsd3_4234">
            <a:extLst>
              <a:ext uri="{FF2B5EF4-FFF2-40B4-BE49-F238E27FC236}">
                <a16:creationId xmlns:a16="http://schemas.microsoft.com/office/drawing/2014/main" id="{29CB8122-09C3-48E2-A279-CBAC7B6EECC1}"/>
              </a:ext>
            </a:extLst>
          </p:cNvPr>
          <p:cNvSpPr>
            <a:spLocks noGrp="1"/>
          </p:cNvSpPr>
          <p:nvPr/>
        </p:nvSpPr>
        <p:spPr>
          <a:xfrm>
            <a:off x="246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10_small_CA2_pose50_rmsd3_4235">
            <a:extLst>
              <a:ext uri="{FF2B5EF4-FFF2-40B4-BE49-F238E27FC236}">
                <a16:creationId xmlns:a16="http://schemas.microsoft.com/office/drawing/2014/main" id="{0F874D68-78FE-447D-B1AA-E2F4F7AA5C52}"/>
              </a:ext>
            </a:extLst>
          </p:cNvPr>
          <p:cNvSpPr>
            <a:spLocks noGrp="1"/>
          </p:cNvSpPr>
          <p:nvPr/>
        </p:nvSpPr>
        <p:spPr>
          <a:xfrm>
            <a:off x="245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10_small_CA2_pose50_rmsd3_4236">
            <a:extLst>
              <a:ext uri="{FF2B5EF4-FFF2-40B4-BE49-F238E27FC236}">
                <a16:creationId xmlns:a16="http://schemas.microsoft.com/office/drawing/2014/main" id="{E039342B-05F8-4F2B-8515-A478B0149D23}"/>
              </a:ext>
            </a:extLst>
          </p:cNvPr>
          <p:cNvSpPr>
            <a:spLocks noGrp="1"/>
          </p:cNvSpPr>
          <p:nvPr/>
        </p:nvSpPr>
        <p:spPr>
          <a:xfrm>
            <a:off x="25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10_small_CA2_pose50_rmsd3_4237">
            <a:extLst>
              <a:ext uri="{FF2B5EF4-FFF2-40B4-BE49-F238E27FC236}">
                <a16:creationId xmlns:a16="http://schemas.microsoft.com/office/drawing/2014/main" id="{F72869E4-2A58-41B1-9129-D6EA77DAAD52}"/>
              </a:ext>
            </a:extLst>
          </p:cNvPr>
          <p:cNvSpPr>
            <a:spLocks noGrp="1"/>
          </p:cNvSpPr>
          <p:nvPr/>
        </p:nvSpPr>
        <p:spPr>
          <a:xfrm>
            <a:off x="24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10_small_CA2_pose50_rmsd3_4238">
            <a:extLst>
              <a:ext uri="{FF2B5EF4-FFF2-40B4-BE49-F238E27FC236}">
                <a16:creationId xmlns:a16="http://schemas.microsoft.com/office/drawing/2014/main" id="{14C647B4-2D9F-4304-A6A6-0BE7308E033E}"/>
              </a:ext>
            </a:extLst>
          </p:cNvPr>
          <p:cNvSpPr>
            <a:spLocks noGrp="1"/>
          </p:cNvSpPr>
          <p:nvPr/>
        </p:nvSpPr>
        <p:spPr>
          <a:xfrm>
            <a:off x="25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10_small_CA2_pose50_rmsd3_4239">
            <a:extLst>
              <a:ext uri="{FF2B5EF4-FFF2-40B4-BE49-F238E27FC236}">
                <a16:creationId xmlns:a16="http://schemas.microsoft.com/office/drawing/2014/main" id="{42FF23EC-D3EF-4909-B8C2-D49B7E416BFA}"/>
              </a:ext>
            </a:extLst>
          </p:cNvPr>
          <p:cNvSpPr>
            <a:spLocks noGrp="1"/>
          </p:cNvSpPr>
          <p:nvPr/>
        </p:nvSpPr>
        <p:spPr>
          <a:xfrm>
            <a:off x="25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10_small_CA2_pose50_rmsd3_4240">
            <a:extLst>
              <a:ext uri="{FF2B5EF4-FFF2-40B4-BE49-F238E27FC236}">
                <a16:creationId xmlns:a16="http://schemas.microsoft.com/office/drawing/2014/main" id="{ACDD1B73-F9E7-414A-ABA4-A63727508CA5}"/>
              </a:ext>
            </a:extLst>
          </p:cNvPr>
          <p:cNvSpPr>
            <a:spLocks noGrp="1"/>
          </p:cNvSpPr>
          <p:nvPr/>
        </p:nvSpPr>
        <p:spPr>
          <a:xfrm>
            <a:off x="23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10_small_CA2_pose50_rmsd3_4241">
            <a:extLst>
              <a:ext uri="{FF2B5EF4-FFF2-40B4-BE49-F238E27FC236}">
                <a16:creationId xmlns:a16="http://schemas.microsoft.com/office/drawing/2014/main" id="{64560B9D-1E81-42DE-8055-950AFF329F49}"/>
              </a:ext>
            </a:extLst>
          </p:cNvPr>
          <p:cNvSpPr>
            <a:spLocks noGrp="1"/>
          </p:cNvSpPr>
          <p:nvPr/>
        </p:nvSpPr>
        <p:spPr>
          <a:xfrm>
            <a:off x="22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10_small_CA2_pose50_rmsd3_4242">
            <a:extLst>
              <a:ext uri="{FF2B5EF4-FFF2-40B4-BE49-F238E27FC236}">
                <a16:creationId xmlns:a16="http://schemas.microsoft.com/office/drawing/2014/main" id="{A729A59F-7EF7-446E-B137-D9777AE1FE95}"/>
              </a:ext>
            </a:extLst>
          </p:cNvPr>
          <p:cNvSpPr>
            <a:spLocks noGrp="1"/>
          </p:cNvSpPr>
          <p:nvPr/>
        </p:nvSpPr>
        <p:spPr>
          <a:xfrm>
            <a:off x="25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10_small_CA2_pose50_rmsd3_4243">
            <a:extLst>
              <a:ext uri="{FF2B5EF4-FFF2-40B4-BE49-F238E27FC236}">
                <a16:creationId xmlns:a16="http://schemas.microsoft.com/office/drawing/2014/main" id="{264CACF4-27A6-4EC6-81A3-B386C2507335}"/>
              </a:ext>
            </a:extLst>
          </p:cNvPr>
          <p:cNvSpPr>
            <a:spLocks noGrp="1"/>
          </p:cNvSpPr>
          <p:nvPr/>
        </p:nvSpPr>
        <p:spPr>
          <a:xfrm>
            <a:off x="258635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10_small_CA2_pose50_rmsd3_4244">
            <a:extLst>
              <a:ext uri="{FF2B5EF4-FFF2-40B4-BE49-F238E27FC236}">
                <a16:creationId xmlns:a16="http://schemas.microsoft.com/office/drawing/2014/main" id="{D58D90A0-7DD3-4161-98C3-D15F288E7818}"/>
              </a:ext>
            </a:extLst>
          </p:cNvPr>
          <p:cNvSpPr>
            <a:spLocks noGrp="1"/>
          </p:cNvSpPr>
          <p:nvPr/>
        </p:nvSpPr>
        <p:spPr>
          <a:xfrm>
            <a:off x="24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10_small_CA2_pose50_rmsd3_4245">
            <a:extLst>
              <a:ext uri="{FF2B5EF4-FFF2-40B4-BE49-F238E27FC236}">
                <a16:creationId xmlns:a16="http://schemas.microsoft.com/office/drawing/2014/main" id="{86C2BA3D-34AB-4374-8497-2B07B951EC97}"/>
              </a:ext>
            </a:extLst>
          </p:cNvPr>
          <p:cNvSpPr>
            <a:spLocks noGrp="1"/>
          </p:cNvSpPr>
          <p:nvPr/>
        </p:nvSpPr>
        <p:spPr>
          <a:xfrm>
            <a:off x="25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10_small_CA2_pose50_rmsd3_4246">
            <a:extLst>
              <a:ext uri="{FF2B5EF4-FFF2-40B4-BE49-F238E27FC236}">
                <a16:creationId xmlns:a16="http://schemas.microsoft.com/office/drawing/2014/main" id="{8931D1C7-0E1F-49F0-A16D-5AA4BE9D1BDD}"/>
              </a:ext>
            </a:extLst>
          </p:cNvPr>
          <p:cNvSpPr>
            <a:spLocks noGrp="1"/>
          </p:cNvSpPr>
          <p:nvPr/>
        </p:nvSpPr>
        <p:spPr>
          <a:xfrm>
            <a:off x="25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10_small_CA2_pose50_rmsd3_4247">
            <a:extLst>
              <a:ext uri="{FF2B5EF4-FFF2-40B4-BE49-F238E27FC236}">
                <a16:creationId xmlns:a16="http://schemas.microsoft.com/office/drawing/2014/main" id="{6A502F23-E782-4B95-8BAD-AE43FBE6688E}"/>
              </a:ext>
            </a:extLst>
          </p:cNvPr>
          <p:cNvSpPr>
            <a:spLocks noGrp="1"/>
          </p:cNvSpPr>
          <p:nvPr/>
        </p:nvSpPr>
        <p:spPr>
          <a:xfrm>
            <a:off x="232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10_small_CA2_pose50_rmsd3_4248">
            <a:extLst>
              <a:ext uri="{FF2B5EF4-FFF2-40B4-BE49-F238E27FC236}">
                <a16:creationId xmlns:a16="http://schemas.microsoft.com/office/drawing/2014/main" id="{8A39BD51-A4AB-431A-A53A-43EF53770309}"/>
              </a:ext>
            </a:extLst>
          </p:cNvPr>
          <p:cNvSpPr>
            <a:spLocks noGrp="1"/>
          </p:cNvSpPr>
          <p:nvPr/>
        </p:nvSpPr>
        <p:spPr>
          <a:xfrm>
            <a:off x="24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10_small_CA2_pose50_rmsd3_4249">
            <a:extLst>
              <a:ext uri="{FF2B5EF4-FFF2-40B4-BE49-F238E27FC236}">
                <a16:creationId xmlns:a16="http://schemas.microsoft.com/office/drawing/2014/main" id="{982E727A-83A6-4A9A-A1EA-44E31D9A23EE}"/>
              </a:ext>
            </a:extLst>
          </p:cNvPr>
          <p:cNvSpPr>
            <a:spLocks noGrp="1"/>
          </p:cNvSpPr>
          <p:nvPr/>
        </p:nvSpPr>
        <p:spPr>
          <a:xfrm>
            <a:off x="24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10_small_CA2_pose50_rmsd3_4250">
            <a:extLst>
              <a:ext uri="{FF2B5EF4-FFF2-40B4-BE49-F238E27FC236}">
                <a16:creationId xmlns:a16="http://schemas.microsoft.com/office/drawing/2014/main" id="{DE5CDE96-3A72-4E09-BF81-3520F43D4358}"/>
              </a:ext>
            </a:extLst>
          </p:cNvPr>
          <p:cNvSpPr>
            <a:spLocks noGrp="1"/>
          </p:cNvSpPr>
          <p:nvPr/>
        </p:nvSpPr>
        <p:spPr>
          <a:xfrm>
            <a:off x="254901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10_small_CA2_pose50_rmsd3_4251">
            <a:extLst>
              <a:ext uri="{FF2B5EF4-FFF2-40B4-BE49-F238E27FC236}">
                <a16:creationId xmlns:a16="http://schemas.microsoft.com/office/drawing/2014/main" id="{A21FB0AB-E38D-4F65-97BF-79DBF3B79496}"/>
              </a:ext>
            </a:extLst>
          </p:cNvPr>
          <p:cNvSpPr>
            <a:spLocks noGrp="1"/>
          </p:cNvSpPr>
          <p:nvPr/>
        </p:nvSpPr>
        <p:spPr>
          <a:xfrm>
            <a:off x="25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10_small_CA2_pose50_rmsd3_4252">
            <a:extLst>
              <a:ext uri="{FF2B5EF4-FFF2-40B4-BE49-F238E27FC236}">
                <a16:creationId xmlns:a16="http://schemas.microsoft.com/office/drawing/2014/main" id="{84FA8CE8-1C29-4704-9BA6-542C43FF203B}"/>
              </a:ext>
            </a:extLst>
          </p:cNvPr>
          <p:cNvSpPr>
            <a:spLocks noGrp="1"/>
          </p:cNvSpPr>
          <p:nvPr/>
        </p:nvSpPr>
        <p:spPr>
          <a:xfrm>
            <a:off x="2560077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10_small_CA2_pose50_rmsd3_4253">
            <a:extLst>
              <a:ext uri="{FF2B5EF4-FFF2-40B4-BE49-F238E27FC236}">
                <a16:creationId xmlns:a16="http://schemas.microsoft.com/office/drawing/2014/main" id="{FF1EE8A3-54B2-44FA-A18A-BE27912D64C5}"/>
              </a:ext>
            </a:extLst>
          </p:cNvPr>
          <p:cNvSpPr>
            <a:spLocks noGrp="1"/>
          </p:cNvSpPr>
          <p:nvPr/>
        </p:nvSpPr>
        <p:spPr>
          <a:xfrm>
            <a:off x="24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10_small_CA2_pose50_rmsd3_4254">
            <a:extLst>
              <a:ext uri="{FF2B5EF4-FFF2-40B4-BE49-F238E27FC236}">
                <a16:creationId xmlns:a16="http://schemas.microsoft.com/office/drawing/2014/main" id="{1138B40F-D5CC-40B4-8653-FB49F2BCC8C2}"/>
              </a:ext>
            </a:extLst>
          </p:cNvPr>
          <p:cNvSpPr>
            <a:spLocks noGrp="1"/>
          </p:cNvSpPr>
          <p:nvPr/>
        </p:nvSpPr>
        <p:spPr>
          <a:xfrm>
            <a:off x="252867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10_small_CA2_pose50_rmsd3_4255">
            <a:extLst>
              <a:ext uri="{FF2B5EF4-FFF2-40B4-BE49-F238E27FC236}">
                <a16:creationId xmlns:a16="http://schemas.microsoft.com/office/drawing/2014/main" id="{24968B21-778E-481D-BD12-D5F7A791405B}"/>
              </a:ext>
            </a:extLst>
          </p:cNvPr>
          <p:cNvSpPr>
            <a:spLocks noGrp="1"/>
          </p:cNvSpPr>
          <p:nvPr/>
        </p:nvSpPr>
        <p:spPr>
          <a:xfrm>
            <a:off x="24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10_small_CA2_pose50_rmsd3_4256">
            <a:extLst>
              <a:ext uri="{FF2B5EF4-FFF2-40B4-BE49-F238E27FC236}">
                <a16:creationId xmlns:a16="http://schemas.microsoft.com/office/drawing/2014/main" id="{0C0AA66A-7507-4B68-84F8-A20FD9D5FF0C}"/>
              </a:ext>
            </a:extLst>
          </p:cNvPr>
          <p:cNvSpPr>
            <a:spLocks noGrp="1"/>
          </p:cNvSpPr>
          <p:nvPr/>
        </p:nvSpPr>
        <p:spPr>
          <a:xfrm>
            <a:off x="23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10_small_CA2_pose50_rmsd3_4257">
            <a:extLst>
              <a:ext uri="{FF2B5EF4-FFF2-40B4-BE49-F238E27FC236}">
                <a16:creationId xmlns:a16="http://schemas.microsoft.com/office/drawing/2014/main" id="{4FBB7CEE-EDFD-43B7-B510-AC5DF639FFFD}"/>
              </a:ext>
            </a:extLst>
          </p:cNvPr>
          <p:cNvSpPr>
            <a:spLocks noGrp="1"/>
          </p:cNvSpPr>
          <p:nvPr/>
        </p:nvSpPr>
        <p:spPr>
          <a:xfrm>
            <a:off x="23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10_small_CA2_pose50_rmsd3_4258">
            <a:extLst>
              <a:ext uri="{FF2B5EF4-FFF2-40B4-BE49-F238E27FC236}">
                <a16:creationId xmlns:a16="http://schemas.microsoft.com/office/drawing/2014/main" id="{8F9842F9-75C2-459D-A752-DE293F75EC07}"/>
              </a:ext>
            </a:extLst>
          </p:cNvPr>
          <p:cNvSpPr>
            <a:spLocks noGrp="1"/>
          </p:cNvSpPr>
          <p:nvPr/>
        </p:nvSpPr>
        <p:spPr>
          <a:xfrm>
            <a:off x="24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10_small_CA2_pose50_rmsd3_4259">
            <a:extLst>
              <a:ext uri="{FF2B5EF4-FFF2-40B4-BE49-F238E27FC236}">
                <a16:creationId xmlns:a16="http://schemas.microsoft.com/office/drawing/2014/main" id="{7BD81319-FD1A-4BC9-9EBA-8EE31B39BAD1}"/>
              </a:ext>
            </a:extLst>
          </p:cNvPr>
          <p:cNvSpPr>
            <a:spLocks noGrp="1"/>
          </p:cNvSpPr>
          <p:nvPr/>
        </p:nvSpPr>
        <p:spPr>
          <a:xfrm>
            <a:off x="2491577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10_small_CA2_pose50_rmsd3_4260">
            <a:extLst>
              <a:ext uri="{FF2B5EF4-FFF2-40B4-BE49-F238E27FC236}">
                <a16:creationId xmlns:a16="http://schemas.microsoft.com/office/drawing/2014/main" id="{B0B761A8-AA7C-4994-9424-9B2629DFC8E7}"/>
              </a:ext>
            </a:extLst>
          </p:cNvPr>
          <p:cNvSpPr>
            <a:spLocks noGrp="1"/>
          </p:cNvSpPr>
          <p:nvPr/>
        </p:nvSpPr>
        <p:spPr>
          <a:xfrm>
            <a:off x="25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10_small_CA2_pose50_rmsd3_4261">
            <a:extLst>
              <a:ext uri="{FF2B5EF4-FFF2-40B4-BE49-F238E27FC236}">
                <a16:creationId xmlns:a16="http://schemas.microsoft.com/office/drawing/2014/main" id="{621194F2-FA70-443E-9B3D-202D07D2A7D2}"/>
              </a:ext>
            </a:extLst>
          </p:cNvPr>
          <p:cNvSpPr>
            <a:spLocks noGrp="1"/>
          </p:cNvSpPr>
          <p:nvPr/>
        </p:nvSpPr>
        <p:spPr>
          <a:xfrm>
            <a:off x="24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10_small_CA2_pose50_rmsd3_4262">
            <a:extLst>
              <a:ext uri="{FF2B5EF4-FFF2-40B4-BE49-F238E27FC236}">
                <a16:creationId xmlns:a16="http://schemas.microsoft.com/office/drawing/2014/main" id="{B6DC42AB-6E3F-4DA4-8AB4-F1628B448A49}"/>
              </a:ext>
            </a:extLst>
          </p:cNvPr>
          <p:cNvSpPr>
            <a:spLocks noGrp="1"/>
          </p:cNvSpPr>
          <p:nvPr/>
        </p:nvSpPr>
        <p:spPr>
          <a:xfrm>
            <a:off x="23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10_small_CA2_pose50_rmsd3_4263">
            <a:extLst>
              <a:ext uri="{FF2B5EF4-FFF2-40B4-BE49-F238E27FC236}">
                <a16:creationId xmlns:a16="http://schemas.microsoft.com/office/drawing/2014/main" id="{0F90013F-2FA0-4EF9-98AC-A6E800C4B61D}"/>
              </a:ext>
            </a:extLst>
          </p:cNvPr>
          <p:cNvSpPr>
            <a:spLocks noGrp="1"/>
          </p:cNvSpPr>
          <p:nvPr/>
        </p:nvSpPr>
        <p:spPr>
          <a:xfrm>
            <a:off x="25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10_small_CA2_pose50_rmsd3_4264">
            <a:extLst>
              <a:ext uri="{FF2B5EF4-FFF2-40B4-BE49-F238E27FC236}">
                <a16:creationId xmlns:a16="http://schemas.microsoft.com/office/drawing/2014/main" id="{FC6819F3-785E-4939-A402-7BF5B5F041D2}"/>
              </a:ext>
            </a:extLst>
          </p:cNvPr>
          <p:cNvSpPr>
            <a:spLocks noGrp="1"/>
          </p:cNvSpPr>
          <p:nvPr/>
        </p:nvSpPr>
        <p:spPr>
          <a:xfrm>
            <a:off x="25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10_small_CA2_pose50_rmsd3_4265">
            <a:extLst>
              <a:ext uri="{FF2B5EF4-FFF2-40B4-BE49-F238E27FC236}">
                <a16:creationId xmlns:a16="http://schemas.microsoft.com/office/drawing/2014/main" id="{8A5BCD3C-BF42-4955-B4C0-3D53B4E3F3CE}"/>
              </a:ext>
            </a:extLst>
          </p:cNvPr>
          <p:cNvSpPr>
            <a:spLocks noGrp="1"/>
          </p:cNvSpPr>
          <p:nvPr/>
        </p:nvSpPr>
        <p:spPr>
          <a:xfrm>
            <a:off x="25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10_small_CA2_pose50_rmsd3_4266">
            <a:extLst>
              <a:ext uri="{FF2B5EF4-FFF2-40B4-BE49-F238E27FC236}">
                <a16:creationId xmlns:a16="http://schemas.microsoft.com/office/drawing/2014/main" id="{1E2AF7D2-C0F8-40AB-A1C6-47524B073AF7}"/>
              </a:ext>
            </a:extLst>
          </p:cNvPr>
          <p:cNvSpPr>
            <a:spLocks noGrp="1"/>
          </p:cNvSpPr>
          <p:nvPr/>
        </p:nvSpPr>
        <p:spPr>
          <a:xfrm>
            <a:off x="25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10_small_CA2_pose50_rmsd3_4267">
            <a:extLst>
              <a:ext uri="{FF2B5EF4-FFF2-40B4-BE49-F238E27FC236}">
                <a16:creationId xmlns:a16="http://schemas.microsoft.com/office/drawing/2014/main" id="{132AEFB8-DB5B-4777-9D56-BC8F3E1C4333}"/>
              </a:ext>
            </a:extLst>
          </p:cNvPr>
          <p:cNvSpPr>
            <a:spLocks noGrp="1"/>
          </p:cNvSpPr>
          <p:nvPr/>
        </p:nvSpPr>
        <p:spPr>
          <a:xfrm>
            <a:off x="241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10_small_CA2_pose50_rmsd3_4268">
            <a:extLst>
              <a:ext uri="{FF2B5EF4-FFF2-40B4-BE49-F238E27FC236}">
                <a16:creationId xmlns:a16="http://schemas.microsoft.com/office/drawing/2014/main" id="{7981845B-18B7-42B4-91B1-758CA953ED57}"/>
              </a:ext>
            </a:extLst>
          </p:cNvPr>
          <p:cNvSpPr>
            <a:spLocks noGrp="1"/>
          </p:cNvSpPr>
          <p:nvPr/>
        </p:nvSpPr>
        <p:spPr>
          <a:xfrm>
            <a:off x="24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10_small_CA2_pose50_rmsd3_4269">
            <a:extLst>
              <a:ext uri="{FF2B5EF4-FFF2-40B4-BE49-F238E27FC236}">
                <a16:creationId xmlns:a16="http://schemas.microsoft.com/office/drawing/2014/main" id="{BD420022-F0D8-4D7D-8F13-1661F5CDD10E}"/>
              </a:ext>
            </a:extLst>
          </p:cNvPr>
          <p:cNvSpPr>
            <a:spLocks noGrp="1"/>
          </p:cNvSpPr>
          <p:nvPr/>
        </p:nvSpPr>
        <p:spPr>
          <a:xfrm>
            <a:off x="23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10_small_CA2_pose50_rmsd3_4270">
            <a:extLst>
              <a:ext uri="{FF2B5EF4-FFF2-40B4-BE49-F238E27FC236}">
                <a16:creationId xmlns:a16="http://schemas.microsoft.com/office/drawing/2014/main" id="{B9FD9B4D-CBC6-4166-AD89-6E59F52EA011}"/>
              </a:ext>
            </a:extLst>
          </p:cNvPr>
          <p:cNvSpPr>
            <a:spLocks noGrp="1"/>
          </p:cNvSpPr>
          <p:nvPr/>
        </p:nvSpPr>
        <p:spPr>
          <a:xfrm>
            <a:off x="410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10_small_CA2_pose50_rmsd3_4271">
            <a:extLst>
              <a:ext uri="{FF2B5EF4-FFF2-40B4-BE49-F238E27FC236}">
                <a16:creationId xmlns:a16="http://schemas.microsoft.com/office/drawing/2014/main" id="{765FD954-E207-4005-B2D1-8AD67015833A}"/>
              </a:ext>
            </a:extLst>
          </p:cNvPr>
          <p:cNvSpPr>
            <a:spLocks noGrp="1"/>
          </p:cNvSpPr>
          <p:nvPr/>
        </p:nvSpPr>
        <p:spPr>
          <a:xfrm>
            <a:off x="434346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10_small_CA2_pose50_rmsd3_4272">
            <a:extLst>
              <a:ext uri="{FF2B5EF4-FFF2-40B4-BE49-F238E27FC236}">
                <a16:creationId xmlns:a16="http://schemas.microsoft.com/office/drawing/2014/main" id="{616E3427-7BF2-4EF8-A972-F95D230731E4}"/>
              </a:ext>
            </a:extLst>
          </p:cNvPr>
          <p:cNvSpPr>
            <a:spLocks noGrp="1"/>
          </p:cNvSpPr>
          <p:nvPr/>
        </p:nvSpPr>
        <p:spPr>
          <a:xfrm>
            <a:off x="433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10_small_CA2_pose50_rmsd3_4273">
            <a:extLst>
              <a:ext uri="{FF2B5EF4-FFF2-40B4-BE49-F238E27FC236}">
                <a16:creationId xmlns:a16="http://schemas.microsoft.com/office/drawing/2014/main" id="{001D8A18-7C38-4F2A-B3F3-5BB6DFC62B91}"/>
              </a:ext>
            </a:extLst>
          </p:cNvPr>
          <p:cNvSpPr>
            <a:spLocks noGrp="1"/>
          </p:cNvSpPr>
          <p:nvPr/>
        </p:nvSpPr>
        <p:spPr>
          <a:xfrm>
            <a:off x="416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10_small_CA2_pose50_rmsd3_4274">
            <a:extLst>
              <a:ext uri="{FF2B5EF4-FFF2-40B4-BE49-F238E27FC236}">
                <a16:creationId xmlns:a16="http://schemas.microsoft.com/office/drawing/2014/main" id="{821C7886-45FA-4B56-B43F-D15A32894355}"/>
              </a:ext>
            </a:extLst>
          </p:cNvPr>
          <p:cNvSpPr>
            <a:spLocks noGrp="1"/>
          </p:cNvSpPr>
          <p:nvPr/>
        </p:nvSpPr>
        <p:spPr>
          <a:xfrm>
            <a:off x="434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10_small_CA2_pose50_rmsd3_4275">
            <a:extLst>
              <a:ext uri="{FF2B5EF4-FFF2-40B4-BE49-F238E27FC236}">
                <a16:creationId xmlns:a16="http://schemas.microsoft.com/office/drawing/2014/main" id="{A3DEAF6E-BDE1-43F4-AE5E-7DC0BD92CC6F}"/>
              </a:ext>
            </a:extLst>
          </p:cNvPr>
          <p:cNvSpPr>
            <a:spLocks noGrp="1"/>
          </p:cNvSpPr>
          <p:nvPr/>
        </p:nvSpPr>
        <p:spPr>
          <a:xfrm>
            <a:off x="427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10_small_CA2_pose50_rmsd3_4276">
            <a:extLst>
              <a:ext uri="{FF2B5EF4-FFF2-40B4-BE49-F238E27FC236}">
                <a16:creationId xmlns:a16="http://schemas.microsoft.com/office/drawing/2014/main" id="{52CA9036-00DE-4334-A27B-196437AA1BAE}"/>
              </a:ext>
            </a:extLst>
          </p:cNvPr>
          <p:cNvSpPr>
            <a:spLocks noGrp="1"/>
          </p:cNvSpPr>
          <p:nvPr/>
        </p:nvSpPr>
        <p:spPr>
          <a:xfrm>
            <a:off x="407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10_small_CA2_pose50_rmsd3_4277">
            <a:extLst>
              <a:ext uri="{FF2B5EF4-FFF2-40B4-BE49-F238E27FC236}">
                <a16:creationId xmlns:a16="http://schemas.microsoft.com/office/drawing/2014/main" id="{8ACD2B61-5CC6-4F43-92AC-9FF8817CF99B}"/>
              </a:ext>
            </a:extLst>
          </p:cNvPr>
          <p:cNvSpPr>
            <a:spLocks noGrp="1"/>
          </p:cNvSpPr>
          <p:nvPr/>
        </p:nvSpPr>
        <p:spPr>
          <a:xfrm>
            <a:off x="414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10_small_CA2_pose50_rmsd3_4278">
            <a:extLst>
              <a:ext uri="{FF2B5EF4-FFF2-40B4-BE49-F238E27FC236}">
                <a16:creationId xmlns:a16="http://schemas.microsoft.com/office/drawing/2014/main" id="{0E02214D-DFA0-40EF-8C4F-50CBE1B19E6F}"/>
              </a:ext>
            </a:extLst>
          </p:cNvPr>
          <p:cNvSpPr>
            <a:spLocks noGrp="1"/>
          </p:cNvSpPr>
          <p:nvPr/>
        </p:nvSpPr>
        <p:spPr>
          <a:xfrm>
            <a:off x="418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10_small_CA2_pose50_rmsd3_4279">
            <a:extLst>
              <a:ext uri="{FF2B5EF4-FFF2-40B4-BE49-F238E27FC236}">
                <a16:creationId xmlns:a16="http://schemas.microsoft.com/office/drawing/2014/main" id="{5385819E-88E9-4400-BE79-CC99680B840D}"/>
              </a:ext>
            </a:extLst>
          </p:cNvPr>
          <p:cNvSpPr>
            <a:spLocks noGrp="1"/>
          </p:cNvSpPr>
          <p:nvPr/>
        </p:nvSpPr>
        <p:spPr>
          <a:xfrm>
            <a:off x="4147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10_small_CA2_pose50_rmsd3_4280">
            <a:extLst>
              <a:ext uri="{FF2B5EF4-FFF2-40B4-BE49-F238E27FC236}">
                <a16:creationId xmlns:a16="http://schemas.microsoft.com/office/drawing/2014/main" id="{35C081F3-B25C-4D37-B3BF-EED3847CF298}"/>
              </a:ext>
            </a:extLst>
          </p:cNvPr>
          <p:cNvSpPr>
            <a:spLocks noGrp="1"/>
          </p:cNvSpPr>
          <p:nvPr/>
        </p:nvSpPr>
        <p:spPr>
          <a:xfrm>
            <a:off x="426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10_small_CA2_pose50_rmsd3_4281">
            <a:extLst>
              <a:ext uri="{FF2B5EF4-FFF2-40B4-BE49-F238E27FC236}">
                <a16:creationId xmlns:a16="http://schemas.microsoft.com/office/drawing/2014/main" id="{135DF5D3-6945-4FE2-A7A6-D22F6755983C}"/>
              </a:ext>
            </a:extLst>
          </p:cNvPr>
          <p:cNvSpPr>
            <a:spLocks noGrp="1"/>
          </p:cNvSpPr>
          <p:nvPr/>
        </p:nvSpPr>
        <p:spPr>
          <a:xfrm>
            <a:off x="405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10_small_CA2_pose50_rmsd3_4282">
            <a:extLst>
              <a:ext uri="{FF2B5EF4-FFF2-40B4-BE49-F238E27FC236}">
                <a16:creationId xmlns:a16="http://schemas.microsoft.com/office/drawing/2014/main" id="{493BED88-2377-453E-82D5-B30371FFA82B}"/>
              </a:ext>
            </a:extLst>
          </p:cNvPr>
          <p:cNvSpPr>
            <a:spLocks noGrp="1"/>
          </p:cNvSpPr>
          <p:nvPr/>
        </p:nvSpPr>
        <p:spPr>
          <a:xfrm>
            <a:off x="414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10_small_CA2_pose50_rmsd3_4283">
            <a:extLst>
              <a:ext uri="{FF2B5EF4-FFF2-40B4-BE49-F238E27FC236}">
                <a16:creationId xmlns:a16="http://schemas.microsoft.com/office/drawing/2014/main" id="{C34A66A8-95B7-4005-9552-45A51355514D}"/>
              </a:ext>
            </a:extLst>
          </p:cNvPr>
          <p:cNvSpPr>
            <a:spLocks noGrp="1"/>
          </p:cNvSpPr>
          <p:nvPr/>
        </p:nvSpPr>
        <p:spPr>
          <a:xfrm>
            <a:off x="404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10_small_CA2_pose50_rmsd3_4284">
            <a:extLst>
              <a:ext uri="{FF2B5EF4-FFF2-40B4-BE49-F238E27FC236}">
                <a16:creationId xmlns:a16="http://schemas.microsoft.com/office/drawing/2014/main" id="{5F932DA3-8E22-4C99-A82C-C928C1BF1562}"/>
              </a:ext>
            </a:extLst>
          </p:cNvPr>
          <p:cNvSpPr>
            <a:spLocks noGrp="1"/>
          </p:cNvSpPr>
          <p:nvPr/>
        </p:nvSpPr>
        <p:spPr>
          <a:xfrm>
            <a:off x="433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10_small_CA2_pose50_rmsd3_4285">
            <a:extLst>
              <a:ext uri="{FF2B5EF4-FFF2-40B4-BE49-F238E27FC236}">
                <a16:creationId xmlns:a16="http://schemas.microsoft.com/office/drawing/2014/main" id="{292854E2-89A9-461C-9624-ACEDEBDFB7A2}"/>
              </a:ext>
            </a:extLst>
          </p:cNvPr>
          <p:cNvSpPr>
            <a:spLocks noGrp="1"/>
          </p:cNvSpPr>
          <p:nvPr/>
        </p:nvSpPr>
        <p:spPr>
          <a:xfrm>
            <a:off x="409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10_small_CA2_pose50_rmsd3_4286">
            <a:extLst>
              <a:ext uri="{FF2B5EF4-FFF2-40B4-BE49-F238E27FC236}">
                <a16:creationId xmlns:a16="http://schemas.microsoft.com/office/drawing/2014/main" id="{1E16B5DB-A676-4387-9D04-04BBB8542551}"/>
              </a:ext>
            </a:extLst>
          </p:cNvPr>
          <p:cNvSpPr>
            <a:spLocks noGrp="1"/>
          </p:cNvSpPr>
          <p:nvPr/>
        </p:nvSpPr>
        <p:spPr>
          <a:xfrm>
            <a:off x="4081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10_small_CA2_pose50_rmsd3_4287">
            <a:extLst>
              <a:ext uri="{FF2B5EF4-FFF2-40B4-BE49-F238E27FC236}">
                <a16:creationId xmlns:a16="http://schemas.microsoft.com/office/drawing/2014/main" id="{7AEBCA1E-B34D-4D90-8CCA-D32AB4ECD8C1}"/>
              </a:ext>
            </a:extLst>
          </p:cNvPr>
          <p:cNvSpPr>
            <a:spLocks noGrp="1"/>
          </p:cNvSpPr>
          <p:nvPr/>
        </p:nvSpPr>
        <p:spPr>
          <a:xfrm>
            <a:off x="419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10_small_CA2_pose50_rmsd3_4288">
            <a:extLst>
              <a:ext uri="{FF2B5EF4-FFF2-40B4-BE49-F238E27FC236}">
                <a16:creationId xmlns:a16="http://schemas.microsoft.com/office/drawing/2014/main" id="{2AFB8C47-EE06-430D-98CD-24BEAA31DFFB}"/>
              </a:ext>
            </a:extLst>
          </p:cNvPr>
          <p:cNvSpPr>
            <a:spLocks noGrp="1"/>
          </p:cNvSpPr>
          <p:nvPr/>
        </p:nvSpPr>
        <p:spPr>
          <a:xfrm>
            <a:off x="409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10_small_CA2_pose50_rmsd3_4289">
            <a:extLst>
              <a:ext uri="{FF2B5EF4-FFF2-40B4-BE49-F238E27FC236}">
                <a16:creationId xmlns:a16="http://schemas.microsoft.com/office/drawing/2014/main" id="{AE25FE87-42E7-4105-8E2B-9046B6372076}"/>
              </a:ext>
            </a:extLst>
          </p:cNvPr>
          <p:cNvSpPr>
            <a:spLocks noGrp="1"/>
          </p:cNvSpPr>
          <p:nvPr/>
        </p:nvSpPr>
        <p:spPr>
          <a:xfrm>
            <a:off x="402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10_small_CA2_pose50_rmsd3_4290">
            <a:extLst>
              <a:ext uri="{FF2B5EF4-FFF2-40B4-BE49-F238E27FC236}">
                <a16:creationId xmlns:a16="http://schemas.microsoft.com/office/drawing/2014/main" id="{7FB36C37-6C5A-4225-A276-B93606FA1404}"/>
              </a:ext>
            </a:extLst>
          </p:cNvPr>
          <p:cNvSpPr>
            <a:spLocks noGrp="1"/>
          </p:cNvSpPr>
          <p:nvPr/>
        </p:nvSpPr>
        <p:spPr>
          <a:xfrm>
            <a:off x="417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10_small_CA2_pose50_rmsd3_4291">
            <a:extLst>
              <a:ext uri="{FF2B5EF4-FFF2-40B4-BE49-F238E27FC236}">
                <a16:creationId xmlns:a16="http://schemas.microsoft.com/office/drawing/2014/main" id="{061D4D8D-778B-4DB1-BD6D-F1ADF91D8C08}"/>
              </a:ext>
            </a:extLst>
          </p:cNvPr>
          <p:cNvSpPr>
            <a:spLocks noGrp="1"/>
          </p:cNvSpPr>
          <p:nvPr/>
        </p:nvSpPr>
        <p:spPr>
          <a:xfrm>
            <a:off x="415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10_small_CA2_pose50_rmsd3_4292">
            <a:extLst>
              <a:ext uri="{FF2B5EF4-FFF2-40B4-BE49-F238E27FC236}">
                <a16:creationId xmlns:a16="http://schemas.microsoft.com/office/drawing/2014/main" id="{FFA47F10-8549-4220-8ACB-47C91259334F}"/>
              </a:ext>
            </a:extLst>
          </p:cNvPr>
          <p:cNvSpPr>
            <a:spLocks noGrp="1"/>
          </p:cNvSpPr>
          <p:nvPr/>
        </p:nvSpPr>
        <p:spPr>
          <a:xfrm>
            <a:off x="4024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10_small_CA2_pose50_rmsd3_4293">
            <a:extLst>
              <a:ext uri="{FF2B5EF4-FFF2-40B4-BE49-F238E27FC236}">
                <a16:creationId xmlns:a16="http://schemas.microsoft.com/office/drawing/2014/main" id="{8D35897B-6376-437C-8557-028C1D8882BF}"/>
              </a:ext>
            </a:extLst>
          </p:cNvPr>
          <p:cNvSpPr>
            <a:spLocks noGrp="1"/>
          </p:cNvSpPr>
          <p:nvPr/>
        </p:nvSpPr>
        <p:spPr>
          <a:xfrm>
            <a:off x="426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10_small_CA2_pose50_rmsd3_4294">
            <a:extLst>
              <a:ext uri="{FF2B5EF4-FFF2-40B4-BE49-F238E27FC236}">
                <a16:creationId xmlns:a16="http://schemas.microsoft.com/office/drawing/2014/main" id="{167E0168-5FE2-4A47-833C-21DCFAA16C0E}"/>
              </a:ext>
            </a:extLst>
          </p:cNvPr>
          <p:cNvSpPr>
            <a:spLocks noGrp="1"/>
          </p:cNvSpPr>
          <p:nvPr/>
        </p:nvSpPr>
        <p:spPr>
          <a:xfrm>
            <a:off x="413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10_small_CA2_pose50_rmsd3_4295">
            <a:extLst>
              <a:ext uri="{FF2B5EF4-FFF2-40B4-BE49-F238E27FC236}">
                <a16:creationId xmlns:a16="http://schemas.microsoft.com/office/drawing/2014/main" id="{5D3DBB51-30C5-4484-BB1A-FF04A8D24DC6}"/>
              </a:ext>
            </a:extLst>
          </p:cNvPr>
          <p:cNvSpPr>
            <a:spLocks noGrp="1"/>
          </p:cNvSpPr>
          <p:nvPr/>
        </p:nvSpPr>
        <p:spPr>
          <a:xfrm>
            <a:off x="432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10_small_CA2_pose50_rmsd3_4296">
            <a:extLst>
              <a:ext uri="{FF2B5EF4-FFF2-40B4-BE49-F238E27FC236}">
                <a16:creationId xmlns:a16="http://schemas.microsoft.com/office/drawing/2014/main" id="{131A86A3-9241-4D7A-A615-18EEF32CE75F}"/>
              </a:ext>
            </a:extLst>
          </p:cNvPr>
          <p:cNvSpPr>
            <a:spLocks noGrp="1"/>
          </p:cNvSpPr>
          <p:nvPr/>
        </p:nvSpPr>
        <p:spPr>
          <a:xfrm>
            <a:off x="412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10_small_CA2_pose50_rmsd3_4297">
            <a:extLst>
              <a:ext uri="{FF2B5EF4-FFF2-40B4-BE49-F238E27FC236}">
                <a16:creationId xmlns:a16="http://schemas.microsoft.com/office/drawing/2014/main" id="{135FE678-5C2A-4ED0-8460-0C53B7A0F9A6}"/>
              </a:ext>
            </a:extLst>
          </p:cNvPr>
          <p:cNvSpPr>
            <a:spLocks noGrp="1"/>
          </p:cNvSpPr>
          <p:nvPr/>
        </p:nvSpPr>
        <p:spPr>
          <a:xfrm>
            <a:off x="425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10_small_CA2_pose50_rmsd3_4298">
            <a:extLst>
              <a:ext uri="{FF2B5EF4-FFF2-40B4-BE49-F238E27FC236}">
                <a16:creationId xmlns:a16="http://schemas.microsoft.com/office/drawing/2014/main" id="{2084B3C0-69A0-43C2-95B0-1C4FA7CE1C6F}"/>
              </a:ext>
            </a:extLst>
          </p:cNvPr>
          <p:cNvSpPr>
            <a:spLocks noGrp="1"/>
          </p:cNvSpPr>
          <p:nvPr/>
        </p:nvSpPr>
        <p:spPr>
          <a:xfrm>
            <a:off x="412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10_small_CA2_pose50_rmsd3_4299">
            <a:extLst>
              <a:ext uri="{FF2B5EF4-FFF2-40B4-BE49-F238E27FC236}">
                <a16:creationId xmlns:a16="http://schemas.microsoft.com/office/drawing/2014/main" id="{D7E2CA6B-BEAF-48AC-9F80-6FD855C328FE}"/>
              </a:ext>
            </a:extLst>
          </p:cNvPr>
          <p:cNvSpPr>
            <a:spLocks noGrp="1"/>
          </p:cNvSpPr>
          <p:nvPr/>
        </p:nvSpPr>
        <p:spPr>
          <a:xfrm>
            <a:off x="413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10_small_CA2_pose50_rmsd3_4300">
            <a:extLst>
              <a:ext uri="{FF2B5EF4-FFF2-40B4-BE49-F238E27FC236}">
                <a16:creationId xmlns:a16="http://schemas.microsoft.com/office/drawing/2014/main" id="{0A00A13B-12FA-42DF-9A98-B892684FD413}"/>
              </a:ext>
            </a:extLst>
          </p:cNvPr>
          <p:cNvSpPr>
            <a:spLocks noGrp="1"/>
          </p:cNvSpPr>
          <p:nvPr/>
        </p:nvSpPr>
        <p:spPr>
          <a:xfrm>
            <a:off x="426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10_small_CA2_pose50_rmsd3_4301">
            <a:extLst>
              <a:ext uri="{FF2B5EF4-FFF2-40B4-BE49-F238E27FC236}">
                <a16:creationId xmlns:a16="http://schemas.microsoft.com/office/drawing/2014/main" id="{AD4E6F01-7277-4B68-A771-0EEB3FD2DF69}"/>
              </a:ext>
            </a:extLst>
          </p:cNvPr>
          <p:cNvSpPr>
            <a:spLocks noGrp="1"/>
          </p:cNvSpPr>
          <p:nvPr/>
        </p:nvSpPr>
        <p:spPr>
          <a:xfrm>
            <a:off x="404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10_small_CA2_pose50_rmsd3_4302">
            <a:extLst>
              <a:ext uri="{FF2B5EF4-FFF2-40B4-BE49-F238E27FC236}">
                <a16:creationId xmlns:a16="http://schemas.microsoft.com/office/drawing/2014/main" id="{5824AC59-967E-4324-850E-CDEE3F29DEE7}"/>
              </a:ext>
            </a:extLst>
          </p:cNvPr>
          <p:cNvSpPr>
            <a:spLocks noGrp="1"/>
          </p:cNvSpPr>
          <p:nvPr/>
        </p:nvSpPr>
        <p:spPr>
          <a:xfrm>
            <a:off x="403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10_small_CA2_pose50_rmsd3_4303">
            <a:extLst>
              <a:ext uri="{FF2B5EF4-FFF2-40B4-BE49-F238E27FC236}">
                <a16:creationId xmlns:a16="http://schemas.microsoft.com/office/drawing/2014/main" id="{14AC05B0-E03C-49D7-835B-E42EB1AF90CF}"/>
              </a:ext>
            </a:extLst>
          </p:cNvPr>
          <p:cNvSpPr>
            <a:spLocks noGrp="1"/>
          </p:cNvSpPr>
          <p:nvPr/>
        </p:nvSpPr>
        <p:spPr>
          <a:xfrm>
            <a:off x="431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10_small_CA2_pose50_rmsd3_4304">
            <a:extLst>
              <a:ext uri="{FF2B5EF4-FFF2-40B4-BE49-F238E27FC236}">
                <a16:creationId xmlns:a16="http://schemas.microsoft.com/office/drawing/2014/main" id="{88F20D0A-1BEB-4FB3-B4CF-CA3A16406BFA}"/>
              </a:ext>
            </a:extLst>
          </p:cNvPr>
          <p:cNvSpPr>
            <a:spLocks noGrp="1"/>
          </p:cNvSpPr>
          <p:nvPr/>
        </p:nvSpPr>
        <p:spPr>
          <a:xfrm>
            <a:off x="403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10_small_CA2_pose50_rmsd3_4305">
            <a:extLst>
              <a:ext uri="{FF2B5EF4-FFF2-40B4-BE49-F238E27FC236}">
                <a16:creationId xmlns:a16="http://schemas.microsoft.com/office/drawing/2014/main" id="{3ED52C68-AE54-42BA-9B95-F0D00BA983F5}"/>
              </a:ext>
            </a:extLst>
          </p:cNvPr>
          <p:cNvSpPr>
            <a:spLocks noGrp="1"/>
          </p:cNvSpPr>
          <p:nvPr/>
        </p:nvSpPr>
        <p:spPr>
          <a:xfrm>
            <a:off x="413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10_small_CA2_pose50_rmsd3_4306">
            <a:extLst>
              <a:ext uri="{FF2B5EF4-FFF2-40B4-BE49-F238E27FC236}">
                <a16:creationId xmlns:a16="http://schemas.microsoft.com/office/drawing/2014/main" id="{08A7C3C0-5017-4FB6-85F8-9850D288333A}"/>
              </a:ext>
            </a:extLst>
          </p:cNvPr>
          <p:cNvSpPr>
            <a:spLocks noGrp="1"/>
          </p:cNvSpPr>
          <p:nvPr/>
        </p:nvSpPr>
        <p:spPr>
          <a:xfrm>
            <a:off x="417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10_small_CA2_pose50_rmsd3_4307">
            <a:extLst>
              <a:ext uri="{FF2B5EF4-FFF2-40B4-BE49-F238E27FC236}">
                <a16:creationId xmlns:a16="http://schemas.microsoft.com/office/drawing/2014/main" id="{0B769EA6-6C86-41BA-89DA-5C0C1A09DB51}"/>
              </a:ext>
            </a:extLst>
          </p:cNvPr>
          <p:cNvSpPr>
            <a:spLocks noGrp="1"/>
          </p:cNvSpPr>
          <p:nvPr/>
        </p:nvSpPr>
        <p:spPr>
          <a:xfrm>
            <a:off x="406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10_small_CA2_pose50_rmsd3_4308">
            <a:extLst>
              <a:ext uri="{FF2B5EF4-FFF2-40B4-BE49-F238E27FC236}">
                <a16:creationId xmlns:a16="http://schemas.microsoft.com/office/drawing/2014/main" id="{5E019CE0-70AB-4012-8882-AE9C855BF5D9}"/>
              </a:ext>
            </a:extLst>
          </p:cNvPr>
          <p:cNvSpPr>
            <a:spLocks noGrp="1"/>
          </p:cNvSpPr>
          <p:nvPr/>
        </p:nvSpPr>
        <p:spPr>
          <a:xfrm>
            <a:off x="4136140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10_small_CA2_pose50_rmsd3_4309">
            <a:extLst>
              <a:ext uri="{FF2B5EF4-FFF2-40B4-BE49-F238E27FC236}">
                <a16:creationId xmlns:a16="http://schemas.microsoft.com/office/drawing/2014/main" id="{B4549A24-55BF-4CC7-AE4A-0E5F7FDF7007}"/>
              </a:ext>
            </a:extLst>
          </p:cNvPr>
          <p:cNvSpPr>
            <a:spLocks noGrp="1"/>
          </p:cNvSpPr>
          <p:nvPr/>
        </p:nvSpPr>
        <p:spPr>
          <a:xfrm>
            <a:off x="411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10_small_CA2_pose50_rmsd3_4310">
            <a:extLst>
              <a:ext uri="{FF2B5EF4-FFF2-40B4-BE49-F238E27FC236}">
                <a16:creationId xmlns:a16="http://schemas.microsoft.com/office/drawing/2014/main" id="{30C545B9-7F18-4CEF-91F2-EBF87A987FB8}"/>
              </a:ext>
            </a:extLst>
          </p:cNvPr>
          <p:cNvSpPr>
            <a:spLocks noGrp="1"/>
          </p:cNvSpPr>
          <p:nvPr/>
        </p:nvSpPr>
        <p:spPr>
          <a:xfrm>
            <a:off x="432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10_small_CA2_pose50_rmsd3_4311">
            <a:extLst>
              <a:ext uri="{FF2B5EF4-FFF2-40B4-BE49-F238E27FC236}">
                <a16:creationId xmlns:a16="http://schemas.microsoft.com/office/drawing/2014/main" id="{5221F184-2B2C-44DE-AC89-303867A0A89C}"/>
              </a:ext>
            </a:extLst>
          </p:cNvPr>
          <p:cNvSpPr>
            <a:spLocks noGrp="1"/>
          </p:cNvSpPr>
          <p:nvPr/>
        </p:nvSpPr>
        <p:spPr>
          <a:xfrm>
            <a:off x="421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10_small_CA2_pose50_rmsd3_4312">
            <a:extLst>
              <a:ext uri="{FF2B5EF4-FFF2-40B4-BE49-F238E27FC236}">
                <a16:creationId xmlns:a16="http://schemas.microsoft.com/office/drawing/2014/main" id="{0B538DF9-9648-43B5-B208-4FCAB72DB190}"/>
              </a:ext>
            </a:extLst>
          </p:cNvPr>
          <p:cNvSpPr>
            <a:spLocks noGrp="1"/>
          </p:cNvSpPr>
          <p:nvPr/>
        </p:nvSpPr>
        <p:spPr>
          <a:xfrm>
            <a:off x="4204624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10_small_CA2_pose50_rmsd3_4313">
            <a:extLst>
              <a:ext uri="{FF2B5EF4-FFF2-40B4-BE49-F238E27FC236}">
                <a16:creationId xmlns:a16="http://schemas.microsoft.com/office/drawing/2014/main" id="{C1CC2E13-3289-4B96-9E05-250025760A9A}"/>
              </a:ext>
            </a:extLst>
          </p:cNvPr>
          <p:cNvSpPr>
            <a:spLocks noGrp="1"/>
          </p:cNvSpPr>
          <p:nvPr/>
        </p:nvSpPr>
        <p:spPr>
          <a:xfrm>
            <a:off x="429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10_small_CA2_pose50_rmsd3_4314">
            <a:extLst>
              <a:ext uri="{FF2B5EF4-FFF2-40B4-BE49-F238E27FC236}">
                <a16:creationId xmlns:a16="http://schemas.microsoft.com/office/drawing/2014/main" id="{B910D444-5D1D-49F8-87FA-E9D33174E023}"/>
              </a:ext>
            </a:extLst>
          </p:cNvPr>
          <p:cNvSpPr>
            <a:spLocks noGrp="1"/>
          </p:cNvSpPr>
          <p:nvPr/>
        </p:nvSpPr>
        <p:spPr>
          <a:xfrm>
            <a:off x="416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10_small_CA2_pose50_rmsd3_4315">
            <a:extLst>
              <a:ext uri="{FF2B5EF4-FFF2-40B4-BE49-F238E27FC236}">
                <a16:creationId xmlns:a16="http://schemas.microsoft.com/office/drawing/2014/main" id="{361E0837-9E8E-410B-961F-A50C6C92C4BE}"/>
              </a:ext>
            </a:extLst>
          </p:cNvPr>
          <p:cNvSpPr>
            <a:spLocks noGrp="1"/>
          </p:cNvSpPr>
          <p:nvPr/>
        </p:nvSpPr>
        <p:spPr>
          <a:xfrm>
            <a:off x="432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10_small_CA2_pose50_rmsd3_4316">
            <a:extLst>
              <a:ext uri="{FF2B5EF4-FFF2-40B4-BE49-F238E27FC236}">
                <a16:creationId xmlns:a16="http://schemas.microsoft.com/office/drawing/2014/main" id="{EE235646-4BBF-431C-8CA4-10EEB6A07C6D}"/>
              </a:ext>
            </a:extLst>
          </p:cNvPr>
          <p:cNvSpPr>
            <a:spLocks noGrp="1"/>
          </p:cNvSpPr>
          <p:nvPr/>
        </p:nvSpPr>
        <p:spPr>
          <a:xfrm>
            <a:off x="425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10_small_CA2_pose50_rmsd3_4317">
            <a:extLst>
              <a:ext uri="{FF2B5EF4-FFF2-40B4-BE49-F238E27FC236}">
                <a16:creationId xmlns:a16="http://schemas.microsoft.com/office/drawing/2014/main" id="{26A240D1-B8F4-4FCD-8E21-EB59C594A5BA}"/>
              </a:ext>
            </a:extLst>
          </p:cNvPr>
          <p:cNvSpPr>
            <a:spLocks noGrp="1"/>
          </p:cNvSpPr>
          <p:nvPr/>
        </p:nvSpPr>
        <p:spPr>
          <a:xfrm>
            <a:off x="410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10_small_CA2_pose50_rmsd3_4318">
            <a:extLst>
              <a:ext uri="{FF2B5EF4-FFF2-40B4-BE49-F238E27FC236}">
                <a16:creationId xmlns:a16="http://schemas.microsoft.com/office/drawing/2014/main" id="{53521869-FF0B-4579-AA87-EDBE3D90F4BF}"/>
              </a:ext>
            </a:extLst>
          </p:cNvPr>
          <p:cNvSpPr>
            <a:spLocks noGrp="1"/>
          </p:cNvSpPr>
          <p:nvPr/>
        </p:nvSpPr>
        <p:spPr>
          <a:xfrm>
            <a:off x="401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10_small_CA2_pose50_rmsd3_4319">
            <a:extLst>
              <a:ext uri="{FF2B5EF4-FFF2-40B4-BE49-F238E27FC236}">
                <a16:creationId xmlns:a16="http://schemas.microsoft.com/office/drawing/2014/main" id="{D96E1FB6-0830-4623-A02E-5709BED5F710}"/>
              </a:ext>
            </a:extLst>
          </p:cNvPr>
          <p:cNvSpPr>
            <a:spLocks noGrp="1"/>
          </p:cNvSpPr>
          <p:nvPr/>
        </p:nvSpPr>
        <p:spPr>
          <a:xfrm>
            <a:off x="430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10_small_CA2_pose50_rmsd3_4320">
            <a:extLst>
              <a:ext uri="{FF2B5EF4-FFF2-40B4-BE49-F238E27FC236}">
                <a16:creationId xmlns:a16="http://schemas.microsoft.com/office/drawing/2014/main" id="{0D216E61-BC53-4B39-BE81-A758B7816639}"/>
              </a:ext>
            </a:extLst>
          </p:cNvPr>
          <p:cNvSpPr>
            <a:spLocks noGrp="1"/>
          </p:cNvSpPr>
          <p:nvPr/>
        </p:nvSpPr>
        <p:spPr>
          <a:xfrm>
            <a:off x="433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10_small_CA2_pose50_rmsd3_4321">
            <a:extLst>
              <a:ext uri="{FF2B5EF4-FFF2-40B4-BE49-F238E27FC236}">
                <a16:creationId xmlns:a16="http://schemas.microsoft.com/office/drawing/2014/main" id="{7EB8B260-92D9-4D44-926D-389B59769FDA}"/>
              </a:ext>
            </a:extLst>
          </p:cNvPr>
          <p:cNvSpPr>
            <a:spLocks noGrp="1"/>
          </p:cNvSpPr>
          <p:nvPr/>
        </p:nvSpPr>
        <p:spPr>
          <a:xfrm>
            <a:off x="419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10_small_CA2_pose50_rmsd3_4322">
            <a:extLst>
              <a:ext uri="{FF2B5EF4-FFF2-40B4-BE49-F238E27FC236}">
                <a16:creationId xmlns:a16="http://schemas.microsoft.com/office/drawing/2014/main" id="{51AF69C4-43AE-43A1-BF91-69E5409D0C4E}"/>
              </a:ext>
            </a:extLst>
          </p:cNvPr>
          <p:cNvSpPr>
            <a:spLocks noGrp="1"/>
          </p:cNvSpPr>
          <p:nvPr/>
        </p:nvSpPr>
        <p:spPr>
          <a:xfrm>
            <a:off x="429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10_small_CA2_pose50_rmsd3_4323">
            <a:extLst>
              <a:ext uri="{FF2B5EF4-FFF2-40B4-BE49-F238E27FC236}">
                <a16:creationId xmlns:a16="http://schemas.microsoft.com/office/drawing/2014/main" id="{A5A368A1-9B68-47A3-BF4F-03DB47C3AF80}"/>
              </a:ext>
            </a:extLst>
          </p:cNvPr>
          <p:cNvSpPr>
            <a:spLocks noGrp="1"/>
          </p:cNvSpPr>
          <p:nvPr/>
        </p:nvSpPr>
        <p:spPr>
          <a:xfrm>
            <a:off x="427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10_small_CA2_pose50_rmsd3_4324">
            <a:extLst>
              <a:ext uri="{FF2B5EF4-FFF2-40B4-BE49-F238E27FC236}">
                <a16:creationId xmlns:a16="http://schemas.microsoft.com/office/drawing/2014/main" id="{E4D815C4-2C51-4540-AED7-9B19D01CE4CC}"/>
              </a:ext>
            </a:extLst>
          </p:cNvPr>
          <p:cNvSpPr>
            <a:spLocks noGrp="1"/>
          </p:cNvSpPr>
          <p:nvPr/>
        </p:nvSpPr>
        <p:spPr>
          <a:xfrm>
            <a:off x="407167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10_small_CA2_pose50_rmsd3_4325">
            <a:extLst>
              <a:ext uri="{FF2B5EF4-FFF2-40B4-BE49-F238E27FC236}">
                <a16:creationId xmlns:a16="http://schemas.microsoft.com/office/drawing/2014/main" id="{2D4146C8-FDAC-466F-84ED-2EA8C8664BD0}"/>
              </a:ext>
            </a:extLst>
          </p:cNvPr>
          <p:cNvSpPr>
            <a:spLocks noGrp="1"/>
          </p:cNvSpPr>
          <p:nvPr/>
        </p:nvSpPr>
        <p:spPr>
          <a:xfrm>
            <a:off x="420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10_small_CA2_pose50_rmsd3_4326">
            <a:extLst>
              <a:ext uri="{FF2B5EF4-FFF2-40B4-BE49-F238E27FC236}">
                <a16:creationId xmlns:a16="http://schemas.microsoft.com/office/drawing/2014/main" id="{C360ED78-D8D9-46A3-B383-B85E3982D6AC}"/>
              </a:ext>
            </a:extLst>
          </p:cNvPr>
          <p:cNvSpPr>
            <a:spLocks noGrp="1"/>
          </p:cNvSpPr>
          <p:nvPr/>
        </p:nvSpPr>
        <p:spPr>
          <a:xfrm>
            <a:off x="421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10_small_CA2_pose50_rmsd3_4327">
            <a:extLst>
              <a:ext uri="{FF2B5EF4-FFF2-40B4-BE49-F238E27FC236}">
                <a16:creationId xmlns:a16="http://schemas.microsoft.com/office/drawing/2014/main" id="{AEC24BA6-CF12-4F51-8869-11062C5872A0}"/>
              </a:ext>
            </a:extLst>
          </p:cNvPr>
          <p:cNvSpPr>
            <a:spLocks noGrp="1"/>
          </p:cNvSpPr>
          <p:nvPr/>
        </p:nvSpPr>
        <p:spPr>
          <a:xfrm>
            <a:off x="429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10_small_CA2_pose50_rmsd3_4328">
            <a:extLst>
              <a:ext uri="{FF2B5EF4-FFF2-40B4-BE49-F238E27FC236}">
                <a16:creationId xmlns:a16="http://schemas.microsoft.com/office/drawing/2014/main" id="{63855FE6-6603-432E-BC08-66EC571607B1}"/>
              </a:ext>
            </a:extLst>
          </p:cNvPr>
          <p:cNvSpPr>
            <a:spLocks noGrp="1"/>
          </p:cNvSpPr>
          <p:nvPr/>
        </p:nvSpPr>
        <p:spPr>
          <a:xfrm>
            <a:off x="432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10_small_CA2_pose50_rmsd3_4329">
            <a:extLst>
              <a:ext uri="{FF2B5EF4-FFF2-40B4-BE49-F238E27FC236}">
                <a16:creationId xmlns:a16="http://schemas.microsoft.com/office/drawing/2014/main" id="{A2A54B07-BFDA-4850-A8D9-3C6B08CBBB77}"/>
              </a:ext>
            </a:extLst>
          </p:cNvPr>
          <p:cNvSpPr>
            <a:spLocks noGrp="1"/>
          </p:cNvSpPr>
          <p:nvPr/>
        </p:nvSpPr>
        <p:spPr>
          <a:xfrm>
            <a:off x="4310077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10_small_CA2_pose50_rmsd3_4330">
            <a:extLst>
              <a:ext uri="{FF2B5EF4-FFF2-40B4-BE49-F238E27FC236}">
                <a16:creationId xmlns:a16="http://schemas.microsoft.com/office/drawing/2014/main" id="{C1BB5C47-5F4C-4677-B832-0FC8BEB13108}"/>
              </a:ext>
            </a:extLst>
          </p:cNvPr>
          <p:cNvSpPr>
            <a:spLocks noGrp="1"/>
          </p:cNvSpPr>
          <p:nvPr/>
        </p:nvSpPr>
        <p:spPr>
          <a:xfrm>
            <a:off x="417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10_small_CA2_pose50_rmsd3_4331">
            <a:extLst>
              <a:ext uri="{FF2B5EF4-FFF2-40B4-BE49-F238E27FC236}">
                <a16:creationId xmlns:a16="http://schemas.microsoft.com/office/drawing/2014/main" id="{810C78F5-BC49-48D8-852E-4055F5F6C5F2}"/>
              </a:ext>
            </a:extLst>
          </p:cNvPr>
          <p:cNvSpPr>
            <a:spLocks noGrp="1"/>
          </p:cNvSpPr>
          <p:nvPr/>
        </p:nvSpPr>
        <p:spPr>
          <a:xfrm>
            <a:off x="427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10_small_CA2_pose50_rmsd3_4332">
            <a:extLst>
              <a:ext uri="{FF2B5EF4-FFF2-40B4-BE49-F238E27FC236}">
                <a16:creationId xmlns:a16="http://schemas.microsoft.com/office/drawing/2014/main" id="{13C6B514-916A-4FC9-9B1A-67934375DA34}"/>
              </a:ext>
            </a:extLst>
          </p:cNvPr>
          <p:cNvSpPr>
            <a:spLocks noGrp="1"/>
          </p:cNvSpPr>
          <p:nvPr/>
        </p:nvSpPr>
        <p:spPr>
          <a:xfrm>
            <a:off x="423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10_small_CA2_pose50_rmsd3_4333">
            <a:extLst>
              <a:ext uri="{FF2B5EF4-FFF2-40B4-BE49-F238E27FC236}">
                <a16:creationId xmlns:a16="http://schemas.microsoft.com/office/drawing/2014/main" id="{F728CCF1-80DF-49ED-8F7D-A511A6884A07}"/>
              </a:ext>
            </a:extLst>
          </p:cNvPr>
          <p:cNvSpPr>
            <a:spLocks noGrp="1"/>
          </p:cNvSpPr>
          <p:nvPr/>
        </p:nvSpPr>
        <p:spPr>
          <a:xfrm>
            <a:off x="410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10_small_CA2_pose50_rmsd3_4334">
            <a:extLst>
              <a:ext uri="{FF2B5EF4-FFF2-40B4-BE49-F238E27FC236}">
                <a16:creationId xmlns:a16="http://schemas.microsoft.com/office/drawing/2014/main" id="{53548624-FEBF-494D-9200-D3557AD70D57}"/>
              </a:ext>
            </a:extLst>
          </p:cNvPr>
          <p:cNvSpPr>
            <a:spLocks noGrp="1"/>
          </p:cNvSpPr>
          <p:nvPr/>
        </p:nvSpPr>
        <p:spPr>
          <a:xfrm>
            <a:off x="406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10_small_CA2_pose50_rmsd3_4335">
            <a:extLst>
              <a:ext uri="{FF2B5EF4-FFF2-40B4-BE49-F238E27FC236}">
                <a16:creationId xmlns:a16="http://schemas.microsoft.com/office/drawing/2014/main" id="{66E44F99-2A98-4CDA-BD8B-F7C57274BB75}"/>
              </a:ext>
            </a:extLst>
          </p:cNvPr>
          <p:cNvSpPr>
            <a:spLocks noGrp="1"/>
          </p:cNvSpPr>
          <p:nvPr/>
        </p:nvSpPr>
        <p:spPr>
          <a:xfrm>
            <a:off x="419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10_small_CA2_pose50_rmsd3_4336">
            <a:extLst>
              <a:ext uri="{FF2B5EF4-FFF2-40B4-BE49-F238E27FC236}">
                <a16:creationId xmlns:a16="http://schemas.microsoft.com/office/drawing/2014/main" id="{6F453AC8-EE04-4DC8-8865-1DFB9A26C8FC}"/>
              </a:ext>
            </a:extLst>
          </p:cNvPr>
          <p:cNvSpPr>
            <a:spLocks noGrp="1"/>
          </p:cNvSpPr>
          <p:nvPr/>
        </p:nvSpPr>
        <p:spPr>
          <a:xfrm>
            <a:off x="42415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10_small_CA2_pose50_rmsd3_4337">
            <a:extLst>
              <a:ext uri="{FF2B5EF4-FFF2-40B4-BE49-F238E27FC236}">
                <a16:creationId xmlns:a16="http://schemas.microsoft.com/office/drawing/2014/main" id="{60507B75-9DCA-4C39-8724-8C4726AF528F}"/>
              </a:ext>
            </a:extLst>
          </p:cNvPr>
          <p:cNvSpPr>
            <a:spLocks noGrp="1"/>
          </p:cNvSpPr>
          <p:nvPr/>
        </p:nvSpPr>
        <p:spPr>
          <a:xfrm>
            <a:off x="427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10_small_CA2_pose50_rmsd3_4338">
            <a:extLst>
              <a:ext uri="{FF2B5EF4-FFF2-40B4-BE49-F238E27FC236}">
                <a16:creationId xmlns:a16="http://schemas.microsoft.com/office/drawing/2014/main" id="{AC7432E0-6803-4605-8655-8B41B85A096F}"/>
              </a:ext>
            </a:extLst>
          </p:cNvPr>
          <p:cNvSpPr>
            <a:spLocks noGrp="1"/>
          </p:cNvSpPr>
          <p:nvPr/>
        </p:nvSpPr>
        <p:spPr>
          <a:xfrm>
            <a:off x="420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10_small_CA2_pose50_rmsd3_4339">
            <a:extLst>
              <a:ext uri="{FF2B5EF4-FFF2-40B4-BE49-F238E27FC236}">
                <a16:creationId xmlns:a16="http://schemas.microsoft.com/office/drawing/2014/main" id="{F9E84DB2-B254-4230-BEB3-A1AC3F89D4B1}"/>
              </a:ext>
            </a:extLst>
          </p:cNvPr>
          <p:cNvSpPr>
            <a:spLocks noGrp="1"/>
          </p:cNvSpPr>
          <p:nvPr/>
        </p:nvSpPr>
        <p:spPr>
          <a:xfrm>
            <a:off x="411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10_small_CA2_pose50_rmsd3_4340">
            <a:extLst>
              <a:ext uri="{FF2B5EF4-FFF2-40B4-BE49-F238E27FC236}">
                <a16:creationId xmlns:a16="http://schemas.microsoft.com/office/drawing/2014/main" id="{B9DC931B-2931-4B62-9995-4F2F2E122FBC}"/>
              </a:ext>
            </a:extLst>
          </p:cNvPr>
          <p:cNvSpPr>
            <a:spLocks noGrp="1"/>
          </p:cNvSpPr>
          <p:nvPr/>
        </p:nvSpPr>
        <p:spPr>
          <a:xfrm>
            <a:off x="432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10_small_CA2_pose50_rmsd3_4341">
            <a:extLst>
              <a:ext uri="{FF2B5EF4-FFF2-40B4-BE49-F238E27FC236}">
                <a16:creationId xmlns:a16="http://schemas.microsoft.com/office/drawing/2014/main" id="{9C35BE82-F3B2-4E17-90B4-8E6D198EE826}"/>
              </a:ext>
            </a:extLst>
          </p:cNvPr>
          <p:cNvSpPr>
            <a:spLocks noGrp="1"/>
          </p:cNvSpPr>
          <p:nvPr/>
        </p:nvSpPr>
        <p:spPr>
          <a:xfrm>
            <a:off x="428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10_small_CA2_pose50_rmsd3_4342">
            <a:extLst>
              <a:ext uri="{FF2B5EF4-FFF2-40B4-BE49-F238E27FC236}">
                <a16:creationId xmlns:a16="http://schemas.microsoft.com/office/drawing/2014/main" id="{E0F67710-741C-475E-96F6-3E940FB31E93}"/>
              </a:ext>
            </a:extLst>
          </p:cNvPr>
          <p:cNvSpPr>
            <a:spLocks noGrp="1"/>
          </p:cNvSpPr>
          <p:nvPr/>
        </p:nvSpPr>
        <p:spPr>
          <a:xfrm>
            <a:off x="434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10_small_CA2_pose50_rmsd3_4343">
            <a:extLst>
              <a:ext uri="{FF2B5EF4-FFF2-40B4-BE49-F238E27FC236}">
                <a16:creationId xmlns:a16="http://schemas.microsoft.com/office/drawing/2014/main" id="{21CB3598-04C0-4432-B879-FE5845075D69}"/>
              </a:ext>
            </a:extLst>
          </p:cNvPr>
          <p:cNvSpPr>
            <a:spLocks noGrp="1"/>
          </p:cNvSpPr>
          <p:nvPr/>
        </p:nvSpPr>
        <p:spPr>
          <a:xfrm>
            <a:off x="434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10_small_CA2_pose50_rmsd3_4344">
            <a:extLst>
              <a:ext uri="{FF2B5EF4-FFF2-40B4-BE49-F238E27FC236}">
                <a16:creationId xmlns:a16="http://schemas.microsoft.com/office/drawing/2014/main" id="{EAA86832-DCCA-4EDE-87C3-F7C9B9134114}"/>
              </a:ext>
            </a:extLst>
          </p:cNvPr>
          <p:cNvSpPr>
            <a:spLocks noGrp="1"/>
          </p:cNvSpPr>
          <p:nvPr/>
        </p:nvSpPr>
        <p:spPr>
          <a:xfrm>
            <a:off x="416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10_small_CA2_pose50_rmsd3_4345">
            <a:extLst>
              <a:ext uri="{FF2B5EF4-FFF2-40B4-BE49-F238E27FC236}">
                <a16:creationId xmlns:a16="http://schemas.microsoft.com/office/drawing/2014/main" id="{ECA73981-792A-4338-8B58-3550AFF9F319}"/>
              </a:ext>
            </a:extLst>
          </p:cNvPr>
          <p:cNvSpPr>
            <a:spLocks noGrp="1"/>
          </p:cNvSpPr>
          <p:nvPr/>
        </p:nvSpPr>
        <p:spPr>
          <a:xfrm>
            <a:off x="419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10_small_CA2_pose50_rmsd3_4346">
            <a:extLst>
              <a:ext uri="{FF2B5EF4-FFF2-40B4-BE49-F238E27FC236}">
                <a16:creationId xmlns:a16="http://schemas.microsoft.com/office/drawing/2014/main" id="{87D1C8CF-B797-49F6-9A9C-64206892E618}"/>
              </a:ext>
            </a:extLst>
          </p:cNvPr>
          <p:cNvSpPr>
            <a:spLocks noGrp="1"/>
          </p:cNvSpPr>
          <p:nvPr/>
        </p:nvSpPr>
        <p:spPr>
          <a:xfrm>
            <a:off x="410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10_small_CA2_pose50_rmsd3_4347">
            <a:extLst>
              <a:ext uri="{FF2B5EF4-FFF2-40B4-BE49-F238E27FC236}">
                <a16:creationId xmlns:a16="http://schemas.microsoft.com/office/drawing/2014/main" id="{01E95193-2A4B-4E01-B40E-10DB03A0CBCA}"/>
              </a:ext>
            </a:extLst>
          </p:cNvPr>
          <p:cNvSpPr>
            <a:spLocks noGrp="1"/>
          </p:cNvSpPr>
          <p:nvPr/>
        </p:nvSpPr>
        <p:spPr>
          <a:xfrm>
            <a:off x="585988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10_small_CA2_pose50_rmsd3_4348">
            <a:extLst>
              <a:ext uri="{FF2B5EF4-FFF2-40B4-BE49-F238E27FC236}">
                <a16:creationId xmlns:a16="http://schemas.microsoft.com/office/drawing/2014/main" id="{B2A7826B-0113-4F71-92EF-9CF13A151087}"/>
              </a:ext>
            </a:extLst>
          </p:cNvPr>
          <p:cNvSpPr>
            <a:spLocks noGrp="1"/>
          </p:cNvSpPr>
          <p:nvPr/>
        </p:nvSpPr>
        <p:spPr>
          <a:xfrm>
            <a:off x="609346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10_small_CA2_pose50_rmsd3_4349">
            <a:extLst>
              <a:ext uri="{FF2B5EF4-FFF2-40B4-BE49-F238E27FC236}">
                <a16:creationId xmlns:a16="http://schemas.microsoft.com/office/drawing/2014/main" id="{EE15AF09-211D-4A2C-91B6-4441A8138DEA}"/>
              </a:ext>
            </a:extLst>
          </p:cNvPr>
          <p:cNvSpPr>
            <a:spLocks noGrp="1"/>
          </p:cNvSpPr>
          <p:nvPr/>
        </p:nvSpPr>
        <p:spPr>
          <a:xfrm>
            <a:off x="608997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10_small_CA2_pose50_rmsd3_4350">
            <a:extLst>
              <a:ext uri="{FF2B5EF4-FFF2-40B4-BE49-F238E27FC236}">
                <a16:creationId xmlns:a16="http://schemas.microsoft.com/office/drawing/2014/main" id="{057EDCF6-6DAD-470E-ADEB-0D5413019AF1}"/>
              </a:ext>
            </a:extLst>
          </p:cNvPr>
          <p:cNvSpPr>
            <a:spLocks noGrp="1"/>
          </p:cNvSpPr>
          <p:nvPr/>
        </p:nvSpPr>
        <p:spPr>
          <a:xfrm>
            <a:off x="591235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10_small_CA2_pose50_rmsd3_4351">
            <a:extLst>
              <a:ext uri="{FF2B5EF4-FFF2-40B4-BE49-F238E27FC236}">
                <a16:creationId xmlns:a16="http://schemas.microsoft.com/office/drawing/2014/main" id="{2BDAC1ED-FB12-4F91-BEEF-3C089E879056}"/>
              </a:ext>
            </a:extLst>
          </p:cNvPr>
          <p:cNvSpPr>
            <a:spLocks noGrp="1"/>
          </p:cNvSpPr>
          <p:nvPr/>
        </p:nvSpPr>
        <p:spPr>
          <a:xfrm>
            <a:off x="60964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10_small_CA2_pose50_rmsd3_4352">
            <a:extLst>
              <a:ext uri="{FF2B5EF4-FFF2-40B4-BE49-F238E27FC236}">
                <a16:creationId xmlns:a16="http://schemas.microsoft.com/office/drawing/2014/main" id="{C341C7CC-7BFA-4A28-9836-7878A44867E1}"/>
              </a:ext>
            </a:extLst>
          </p:cNvPr>
          <p:cNvSpPr>
            <a:spLocks noGrp="1"/>
          </p:cNvSpPr>
          <p:nvPr/>
        </p:nvSpPr>
        <p:spPr>
          <a:xfrm>
            <a:off x="6028376" y="309772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10_small_CA2_pose50_rmsd3_4353">
            <a:extLst>
              <a:ext uri="{FF2B5EF4-FFF2-40B4-BE49-F238E27FC236}">
                <a16:creationId xmlns:a16="http://schemas.microsoft.com/office/drawing/2014/main" id="{208E9A39-C193-4D44-BCCE-2A1067D671CD}"/>
              </a:ext>
            </a:extLst>
          </p:cNvPr>
          <p:cNvSpPr>
            <a:spLocks noGrp="1"/>
          </p:cNvSpPr>
          <p:nvPr/>
        </p:nvSpPr>
        <p:spPr>
          <a:xfrm>
            <a:off x="582105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10_small_CA2_pose50_rmsd3_4354">
            <a:extLst>
              <a:ext uri="{FF2B5EF4-FFF2-40B4-BE49-F238E27FC236}">
                <a16:creationId xmlns:a16="http://schemas.microsoft.com/office/drawing/2014/main" id="{3F3E4BF0-D01B-4EED-9DD2-61B771463CEB}"/>
              </a:ext>
            </a:extLst>
          </p:cNvPr>
          <p:cNvSpPr>
            <a:spLocks noGrp="1"/>
          </p:cNvSpPr>
          <p:nvPr/>
        </p:nvSpPr>
        <p:spPr>
          <a:xfrm>
            <a:off x="5893332" y="47169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10_small_CA2_pose50_rmsd3_4355">
            <a:extLst>
              <a:ext uri="{FF2B5EF4-FFF2-40B4-BE49-F238E27FC236}">
                <a16:creationId xmlns:a16="http://schemas.microsoft.com/office/drawing/2014/main" id="{8EAFBD60-DA0F-4BDB-8D99-B8CA20AC6BF2}"/>
              </a:ext>
            </a:extLst>
          </p:cNvPr>
          <p:cNvSpPr>
            <a:spLocks noGrp="1"/>
          </p:cNvSpPr>
          <p:nvPr/>
        </p:nvSpPr>
        <p:spPr>
          <a:xfrm>
            <a:off x="5931215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10_small_CA2_pose50_rmsd3_4356">
            <a:extLst>
              <a:ext uri="{FF2B5EF4-FFF2-40B4-BE49-F238E27FC236}">
                <a16:creationId xmlns:a16="http://schemas.microsoft.com/office/drawing/2014/main" id="{F87F1B78-0815-4C02-9633-BE5025F37D6D}"/>
              </a:ext>
            </a:extLst>
          </p:cNvPr>
          <p:cNvSpPr>
            <a:spLocks noGrp="1"/>
          </p:cNvSpPr>
          <p:nvPr/>
        </p:nvSpPr>
        <p:spPr>
          <a:xfrm>
            <a:off x="5897204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10_small_CA2_pose50_rmsd3_4357">
            <a:extLst>
              <a:ext uri="{FF2B5EF4-FFF2-40B4-BE49-F238E27FC236}">
                <a16:creationId xmlns:a16="http://schemas.microsoft.com/office/drawing/2014/main" id="{E81D5A2F-552B-4EAD-88A1-010E0EA486E5}"/>
              </a:ext>
            </a:extLst>
          </p:cNvPr>
          <p:cNvSpPr>
            <a:spLocks noGrp="1"/>
          </p:cNvSpPr>
          <p:nvPr/>
        </p:nvSpPr>
        <p:spPr>
          <a:xfrm>
            <a:off x="601782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10_small_CA2_pose50_rmsd3_4358">
            <a:extLst>
              <a:ext uri="{FF2B5EF4-FFF2-40B4-BE49-F238E27FC236}">
                <a16:creationId xmlns:a16="http://schemas.microsoft.com/office/drawing/2014/main" id="{6B84A813-2D62-4C75-8335-4CCB5B094010}"/>
              </a:ext>
            </a:extLst>
          </p:cNvPr>
          <p:cNvSpPr>
            <a:spLocks noGrp="1"/>
          </p:cNvSpPr>
          <p:nvPr/>
        </p:nvSpPr>
        <p:spPr>
          <a:xfrm>
            <a:off x="58048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10_small_CA2_pose50_rmsd3_4359">
            <a:extLst>
              <a:ext uri="{FF2B5EF4-FFF2-40B4-BE49-F238E27FC236}">
                <a16:creationId xmlns:a16="http://schemas.microsoft.com/office/drawing/2014/main" id="{9B4D4A16-0C34-42D8-A920-1A8D1E4CF1D3}"/>
              </a:ext>
            </a:extLst>
          </p:cNvPr>
          <p:cNvSpPr>
            <a:spLocks noGrp="1"/>
          </p:cNvSpPr>
          <p:nvPr/>
        </p:nvSpPr>
        <p:spPr>
          <a:xfrm>
            <a:off x="58953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10_small_CA2_pose50_rmsd3_4360">
            <a:extLst>
              <a:ext uri="{FF2B5EF4-FFF2-40B4-BE49-F238E27FC236}">
                <a16:creationId xmlns:a16="http://schemas.microsoft.com/office/drawing/2014/main" id="{2844A6C8-BB04-473E-9FBC-9EBD6D682A48}"/>
              </a:ext>
            </a:extLst>
          </p:cNvPr>
          <p:cNvSpPr>
            <a:spLocks noGrp="1"/>
          </p:cNvSpPr>
          <p:nvPr/>
        </p:nvSpPr>
        <p:spPr>
          <a:xfrm>
            <a:off x="5792728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10_small_CA2_pose50_rmsd3_4361">
            <a:extLst>
              <a:ext uri="{FF2B5EF4-FFF2-40B4-BE49-F238E27FC236}">
                <a16:creationId xmlns:a16="http://schemas.microsoft.com/office/drawing/2014/main" id="{1ADEAA55-9A42-4948-9B48-3D0652351C60}"/>
              </a:ext>
            </a:extLst>
          </p:cNvPr>
          <p:cNvSpPr>
            <a:spLocks noGrp="1"/>
          </p:cNvSpPr>
          <p:nvPr/>
        </p:nvSpPr>
        <p:spPr>
          <a:xfrm>
            <a:off x="608335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10_small_CA2_pose50_rmsd3_4362">
            <a:extLst>
              <a:ext uri="{FF2B5EF4-FFF2-40B4-BE49-F238E27FC236}">
                <a16:creationId xmlns:a16="http://schemas.microsoft.com/office/drawing/2014/main" id="{CCF35E71-7A6E-467D-BD96-97CB0879FCEC}"/>
              </a:ext>
            </a:extLst>
          </p:cNvPr>
          <p:cNvSpPr>
            <a:spLocks noGrp="1"/>
          </p:cNvSpPr>
          <p:nvPr/>
        </p:nvSpPr>
        <p:spPr>
          <a:xfrm>
            <a:off x="5843350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10_small_CA2_pose50_rmsd3_4363">
            <a:extLst>
              <a:ext uri="{FF2B5EF4-FFF2-40B4-BE49-F238E27FC236}">
                <a16:creationId xmlns:a16="http://schemas.microsoft.com/office/drawing/2014/main" id="{CA61D322-34DC-4041-A628-8D5D30326DC6}"/>
              </a:ext>
            </a:extLst>
          </p:cNvPr>
          <p:cNvSpPr>
            <a:spLocks noGrp="1"/>
          </p:cNvSpPr>
          <p:nvPr/>
        </p:nvSpPr>
        <p:spPr>
          <a:xfrm>
            <a:off x="5831403" y="4276236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10_small_CA2_pose50_rmsd3_4364">
            <a:extLst>
              <a:ext uri="{FF2B5EF4-FFF2-40B4-BE49-F238E27FC236}">
                <a16:creationId xmlns:a16="http://schemas.microsoft.com/office/drawing/2014/main" id="{BA988647-9B33-4AA9-830E-F34AEA802AA6}"/>
              </a:ext>
            </a:extLst>
          </p:cNvPr>
          <p:cNvSpPr>
            <a:spLocks noGrp="1"/>
          </p:cNvSpPr>
          <p:nvPr/>
        </p:nvSpPr>
        <p:spPr>
          <a:xfrm>
            <a:off x="5940633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10_small_CA2_pose50_rmsd3_4365">
            <a:extLst>
              <a:ext uri="{FF2B5EF4-FFF2-40B4-BE49-F238E27FC236}">
                <a16:creationId xmlns:a16="http://schemas.microsoft.com/office/drawing/2014/main" id="{112DC8F8-66F8-4C03-8B9A-B4C60E7AF178}"/>
              </a:ext>
            </a:extLst>
          </p:cNvPr>
          <p:cNvSpPr>
            <a:spLocks noGrp="1"/>
          </p:cNvSpPr>
          <p:nvPr/>
        </p:nvSpPr>
        <p:spPr>
          <a:xfrm>
            <a:off x="584447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10_small_CA2_pose50_rmsd3_4366">
            <a:extLst>
              <a:ext uri="{FF2B5EF4-FFF2-40B4-BE49-F238E27FC236}">
                <a16:creationId xmlns:a16="http://schemas.microsoft.com/office/drawing/2014/main" id="{65778672-686A-4C38-9E8A-34D6E83E7FC1}"/>
              </a:ext>
            </a:extLst>
          </p:cNvPr>
          <p:cNvSpPr>
            <a:spLocks noGrp="1"/>
          </p:cNvSpPr>
          <p:nvPr/>
        </p:nvSpPr>
        <p:spPr>
          <a:xfrm>
            <a:off x="577940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10_small_CA2_pose50_rmsd3_4367">
            <a:extLst>
              <a:ext uri="{FF2B5EF4-FFF2-40B4-BE49-F238E27FC236}">
                <a16:creationId xmlns:a16="http://schemas.microsoft.com/office/drawing/2014/main" id="{9E2B0F06-BB23-4618-ADF5-DA4885902E57}"/>
              </a:ext>
            </a:extLst>
          </p:cNvPr>
          <p:cNvSpPr>
            <a:spLocks noGrp="1"/>
          </p:cNvSpPr>
          <p:nvPr/>
        </p:nvSpPr>
        <p:spPr>
          <a:xfrm>
            <a:off x="59237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10_small_CA2_pose50_rmsd3_4368">
            <a:extLst>
              <a:ext uri="{FF2B5EF4-FFF2-40B4-BE49-F238E27FC236}">
                <a16:creationId xmlns:a16="http://schemas.microsoft.com/office/drawing/2014/main" id="{6AF64140-B38F-44EB-82A1-A0CACF9CAF20}"/>
              </a:ext>
            </a:extLst>
          </p:cNvPr>
          <p:cNvSpPr>
            <a:spLocks noGrp="1"/>
          </p:cNvSpPr>
          <p:nvPr/>
        </p:nvSpPr>
        <p:spPr>
          <a:xfrm>
            <a:off x="5903608" y="4172527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10_small_CA2_pose50_rmsd3_4369">
            <a:extLst>
              <a:ext uri="{FF2B5EF4-FFF2-40B4-BE49-F238E27FC236}">
                <a16:creationId xmlns:a16="http://schemas.microsoft.com/office/drawing/2014/main" id="{DD7A272B-EE96-43E4-9C91-AEE6A0163862}"/>
              </a:ext>
            </a:extLst>
          </p:cNvPr>
          <p:cNvSpPr>
            <a:spLocks noGrp="1"/>
          </p:cNvSpPr>
          <p:nvPr/>
        </p:nvSpPr>
        <p:spPr>
          <a:xfrm>
            <a:off x="5774692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10_small_CA2_pose50_rmsd3_4370">
            <a:extLst>
              <a:ext uri="{FF2B5EF4-FFF2-40B4-BE49-F238E27FC236}">
                <a16:creationId xmlns:a16="http://schemas.microsoft.com/office/drawing/2014/main" id="{C58A4AB9-0C29-495B-9279-A9F77E836495}"/>
              </a:ext>
            </a:extLst>
          </p:cNvPr>
          <p:cNvSpPr>
            <a:spLocks noGrp="1"/>
          </p:cNvSpPr>
          <p:nvPr/>
        </p:nvSpPr>
        <p:spPr>
          <a:xfrm>
            <a:off x="6013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10_small_CA2_pose50_rmsd3_4371">
            <a:extLst>
              <a:ext uri="{FF2B5EF4-FFF2-40B4-BE49-F238E27FC236}">
                <a16:creationId xmlns:a16="http://schemas.microsoft.com/office/drawing/2014/main" id="{44D8FD84-7C8A-407D-AFB3-3B02DFF5FEC2}"/>
              </a:ext>
            </a:extLst>
          </p:cNvPr>
          <p:cNvSpPr>
            <a:spLocks noGrp="1"/>
          </p:cNvSpPr>
          <p:nvPr/>
        </p:nvSpPr>
        <p:spPr>
          <a:xfrm>
            <a:off x="588867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10_small_CA2_pose50_rmsd3_4372">
            <a:extLst>
              <a:ext uri="{FF2B5EF4-FFF2-40B4-BE49-F238E27FC236}">
                <a16:creationId xmlns:a16="http://schemas.microsoft.com/office/drawing/2014/main" id="{34FEDF34-3841-4098-A792-28310665CBA8}"/>
              </a:ext>
            </a:extLst>
          </p:cNvPr>
          <p:cNvSpPr>
            <a:spLocks noGrp="1"/>
          </p:cNvSpPr>
          <p:nvPr/>
        </p:nvSpPr>
        <p:spPr>
          <a:xfrm>
            <a:off x="607150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10_small_CA2_pose50_rmsd3_4373">
            <a:extLst>
              <a:ext uri="{FF2B5EF4-FFF2-40B4-BE49-F238E27FC236}">
                <a16:creationId xmlns:a16="http://schemas.microsoft.com/office/drawing/2014/main" id="{E93AA255-6776-49D1-9579-50F151D0186C}"/>
              </a:ext>
            </a:extLst>
          </p:cNvPr>
          <p:cNvSpPr>
            <a:spLocks noGrp="1"/>
          </p:cNvSpPr>
          <p:nvPr/>
        </p:nvSpPr>
        <p:spPr>
          <a:xfrm>
            <a:off x="587535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10_small_CA2_pose50_rmsd3_4374">
            <a:extLst>
              <a:ext uri="{FF2B5EF4-FFF2-40B4-BE49-F238E27FC236}">
                <a16:creationId xmlns:a16="http://schemas.microsoft.com/office/drawing/2014/main" id="{F7226961-EFBC-4BF4-BB16-D18AF9C9A664}"/>
              </a:ext>
            </a:extLst>
          </p:cNvPr>
          <p:cNvSpPr>
            <a:spLocks noGrp="1"/>
          </p:cNvSpPr>
          <p:nvPr/>
        </p:nvSpPr>
        <p:spPr>
          <a:xfrm>
            <a:off x="600399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10_small_CA2_pose50_rmsd3_4375">
            <a:extLst>
              <a:ext uri="{FF2B5EF4-FFF2-40B4-BE49-F238E27FC236}">
                <a16:creationId xmlns:a16="http://schemas.microsoft.com/office/drawing/2014/main" id="{4FB61A43-748D-4C2D-B767-BF95A4209EB0}"/>
              </a:ext>
            </a:extLst>
          </p:cNvPr>
          <p:cNvSpPr>
            <a:spLocks noGrp="1"/>
          </p:cNvSpPr>
          <p:nvPr/>
        </p:nvSpPr>
        <p:spPr>
          <a:xfrm>
            <a:off x="5871511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10_small_CA2_pose50_rmsd3_4376">
            <a:extLst>
              <a:ext uri="{FF2B5EF4-FFF2-40B4-BE49-F238E27FC236}">
                <a16:creationId xmlns:a16="http://schemas.microsoft.com/office/drawing/2014/main" id="{8AA2CBF7-C016-4073-9ACD-074B8DC25401}"/>
              </a:ext>
            </a:extLst>
          </p:cNvPr>
          <p:cNvSpPr>
            <a:spLocks noGrp="1"/>
          </p:cNvSpPr>
          <p:nvPr/>
        </p:nvSpPr>
        <p:spPr>
          <a:xfrm>
            <a:off x="588313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10_small_CA2_pose50_rmsd3_4377">
            <a:extLst>
              <a:ext uri="{FF2B5EF4-FFF2-40B4-BE49-F238E27FC236}">
                <a16:creationId xmlns:a16="http://schemas.microsoft.com/office/drawing/2014/main" id="{6F91D093-68F7-44D0-A6CF-EA5BE98BD2D2}"/>
              </a:ext>
            </a:extLst>
          </p:cNvPr>
          <p:cNvSpPr>
            <a:spLocks noGrp="1"/>
          </p:cNvSpPr>
          <p:nvPr/>
        </p:nvSpPr>
        <p:spPr>
          <a:xfrm>
            <a:off x="60142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10_small_CA2_pose50_rmsd3_4378">
            <a:extLst>
              <a:ext uri="{FF2B5EF4-FFF2-40B4-BE49-F238E27FC236}">
                <a16:creationId xmlns:a16="http://schemas.microsoft.com/office/drawing/2014/main" id="{100C0C01-4A1D-4B72-B05A-476C41BFD056}"/>
              </a:ext>
            </a:extLst>
          </p:cNvPr>
          <p:cNvSpPr>
            <a:spLocks noGrp="1"/>
          </p:cNvSpPr>
          <p:nvPr/>
        </p:nvSpPr>
        <p:spPr>
          <a:xfrm>
            <a:off x="579096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10_small_CA2_pose50_rmsd3_4379">
            <a:extLst>
              <a:ext uri="{FF2B5EF4-FFF2-40B4-BE49-F238E27FC236}">
                <a16:creationId xmlns:a16="http://schemas.microsoft.com/office/drawing/2014/main" id="{D55B9B13-9E24-4C99-9CF2-2152F4338B87}"/>
              </a:ext>
            </a:extLst>
          </p:cNvPr>
          <p:cNvSpPr>
            <a:spLocks noGrp="1"/>
          </p:cNvSpPr>
          <p:nvPr/>
        </p:nvSpPr>
        <p:spPr>
          <a:xfrm>
            <a:off x="578320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10_small_CA2_pose50_rmsd3_4380">
            <a:extLst>
              <a:ext uri="{FF2B5EF4-FFF2-40B4-BE49-F238E27FC236}">
                <a16:creationId xmlns:a16="http://schemas.microsoft.com/office/drawing/2014/main" id="{4C7667CF-35BE-45BF-8186-8DA6941904CA}"/>
              </a:ext>
            </a:extLst>
          </p:cNvPr>
          <p:cNvSpPr>
            <a:spLocks noGrp="1"/>
          </p:cNvSpPr>
          <p:nvPr/>
        </p:nvSpPr>
        <p:spPr>
          <a:xfrm>
            <a:off x="60620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10_small_CA2_pose50_rmsd3_4381">
            <a:extLst>
              <a:ext uri="{FF2B5EF4-FFF2-40B4-BE49-F238E27FC236}">
                <a16:creationId xmlns:a16="http://schemas.microsoft.com/office/drawing/2014/main" id="{C3872D42-0F97-498F-9C95-257266CCC940}"/>
              </a:ext>
            </a:extLst>
          </p:cNvPr>
          <p:cNvSpPr>
            <a:spLocks noGrp="1"/>
          </p:cNvSpPr>
          <p:nvPr/>
        </p:nvSpPr>
        <p:spPr>
          <a:xfrm>
            <a:off x="57817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10_small_CA2_pose50_rmsd3_4382">
            <a:extLst>
              <a:ext uri="{FF2B5EF4-FFF2-40B4-BE49-F238E27FC236}">
                <a16:creationId xmlns:a16="http://schemas.microsoft.com/office/drawing/2014/main" id="{5F4AB797-D6A8-4A75-A659-DEAA22E0F50A}"/>
              </a:ext>
            </a:extLst>
          </p:cNvPr>
          <p:cNvSpPr>
            <a:spLocks noGrp="1"/>
          </p:cNvSpPr>
          <p:nvPr/>
        </p:nvSpPr>
        <p:spPr>
          <a:xfrm>
            <a:off x="588673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10_small_CA2_pose50_rmsd3_4383">
            <a:extLst>
              <a:ext uri="{FF2B5EF4-FFF2-40B4-BE49-F238E27FC236}">
                <a16:creationId xmlns:a16="http://schemas.microsoft.com/office/drawing/2014/main" id="{23EE0958-987C-4E55-8F5F-1D8C6AABFFA6}"/>
              </a:ext>
            </a:extLst>
          </p:cNvPr>
          <p:cNvSpPr>
            <a:spLocks noGrp="1"/>
          </p:cNvSpPr>
          <p:nvPr/>
        </p:nvSpPr>
        <p:spPr>
          <a:xfrm>
            <a:off x="592446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10_small_CA2_pose50_rmsd3_4384">
            <a:extLst>
              <a:ext uri="{FF2B5EF4-FFF2-40B4-BE49-F238E27FC236}">
                <a16:creationId xmlns:a16="http://schemas.microsoft.com/office/drawing/2014/main" id="{8EB9C668-C9EC-4242-A838-70687BA3044B}"/>
              </a:ext>
            </a:extLst>
          </p:cNvPr>
          <p:cNvSpPr>
            <a:spLocks noGrp="1"/>
          </p:cNvSpPr>
          <p:nvPr/>
        </p:nvSpPr>
        <p:spPr>
          <a:xfrm>
            <a:off x="581557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10_small_CA2_pose50_rmsd3_4385">
            <a:extLst>
              <a:ext uri="{FF2B5EF4-FFF2-40B4-BE49-F238E27FC236}">
                <a16:creationId xmlns:a16="http://schemas.microsoft.com/office/drawing/2014/main" id="{0B8DE955-C649-4C16-B1E4-44C306AE169A}"/>
              </a:ext>
            </a:extLst>
          </p:cNvPr>
          <p:cNvSpPr>
            <a:spLocks noGrp="1"/>
          </p:cNvSpPr>
          <p:nvPr/>
        </p:nvSpPr>
        <p:spPr>
          <a:xfrm>
            <a:off x="5886140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10_small_CA2_pose50_rmsd3_4386">
            <a:extLst>
              <a:ext uri="{FF2B5EF4-FFF2-40B4-BE49-F238E27FC236}">
                <a16:creationId xmlns:a16="http://schemas.microsoft.com/office/drawing/2014/main" id="{A37A6E29-9BBC-4295-9736-4FB5A626B34D}"/>
              </a:ext>
            </a:extLst>
          </p:cNvPr>
          <p:cNvSpPr>
            <a:spLocks noGrp="1"/>
          </p:cNvSpPr>
          <p:nvPr/>
        </p:nvSpPr>
        <p:spPr>
          <a:xfrm>
            <a:off x="5869239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10_small_CA2_pose50_rmsd3_4387">
            <a:extLst>
              <a:ext uri="{FF2B5EF4-FFF2-40B4-BE49-F238E27FC236}">
                <a16:creationId xmlns:a16="http://schemas.microsoft.com/office/drawing/2014/main" id="{CC7E2D59-7930-40F4-B2F1-4F3AE694EAB8}"/>
              </a:ext>
            </a:extLst>
          </p:cNvPr>
          <p:cNvSpPr>
            <a:spLocks noGrp="1"/>
          </p:cNvSpPr>
          <p:nvPr/>
        </p:nvSpPr>
        <p:spPr>
          <a:xfrm>
            <a:off x="60720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10_small_CA2_pose50_rmsd3_4388">
            <a:extLst>
              <a:ext uri="{FF2B5EF4-FFF2-40B4-BE49-F238E27FC236}">
                <a16:creationId xmlns:a16="http://schemas.microsoft.com/office/drawing/2014/main" id="{D7072688-5C08-4B0F-8CBE-E925CC30CF57}"/>
              </a:ext>
            </a:extLst>
          </p:cNvPr>
          <p:cNvSpPr>
            <a:spLocks noGrp="1"/>
          </p:cNvSpPr>
          <p:nvPr/>
        </p:nvSpPr>
        <p:spPr>
          <a:xfrm>
            <a:off x="5961603" y="3861399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10_small_CA2_pose50_rmsd3_4389">
            <a:extLst>
              <a:ext uri="{FF2B5EF4-FFF2-40B4-BE49-F238E27FC236}">
                <a16:creationId xmlns:a16="http://schemas.microsoft.com/office/drawing/2014/main" id="{71CFEBF6-C9D3-430E-8B36-0418740AAD82}"/>
              </a:ext>
            </a:extLst>
          </p:cNvPr>
          <p:cNvSpPr>
            <a:spLocks noGrp="1"/>
          </p:cNvSpPr>
          <p:nvPr/>
        </p:nvSpPr>
        <p:spPr>
          <a:xfrm>
            <a:off x="5954624" y="3239145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10_small_CA2_pose50_rmsd3_4390">
            <a:extLst>
              <a:ext uri="{FF2B5EF4-FFF2-40B4-BE49-F238E27FC236}">
                <a16:creationId xmlns:a16="http://schemas.microsoft.com/office/drawing/2014/main" id="{2FDC9C46-E935-4E2C-A243-E8E2AF053DD5}"/>
              </a:ext>
            </a:extLst>
          </p:cNvPr>
          <p:cNvSpPr>
            <a:spLocks noGrp="1"/>
          </p:cNvSpPr>
          <p:nvPr/>
        </p:nvSpPr>
        <p:spPr>
          <a:xfrm>
            <a:off x="604540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10_small_CA2_pose50_rmsd3_4391">
            <a:extLst>
              <a:ext uri="{FF2B5EF4-FFF2-40B4-BE49-F238E27FC236}">
                <a16:creationId xmlns:a16="http://schemas.microsoft.com/office/drawing/2014/main" id="{CE749C8D-E1BD-4A80-A260-3BB1CA0DCC82}"/>
              </a:ext>
            </a:extLst>
          </p:cNvPr>
          <p:cNvSpPr>
            <a:spLocks noGrp="1"/>
          </p:cNvSpPr>
          <p:nvPr/>
        </p:nvSpPr>
        <p:spPr>
          <a:xfrm>
            <a:off x="591047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10_small_CA2_pose50_rmsd3_4392">
            <a:extLst>
              <a:ext uri="{FF2B5EF4-FFF2-40B4-BE49-F238E27FC236}">
                <a16:creationId xmlns:a16="http://schemas.microsoft.com/office/drawing/2014/main" id="{FDC951BE-D496-4B25-909F-A77F0C67D206}"/>
              </a:ext>
            </a:extLst>
          </p:cNvPr>
          <p:cNvSpPr>
            <a:spLocks noGrp="1"/>
          </p:cNvSpPr>
          <p:nvPr/>
        </p:nvSpPr>
        <p:spPr>
          <a:xfrm>
            <a:off x="6079166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10_small_CA2_pose50_rmsd3_4393">
            <a:extLst>
              <a:ext uri="{FF2B5EF4-FFF2-40B4-BE49-F238E27FC236}">
                <a16:creationId xmlns:a16="http://schemas.microsoft.com/office/drawing/2014/main" id="{B56E4A12-219C-434F-ADC7-0C53ECDF0CC9}"/>
              </a:ext>
            </a:extLst>
          </p:cNvPr>
          <p:cNvSpPr>
            <a:spLocks noGrp="1"/>
          </p:cNvSpPr>
          <p:nvPr/>
        </p:nvSpPr>
        <p:spPr>
          <a:xfrm>
            <a:off x="600602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10_small_CA2_pose50_rmsd3_4394">
            <a:extLst>
              <a:ext uri="{FF2B5EF4-FFF2-40B4-BE49-F238E27FC236}">
                <a16:creationId xmlns:a16="http://schemas.microsoft.com/office/drawing/2014/main" id="{7C3C66BF-FCB9-49B0-9D5F-4D302DE0927F}"/>
              </a:ext>
            </a:extLst>
          </p:cNvPr>
          <p:cNvSpPr>
            <a:spLocks noGrp="1"/>
          </p:cNvSpPr>
          <p:nvPr/>
        </p:nvSpPr>
        <p:spPr>
          <a:xfrm>
            <a:off x="5853473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10_small_CA2_pose50_rmsd3_4395">
            <a:extLst>
              <a:ext uri="{FF2B5EF4-FFF2-40B4-BE49-F238E27FC236}">
                <a16:creationId xmlns:a16="http://schemas.microsoft.com/office/drawing/2014/main" id="{DE601A43-CBB5-49B8-BC77-9EF37C6C1452}"/>
              </a:ext>
            </a:extLst>
          </p:cNvPr>
          <p:cNvSpPr>
            <a:spLocks noGrp="1"/>
          </p:cNvSpPr>
          <p:nvPr/>
        </p:nvSpPr>
        <p:spPr>
          <a:xfrm>
            <a:off x="5769837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10_small_CA2_pose50_rmsd3_4396">
            <a:extLst>
              <a:ext uri="{FF2B5EF4-FFF2-40B4-BE49-F238E27FC236}">
                <a16:creationId xmlns:a16="http://schemas.microsoft.com/office/drawing/2014/main" id="{C7A1F559-247F-42F6-8889-96C3944D5AF2}"/>
              </a:ext>
            </a:extLst>
          </p:cNvPr>
          <p:cNvSpPr>
            <a:spLocks noGrp="1"/>
          </p:cNvSpPr>
          <p:nvPr/>
        </p:nvSpPr>
        <p:spPr>
          <a:xfrm>
            <a:off x="60509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10_small_CA2_pose50_rmsd3_4397">
            <a:extLst>
              <a:ext uri="{FF2B5EF4-FFF2-40B4-BE49-F238E27FC236}">
                <a16:creationId xmlns:a16="http://schemas.microsoft.com/office/drawing/2014/main" id="{81107119-71DB-4290-8902-A92489EF4595}"/>
              </a:ext>
            </a:extLst>
          </p:cNvPr>
          <p:cNvSpPr>
            <a:spLocks noGrp="1"/>
          </p:cNvSpPr>
          <p:nvPr/>
        </p:nvSpPr>
        <p:spPr>
          <a:xfrm>
            <a:off x="6086357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10_small_CA2_pose50_rmsd3_4398">
            <a:extLst>
              <a:ext uri="{FF2B5EF4-FFF2-40B4-BE49-F238E27FC236}">
                <a16:creationId xmlns:a16="http://schemas.microsoft.com/office/drawing/2014/main" id="{062140D0-18E0-437F-AE10-D2F916305C1F}"/>
              </a:ext>
            </a:extLst>
          </p:cNvPr>
          <p:cNvSpPr>
            <a:spLocks noGrp="1"/>
          </p:cNvSpPr>
          <p:nvPr/>
        </p:nvSpPr>
        <p:spPr>
          <a:xfrm>
            <a:off x="594144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10_small_CA2_pose50_rmsd3_4399">
            <a:extLst>
              <a:ext uri="{FF2B5EF4-FFF2-40B4-BE49-F238E27FC236}">
                <a16:creationId xmlns:a16="http://schemas.microsoft.com/office/drawing/2014/main" id="{09D02FCD-F656-4750-8565-23F9ABF60DD2}"/>
              </a:ext>
            </a:extLst>
          </p:cNvPr>
          <p:cNvSpPr>
            <a:spLocks noGrp="1"/>
          </p:cNvSpPr>
          <p:nvPr/>
        </p:nvSpPr>
        <p:spPr>
          <a:xfrm>
            <a:off x="604019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10_small_CA2_pose50_rmsd3_4400">
            <a:extLst>
              <a:ext uri="{FF2B5EF4-FFF2-40B4-BE49-F238E27FC236}">
                <a16:creationId xmlns:a16="http://schemas.microsoft.com/office/drawing/2014/main" id="{2603481C-25AF-4AB0-8E5C-24938EA3F643}"/>
              </a:ext>
            </a:extLst>
          </p:cNvPr>
          <p:cNvSpPr>
            <a:spLocks noGrp="1"/>
          </p:cNvSpPr>
          <p:nvPr/>
        </p:nvSpPr>
        <p:spPr>
          <a:xfrm>
            <a:off x="602821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10_small_CA2_pose50_rmsd3_4401">
            <a:extLst>
              <a:ext uri="{FF2B5EF4-FFF2-40B4-BE49-F238E27FC236}">
                <a16:creationId xmlns:a16="http://schemas.microsoft.com/office/drawing/2014/main" id="{B0D0678A-0ACD-42B0-88EC-6EEF203773DC}"/>
              </a:ext>
            </a:extLst>
          </p:cNvPr>
          <p:cNvSpPr>
            <a:spLocks noGrp="1"/>
          </p:cNvSpPr>
          <p:nvPr/>
        </p:nvSpPr>
        <p:spPr>
          <a:xfrm>
            <a:off x="5821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10_small_CA2_pose50_rmsd3_4402">
            <a:extLst>
              <a:ext uri="{FF2B5EF4-FFF2-40B4-BE49-F238E27FC236}">
                <a16:creationId xmlns:a16="http://schemas.microsoft.com/office/drawing/2014/main" id="{05C43FF6-D051-4C10-8E18-9F7F1633B7DD}"/>
              </a:ext>
            </a:extLst>
          </p:cNvPr>
          <p:cNvSpPr>
            <a:spLocks noGrp="1"/>
          </p:cNvSpPr>
          <p:nvPr/>
        </p:nvSpPr>
        <p:spPr>
          <a:xfrm>
            <a:off x="5957732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10_small_CA2_pose50_rmsd3_4403">
            <a:extLst>
              <a:ext uri="{FF2B5EF4-FFF2-40B4-BE49-F238E27FC236}">
                <a16:creationId xmlns:a16="http://schemas.microsoft.com/office/drawing/2014/main" id="{A39CE46E-BC56-4213-8C38-611B25058053}"/>
              </a:ext>
            </a:extLst>
          </p:cNvPr>
          <p:cNvSpPr>
            <a:spLocks noGrp="1"/>
          </p:cNvSpPr>
          <p:nvPr/>
        </p:nvSpPr>
        <p:spPr>
          <a:xfrm>
            <a:off x="596731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10_small_CA2_pose50_rmsd3_4404">
            <a:extLst>
              <a:ext uri="{FF2B5EF4-FFF2-40B4-BE49-F238E27FC236}">
                <a16:creationId xmlns:a16="http://schemas.microsoft.com/office/drawing/2014/main" id="{020FA384-3B9B-4E60-AB9A-DBBE18B374EC}"/>
              </a:ext>
            </a:extLst>
          </p:cNvPr>
          <p:cNvSpPr>
            <a:spLocks noGrp="1"/>
          </p:cNvSpPr>
          <p:nvPr/>
        </p:nvSpPr>
        <p:spPr>
          <a:xfrm>
            <a:off x="604901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10_small_CA2_pose50_rmsd3_4405">
            <a:extLst>
              <a:ext uri="{FF2B5EF4-FFF2-40B4-BE49-F238E27FC236}">
                <a16:creationId xmlns:a16="http://schemas.microsoft.com/office/drawing/2014/main" id="{0996D945-36A0-48AC-8D5F-CBBDBDF1AA9F}"/>
              </a:ext>
            </a:extLst>
          </p:cNvPr>
          <p:cNvSpPr>
            <a:spLocks noGrp="1"/>
          </p:cNvSpPr>
          <p:nvPr/>
        </p:nvSpPr>
        <p:spPr>
          <a:xfrm>
            <a:off x="6075758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10_small_CA2_pose50_rmsd3_4406">
            <a:extLst>
              <a:ext uri="{FF2B5EF4-FFF2-40B4-BE49-F238E27FC236}">
                <a16:creationId xmlns:a16="http://schemas.microsoft.com/office/drawing/2014/main" id="{7A76E86F-BEDB-4595-9B5D-F0B7C524B9C2}"/>
              </a:ext>
            </a:extLst>
          </p:cNvPr>
          <p:cNvSpPr>
            <a:spLocks noGrp="1"/>
          </p:cNvSpPr>
          <p:nvPr/>
        </p:nvSpPr>
        <p:spPr>
          <a:xfrm>
            <a:off x="6060077" y="4587363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10_small_CA2_pose50_rmsd3_4407">
            <a:extLst>
              <a:ext uri="{FF2B5EF4-FFF2-40B4-BE49-F238E27FC236}">
                <a16:creationId xmlns:a16="http://schemas.microsoft.com/office/drawing/2014/main" id="{576142F3-64C5-48D4-9D18-47858F5BA3E3}"/>
              </a:ext>
            </a:extLst>
          </p:cNvPr>
          <p:cNvSpPr>
            <a:spLocks noGrp="1"/>
          </p:cNvSpPr>
          <p:nvPr/>
        </p:nvSpPr>
        <p:spPr>
          <a:xfrm>
            <a:off x="592960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10_small_CA2_pose50_rmsd3_4408">
            <a:extLst>
              <a:ext uri="{FF2B5EF4-FFF2-40B4-BE49-F238E27FC236}">
                <a16:creationId xmlns:a16="http://schemas.microsoft.com/office/drawing/2014/main" id="{280AFC2F-6CFA-4E1D-A1FF-4BBAD3258E61}"/>
              </a:ext>
            </a:extLst>
          </p:cNvPr>
          <p:cNvSpPr>
            <a:spLocks noGrp="1"/>
          </p:cNvSpPr>
          <p:nvPr/>
        </p:nvSpPr>
        <p:spPr>
          <a:xfrm>
            <a:off x="602867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10_small_CA2_pose50_rmsd3_4409">
            <a:extLst>
              <a:ext uri="{FF2B5EF4-FFF2-40B4-BE49-F238E27FC236}">
                <a16:creationId xmlns:a16="http://schemas.microsoft.com/office/drawing/2014/main" id="{3AED17C3-6AC8-4728-81CF-645DBF69226F}"/>
              </a:ext>
            </a:extLst>
          </p:cNvPr>
          <p:cNvSpPr>
            <a:spLocks noGrp="1"/>
          </p:cNvSpPr>
          <p:nvPr/>
        </p:nvSpPr>
        <p:spPr>
          <a:xfrm>
            <a:off x="5985226" y="4328090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10_small_CA2_pose50_rmsd3_4410">
            <a:extLst>
              <a:ext uri="{FF2B5EF4-FFF2-40B4-BE49-F238E27FC236}">
                <a16:creationId xmlns:a16="http://schemas.microsoft.com/office/drawing/2014/main" id="{9B12ACB6-74C2-41D0-843D-43217C781D1A}"/>
              </a:ext>
            </a:extLst>
          </p:cNvPr>
          <p:cNvSpPr>
            <a:spLocks noGrp="1"/>
          </p:cNvSpPr>
          <p:nvPr/>
        </p:nvSpPr>
        <p:spPr>
          <a:xfrm>
            <a:off x="5850488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10_small_CA2_pose50_rmsd3_4411">
            <a:extLst>
              <a:ext uri="{FF2B5EF4-FFF2-40B4-BE49-F238E27FC236}">
                <a16:creationId xmlns:a16="http://schemas.microsoft.com/office/drawing/2014/main" id="{D7BAE00E-2736-4187-9760-9E7490F421E4}"/>
              </a:ext>
            </a:extLst>
          </p:cNvPr>
          <p:cNvSpPr>
            <a:spLocks noGrp="1"/>
          </p:cNvSpPr>
          <p:nvPr/>
        </p:nvSpPr>
        <p:spPr>
          <a:xfrm>
            <a:off x="581184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10_small_CA2_pose50_rmsd3_4412">
            <a:extLst>
              <a:ext uri="{FF2B5EF4-FFF2-40B4-BE49-F238E27FC236}">
                <a16:creationId xmlns:a16="http://schemas.microsoft.com/office/drawing/2014/main" id="{E8798AFF-423A-42E8-804B-CC83C45D8B04}"/>
              </a:ext>
            </a:extLst>
          </p:cNvPr>
          <p:cNvSpPr>
            <a:spLocks noGrp="1"/>
          </p:cNvSpPr>
          <p:nvPr/>
        </p:nvSpPr>
        <p:spPr>
          <a:xfrm>
            <a:off x="594900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10_small_CA2_pose50_rmsd3_4413">
            <a:extLst>
              <a:ext uri="{FF2B5EF4-FFF2-40B4-BE49-F238E27FC236}">
                <a16:creationId xmlns:a16="http://schemas.microsoft.com/office/drawing/2014/main" id="{40547D50-8DB7-4FA5-8D03-DA570C01A16B}"/>
              </a:ext>
            </a:extLst>
          </p:cNvPr>
          <p:cNvSpPr>
            <a:spLocks noGrp="1"/>
          </p:cNvSpPr>
          <p:nvPr/>
        </p:nvSpPr>
        <p:spPr>
          <a:xfrm>
            <a:off x="5991577" y="3550272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10_small_CA2_pose50_rmsd3_4414">
            <a:extLst>
              <a:ext uri="{FF2B5EF4-FFF2-40B4-BE49-F238E27FC236}">
                <a16:creationId xmlns:a16="http://schemas.microsoft.com/office/drawing/2014/main" id="{1C898A27-F897-4DF3-A058-BC2C73EE5BC7}"/>
              </a:ext>
            </a:extLst>
          </p:cNvPr>
          <p:cNvSpPr>
            <a:spLocks noGrp="1"/>
          </p:cNvSpPr>
          <p:nvPr/>
        </p:nvSpPr>
        <p:spPr>
          <a:xfrm>
            <a:off x="6024672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10_small_CA2_pose50_rmsd3_4415">
            <a:extLst>
              <a:ext uri="{FF2B5EF4-FFF2-40B4-BE49-F238E27FC236}">
                <a16:creationId xmlns:a16="http://schemas.microsoft.com/office/drawing/2014/main" id="{D20D572D-FDA3-4C4D-B702-D5DFBE34BF5B}"/>
              </a:ext>
            </a:extLst>
          </p:cNvPr>
          <p:cNvSpPr>
            <a:spLocks noGrp="1"/>
          </p:cNvSpPr>
          <p:nvPr/>
        </p:nvSpPr>
        <p:spPr>
          <a:xfrm>
            <a:off x="595609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10_small_CA2_pose50_rmsd3_4416">
            <a:extLst>
              <a:ext uri="{FF2B5EF4-FFF2-40B4-BE49-F238E27FC236}">
                <a16:creationId xmlns:a16="http://schemas.microsoft.com/office/drawing/2014/main" id="{CAE62774-D1BB-47EA-9B2A-25E0A2333280}"/>
              </a:ext>
            </a:extLst>
          </p:cNvPr>
          <p:cNvSpPr>
            <a:spLocks noGrp="1"/>
          </p:cNvSpPr>
          <p:nvPr/>
        </p:nvSpPr>
        <p:spPr>
          <a:xfrm>
            <a:off x="586708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10_small_CA2_pose50_rmsd3_4417">
            <a:extLst>
              <a:ext uri="{FF2B5EF4-FFF2-40B4-BE49-F238E27FC236}">
                <a16:creationId xmlns:a16="http://schemas.microsoft.com/office/drawing/2014/main" id="{EBC98442-2F5B-44AB-B10A-530BBB31FF44}"/>
              </a:ext>
            </a:extLst>
          </p:cNvPr>
          <p:cNvSpPr>
            <a:spLocks noGrp="1"/>
          </p:cNvSpPr>
          <p:nvPr/>
        </p:nvSpPr>
        <p:spPr>
          <a:xfrm>
            <a:off x="6076971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10_small_CA2_pose50_rmsd3_4418">
            <a:extLst>
              <a:ext uri="{FF2B5EF4-FFF2-40B4-BE49-F238E27FC236}">
                <a16:creationId xmlns:a16="http://schemas.microsoft.com/office/drawing/2014/main" id="{9E7AE8CC-5F55-4ED2-B2DF-AACA2CC103A4}"/>
              </a:ext>
            </a:extLst>
          </p:cNvPr>
          <p:cNvSpPr>
            <a:spLocks noGrp="1"/>
          </p:cNvSpPr>
          <p:nvPr/>
        </p:nvSpPr>
        <p:spPr>
          <a:xfrm>
            <a:off x="6030939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10_small_CA2_pose50_rmsd3_4419">
            <a:extLst>
              <a:ext uri="{FF2B5EF4-FFF2-40B4-BE49-F238E27FC236}">
                <a16:creationId xmlns:a16="http://schemas.microsoft.com/office/drawing/2014/main" id="{45969B84-9D27-46CD-ADC1-8E44C89A1C86}"/>
              </a:ext>
            </a:extLst>
          </p:cNvPr>
          <p:cNvSpPr>
            <a:spLocks noGrp="1"/>
          </p:cNvSpPr>
          <p:nvPr/>
        </p:nvSpPr>
        <p:spPr>
          <a:xfrm>
            <a:off x="6094637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10_small_CA2_pose50_rmsd3_4420">
            <a:extLst>
              <a:ext uri="{FF2B5EF4-FFF2-40B4-BE49-F238E27FC236}">
                <a16:creationId xmlns:a16="http://schemas.microsoft.com/office/drawing/2014/main" id="{B14636F8-649D-4368-96F4-1F862FA8E8D3}"/>
              </a:ext>
            </a:extLst>
          </p:cNvPr>
          <p:cNvSpPr>
            <a:spLocks noGrp="1"/>
          </p:cNvSpPr>
          <p:nvPr/>
        </p:nvSpPr>
        <p:spPr>
          <a:xfrm>
            <a:off x="6094616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10_small_CA2_pose50_rmsd3_4421">
            <a:extLst>
              <a:ext uri="{FF2B5EF4-FFF2-40B4-BE49-F238E27FC236}">
                <a16:creationId xmlns:a16="http://schemas.microsoft.com/office/drawing/2014/main" id="{B3564D73-E806-4EA6-BB08-387ACC2E32ED}"/>
              </a:ext>
            </a:extLst>
          </p:cNvPr>
          <p:cNvSpPr>
            <a:spLocks noGrp="1"/>
          </p:cNvSpPr>
          <p:nvPr/>
        </p:nvSpPr>
        <p:spPr>
          <a:xfrm>
            <a:off x="5914644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10_small_CA2_pose50_rmsd3_4422">
            <a:extLst>
              <a:ext uri="{FF2B5EF4-FFF2-40B4-BE49-F238E27FC236}">
                <a16:creationId xmlns:a16="http://schemas.microsoft.com/office/drawing/2014/main" id="{2E418D0C-8F43-45B7-BADB-B9D78A3C4DF3}"/>
              </a:ext>
            </a:extLst>
          </p:cNvPr>
          <p:cNvSpPr>
            <a:spLocks noGrp="1"/>
          </p:cNvSpPr>
          <p:nvPr/>
        </p:nvSpPr>
        <p:spPr>
          <a:xfrm>
            <a:off x="5944925" y="2928018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10_small_CA2_pose50_rmsd3_4423">
            <a:extLst>
              <a:ext uri="{FF2B5EF4-FFF2-40B4-BE49-F238E27FC236}">
                <a16:creationId xmlns:a16="http://schemas.microsoft.com/office/drawing/2014/main" id="{BA6DBE86-88FD-4B9D-907C-EC9061EDBB65}"/>
              </a:ext>
            </a:extLst>
          </p:cNvPr>
          <p:cNvSpPr>
            <a:spLocks noGrp="1"/>
          </p:cNvSpPr>
          <p:nvPr/>
        </p:nvSpPr>
        <p:spPr>
          <a:xfrm>
            <a:off x="5850185" y="4794781"/>
            <a:ext cx="35921" cy="35921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10_small_CA2_pose50_rmsd3_4424">
            <a:extLst>
              <a:ext uri="{FF2B5EF4-FFF2-40B4-BE49-F238E27FC236}">
                <a16:creationId xmlns:a16="http://schemas.microsoft.com/office/drawing/2014/main" id="{7F4E3F81-0875-4D23-92F1-97B9E71C176D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3" name="10_small_CA2_pose50_rmsd3_4425">
            <a:extLst>
              <a:ext uri="{FF2B5EF4-FFF2-40B4-BE49-F238E27FC236}">
                <a16:creationId xmlns:a16="http://schemas.microsoft.com/office/drawing/2014/main" id="{9B122376-9EFE-4F89-9CFE-CAA9873185CF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5670000" cy="191"/>
          </a:xfrm>
          <a:custGeom>
            <a:avLst/>
            <a:gdLst/>
            <a:ahLst/>
            <a:cxnLst/>
            <a:rect l="0" t="0" r="0" b="0"/>
            <a:pathLst>
              <a:path w="5670000" h="191">
                <a:moveTo>
                  <a:pt x="0" y="0"/>
                </a:moveTo>
                <a:lnTo>
                  <a:pt x="567000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44" name="text_4426">
            <a:extLst>
              <a:ext uri="{FF2B5EF4-FFF2-40B4-BE49-F238E27FC236}">
                <a16:creationId xmlns:a16="http://schemas.microsoft.com/office/drawing/2014/main" id="{061E9FCD-940A-427B-B72D-6DC177C89959}"/>
              </a:ext>
            </a:extLst>
          </p:cNvPr>
          <p:cNvSpPr>
            <a:spLocks noGrp="1"/>
          </p:cNvSpPr>
          <p:nvPr/>
        </p:nvSpPr>
        <p:spPr>
          <a:xfrm>
            <a:off x="648000" y="2638010"/>
            <a:ext cx="1745361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Best-of-50 · RMSD &lt;3 Å · CA2</a:t>
            </a:r>
          </a:p>
        </p:txBody>
      </p:sp>
      <p:sp>
        <p:nvSpPr>
          <p:cNvPr id="345" name="10_small_CA2_pose50_rmsd3_4427">
            <a:extLst>
              <a:ext uri="{FF2B5EF4-FFF2-40B4-BE49-F238E27FC236}">
                <a16:creationId xmlns:a16="http://schemas.microsoft.com/office/drawing/2014/main" id="{1953712A-CE72-4507-AE67-70BBCA829CC4}"/>
              </a:ext>
            </a:extLst>
          </p:cNvPr>
          <p:cNvSpPr>
            <a:spLocks noGrp="1"/>
          </p:cNvSpPr>
          <p:nvPr/>
        </p:nvSpPr>
        <p:spPr>
          <a:xfrm>
            <a:off x="700500" y="3640137"/>
            <a:ext cx="5250000" cy="1172605"/>
          </a:xfrm>
          <a:custGeom>
            <a:avLst/>
            <a:gdLst/>
            <a:ahLst/>
            <a:cxnLst/>
            <a:rect l="0" t="0" r="0" b="0"/>
            <a:pathLst>
              <a:path w="5250000" h="1172605">
                <a:moveTo>
                  <a:pt x="0" y="1172605"/>
                </a:moveTo>
                <a:lnTo>
                  <a:pt x="97222" y="1171361"/>
                </a:lnTo>
                <a:lnTo>
                  <a:pt x="97222" y="1170014"/>
                </a:lnTo>
                <a:lnTo>
                  <a:pt x="125000" y="1169704"/>
                </a:lnTo>
                <a:lnTo>
                  <a:pt x="125000" y="1167972"/>
                </a:lnTo>
                <a:lnTo>
                  <a:pt x="145833" y="1167661"/>
                </a:lnTo>
                <a:lnTo>
                  <a:pt x="145833" y="1165641"/>
                </a:lnTo>
                <a:lnTo>
                  <a:pt x="159091" y="1165330"/>
                </a:lnTo>
                <a:lnTo>
                  <a:pt x="159091" y="1160922"/>
                </a:lnTo>
                <a:lnTo>
                  <a:pt x="175000" y="1160922"/>
                </a:lnTo>
                <a:lnTo>
                  <a:pt x="175000" y="1158498"/>
                </a:lnTo>
                <a:lnTo>
                  <a:pt x="194444" y="1158187"/>
                </a:lnTo>
                <a:lnTo>
                  <a:pt x="194444" y="1156840"/>
                </a:lnTo>
                <a:lnTo>
                  <a:pt x="224359" y="1155519"/>
                </a:lnTo>
                <a:lnTo>
                  <a:pt x="224359" y="1155208"/>
                </a:lnTo>
                <a:lnTo>
                  <a:pt x="250000" y="1154897"/>
                </a:lnTo>
                <a:lnTo>
                  <a:pt x="250000" y="1153166"/>
                </a:lnTo>
                <a:lnTo>
                  <a:pt x="291667" y="1152855"/>
                </a:lnTo>
                <a:lnTo>
                  <a:pt x="291667" y="1126280"/>
                </a:lnTo>
                <a:lnTo>
                  <a:pt x="318182" y="1125969"/>
                </a:lnTo>
                <a:lnTo>
                  <a:pt x="318182" y="1121561"/>
                </a:lnTo>
                <a:lnTo>
                  <a:pt x="350000" y="1121250"/>
                </a:lnTo>
                <a:lnTo>
                  <a:pt x="350000" y="1104280"/>
                </a:lnTo>
                <a:lnTo>
                  <a:pt x="375000" y="1103969"/>
                </a:lnTo>
                <a:lnTo>
                  <a:pt x="375000" y="1102237"/>
                </a:lnTo>
                <a:lnTo>
                  <a:pt x="437500" y="1101305"/>
                </a:lnTo>
                <a:lnTo>
                  <a:pt x="437500" y="1064939"/>
                </a:lnTo>
                <a:lnTo>
                  <a:pt x="477273" y="1064318"/>
                </a:lnTo>
                <a:lnTo>
                  <a:pt x="477273" y="1059910"/>
                </a:lnTo>
                <a:lnTo>
                  <a:pt x="493590" y="1058563"/>
                </a:lnTo>
                <a:lnTo>
                  <a:pt x="493590" y="1058252"/>
                </a:lnTo>
                <a:lnTo>
                  <a:pt x="500000" y="1058252"/>
                </a:lnTo>
                <a:lnTo>
                  <a:pt x="500000" y="1053057"/>
                </a:lnTo>
                <a:lnTo>
                  <a:pt x="525000" y="1052746"/>
                </a:lnTo>
                <a:lnTo>
                  <a:pt x="525000" y="1050322"/>
                </a:lnTo>
                <a:lnTo>
                  <a:pt x="583333" y="1049700"/>
                </a:lnTo>
                <a:lnTo>
                  <a:pt x="583333" y="1015718"/>
                </a:lnTo>
                <a:lnTo>
                  <a:pt x="625000" y="1015407"/>
                </a:lnTo>
                <a:lnTo>
                  <a:pt x="625000" y="1013675"/>
                </a:lnTo>
                <a:lnTo>
                  <a:pt x="636364" y="1013364"/>
                </a:lnTo>
                <a:lnTo>
                  <a:pt x="636364" y="1011160"/>
                </a:lnTo>
                <a:lnTo>
                  <a:pt x="700000" y="1010228"/>
                </a:lnTo>
                <a:lnTo>
                  <a:pt x="700000" y="993257"/>
                </a:lnTo>
                <a:lnTo>
                  <a:pt x="750000" y="992636"/>
                </a:lnTo>
                <a:lnTo>
                  <a:pt x="750000" y="987441"/>
                </a:lnTo>
                <a:lnTo>
                  <a:pt x="777778" y="987130"/>
                </a:lnTo>
                <a:lnTo>
                  <a:pt x="777778" y="985783"/>
                </a:lnTo>
                <a:lnTo>
                  <a:pt x="795455" y="985472"/>
                </a:lnTo>
                <a:lnTo>
                  <a:pt x="795455" y="981064"/>
                </a:lnTo>
                <a:lnTo>
                  <a:pt x="875000" y="980132"/>
                </a:lnTo>
                <a:lnTo>
                  <a:pt x="875000" y="826162"/>
                </a:lnTo>
                <a:lnTo>
                  <a:pt x="954545" y="825230"/>
                </a:lnTo>
                <a:lnTo>
                  <a:pt x="954545" y="820822"/>
                </a:lnTo>
                <a:lnTo>
                  <a:pt x="1000000" y="820200"/>
                </a:lnTo>
                <a:lnTo>
                  <a:pt x="1000000" y="815005"/>
                </a:lnTo>
                <a:lnTo>
                  <a:pt x="1020833" y="814694"/>
                </a:lnTo>
                <a:lnTo>
                  <a:pt x="1020833" y="812674"/>
                </a:lnTo>
                <a:lnTo>
                  <a:pt x="1050000" y="812363"/>
                </a:lnTo>
                <a:lnTo>
                  <a:pt x="1050000" y="795392"/>
                </a:lnTo>
                <a:lnTo>
                  <a:pt x="1113636" y="794460"/>
                </a:lnTo>
                <a:lnTo>
                  <a:pt x="1113636" y="790052"/>
                </a:lnTo>
                <a:lnTo>
                  <a:pt x="1125000" y="789741"/>
                </a:lnTo>
                <a:lnTo>
                  <a:pt x="1125000" y="788010"/>
                </a:lnTo>
                <a:lnTo>
                  <a:pt x="1166667" y="787699"/>
                </a:lnTo>
                <a:lnTo>
                  <a:pt x="1166667" y="745635"/>
                </a:lnTo>
                <a:lnTo>
                  <a:pt x="1225000" y="745013"/>
                </a:lnTo>
                <a:lnTo>
                  <a:pt x="1225000" y="742589"/>
                </a:lnTo>
                <a:lnTo>
                  <a:pt x="1250000" y="742278"/>
                </a:lnTo>
                <a:lnTo>
                  <a:pt x="1250000" y="737083"/>
                </a:lnTo>
                <a:lnTo>
                  <a:pt x="1272727" y="736772"/>
                </a:lnTo>
                <a:lnTo>
                  <a:pt x="1272727" y="732364"/>
                </a:lnTo>
                <a:lnTo>
                  <a:pt x="1312500" y="731743"/>
                </a:lnTo>
                <a:lnTo>
                  <a:pt x="1312500" y="707499"/>
                </a:lnTo>
                <a:lnTo>
                  <a:pt x="1375000" y="706567"/>
                </a:lnTo>
                <a:lnTo>
                  <a:pt x="1375000" y="704835"/>
                </a:lnTo>
                <a:lnTo>
                  <a:pt x="1400000" y="704524"/>
                </a:lnTo>
                <a:lnTo>
                  <a:pt x="1400000" y="692402"/>
                </a:lnTo>
                <a:lnTo>
                  <a:pt x="1431818" y="692091"/>
                </a:lnTo>
                <a:lnTo>
                  <a:pt x="1431818" y="687683"/>
                </a:lnTo>
                <a:lnTo>
                  <a:pt x="1458333" y="687373"/>
                </a:lnTo>
                <a:lnTo>
                  <a:pt x="1458333" y="670899"/>
                </a:lnTo>
                <a:lnTo>
                  <a:pt x="1500000" y="670589"/>
                </a:lnTo>
                <a:lnTo>
                  <a:pt x="1500000" y="668857"/>
                </a:lnTo>
                <a:lnTo>
                  <a:pt x="1575000" y="667614"/>
                </a:lnTo>
                <a:lnTo>
                  <a:pt x="1575000" y="665189"/>
                </a:lnTo>
                <a:lnTo>
                  <a:pt x="1590909" y="665189"/>
                </a:lnTo>
                <a:lnTo>
                  <a:pt x="1590909" y="660781"/>
                </a:lnTo>
                <a:lnTo>
                  <a:pt x="1625000" y="660160"/>
                </a:lnTo>
                <a:lnTo>
                  <a:pt x="1625000" y="658428"/>
                </a:lnTo>
                <a:lnTo>
                  <a:pt x="1727564" y="657185"/>
                </a:lnTo>
                <a:lnTo>
                  <a:pt x="1727564" y="656874"/>
                </a:lnTo>
                <a:lnTo>
                  <a:pt x="1750000" y="656874"/>
                </a:lnTo>
                <a:lnTo>
                  <a:pt x="1750000" y="151360"/>
                </a:lnTo>
                <a:lnTo>
                  <a:pt x="1909091" y="151360"/>
                </a:lnTo>
                <a:lnTo>
                  <a:pt x="1909091" y="149156"/>
                </a:lnTo>
                <a:lnTo>
                  <a:pt x="2000000" y="149156"/>
                </a:lnTo>
                <a:lnTo>
                  <a:pt x="2000000" y="145693"/>
                </a:lnTo>
                <a:lnTo>
                  <a:pt x="2041667" y="145693"/>
                </a:lnTo>
                <a:lnTo>
                  <a:pt x="2041667" y="141652"/>
                </a:lnTo>
                <a:lnTo>
                  <a:pt x="2100000" y="141652"/>
                </a:lnTo>
                <a:lnTo>
                  <a:pt x="2100000" y="136804"/>
                </a:lnTo>
                <a:lnTo>
                  <a:pt x="2333333" y="136804"/>
                </a:lnTo>
                <a:lnTo>
                  <a:pt x="2333333" y="120641"/>
                </a:lnTo>
                <a:lnTo>
                  <a:pt x="2500000" y="120641"/>
                </a:lnTo>
                <a:lnTo>
                  <a:pt x="2500000" y="117178"/>
                </a:lnTo>
                <a:lnTo>
                  <a:pt x="3500000" y="117178"/>
                </a:lnTo>
                <a:lnTo>
                  <a:pt x="3500000" y="64650"/>
                </a:lnTo>
                <a:lnTo>
                  <a:pt x="3791667" y="64650"/>
                </a:lnTo>
                <a:lnTo>
                  <a:pt x="3791667" y="60609"/>
                </a:lnTo>
                <a:lnTo>
                  <a:pt x="3937500" y="60609"/>
                </a:lnTo>
                <a:lnTo>
                  <a:pt x="3937500" y="54548"/>
                </a:lnTo>
                <a:lnTo>
                  <a:pt x="5250000" y="54548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46" name="10_small_CA2_pose50_rmsd3_4428">
            <a:extLst>
              <a:ext uri="{FF2B5EF4-FFF2-40B4-BE49-F238E27FC236}">
                <a16:creationId xmlns:a16="http://schemas.microsoft.com/office/drawing/2014/main" id="{F8FEC220-7593-4B0E-89A3-D3E58DA72A68}"/>
              </a:ext>
            </a:extLst>
          </p:cNvPr>
          <p:cNvSpPr>
            <a:spLocks noGrp="1"/>
          </p:cNvSpPr>
          <p:nvPr/>
        </p:nvSpPr>
        <p:spPr>
          <a:xfrm>
            <a:off x="700500" y="2945978"/>
            <a:ext cx="5250000" cy="1866764"/>
          </a:xfrm>
          <a:custGeom>
            <a:avLst/>
            <a:gdLst/>
            <a:ahLst/>
            <a:cxnLst/>
            <a:rect l="0" t="0" r="0" b="0"/>
            <a:pathLst>
              <a:path w="5250000" h="1866764">
                <a:moveTo>
                  <a:pt x="0" y="1866764"/>
                </a:moveTo>
                <a:lnTo>
                  <a:pt x="1750000" y="1866764"/>
                </a:lnTo>
                <a:lnTo>
                  <a:pt x="1750000" y="622255"/>
                </a:lnTo>
                <a:lnTo>
                  <a:pt x="3500000" y="622255"/>
                </a:lnTo>
                <a:lnTo>
                  <a:pt x="3500000" y="0"/>
                </a:lnTo>
                <a:lnTo>
                  <a:pt x="5250000" y="0"/>
                </a:lnTo>
                <a:lnTo>
                  <a:pt x="525000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47" name="10_small_CA2_pose50_rmsd3_4429">
            <a:extLst>
              <a:ext uri="{FF2B5EF4-FFF2-40B4-BE49-F238E27FC236}">
                <a16:creationId xmlns:a16="http://schemas.microsoft.com/office/drawing/2014/main" id="{FF2399EA-1DB3-4ED7-9512-8C92B77CE282}"/>
              </a:ext>
            </a:extLst>
          </p:cNvPr>
          <p:cNvSpPr>
            <a:spLocks noGrp="1"/>
          </p:cNvSpPr>
          <p:nvPr/>
        </p:nvSpPr>
        <p:spPr>
          <a:xfrm>
            <a:off x="1553910" y="4444709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8" name="10_small_CA2_pose50_rmsd3_4430">
            <a:extLst>
              <a:ext uri="{FF2B5EF4-FFF2-40B4-BE49-F238E27FC236}">
                <a16:creationId xmlns:a16="http://schemas.microsoft.com/office/drawing/2014/main" id="{5397885D-0B60-4470-812C-3C1689F027EF}"/>
              </a:ext>
            </a:extLst>
          </p:cNvPr>
          <p:cNvSpPr>
            <a:spLocks noGrp="1"/>
          </p:cNvSpPr>
          <p:nvPr/>
        </p:nvSpPr>
        <p:spPr>
          <a:xfrm>
            <a:off x="2428910" y="376990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9" name="10_small_CA2_pose50_rmsd3_4431">
            <a:extLst>
              <a:ext uri="{FF2B5EF4-FFF2-40B4-BE49-F238E27FC236}">
                <a16:creationId xmlns:a16="http://schemas.microsoft.com/office/drawing/2014/main" id="{EEC87343-2264-441C-96E0-2F6F30C8734C}"/>
              </a:ext>
            </a:extLst>
          </p:cNvPr>
          <p:cNvSpPr>
            <a:spLocks noGrp="1"/>
          </p:cNvSpPr>
          <p:nvPr/>
        </p:nvSpPr>
        <p:spPr>
          <a:xfrm>
            <a:off x="4178910" y="368319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0" name="10_small_CA2_pose50_rmsd3_4432">
            <a:extLst>
              <a:ext uri="{FF2B5EF4-FFF2-40B4-BE49-F238E27FC236}">
                <a16:creationId xmlns:a16="http://schemas.microsoft.com/office/drawing/2014/main" id="{47414255-AC33-4351-9D0B-3AC437DA1661}"/>
              </a:ext>
            </a:extLst>
          </p:cNvPr>
          <p:cNvSpPr>
            <a:spLocks noGrp="1"/>
          </p:cNvSpPr>
          <p:nvPr/>
        </p:nvSpPr>
        <p:spPr>
          <a:xfrm>
            <a:off x="5928910" y="361854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1" name="10_small_CA2_pose50_rmsd3_4433">
            <a:extLst>
              <a:ext uri="{FF2B5EF4-FFF2-40B4-BE49-F238E27FC236}">
                <a16:creationId xmlns:a16="http://schemas.microsoft.com/office/drawing/2014/main" id="{821DE8FF-1527-4163-BE26-FE78944AA2FB}"/>
              </a:ext>
            </a:extLst>
          </p:cNvPr>
          <p:cNvSpPr>
            <a:spLocks noGrp="1"/>
          </p:cNvSpPr>
          <p:nvPr/>
        </p:nvSpPr>
        <p:spPr>
          <a:xfrm>
            <a:off x="1539579" y="477682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2" name="10_small_CA2_pose50_rmsd3_4434">
            <a:extLst>
              <a:ext uri="{FF2B5EF4-FFF2-40B4-BE49-F238E27FC236}">
                <a16:creationId xmlns:a16="http://schemas.microsoft.com/office/drawing/2014/main" id="{3A83D359-9D92-427D-9C7C-4FA835A0C50A}"/>
              </a:ext>
            </a:extLst>
          </p:cNvPr>
          <p:cNvSpPr>
            <a:spLocks noGrp="1"/>
          </p:cNvSpPr>
          <p:nvPr/>
        </p:nvSpPr>
        <p:spPr>
          <a:xfrm>
            <a:off x="2414579" y="353231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3" name="10_small_CA2_pose50_rmsd3_4435">
            <a:extLst>
              <a:ext uri="{FF2B5EF4-FFF2-40B4-BE49-F238E27FC236}">
                <a16:creationId xmlns:a16="http://schemas.microsoft.com/office/drawing/2014/main" id="{8E789F2E-6A84-4C09-AADE-BFAF1AB95194}"/>
              </a:ext>
            </a:extLst>
          </p:cNvPr>
          <p:cNvSpPr>
            <a:spLocks noGrp="1"/>
          </p:cNvSpPr>
          <p:nvPr/>
        </p:nvSpPr>
        <p:spPr>
          <a:xfrm>
            <a:off x="416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4" name="10_small_CA2_pose50_rmsd3_4436">
            <a:extLst>
              <a:ext uri="{FF2B5EF4-FFF2-40B4-BE49-F238E27FC236}">
                <a16:creationId xmlns:a16="http://schemas.microsoft.com/office/drawing/2014/main" id="{3CEE63F6-E0D1-4411-940F-BD879EBC739C}"/>
              </a:ext>
            </a:extLst>
          </p:cNvPr>
          <p:cNvSpPr>
            <a:spLocks noGrp="1"/>
          </p:cNvSpPr>
          <p:nvPr/>
        </p:nvSpPr>
        <p:spPr>
          <a:xfrm>
            <a:off x="5914579" y="291005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55" name="text_4437">
            <a:extLst>
              <a:ext uri="{FF2B5EF4-FFF2-40B4-BE49-F238E27FC236}">
                <a16:creationId xmlns:a16="http://schemas.microsoft.com/office/drawing/2014/main" id="{CFA46A16-454F-47E1-84BF-CD3376BB862D}"/>
              </a:ext>
            </a:extLst>
          </p:cNvPr>
          <p:cNvSpPr>
            <a:spLocks noGrp="1"/>
          </p:cNvSpPr>
          <p:nvPr/>
        </p:nvSpPr>
        <p:spPr>
          <a:xfrm>
            <a:off x="648000" y="2213463"/>
            <a:ext cx="1961610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Small-molecule reconstruction</a:t>
            </a:r>
          </a:p>
        </p:txBody>
      </p:sp>
      <p:sp>
        <p:nvSpPr>
          <p:cNvPr id="356" name="10_small_CA2_pose50_rmsd3_4438">
            <a:extLst>
              <a:ext uri="{FF2B5EF4-FFF2-40B4-BE49-F238E27FC236}">
                <a16:creationId xmlns:a16="http://schemas.microsoft.com/office/drawing/2014/main" id="{B7047AB6-C0EC-4283-8DEF-EEC7014F9FD5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57" name="10_small_CA2_pose50_rmsd3_4439">
            <a:extLst>
              <a:ext uri="{FF2B5EF4-FFF2-40B4-BE49-F238E27FC236}">
                <a16:creationId xmlns:a16="http://schemas.microsoft.com/office/drawing/2014/main" id="{48807278-0239-4B26-8D45-421FE1D549AE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58" name="text_4440">
            <a:extLst>
              <a:ext uri="{FF2B5EF4-FFF2-40B4-BE49-F238E27FC236}">
                <a16:creationId xmlns:a16="http://schemas.microsoft.com/office/drawing/2014/main" id="{27878F11-AFA6-4FD1-94CE-865A95EC73A9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359" name="10_small_CA2_pose50_rmsd3_4441">
            <a:extLst>
              <a:ext uri="{FF2B5EF4-FFF2-40B4-BE49-F238E27FC236}">
                <a16:creationId xmlns:a16="http://schemas.microsoft.com/office/drawing/2014/main" id="{68B6BBBB-BF60-491B-93DA-AC916126F75D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60" name="10_small_CA2_pose50_rmsd3_4442">
            <a:extLst>
              <a:ext uri="{FF2B5EF4-FFF2-40B4-BE49-F238E27FC236}">
                <a16:creationId xmlns:a16="http://schemas.microsoft.com/office/drawing/2014/main" id="{4EAFEAD6-341C-4D3E-92C0-403EA2712B69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61" name="text_4443">
            <a:extLst>
              <a:ext uri="{FF2B5EF4-FFF2-40B4-BE49-F238E27FC236}">
                <a16:creationId xmlns:a16="http://schemas.microsoft.com/office/drawing/2014/main" id="{6EE3DCA2-C9ED-4DB6-9C5F-FF8FB0459C09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362" name="10_small_CA2_pose50_rmsd3_4444">
            <a:extLst>
              <a:ext uri="{FF2B5EF4-FFF2-40B4-BE49-F238E27FC236}">
                <a16:creationId xmlns:a16="http://schemas.microsoft.com/office/drawing/2014/main" id="{0CE0B24F-1A3E-4F0A-B29F-072CE78E738F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363" name="text_4445">
            <a:extLst>
              <a:ext uri="{FF2B5EF4-FFF2-40B4-BE49-F238E27FC236}">
                <a16:creationId xmlns:a16="http://schemas.microsoft.com/office/drawing/2014/main" id="{315A2FC8-DFAD-4BF7-BDF5-62D4C51DCE2B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18019294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11_all_4446">
            <a:extLst>
              <a:ext uri="{FF2B5EF4-FFF2-40B4-BE49-F238E27FC236}">
                <a16:creationId xmlns:a16="http://schemas.microsoft.com/office/drawing/2014/main" id="{BC0F96EA-398D-45BF-B6AF-FF25E56103E3}"/>
              </a:ext>
            </a:extLst>
          </p:cNvPr>
          <p:cNvSpPr>
            <a:spLocks noGrp="1"/>
          </p:cNvSpPr>
          <p:nvPr/>
        </p:nvSpPr>
        <p:spPr>
          <a:xfrm>
            <a:off x="0" y="2124000"/>
            <a:ext cx="6480000" cy="3312000"/>
          </a:xfrm>
          <a:custGeom>
            <a:avLst/>
            <a:gdLst/>
            <a:ahLst/>
            <a:cxnLst/>
            <a:rect l="0" t="0" r="0" b="0"/>
            <a:pathLst>
              <a:path w="6480000" h="3312000">
                <a:moveTo>
                  <a:pt x="0" y="3312000"/>
                </a:moveTo>
                <a:lnTo>
                  <a:pt x="6480000" y="3312000"/>
                </a:lnTo>
                <a:lnTo>
                  <a:pt x="6480000" y="0"/>
                </a:lnTo>
                <a:lnTo>
                  <a:pt x="0" y="0"/>
                </a:lnTo>
                <a:lnTo>
                  <a:pt x="0" y="3312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11_all_4447">
            <a:extLst>
              <a:ext uri="{FF2B5EF4-FFF2-40B4-BE49-F238E27FC236}">
                <a16:creationId xmlns:a16="http://schemas.microsoft.com/office/drawing/2014/main" id="{B6E7CB48-4B12-46C3-A51F-C85D35321889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2531250" cy="2053440"/>
          </a:xfrm>
          <a:custGeom>
            <a:avLst/>
            <a:gdLst/>
            <a:ahLst/>
            <a:cxnLst/>
            <a:rect l="0" t="0" r="0" b="0"/>
            <a:pathLst>
              <a:path w="2531250" h="2053440">
                <a:moveTo>
                  <a:pt x="0" y="2053440"/>
                </a:moveTo>
                <a:lnTo>
                  <a:pt x="2531250" y="2053440"/>
                </a:lnTo>
                <a:lnTo>
                  <a:pt x="253125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11_all_4448">
            <a:extLst>
              <a:ext uri="{FF2B5EF4-FFF2-40B4-BE49-F238E27FC236}">
                <a16:creationId xmlns:a16="http://schemas.microsoft.com/office/drawing/2014/main" id="{56213248-F1EE-4BF1-9276-81270A26E890}"/>
              </a:ext>
            </a:extLst>
          </p:cNvPr>
          <p:cNvSpPr>
            <a:spLocks noGrp="1"/>
          </p:cNvSpPr>
          <p:nvPr/>
        </p:nvSpPr>
        <p:spPr>
          <a:xfrm>
            <a:off x="960500" y="2945978"/>
            <a:ext cx="203125" cy="1866764"/>
          </a:xfrm>
          <a:custGeom>
            <a:avLst/>
            <a:gdLst/>
            <a:ahLst/>
            <a:cxnLst/>
            <a:rect l="0" t="0" r="0" b="0"/>
            <a:pathLst>
              <a:path w="203125" h="1866764">
                <a:moveTo>
                  <a:pt x="203125" y="1866764"/>
                </a:moveTo>
                <a:lnTo>
                  <a:pt x="0" y="1866764"/>
                </a:lnTo>
                <a:lnTo>
                  <a:pt x="1080" y="1851207"/>
                </a:lnTo>
                <a:lnTo>
                  <a:pt x="4243" y="1835651"/>
                </a:lnTo>
                <a:lnTo>
                  <a:pt x="9271" y="1820095"/>
                </a:lnTo>
                <a:lnTo>
                  <a:pt x="15828" y="1804538"/>
                </a:lnTo>
                <a:lnTo>
                  <a:pt x="23492" y="1788982"/>
                </a:lnTo>
                <a:lnTo>
                  <a:pt x="31804" y="1773425"/>
                </a:lnTo>
                <a:lnTo>
                  <a:pt x="40307" y="1757869"/>
                </a:lnTo>
                <a:lnTo>
                  <a:pt x="48586" y="1742313"/>
                </a:lnTo>
                <a:lnTo>
                  <a:pt x="56296" y="1726756"/>
                </a:lnTo>
                <a:lnTo>
                  <a:pt x="63184" y="1711200"/>
                </a:lnTo>
                <a:lnTo>
                  <a:pt x="69090" y="1695644"/>
                </a:lnTo>
                <a:lnTo>
                  <a:pt x="73944" y="1680087"/>
                </a:lnTo>
                <a:lnTo>
                  <a:pt x="77757" y="1664531"/>
                </a:lnTo>
                <a:lnTo>
                  <a:pt x="80596" y="1648975"/>
                </a:lnTo>
                <a:lnTo>
                  <a:pt x="82573" y="1633418"/>
                </a:lnTo>
                <a:lnTo>
                  <a:pt x="83817" y="1617862"/>
                </a:lnTo>
                <a:lnTo>
                  <a:pt x="84464" y="1602305"/>
                </a:lnTo>
                <a:lnTo>
                  <a:pt x="84643" y="1586749"/>
                </a:lnTo>
                <a:lnTo>
                  <a:pt x="84465" y="1571193"/>
                </a:lnTo>
                <a:lnTo>
                  <a:pt x="84023" y="1555636"/>
                </a:lnTo>
                <a:lnTo>
                  <a:pt x="83385" y="1540080"/>
                </a:lnTo>
                <a:lnTo>
                  <a:pt x="82600" y="1524524"/>
                </a:lnTo>
                <a:lnTo>
                  <a:pt x="81699" y="1508967"/>
                </a:lnTo>
                <a:lnTo>
                  <a:pt x="80700" y="1493411"/>
                </a:lnTo>
                <a:lnTo>
                  <a:pt x="79611" y="1477855"/>
                </a:lnTo>
                <a:lnTo>
                  <a:pt x="78433" y="1462298"/>
                </a:lnTo>
                <a:lnTo>
                  <a:pt x="77168" y="1446742"/>
                </a:lnTo>
                <a:lnTo>
                  <a:pt x="75817" y="1431185"/>
                </a:lnTo>
                <a:lnTo>
                  <a:pt x="74385" y="1415629"/>
                </a:lnTo>
                <a:lnTo>
                  <a:pt x="72884" y="1400073"/>
                </a:lnTo>
                <a:lnTo>
                  <a:pt x="71329" y="1384516"/>
                </a:lnTo>
                <a:lnTo>
                  <a:pt x="69748" y="1368960"/>
                </a:lnTo>
                <a:lnTo>
                  <a:pt x="68174" y="1353404"/>
                </a:lnTo>
                <a:lnTo>
                  <a:pt x="66648" y="1337847"/>
                </a:lnTo>
                <a:lnTo>
                  <a:pt x="65215" y="1322291"/>
                </a:lnTo>
                <a:lnTo>
                  <a:pt x="63922" y="1306735"/>
                </a:lnTo>
                <a:lnTo>
                  <a:pt x="62814" y="1291178"/>
                </a:lnTo>
                <a:lnTo>
                  <a:pt x="61926" y="1275622"/>
                </a:lnTo>
                <a:lnTo>
                  <a:pt x="61278" y="1260065"/>
                </a:lnTo>
                <a:lnTo>
                  <a:pt x="60872" y="1244509"/>
                </a:lnTo>
                <a:lnTo>
                  <a:pt x="60683" y="1228953"/>
                </a:lnTo>
                <a:lnTo>
                  <a:pt x="60660" y="1213396"/>
                </a:lnTo>
                <a:lnTo>
                  <a:pt x="60724" y="1197840"/>
                </a:lnTo>
                <a:lnTo>
                  <a:pt x="60773" y="1182284"/>
                </a:lnTo>
                <a:lnTo>
                  <a:pt x="60687" y="1166727"/>
                </a:lnTo>
                <a:lnTo>
                  <a:pt x="60336" y="1151171"/>
                </a:lnTo>
                <a:lnTo>
                  <a:pt x="59594" y="1135615"/>
                </a:lnTo>
                <a:lnTo>
                  <a:pt x="58351" y="1120058"/>
                </a:lnTo>
                <a:lnTo>
                  <a:pt x="56526" y="1104502"/>
                </a:lnTo>
                <a:lnTo>
                  <a:pt x="54085" y="1088945"/>
                </a:lnTo>
                <a:lnTo>
                  <a:pt x="51051" y="1073389"/>
                </a:lnTo>
                <a:lnTo>
                  <a:pt x="47508" y="1057833"/>
                </a:lnTo>
                <a:lnTo>
                  <a:pt x="43609" y="1042276"/>
                </a:lnTo>
                <a:lnTo>
                  <a:pt x="39568" y="1026720"/>
                </a:lnTo>
                <a:lnTo>
                  <a:pt x="35648" y="1011164"/>
                </a:lnTo>
                <a:lnTo>
                  <a:pt x="32140" y="995607"/>
                </a:lnTo>
                <a:lnTo>
                  <a:pt x="29338" y="980051"/>
                </a:lnTo>
                <a:lnTo>
                  <a:pt x="27511" y="964495"/>
                </a:lnTo>
                <a:lnTo>
                  <a:pt x="26872" y="948938"/>
                </a:lnTo>
                <a:lnTo>
                  <a:pt x="27559" y="933382"/>
                </a:lnTo>
                <a:lnTo>
                  <a:pt x="29614" y="917825"/>
                </a:lnTo>
                <a:lnTo>
                  <a:pt x="32983" y="902269"/>
                </a:lnTo>
                <a:lnTo>
                  <a:pt x="37517" y="886713"/>
                </a:lnTo>
                <a:lnTo>
                  <a:pt x="42992" y="871156"/>
                </a:lnTo>
                <a:lnTo>
                  <a:pt x="49132" y="855600"/>
                </a:lnTo>
                <a:lnTo>
                  <a:pt x="55634" y="840044"/>
                </a:lnTo>
                <a:lnTo>
                  <a:pt x="62203" y="824487"/>
                </a:lnTo>
                <a:lnTo>
                  <a:pt x="68570" y="808931"/>
                </a:lnTo>
                <a:lnTo>
                  <a:pt x="74516" y="793375"/>
                </a:lnTo>
                <a:lnTo>
                  <a:pt x="79882" y="777818"/>
                </a:lnTo>
                <a:lnTo>
                  <a:pt x="84569" y="762262"/>
                </a:lnTo>
                <a:lnTo>
                  <a:pt x="88541" y="746705"/>
                </a:lnTo>
                <a:lnTo>
                  <a:pt x="91807" y="731149"/>
                </a:lnTo>
                <a:lnTo>
                  <a:pt x="94419" y="715593"/>
                </a:lnTo>
                <a:lnTo>
                  <a:pt x="96448" y="700036"/>
                </a:lnTo>
                <a:lnTo>
                  <a:pt x="97984" y="684480"/>
                </a:lnTo>
                <a:lnTo>
                  <a:pt x="99115" y="668924"/>
                </a:lnTo>
                <a:lnTo>
                  <a:pt x="99926" y="653367"/>
                </a:lnTo>
                <a:lnTo>
                  <a:pt x="100493" y="637811"/>
                </a:lnTo>
                <a:lnTo>
                  <a:pt x="100880" y="622255"/>
                </a:lnTo>
                <a:lnTo>
                  <a:pt x="101136" y="606698"/>
                </a:lnTo>
                <a:lnTo>
                  <a:pt x="101302" y="591142"/>
                </a:lnTo>
                <a:lnTo>
                  <a:pt x="101407" y="575585"/>
                </a:lnTo>
                <a:lnTo>
                  <a:pt x="101472" y="560029"/>
                </a:lnTo>
                <a:lnTo>
                  <a:pt x="101511" y="544473"/>
                </a:lnTo>
                <a:lnTo>
                  <a:pt x="101534" y="528916"/>
                </a:lnTo>
                <a:lnTo>
                  <a:pt x="101547" y="513360"/>
                </a:lnTo>
                <a:lnTo>
                  <a:pt x="101554" y="497804"/>
                </a:lnTo>
                <a:lnTo>
                  <a:pt x="101558" y="482247"/>
                </a:lnTo>
                <a:lnTo>
                  <a:pt x="101560" y="466691"/>
                </a:lnTo>
                <a:lnTo>
                  <a:pt x="101561" y="451135"/>
                </a:lnTo>
                <a:lnTo>
                  <a:pt x="101562" y="435578"/>
                </a:lnTo>
                <a:lnTo>
                  <a:pt x="101562" y="420022"/>
                </a:lnTo>
                <a:lnTo>
                  <a:pt x="101562" y="404465"/>
                </a:lnTo>
                <a:lnTo>
                  <a:pt x="101562" y="388909"/>
                </a:lnTo>
                <a:lnTo>
                  <a:pt x="101562" y="373353"/>
                </a:lnTo>
                <a:lnTo>
                  <a:pt x="101562" y="357796"/>
                </a:lnTo>
                <a:lnTo>
                  <a:pt x="101562" y="342240"/>
                </a:lnTo>
                <a:lnTo>
                  <a:pt x="101562" y="326684"/>
                </a:lnTo>
                <a:lnTo>
                  <a:pt x="101562" y="311127"/>
                </a:lnTo>
                <a:lnTo>
                  <a:pt x="101562" y="295571"/>
                </a:lnTo>
                <a:lnTo>
                  <a:pt x="101562" y="280015"/>
                </a:lnTo>
                <a:lnTo>
                  <a:pt x="101563" y="264458"/>
                </a:lnTo>
                <a:lnTo>
                  <a:pt x="101563" y="248902"/>
                </a:lnTo>
                <a:lnTo>
                  <a:pt x="101563" y="233345"/>
                </a:lnTo>
                <a:lnTo>
                  <a:pt x="101563" y="217789"/>
                </a:lnTo>
                <a:lnTo>
                  <a:pt x="101563" y="202233"/>
                </a:lnTo>
                <a:lnTo>
                  <a:pt x="101563" y="186676"/>
                </a:lnTo>
                <a:lnTo>
                  <a:pt x="101563" y="171120"/>
                </a:lnTo>
                <a:lnTo>
                  <a:pt x="101563" y="155564"/>
                </a:lnTo>
                <a:lnTo>
                  <a:pt x="101563" y="140007"/>
                </a:lnTo>
                <a:lnTo>
                  <a:pt x="101563" y="124451"/>
                </a:lnTo>
                <a:lnTo>
                  <a:pt x="101563" y="108895"/>
                </a:lnTo>
                <a:lnTo>
                  <a:pt x="101563" y="93338"/>
                </a:lnTo>
                <a:lnTo>
                  <a:pt x="101563" y="77782"/>
                </a:lnTo>
                <a:lnTo>
                  <a:pt x="101563" y="62225"/>
                </a:lnTo>
                <a:lnTo>
                  <a:pt x="101563" y="46669"/>
                </a:lnTo>
                <a:lnTo>
                  <a:pt x="101563" y="31113"/>
                </a:lnTo>
                <a:lnTo>
                  <a:pt x="101563" y="15556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15556"/>
                </a:lnTo>
                <a:lnTo>
                  <a:pt x="101563" y="31113"/>
                </a:lnTo>
                <a:lnTo>
                  <a:pt x="101563" y="46669"/>
                </a:lnTo>
                <a:lnTo>
                  <a:pt x="101563" y="62225"/>
                </a:lnTo>
                <a:lnTo>
                  <a:pt x="101563" y="77782"/>
                </a:lnTo>
                <a:lnTo>
                  <a:pt x="101563" y="93338"/>
                </a:lnTo>
                <a:lnTo>
                  <a:pt x="101563" y="108895"/>
                </a:lnTo>
                <a:lnTo>
                  <a:pt x="101563" y="124451"/>
                </a:lnTo>
                <a:lnTo>
                  <a:pt x="101563" y="140007"/>
                </a:lnTo>
                <a:lnTo>
                  <a:pt x="101563" y="155564"/>
                </a:lnTo>
                <a:lnTo>
                  <a:pt x="101563" y="171120"/>
                </a:lnTo>
                <a:lnTo>
                  <a:pt x="101563" y="186676"/>
                </a:lnTo>
                <a:lnTo>
                  <a:pt x="101563" y="202233"/>
                </a:lnTo>
                <a:lnTo>
                  <a:pt x="101563" y="217789"/>
                </a:lnTo>
                <a:lnTo>
                  <a:pt x="101563" y="233345"/>
                </a:lnTo>
                <a:lnTo>
                  <a:pt x="101563" y="248902"/>
                </a:lnTo>
                <a:lnTo>
                  <a:pt x="101563" y="264458"/>
                </a:lnTo>
                <a:lnTo>
                  <a:pt x="101563" y="280015"/>
                </a:lnTo>
                <a:lnTo>
                  <a:pt x="101563" y="295571"/>
                </a:lnTo>
                <a:lnTo>
                  <a:pt x="101563" y="311127"/>
                </a:lnTo>
                <a:lnTo>
                  <a:pt x="101563" y="326684"/>
                </a:lnTo>
                <a:lnTo>
                  <a:pt x="101563" y="342240"/>
                </a:lnTo>
                <a:lnTo>
                  <a:pt x="101563" y="357796"/>
                </a:lnTo>
                <a:lnTo>
                  <a:pt x="101563" y="373353"/>
                </a:lnTo>
                <a:lnTo>
                  <a:pt x="101563" y="388909"/>
                </a:lnTo>
                <a:lnTo>
                  <a:pt x="101563" y="404465"/>
                </a:lnTo>
                <a:lnTo>
                  <a:pt x="101563" y="420022"/>
                </a:lnTo>
                <a:lnTo>
                  <a:pt x="101563" y="435578"/>
                </a:lnTo>
                <a:lnTo>
                  <a:pt x="101564" y="451135"/>
                </a:lnTo>
                <a:lnTo>
                  <a:pt x="101565" y="466691"/>
                </a:lnTo>
                <a:lnTo>
                  <a:pt x="101567" y="482247"/>
                </a:lnTo>
                <a:lnTo>
                  <a:pt x="101571" y="497804"/>
                </a:lnTo>
                <a:lnTo>
                  <a:pt x="101578" y="513360"/>
                </a:lnTo>
                <a:lnTo>
                  <a:pt x="101591" y="528916"/>
                </a:lnTo>
                <a:lnTo>
                  <a:pt x="101614" y="544473"/>
                </a:lnTo>
                <a:lnTo>
                  <a:pt x="101653" y="560029"/>
                </a:lnTo>
                <a:lnTo>
                  <a:pt x="101718" y="575585"/>
                </a:lnTo>
                <a:lnTo>
                  <a:pt x="101823" y="591142"/>
                </a:lnTo>
                <a:lnTo>
                  <a:pt x="101989" y="606698"/>
                </a:lnTo>
                <a:lnTo>
                  <a:pt x="102245" y="622255"/>
                </a:lnTo>
                <a:lnTo>
                  <a:pt x="102632" y="637811"/>
                </a:lnTo>
                <a:lnTo>
                  <a:pt x="103199" y="653367"/>
                </a:lnTo>
                <a:lnTo>
                  <a:pt x="104010" y="668924"/>
                </a:lnTo>
                <a:lnTo>
                  <a:pt x="105141" y="684480"/>
                </a:lnTo>
                <a:lnTo>
                  <a:pt x="106677" y="700036"/>
                </a:lnTo>
                <a:lnTo>
                  <a:pt x="108706" y="715593"/>
                </a:lnTo>
                <a:lnTo>
                  <a:pt x="111318" y="731149"/>
                </a:lnTo>
                <a:lnTo>
                  <a:pt x="114584" y="746705"/>
                </a:lnTo>
                <a:lnTo>
                  <a:pt x="118556" y="762262"/>
                </a:lnTo>
                <a:lnTo>
                  <a:pt x="123243" y="777818"/>
                </a:lnTo>
                <a:lnTo>
                  <a:pt x="128609" y="793375"/>
                </a:lnTo>
                <a:lnTo>
                  <a:pt x="134555" y="808931"/>
                </a:lnTo>
                <a:lnTo>
                  <a:pt x="140922" y="824487"/>
                </a:lnTo>
                <a:lnTo>
                  <a:pt x="147491" y="840044"/>
                </a:lnTo>
                <a:lnTo>
                  <a:pt x="153993" y="855600"/>
                </a:lnTo>
                <a:lnTo>
                  <a:pt x="160133" y="871156"/>
                </a:lnTo>
                <a:lnTo>
                  <a:pt x="165608" y="886713"/>
                </a:lnTo>
                <a:lnTo>
                  <a:pt x="170142" y="902269"/>
                </a:lnTo>
                <a:lnTo>
                  <a:pt x="173511" y="917825"/>
                </a:lnTo>
                <a:lnTo>
                  <a:pt x="175566" y="933382"/>
                </a:lnTo>
                <a:lnTo>
                  <a:pt x="176253" y="948938"/>
                </a:lnTo>
                <a:lnTo>
                  <a:pt x="175614" y="964495"/>
                </a:lnTo>
                <a:lnTo>
                  <a:pt x="173787" y="980051"/>
                </a:lnTo>
                <a:lnTo>
                  <a:pt x="170985" y="995607"/>
                </a:lnTo>
                <a:lnTo>
                  <a:pt x="167477" y="1011164"/>
                </a:lnTo>
                <a:lnTo>
                  <a:pt x="163557" y="1026720"/>
                </a:lnTo>
                <a:lnTo>
                  <a:pt x="159516" y="1042276"/>
                </a:lnTo>
                <a:lnTo>
                  <a:pt x="155617" y="1057833"/>
                </a:lnTo>
                <a:lnTo>
                  <a:pt x="152074" y="1073389"/>
                </a:lnTo>
                <a:lnTo>
                  <a:pt x="149040" y="1088945"/>
                </a:lnTo>
                <a:lnTo>
                  <a:pt x="146599" y="1104502"/>
                </a:lnTo>
                <a:lnTo>
                  <a:pt x="144774" y="1120058"/>
                </a:lnTo>
                <a:lnTo>
                  <a:pt x="143531" y="1135615"/>
                </a:lnTo>
                <a:lnTo>
                  <a:pt x="142789" y="1151171"/>
                </a:lnTo>
                <a:lnTo>
                  <a:pt x="142438" y="1166727"/>
                </a:lnTo>
                <a:lnTo>
                  <a:pt x="142352" y="1182284"/>
                </a:lnTo>
                <a:lnTo>
                  <a:pt x="142401" y="1197840"/>
                </a:lnTo>
                <a:lnTo>
                  <a:pt x="142465" y="1213396"/>
                </a:lnTo>
                <a:lnTo>
                  <a:pt x="142442" y="1228953"/>
                </a:lnTo>
                <a:lnTo>
                  <a:pt x="142253" y="1244509"/>
                </a:lnTo>
                <a:lnTo>
                  <a:pt x="141847" y="1260065"/>
                </a:lnTo>
                <a:lnTo>
                  <a:pt x="141199" y="1275622"/>
                </a:lnTo>
                <a:lnTo>
                  <a:pt x="140311" y="1291178"/>
                </a:lnTo>
                <a:lnTo>
                  <a:pt x="139203" y="1306735"/>
                </a:lnTo>
                <a:lnTo>
                  <a:pt x="137910" y="1322291"/>
                </a:lnTo>
                <a:lnTo>
                  <a:pt x="136477" y="1337847"/>
                </a:lnTo>
                <a:lnTo>
                  <a:pt x="134951" y="1353404"/>
                </a:lnTo>
                <a:lnTo>
                  <a:pt x="133377" y="1368960"/>
                </a:lnTo>
                <a:lnTo>
                  <a:pt x="131796" y="1384516"/>
                </a:lnTo>
                <a:lnTo>
                  <a:pt x="130241" y="1400073"/>
                </a:lnTo>
                <a:lnTo>
                  <a:pt x="128740" y="1415629"/>
                </a:lnTo>
                <a:lnTo>
                  <a:pt x="127308" y="1431185"/>
                </a:lnTo>
                <a:lnTo>
                  <a:pt x="125957" y="1446742"/>
                </a:lnTo>
                <a:lnTo>
                  <a:pt x="124692" y="1462298"/>
                </a:lnTo>
                <a:lnTo>
                  <a:pt x="123514" y="1477855"/>
                </a:lnTo>
                <a:lnTo>
                  <a:pt x="122425" y="1493411"/>
                </a:lnTo>
                <a:lnTo>
                  <a:pt x="121426" y="1508967"/>
                </a:lnTo>
                <a:lnTo>
                  <a:pt x="120525" y="1524524"/>
                </a:lnTo>
                <a:lnTo>
                  <a:pt x="119740" y="1540080"/>
                </a:lnTo>
                <a:lnTo>
                  <a:pt x="119102" y="1555636"/>
                </a:lnTo>
                <a:lnTo>
                  <a:pt x="118660" y="1571193"/>
                </a:lnTo>
                <a:lnTo>
                  <a:pt x="118482" y="1586749"/>
                </a:lnTo>
                <a:lnTo>
                  <a:pt x="118661" y="1602305"/>
                </a:lnTo>
                <a:lnTo>
                  <a:pt x="119308" y="1617862"/>
                </a:lnTo>
                <a:lnTo>
                  <a:pt x="120552" y="1633418"/>
                </a:lnTo>
                <a:lnTo>
                  <a:pt x="122529" y="1648975"/>
                </a:lnTo>
                <a:lnTo>
                  <a:pt x="125368" y="1664531"/>
                </a:lnTo>
                <a:lnTo>
                  <a:pt x="129181" y="1680087"/>
                </a:lnTo>
                <a:lnTo>
                  <a:pt x="134035" y="1695644"/>
                </a:lnTo>
                <a:lnTo>
                  <a:pt x="139941" y="1711200"/>
                </a:lnTo>
                <a:lnTo>
                  <a:pt x="146829" y="1726756"/>
                </a:lnTo>
                <a:lnTo>
                  <a:pt x="154539" y="1742313"/>
                </a:lnTo>
                <a:lnTo>
                  <a:pt x="162818" y="1757869"/>
                </a:lnTo>
                <a:lnTo>
                  <a:pt x="171321" y="1773425"/>
                </a:lnTo>
                <a:lnTo>
                  <a:pt x="179633" y="1788982"/>
                </a:lnTo>
                <a:lnTo>
                  <a:pt x="187297" y="1804538"/>
                </a:lnTo>
                <a:lnTo>
                  <a:pt x="193854" y="1820095"/>
                </a:lnTo>
                <a:lnTo>
                  <a:pt x="198882" y="1835651"/>
                </a:lnTo>
                <a:lnTo>
                  <a:pt x="202045" y="1851207"/>
                </a:lnTo>
                <a:lnTo>
                  <a:pt x="203125" y="1866764"/>
                </a:lnTo>
                <a:lnTo>
                  <a:pt x="203125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4" name="11_all_4449">
            <a:extLst>
              <a:ext uri="{FF2B5EF4-FFF2-40B4-BE49-F238E27FC236}">
                <a16:creationId xmlns:a16="http://schemas.microsoft.com/office/drawing/2014/main" id="{12E0AB42-72BE-4507-9604-99295FA98375}"/>
              </a:ext>
            </a:extLst>
          </p:cNvPr>
          <p:cNvSpPr>
            <a:spLocks noGrp="1"/>
          </p:cNvSpPr>
          <p:nvPr/>
        </p:nvSpPr>
        <p:spPr>
          <a:xfrm>
            <a:off x="1351125" y="2945978"/>
            <a:ext cx="203125" cy="1866764"/>
          </a:xfrm>
          <a:custGeom>
            <a:avLst/>
            <a:gdLst/>
            <a:ahLst/>
            <a:cxnLst/>
            <a:rect l="0" t="0" r="0" b="0"/>
            <a:pathLst>
              <a:path w="203125" h="1866764">
                <a:moveTo>
                  <a:pt x="131756" y="1866764"/>
                </a:moveTo>
                <a:lnTo>
                  <a:pt x="71369" y="1866764"/>
                </a:lnTo>
                <a:lnTo>
                  <a:pt x="71666" y="1851207"/>
                </a:lnTo>
                <a:lnTo>
                  <a:pt x="72536" y="1835651"/>
                </a:lnTo>
                <a:lnTo>
                  <a:pt x="73919" y="1820095"/>
                </a:lnTo>
                <a:lnTo>
                  <a:pt x="75720" y="1804538"/>
                </a:lnTo>
                <a:lnTo>
                  <a:pt x="77821" y="1788982"/>
                </a:lnTo>
                <a:lnTo>
                  <a:pt x="80092" y="1773425"/>
                </a:lnTo>
                <a:lnTo>
                  <a:pt x="82405" y="1757869"/>
                </a:lnTo>
                <a:lnTo>
                  <a:pt x="84640" y="1742313"/>
                </a:lnTo>
                <a:lnTo>
                  <a:pt x="86697" y="1726756"/>
                </a:lnTo>
                <a:lnTo>
                  <a:pt x="88501" y="1711200"/>
                </a:lnTo>
                <a:lnTo>
                  <a:pt x="90003" y="1695644"/>
                </a:lnTo>
                <a:lnTo>
                  <a:pt x="91183" y="1680087"/>
                </a:lnTo>
                <a:lnTo>
                  <a:pt x="92040" y="1664531"/>
                </a:lnTo>
                <a:lnTo>
                  <a:pt x="92596" y="1648975"/>
                </a:lnTo>
                <a:lnTo>
                  <a:pt x="92886" y="1633418"/>
                </a:lnTo>
                <a:lnTo>
                  <a:pt x="92952" y="1617862"/>
                </a:lnTo>
                <a:lnTo>
                  <a:pt x="92844" y="1602305"/>
                </a:lnTo>
                <a:lnTo>
                  <a:pt x="92609" y="1586749"/>
                </a:lnTo>
                <a:lnTo>
                  <a:pt x="92294" y="1571193"/>
                </a:lnTo>
                <a:lnTo>
                  <a:pt x="91939" y="1555636"/>
                </a:lnTo>
                <a:lnTo>
                  <a:pt x="91579" y="1540080"/>
                </a:lnTo>
                <a:lnTo>
                  <a:pt x="91241" y="1524524"/>
                </a:lnTo>
                <a:lnTo>
                  <a:pt x="90947" y="1508967"/>
                </a:lnTo>
                <a:lnTo>
                  <a:pt x="90709" y="1493411"/>
                </a:lnTo>
                <a:lnTo>
                  <a:pt x="90535" y="1477855"/>
                </a:lnTo>
                <a:lnTo>
                  <a:pt x="90427" y="1462298"/>
                </a:lnTo>
                <a:lnTo>
                  <a:pt x="90383" y="1446742"/>
                </a:lnTo>
                <a:lnTo>
                  <a:pt x="90396" y="1431185"/>
                </a:lnTo>
                <a:lnTo>
                  <a:pt x="90457" y="1415629"/>
                </a:lnTo>
                <a:lnTo>
                  <a:pt x="90555" y="1400073"/>
                </a:lnTo>
                <a:lnTo>
                  <a:pt x="90680" y="1384516"/>
                </a:lnTo>
                <a:lnTo>
                  <a:pt x="90818" y="1368960"/>
                </a:lnTo>
                <a:lnTo>
                  <a:pt x="90959" y="1353404"/>
                </a:lnTo>
                <a:lnTo>
                  <a:pt x="91094" y="1337847"/>
                </a:lnTo>
                <a:lnTo>
                  <a:pt x="91213" y="1322291"/>
                </a:lnTo>
                <a:lnTo>
                  <a:pt x="91310" y="1306735"/>
                </a:lnTo>
                <a:lnTo>
                  <a:pt x="91381" y="1291178"/>
                </a:lnTo>
                <a:lnTo>
                  <a:pt x="91419" y="1275622"/>
                </a:lnTo>
                <a:lnTo>
                  <a:pt x="91422" y="1260065"/>
                </a:lnTo>
                <a:lnTo>
                  <a:pt x="91383" y="1244509"/>
                </a:lnTo>
                <a:lnTo>
                  <a:pt x="91295" y="1228953"/>
                </a:lnTo>
                <a:lnTo>
                  <a:pt x="91148" y="1213396"/>
                </a:lnTo>
                <a:lnTo>
                  <a:pt x="90927" y="1197840"/>
                </a:lnTo>
                <a:lnTo>
                  <a:pt x="90614" y="1182284"/>
                </a:lnTo>
                <a:lnTo>
                  <a:pt x="90188" y="1166727"/>
                </a:lnTo>
                <a:lnTo>
                  <a:pt x="89622" y="1151171"/>
                </a:lnTo>
                <a:lnTo>
                  <a:pt x="88891" y="1135615"/>
                </a:lnTo>
                <a:lnTo>
                  <a:pt x="87973" y="1120058"/>
                </a:lnTo>
                <a:lnTo>
                  <a:pt x="86849" y="1104502"/>
                </a:lnTo>
                <a:lnTo>
                  <a:pt x="85514" y="1088945"/>
                </a:lnTo>
                <a:lnTo>
                  <a:pt x="83977" y="1073389"/>
                </a:lnTo>
                <a:lnTo>
                  <a:pt x="82266" y="1057833"/>
                </a:lnTo>
                <a:lnTo>
                  <a:pt x="80430" y="1042276"/>
                </a:lnTo>
                <a:lnTo>
                  <a:pt x="78539" y="1026720"/>
                </a:lnTo>
                <a:lnTo>
                  <a:pt x="76680" y="1011164"/>
                </a:lnTo>
                <a:lnTo>
                  <a:pt x="74952" y="995607"/>
                </a:lnTo>
                <a:lnTo>
                  <a:pt x="73458" y="980051"/>
                </a:lnTo>
                <a:lnTo>
                  <a:pt x="72293" y="964495"/>
                </a:lnTo>
                <a:lnTo>
                  <a:pt x="71535" y="948938"/>
                </a:lnTo>
                <a:lnTo>
                  <a:pt x="71232" y="933382"/>
                </a:lnTo>
                <a:lnTo>
                  <a:pt x="71402" y="917825"/>
                </a:lnTo>
                <a:lnTo>
                  <a:pt x="72025" y="902269"/>
                </a:lnTo>
                <a:lnTo>
                  <a:pt x="73044" y="886713"/>
                </a:lnTo>
                <a:lnTo>
                  <a:pt x="74374" y="871156"/>
                </a:lnTo>
                <a:lnTo>
                  <a:pt x="75906" y="855600"/>
                </a:lnTo>
                <a:lnTo>
                  <a:pt x="77523" y="840044"/>
                </a:lnTo>
                <a:lnTo>
                  <a:pt x="79107" y="824487"/>
                </a:lnTo>
                <a:lnTo>
                  <a:pt x="80554" y="808931"/>
                </a:lnTo>
                <a:lnTo>
                  <a:pt x="81780" y="793375"/>
                </a:lnTo>
                <a:lnTo>
                  <a:pt x="82728" y="777818"/>
                </a:lnTo>
                <a:lnTo>
                  <a:pt x="83371" y="762262"/>
                </a:lnTo>
                <a:lnTo>
                  <a:pt x="83713" y="746705"/>
                </a:lnTo>
                <a:lnTo>
                  <a:pt x="83781" y="731149"/>
                </a:lnTo>
                <a:lnTo>
                  <a:pt x="83624" y="715593"/>
                </a:lnTo>
                <a:lnTo>
                  <a:pt x="83306" y="700036"/>
                </a:lnTo>
                <a:lnTo>
                  <a:pt x="82898" y="684480"/>
                </a:lnTo>
                <a:lnTo>
                  <a:pt x="82468" y="668924"/>
                </a:lnTo>
                <a:lnTo>
                  <a:pt x="82079" y="653367"/>
                </a:lnTo>
                <a:lnTo>
                  <a:pt x="81785" y="637811"/>
                </a:lnTo>
                <a:lnTo>
                  <a:pt x="81622" y="622255"/>
                </a:lnTo>
                <a:lnTo>
                  <a:pt x="81613" y="606698"/>
                </a:lnTo>
                <a:lnTo>
                  <a:pt x="81765" y="591142"/>
                </a:lnTo>
                <a:lnTo>
                  <a:pt x="82074" y="575585"/>
                </a:lnTo>
                <a:lnTo>
                  <a:pt x="82526" y="560029"/>
                </a:lnTo>
                <a:lnTo>
                  <a:pt x="83100" y="544473"/>
                </a:lnTo>
                <a:lnTo>
                  <a:pt x="83773" y="528916"/>
                </a:lnTo>
                <a:lnTo>
                  <a:pt x="84524" y="513360"/>
                </a:lnTo>
                <a:lnTo>
                  <a:pt x="85333" y="497804"/>
                </a:lnTo>
                <a:lnTo>
                  <a:pt x="86185" y="482247"/>
                </a:lnTo>
                <a:lnTo>
                  <a:pt x="87065" y="466691"/>
                </a:lnTo>
                <a:lnTo>
                  <a:pt x="87964" y="451135"/>
                </a:lnTo>
                <a:lnTo>
                  <a:pt x="88874" y="435578"/>
                </a:lnTo>
                <a:lnTo>
                  <a:pt x="89784" y="420022"/>
                </a:lnTo>
                <a:lnTo>
                  <a:pt x="90684" y="404465"/>
                </a:lnTo>
                <a:lnTo>
                  <a:pt x="91559" y="388909"/>
                </a:lnTo>
                <a:lnTo>
                  <a:pt x="92391" y="373353"/>
                </a:lnTo>
                <a:lnTo>
                  <a:pt x="93156" y="357796"/>
                </a:lnTo>
                <a:lnTo>
                  <a:pt x="93823" y="342240"/>
                </a:lnTo>
                <a:lnTo>
                  <a:pt x="94351" y="326684"/>
                </a:lnTo>
                <a:lnTo>
                  <a:pt x="94688" y="311127"/>
                </a:lnTo>
                <a:lnTo>
                  <a:pt x="94770" y="295571"/>
                </a:lnTo>
                <a:lnTo>
                  <a:pt x="94517" y="280015"/>
                </a:lnTo>
                <a:lnTo>
                  <a:pt x="93834" y="264458"/>
                </a:lnTo>
                <a:lnTo>
                  <a:pt x="92611" y="248902"/>
                </a:lnTo>
                <a:lnTo>
                  <a:pt x="90728" y="233345"/>
                </a:lnTo>
                <a:lnTo>
                  <a:pt x="88060" y="217789"/>
                </a:lnTo>
                <a:lnTo>
                  <a:pt x="84490" y="202233"/>
                </a:lnTo>
                <a:lnTo>
                  <a:pt x="79925" y="186676"/>
                </a:lnTo>
                <a:lnTo>
                  <a:pt x="74311" y="171120"/>
                </a:lnTo>
                <a:lnTo>
                  <a:pt x="67654" y="155564"/>
                </a:lnTo>
                <a:lnTo>
                  <a:pt x="60036" y="140007"/>
                </a:lnTo>
                <a:lnTo>
                  <a:pt x="51630" y="124451"/>
                </a:lnTo>
                <a:lnTo>
                  <a:pt x="42702" y="108895"/>
                </a:lnTo>
                <a:lnTo>
                  <a:pt x="33608" y="93338"/>
                </a:lnTo>
                <a:lnTo>
                  <a:pt x="24772" y="77782"/>
                </a:lnTo>
                <a:lnTo>
                  <a:pt x="16662" y="62225"/>
                </a:lnTo>
                <a:lnTo>
                  <a:pt x="9748" y="46669"/>
                </a:lnTo>
                <a:lnTo>
                  <a:pt x="4457" y="31113"/>
                </a:lnTo>
                <a:lnTo>
                  <a:pt x="1134" y="15556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92" y="15556"/>
                </a:lnTo>
                <a:lnTo>
                  <a:pt x="198668" y="31113"/>
                </a:lnTo>
                <a:lnTo>
                  <a:pt x="193377" y="46669"/>
                </a:lnTo>
                <a:lnTo>
                  <a:pt x="186463" y="62225"/>
                </a:lnTo>
                <a:lnTo>
                  <a:pt x="178353" y="77782"/>
                </a:lnTo>
                <a:lnTo>
                  <a:pt x="169517" y="93338"/>
                </a:lnTo>
                <a:lnTo>
                  <a:pt x="160423" y="108895"/>
                </a:lnTo>
                <a:lnTo>
                  <a:pt x="151495" y="124451"/>
                </a:lnTo>
                <a:lnTo>
                  <a:pt x="143089" y="140007"/>
                </a:lnTo>
                <a:lnTo>
                  <a:pt x="135471" y="155564"/>
                </a:lnTo>
                <a:lnTo>
                  <a:pt x="128814" y="171120"/>
                </a:lnTo>
                <a:lnTo>
                  <a:pt x="123200" y="186676"/>
                </a:lnTo>
                <a:lnTo>
                  <a:pt x="118635" y="202233"/>
                </a:lnTo>
                <a:lnTo>
                  <a:pt x="115065" y="217789"/>
                </a:lnTo>
                <a:lnTo>
                  <a:pt x="112397" y="233345"/>
                </a:lnTo>
                <a:lnTo>
                  <a:pt x="110514" y="248902"/>
                </a:lnTo>
                <a:lnTo>
                  <a:pt x="109291" y="264458"/>
                </a:lnTo>
                <a:lnTo>
                  <a:pt x="108608" y="280015"/>
                </a:lnTo>
                <a:lnTo>
                  <a:pt x="108355" y="295571"/>
                </a:lnTo>
                <a:lnTo>
                  <a:pt x="108437" y="311127"/>
                </a:lnTo>
                <a:lnTo>
                  <a:pt x="108774" y="326684"/>
                </a:lnTo>
                <a:lnTo>
                  <a:pt x="109302" y="342240"/>
                </a:lnTo>
                <a:lnTo>
                  <a:pt x="109969" y="357796"/>
                </a:lnTo>
                <a:lnTo>
                  <a:pt x="110734" y="373353"/>
                </a:lnTo>
                <a:lnTo>
                  <a:pt x="111566" y="388909"/>
                </a:lnTo>
                <a:lnTo>
                  <a:pt x="112441" y="404465"/>
                </a:lnTo>
                <a:lnTo>
                  <a:pt x="113341" y="420022"/>
                </a:lnTo>
                <a:lnTo>
                  <a:pt x="114251" y="435578"/>
                </a:lnTo>
                <a:lnTo>
                  <a:pt x="115161" y="451135"/>
                </a:lnTo>
                <a:lnTo>
                  <a:pt x="116060" y="466691"/>
                </a:lnTo>
                <a:lnTo>
                  <a:pt x="116940" y="482247"/>
                </a:lnTo>
                <a:lnTo>
                  <a:pt x="117792" y="497804"/>
                </a:lnTo>
                <a:lnTo>
                  <a:pt x="118601" y="513360"/>
                </a:lnTo>
                <a:lnTo>
                  <a:pt x="119352" y="528916"/>
                </a:lnTo>
                <a:lnTo>
                  <a:pt x="120025" y="544473"/>
                </a:lnTo>
                <a:lnTo>
                  <a:pt x="120599" y="560029"/>
                </a:lnTo>
                <a:lnTo>
                  <a:pt x="121051" y="575585"/>
                </a:lnTo>
                <a:lnTo>
                  <a:pt x="121360" y="591142"/>
                </a:lnTo>
                <a:lnTo>
                  <a:pt x="121512" y="606698"/>
                </a:lnTo>
                <a:lnTo>
                  <a:pt x="121503" y="622255"/>
                </a:lnTo>
                <a:lnTo>
                  <a:pt x="121340" y="637811"/>
                </a:lnTo>
                <a:lnTo>
                  <a:pt x="121046" y="653367"/>
                </a:lnTo>
                <a:lnTo>
                  <a:pt x="120657" y="668924"/>
                </a:lnTo>
                <a:lnTo>
                  <a:pt x="120227" y="684480"/>
                </a:lnTo>
                <a:lnTo>
                  <a:pt x="119819" y="700036"/>
                </a:lnTo>
                <a:lnTo>
                  <a:pt x="119501" y="715593"/>
                </a:lnTo>
                <a:lnTo>
                  <a:pt x="119344" y="731149"/>
                </a:lnTo>
                <a:lnTo>
                  <a:pt x="119412" y="746705"/>
                </a:lnTo>
                <a:lnTo>
                  <a:pt x="119754" y="762262"/>
                </a:lnTo>
                <a:lnTo>
                  <a:pt x="120397" y="777818"/>
                </a:lnTo>
                <a:lnTo>
                  <a:pt x="121345" y="793375"/>
                </a:lnTo>
                <a:lnTo>
                  <a:pt x="122571" y="808931"/>
                </a:lnTo>
                <a:lnTo>
                  <a:pt x="124018" y="824487"/>
                </a:lnTo>
                <a:lnTo>
                  <a:pt x="125602" y="840044"/>
                </a:lnTo>
                <a:lnTo>
                  <a:pt x="127219" y="855600"/>
                </a:lnTo>
                <a:lnTo>
                  <a:pt x="128751" y="871156"/>
                </a:lnTo>
                <a:lnTo>
                  <a:pt x="130081" y="886713"/>
                </a:lnTo>
                <a:lnTo>
                  <a:pt x="131100" y="902269"/>
                </a:lnTo>
                <a:lnTo>
                  <a:pt x="131723" y="917825"/>
                </a:lnTo>
                <a:lnTo>
                  <a:pt x="131893" y="933382"/>
                </a:lnTo>
                <a:lnTo>
                  <a:pt x="131590" y="948938"/>
                </a:lnTo>
                <a:lnTo>
                  <a:pt x="130832" y="964495"/>
                </a:lnTo>
                <a:lnTo>
                  <a:pt x="129667" y="980051"/>
                </a:lnTo>
                <a:lnTo>
                  <a:pt x="128173" y="995607"/>
                </a:lnTo>
                <a:lnTo>
                  <a:pt x="126445" y="1011164"/>
                </a:lnTo>
                <a:lnTo>
                  <a:pt x="124586" y="1026720"/>
                </a:lnTo>
                <a:lnTo>
                  <a:pt x="122695" y="1042276"/>
                </a:lnTo>
                <a:lnTo>
                  <a:pt x="120859" y="1057833"/>
                </a:lnTo>
                <a:lnTo>
                  <a:pt x="119148" y="1073389"/>
                </a:lnTo>
                <a:lnTo>
                  <a:pt x="117611" y="1088945"/>
                </a:lnTo>
                <a:lnTo>
                  <a:pt x="116276" y="1104502"/>
                </a:lnTo>
                <a:lnTo>
                  <a:pt x="115152" y="1120058"/>
                </a:lnTo>
                <a:lnTo>
                  <a:pt x="114234" y="1135615"/>
                </a:lnTo>
                <a:lnTo>
                  <a:pt x="113503" y="1151171"/>
                </a:lnTo>
                <a:lnTo>
                  <a:pt x="112937" y="1166727"/>
                </a:lnTo>
                <a:lnTo>
                  <a:pt x="112511" y="1182284"/>
                </a:lnTo>
                <a:lnTo>
                  <a:pt x="112198" y="1197840"/>
                </a:lnTo>
                <a:lnTo>
                  <a:pt x="111977" y="1213396"/>
                </a:lnTo>
                <a:lnTo>
                  <a:pt x="111830" y="1228953"/>
                </a:lnTo>
                <a:lnTo>
                  <a:pt x="111742" y="1244509"/>
                </a:lnTo>
                <a:lnTo>
                  <a:pt x="111703" y="1260065"/>
                </a:lnTo>
                <a:lnTo>
                  <a:pt x="111706" y="1275622"/>
                </a:lnTo>
                <a:lnTo>
                  <a:pt x="111744" y="1291178"/>
                </a:lnTo>
                <a:lnTo>
                  <a:pt x="111815" y="1306735"/>
                </a:lnTo>
                <a:lnTo>
                  <a:pt x="111912" y="1322291"/>
                </a:lnTo>
                <a:lnTo>
                  <a:pt x="112031" y="1337847"/>
                </a:lnTo>
                <a:lnTo>
                  <a:pt x="112166" y="1353404"/>
                </a:lnTo>
                <a:lnTo>
                  <a:pt x="112307" y="1368960"/>
                </a:lnTo>
                <a:lnTo>
                  <a:pt x="112445" y="1384516"/>
                </a:lnTo>
                <a:lnTo>
                  <a:pt x="112570" y="1400073"/>
                </a:lnTo>
                <a:lnTo>
                  <a:pt x="112668" y="1415629"/>
                </a:lnTo>
                <a:lnTo>
                  <a:pt x="112729" y="1431185"/>
                </a:lnTo>
                <a:lnTo>
                  <a:pt x="112742" y="1446742"/>
                </a:lnTo>
                <a:lnTo>
                  <a:pt x="112698" y="1462298"/>
                </a:lnTo>
                <a:lnTo>
                  <a:pt x="112590" y="1477855"/>
                </a:lnTo>
                <a:lnTo>
                  <a:pt x="112416" y="1493411"/>
                </a:lnTo>
                <a:lnTo>
                  <a:pt x="112178" y="1508967"/>
                </a:lnTo>
                <a:lnTo>
                  <a:pt x="111884" y="1524524"/>
                </a:lnTo>
                <a:lnTo>
                  <a:pt x="111546" y="1540080"/>
                </a:lnTo>
                <a:lnTo>
                  <a:pt x="111186" y="1555636"/>
                </a:lnTo>
                <a:lnTo>
                  <a:pt x="110831" y="1571193"/>
                </a:lnTo>
                <a:lnTo>
                  <a:pt x="110516" y="1586749"/>
                </a:lnTo>
                <a:lnTo>
                  <a:pt x="110281" y="1602305"/>
                </a:lnTo>
                <a:lnTo>
                  <a:pt x="110173" y="1617862"/>
                </a:lnTo>
                <a:lnTo>
                  <a:pt x="110239" y="1633418"/>
                </a:lnTo>
                <a:lnTo>
                  <a:pt x="110529" y="1648975"/>
                </a:lnTo>
                <a:lnTo>
                  <a:pt x="111085" y="1664531"/>
                </a:lnTo>
                <a:lnTo>
                  <a:pt x="111942" y="1680087"/>
                </a:lnTo>
                <a:lnTo>
                  <a:pt x="113122" y="1695644"/>
                </a:lnTo>
                <a:lnTo>
                  <a:pt x="114624" y="1711200"/>
                </a:lnTo>
                <a:lnTo>
                  <a:pt x="116428" y="1726756"/>
                </a:lnTo>
                <a:lnTo>
                  <a:pt x="118485" y="1742313"/>
                </a:lnTo>
                <a:lnTo>
                  <a:pt x="120720" y="1757869"/>
                </a:lnTo>
                <a:lnTo>
                  <a:pt x="123033" y="1773425"/>
                </a:lnTo>
                <a:lnTo>
                  <a:pt x="125304" y="1788982"/>
                </a:lnTo>
                <a:lnTo>
                  <a:pt x="127405" y="1804538"/>
                </a:lnTo>
                <a:lnTo>
                  <a:pt x="129206" y="1820095"/>
                </a:lnTo>
                <a:lnTo>
                  <a:pt x="130589" y="1835651"/>
                </a:lnTo>
                <a:lnTo>
                  <a:pt x="131459" y="1851207"/>
                </a:lnTo>
                <a:lnTo>
                  <a:pt x="131756" y="1866764"/>
                </a:lnTo>
                <a:lnTo>
                  <a:pt x="131756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5" name="11_all_4450">
            <a:extLst>
              <a:ext uri="{FF2B5EF4-FFF2-40B4-BE49-F238E27FC236}">
                <a16:creationId xmlns:a16="http://schemas.microsoft.com/office/drawing/2014/main" id="{0077E2EE-A1C5-4FEC-AAAE-A3321DDB4629}"/>
              </a:ext>
            </a:extLst>
          </p:cNvPr>
          <p:cNvSpPr>
            <a:spLocks noGrp="1"/>
          </p:cNvSpPr>
          <p:nvPr/>
        </p:nvSpPr>
        <p:spPr>
          <a:xfrm>
            <a:off x="2132375" y="2945978"/>
            <a:ext cx="203125" cy="1866764"/>
          </a:xfrm>
          <a:custGeom>
            <a:avLst/>
            <a:gdLst/>
            <a:ahLst/>
            <a:cxnLst/>
            <a:rect l="0" t="0" r="0" b="0"/>
            <a:pathLst>
              <a:path w="203125" h="1866764">
                <a:moveTo>
                  <a:pt x="124012" y="1866764"/>
                </a:moveTo>
                <a:lnTo>
                  <a:pt x="79113" y="1866764"/>
                </a:lnTo>
                <a:lnTo>
                  <a:pt x="79337" y="1851207"/>
                </a:lnTo>
                <a:lnTo>
                  <a:pt x="79993" y="1835651"/>
                </a:lnTo>
                <a:lnTo>
                  <a:pt x="81038" y="1820095"/>
                </a:lnTo>
                <a:lnTo>
                  <a:pt x="82403" y="1804538"/>
                </a:lnTo>
                <a:lnTo>
                  <a:pt x="84001" y="1788982"/>
                </a:lnTo>
                <a:lnTo>
                  <a:pt x="85738" y="1773425"/>
                </a:lnTo>
                <a:lnTo>
                  <a:pt x="87519" y="1757869"/>
                </a:lnTo>
                <a:lnTo>
                  <a:pt x="89257" y="1742313"/>
                </a:lnTo>
                <a:lnTo>
                  <a:pt x="90878" y="1726756"/>
                </a:lnTo>
                <a:lnTo>
                  <a:pt x="92324" y="1711200"/>
                </a:lnTo>
                <a:lnTo>
                  <a:pt x="93558" y="1695644"/>
                </a:lnTo>
                <a:lnTo>
                  <a:pt x="94560" y="1680087"/>
                </a:lnTo>
                <a:lnTo>
                  <a:pt x="95327" y="1664531"/>
                </a:lnTo>
                <a:lnTo>
                  <a:pt x="95868" y="1648975"/>
                </a:lnTo>
                <a:lnTo>
                  <a:pt x="96203" y="1633418"/>
                </a:lnTo>
                <a:lnTo>
                  <a:pt x="96358" y="1617862"/>
                </a:lnTo>
                <a:lnTo>
                  <a:pt x="96362" y="1602305"/>
                </a:lnTo>
                <a:lnTo>
                  <a:pt x="96245" y="1586749"/>
                </a:lnTo>
                <a:lnTo>
                  <a:pt x="96036" y="1571193"/>
                </a:lnTo>
                <a:lnTo>
                  <a:pt x="95763" y="1555636"/>
                </a:lnTo>
                <a:lnTo>
                  <a:pt x="95449" y="1540080"/>
                </a:lnTo>
                <a:lnTo>
                  <a:pt x="95113" y="1524524"/>
                </a:lnTo>
                <a:lnTo>
                  <a:pt x="94773" y="1508967"/>
                </a:lnTo>
                <a:lnTo>
                  <a:pt x="94441" y="1493411"/>
                </a:lnTo>
                <a:lnTo>
                  <a:pt x="94126" y="1477855"/>
                </a:lnTo>
                <a:lnTo>
                  <a:pt x="93837" y="1462298"/>
                </a:lnTo>
                <a:lnTo>
                  <a:pt x="93575" y="1446742"/>
                </a:lnTo>
                <a:lnTo>
                  <a:pt x="93344" y="1431185"/>
                </a:lnTo>
                <a:lnTo>
                  <a:pt x="93142" y="1415629"/>
                </a:lnTo>
                <a:lnTo>
                  <a:pt x="92970" y="1400073"/>
                </a:lnTo>
                <a:lnTo>
                  <a:pt x="92824" y="1384516"/>
                </a:lnTo>
                <a:lnTo>
                  <a:pt x="92703" y="1368960"/>
                </a:lnTo>
                <a:lnTo>
                  <a:pt x="92605" y="1353404"/>
                </a:lnTo>
                <a:lnTo>
                  <a:pt x="92527" y="1337847"/>
                </a:lnTo>
                <a:lnTo>
                  <a:pt x="92468" y="1322291"/>
                </a:lnTo>
                <a:lnTo>
                  <a:pt x="92426" y="1306735"/>
                </a:lnTo>
                <a:lnTo>
                  <a:pt x="92402" y="1291178"/>
                </a:lnTo>
                <a:lnTo>
                  <a:pt x="92392" y="1275622"/>
                </a:lnTo>
                <a:lnTo>
                  <a:pt x="92395" y="1260065"/>
                </a:lnTo>
                <a:lnTo>
                  <a:pt x="92406" y="1244509"/>
                </a:lnTo>
                <a:lnTo>
                  <a:pt x="92419" y="1228953"/>
                </a:lnTo>
                <a:lnTo>
                  <a:pt x="92424" y="1213396"/>
                </a:lnTo>
                <a:lnTo>
                  <a:pt x="92412" y="1197840"/>
                </a:lnTo>
                <a:lnTo>
                  <a:pt x="92367" y="1182284"/>
                </a:lnTo>
                <a:lnTo>
                  <a:pt x="92273" y="1166727"/>
                </a:lnTo>
                <a:lnTo>
                  <a:pt x="92114" y="1151171"/>
                </a:lnTo>
                <a:lnTo>
                  <a:pt x="91871" y="1135615"/>
                </a:lnTo>
                <a:lnTo>
                  <a:pt x="91529" y="1120058"/>
                </a:lnTo>
                <a:lnTo>
                  <a:pt x="91074" y="1104502"/>
                </a:lnTo>
                <a:lnTo>
                  <a:pt x="90501" y="1088945"/>
                </a:lnTo>
                <a:lnTo>
                  <a:pt x="89811" y="1073389"/>
                </a:lnTo>
                <a:lnTo>
                  <a:pt x="89017" y="1057833"/>
                </a:lnTo>
                <a:lnTo>
                  <a:pt x="88141" y="1042276"/>
                </a:lnTo>
                <a:lnTo>
                  <a:pt x="87219" y="1026720"/>
                </a:lnTo>
                <a:lnTo>
                  <a:pt x="86295" y="1011164"/>
                </a:lnTo>
                <a:lnTo>
                  <a:pt x="85422" y="995607"/>
                </a:lnTo>
                <a:lnTo>
                  <a:pt x="84653" y="980051"/>
                </a:lnTo>
                <a:lnTo>
                  <a:pt x="84040" y="964495"/>
                </a:lnTo>
                <a:lnTo>
                  <a:pt x="83626" y="948938"/>
                </a:lnTo>
                <a:lnTo>
                  <a:pt x="83440" y="933382"/>
                </a:lnTo>
                <a:lnTo>
                  <a:pt x="83495" y="917825"/>
                </a:lnTo>
                <a:lnTo>
                  <a:pt x="83782" y="902269"/>
                </a:lnTo>
                <a:lnTo>
                  <a:pt x="84276" y="886713"/>
                </a:lnTo>
                <a:lnTo>
                  <a:pt x="84933" y="871156"/>
                </a:lnTo>
                <a:lnTo>
                  <a:pt x="85698" y="855600"/>
                </a:lnTo>
                <a:lnTo>
                  <a:pt x="86507" y="840044"/>
                </a:lnTo>
                <a:lnTo>
                  <a:pt x="87300" y="824487"/>
                </a:lnTo>
                <a:lnTo>
                  <a:pt x="88017" y="808931"/>
                </a:lnTo>
                <a:lnTo>
                  <a:pt x="88613" y="793375"/>
                </a:lnTo>
                <a:lnTo>
                  <a:pt x="89054" y="777818"/>
                </a:lnTo>
                <a:lnTo>
                  <a:pt x="89327" y="762262"/>
                </a:lnTo>
                <a:lnTo>
                  <a:pt x="89431" y="746705"/>
                </a:lnTo>
                <a:lnTo>
                  <a:pt x="89384" y="731149"/>
                </a:lnTo>
                <a:lnTo>
                  <a:pt x="89217" y="715593"/>
                </a:lnTo>
                <a:lnTo>
                  <a:pt x="88970" y="700036"/>
                </a:lnTo>
                <a:lnTo>
                  <a:pt x="88688" y="684480"/>
                </a:lnTo>
                <a:lnTo>
                  <a:pt x="88419" y="668924"/>
                </a:lnTo>
                <a:lnTo>
                  <a:pt x="88204" y="653367"/>
                </a:lnTo>
                <a:lnTo>
                  <a:pt x="88078" y="637811"/>
                </a:lnTo>
                <a:lnTo>
                  <a:pt x="88066" y="622255"/>
                </a:lnTo>
                <a:lnTo>
                  <a:pt x="88182" y="606698"/>
                </a:lnTo>
                <a:lnTo>
                  <a:pt x="88427" y="591142"/>
                </a:lnTo>
                <a:lnTo>
                  <a:pt x="88792" y="575585"/>
                </a:lnTo>
                <a:lnTo>
                  <a:pt x="89260" y="560029"/>
                </a:lnTo>
                <a:lnTo>
                  <a:pt x="89809" y="544473"/>
                </a:lnTo>
                <a:lnTo>
                  <a:pt x="90413" y="528916"/>
                </a:lnTo>
                <a:lnTo>
                  <a:pt x="91048" y="513360"/>
                </a:lnTo>
                <a:lnTo>
                  <a:pt x="91692" y="497804"/>
                </a:lnTo>
                <a:lnTo>
                  <a:pt x="92327" y="482247"/>
                </a:lnTo>
                <a:lnTo>
                  <a:pt x="92937" y="466691"/>
                </a:lnTo>
                <a:lnTo>
                  <a:pt x="93513" y="451135"/>
                </a:lnTo>
                <a:lnTo>
                  <a:pt x="94049" y="435578"/>
                </a:lnTo>
                <a:lnTo>
                  <a:pt x="94540" y="420022"/>
                </a:lnTo>
                <a:lnTo>
                  <a:pt x="94983" y="404465"/>
                </a:lnTo>
                <a:lnTo>
                  <a:pt x="95374" y="388909"/>
                </a:lnTo>
                <a:lnTo>
                  <a:pt x="95708" y="373353"/>
                </a:lnTo>
                <a:lnTo>
                  <a:pt x="95974" y="357796"/>
                </a:lnTo>
                <a:lnTo>
                  <a:pt x="96156" y="342240"/>
                </a:lnTo>
                <a:lnTo>
                  <a:pt x="96229" y="326684"/>
                </a:lnTo>
                <a:lnTo>
                  <a:pt x="96154" y="311127"/>
                </a:lnTo>
                <a:lnTo>
                  <a:pt x="95879" y="295571"/>
                </a:lnTo>
                <a:lnTo>
                  <a:pt x="95331" y="280015"/>
                </a:lnTo>
                <a:lnTo>
                  <a:pt x="94420" y="264458"/>
                </a:lnTo>
                <a:lnTo>
                  <a:pt x="93034" y="248902"/>
                </a:lnTo>
                <a:lnTo>
                  <a:pt x="91049" y="233345"/>
                </a:lnTo>
                <a:lnTo>
                  <a:pt x="88331" y="217789"/>
                </a:lnTo>
                <a:lnTo>
                  <a:pt x="84753" y="202233"/>
                </a:lnTo>
                <a:lnTo>
                  <a:pt x="80206" y="186676"/>
                </a:lnTo>
                <a:lnTo>
                  <a:pt x="74623" y="171120"/>
                </a:lnTo>
                <a:lnTo>
                  <a:pt x="67996" y="155564"/>
                </a:lnTo>
                <a:lnTo>
                  <a:pt x="60397" y="140007"/>
                </a:lnTo>
                <a:lnTo>
                  <a:pt x="51992" y="124451"/>
                </a:lnTo>
                <a:lnTo>
                  <a:pt x="43042" y="108895"/>
                </a:lnTo>
                <a:lnTo>
                  <a:pt x="33905" y="93338"/>
                </a:lnTo>
                <a:lnTo>
                  <a:pt x="25011" y="77782"/>
                </a:lnTo>
                <a:lnTo>
                  <a:pt x="16834" y="62225"/>
                </a:lnTo>
                <a:lnTo>
                  <a:pt x="9853" y="46669"/>
                </a:lnTo>
                <a:lnTo>
                  <a:pt x="4507" y="31113"/>
                </a:lnTo>
                <a:lnTo>
                  <a:pt x="1146" y="15556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79" y="15556"/>
                </a:lnTo>
                <a:lnTo>
                  <a:pt x="198618" y="31113"/>
                </a:lnTo>
                <a:lnTo>
                  <a:pt x="193272" y="46669"/>
                </a:lnTo>
                <a:lnTo>
                  <a:pt x="186291" y="62225"/>
                </a:lnTo>
                <a:lnTo>
                  <a:pt x="178114" y="77782"/>
                </a:lnTo>
                <a:lnTo>
                  <a:pt x="169220" y="93338"/>
                </a:lnTo>
                <a:lnTo>
                  <a:pt x="160083" y="108895"/>
                </a:lnTo>
                <a:lnTo>
                  <a:pt x="151133" y="124451"/>
                </a:lnTo>
                <a:lnTo>
                  <a:pt x="142728" y="140007"/>
                </a:lnTo>
                <a:lnTo>
                  <a:pt x="135129" y="155564"/>
                </a:lnTo>
                <a:lnTo>
                  <a:pt x="128502" y="171120"/>
                </a:lnTo>
                <a:lnTo>
                  <a:pt x="122919" y="186676"/>
                </a:lnTo>
                <a:lnTo>
                  <a:pt x="118372" y="202233"/>
                </a:lnTo>
                <a:lnTo>
                  <a:pt x="114794" y="217789"/>
                </a:lnTo>
                <a:lnTo>
                  <a:pt x="112076" y="233345"/>
                </a:lnTo>
                <a:lnTo>
                  <a:pt x="110091" y="248902"/>
                </a:lnTo>
                <a:lnTo>
                  <a:pt x="108705" y="264458"/>
                </a:lnTo>
                <a:lnTo>
                  <a:pt x="107794" y="280015"/>
                </a:lnTo>
                <a:lnTo>
                  <a:pt x="107246" y="295571"/>
                </a:lnTo>
                <a:lnTo>
                  <a:pt x="106971" y="311127"/>
                </a:lnTo>
                <a:lnTo>
                  <a:pt x="106896" y="326684"/>
                </a:lnTo>
                <a:lnTo>
                  <a:pt x="106969" y="342240"/>
                </a:lnTo>
                <a:lnTo>
                  <a:pt x="107151" y="357796"/>
                </a:lnTo>
                <a:lnTo>
                  <a:pt x="107417" y="373353"/>
                </a:lnTo>
                <a:lnTo>
                  <a:pt x="107751" y="388909"/>
                </a:lnTo>
                <a:lnTo>
                  <a:pt x="108142" y="404465"/>
                </a:lnTo>
                <a:lnTo>
                  <a:pt x="108585" y="420022"/>
                </a:lnTo>
                <a:lnTo>
                  <a:pt x="109076" y="435578"/>
                </a:lnTo>
                <a:lnTo>
                  <a:pt x="109612" y="451135"/>
                </a:lnTo>
                <a:lnTo>
                  <a:pt x="110188" y="466691"/>
                </a:lnTo>
                <a:lnTo>
                  <a:pt x="110798" y="482247"/>
                </a:lnTo>
                <a:lnTo>
                  <a:pt x="111433" y="497804"/>
                </a:lnTo>
                <a:lnTo>
                  <a:pt x="112077" y="513360"/>
                </a:lnTo>
                <a:lnTo>
                  <a:pt x="112712" y="528916"/>
                </a:lnTo>
                <a:lnTo>
                  <a:pt x="113316" y="544473"/>
                </a:lnTo>
                <a:lnTo>
                  <a:pt x="113865" y="560029"/>
                </a:lnTo>
                <a:lnTo>
                  <a:pt x="114333" y="575585"/>
                </a:lnTo>
                <a:lnTo>
                  <a:pt x="114698" y="591142"/>
                </a:lnTo>
                <a:lnTo>
                  <a:pt x="114943" y="606698"/>
                </a:lnTo>
                <a:lnTo>
                  <a:pt x="115059" y="622255"/>
                </a:lnTo>
                <a:lnTo>
                  <a:pt x="115047" y="637811"/>
                </a:lnTo>
                <a:lnTo>
                  <a:pt x="114921" y="653367"/>
                </a:lnTo>
                <a:lnTo>
                  <a:pt x="114706" y="668924"/>
                </a:lnTo>
                <a:lnTo>
                  <a:pt x="114437" y="684480"/>
                </a:lnTo>
                <a:lnTo>
                  <a:pt x="114155" y="700036"/>
                </a:lnTo>
                <a:lnTo>
                  <a:pt x="113908" y="715593"/>
                </a:lnTo>
                <a:lnTo>
                  <a:pt x="113741" y="731149"/>
                </a:lnTo>
                <a:lnTo>
                  <a:pt x="113694" y="746705"/>
                </a:lnTo>
                <a:lnTo>
                  <a:pt x="113798" y="762262"/>
                </a:lnTo>
                <a:lnTo>
                  <a:pt x="114071" y="777818"/>
                </a:lnTo>
                <a:lnTo>
                  <a:pt x="114512" y="793375"/>
                </a:lnTo>
                <a:lnTo>
                  <a:pt x="115108" y="808931"/>
                </a:lnTo>
                <a:lnTo>
                  <a:pt x="115825" y="824487"/>
                </a:lnTo>
                <a:lnTo>
                  <a:pt x="116618" y="840044"/>
                </a:lnTo>
                <a:lnTo>
                  <a:pt x="117427" y="855600"/>
                </a:lnTo>
                <a:lnTo>
                  <a:pt x="118192" y="871156"/>
                </a:lnTo>
                <a:lnTo>
                  <a:pt x="118849" y="886713"/>
                </a:lnTo>
                <a:lnTo>
                  <a:pt x="119343" y="902269"/>
                </a:lnTo>
                <a:lnTo>
                  <a:pt x="119630" y="917825"/>
                </a:lnTo>
                <a:lnTo>
                  <a:pt x="119685" y="933382"/>
                </a:lnTo>
                <a:lnTo>
                  <a:pt x="119499" y="948938"/>
                </a:lnTo>
                <a:lnTo>
                  <a:pt x="119085" y="964495"/>
                </a:lnTo>
                <a:lnTo>
                  <a:pt x="118472" y="980051"/>
                </a:lnTo>
                <a:lnTo>
                  <a:pt x="117703" y="995607"/>
                </a:lnTo>
                <a:lnTo>
                  <a:pt x="116830" y="1011164"/>
                </a:lnTo>
                <a:lnTo>
                  <a:pt x="115906" y="1026720"/>
                </a:lnTo>
                <a:lnTo>
                  <a:pt x="114984" y="1042276"/>
                </a:lnTo>
                <a:lnTo>
                  <a:pt x="114108" y="1057833"/>
                </a:lnTo>
                <a:lnTo>
                  <a:pt x="113314" y="1073389"/>
                </a:lnTo>
                <a:lnTo>
                  <a:pt x="112624" y="1088945"/>
                </a:lnTo>
                <a:lnTo>
                  <a:pt x="112051" y="1104502"/>
                </a:lnTo>
                <a:lnTo>
                  <a:pt x="111596" y="1120058"/>
                </a:lnTo>
                <a:lnTo>
                  <a:pt x="111254" y="1135615"/>
                </a:lnTo>
                <a:lnTo>
                  <a:pt x="111011" y="1151171"/>
                </a:lnTo>
                <a:lnTo>
                  <a:pt x="110852" y="1166727"/>
                </a:lnTo>
                <a:lnTo>
                  <a:pt x="110758" y="1182284"/>
                </a:lnTo>
                <a:lnTo>
                  <a:pt x="110713" y="1197840"/>
                </a:lnTo>
                <a:lnTo>
                  <a:pt x="110701" y="1213396"/>
                </a:lnTo>
                <a:lnTo>
                  <a:pt x="110706" y="1228953"/>
                </a:lnTo>
                <a:lnTo>
                  <a:pt x="110719" y="1244509"/>
                </a:lnTo>
                <a:lnTo>
                  <a:pt x="110730" y="1260065"/>
                </a:lnTo>
                <a:lnTo>
                  <a:pt x="110733" y="1275622"/>
                </a:lnTo>
                <a:lnTo>
                  <a:pt x="110723" y="1291178"/>
                </a:lnTo>
                <a:lnTo>
                  <a:pt x="110699" y="1306735"/>
                </a:lnTo>
                <a:lnTo>
                  <a:pt x="110657" y="1322291"/>
                </a:lnTo>
                <a:lnTo>
                  <a:pt x="110598" y="1337847"/>
                </a:lnTo>
                <a:lnTo>
                  <a:pt x="110520" y="1353404"/>
                </a:lnTo>
                <a:lnTo>
                  <a:pt x="110422" y="1368960"/>
                </a:lnTo>
                <a:lnTo>
                  <a:pt x="110301" y="1384516"/>
                </a:lnTo>
                <a:lnTo>
                  <a:pt x="110155" y="1400073"/>
                </a:lnTo>
                <a:lnTo>
                  <a:pt x="109983" y="1415629"/>
                </a:lnTo>
                <a:lnTo>
                  <a:pt x="109781" y="1431185"/>
                </a:lnTo>
                <a:lnTo>
                  <a:pt x="109550" y="1446742"/>
                </a:lnTo>
                <a:lnTo>
                  <a:pt x="109288" y="1462298"/>
                </a:lnTo>
                <a:lnTo>
                  <a:pt x="108999" y="1477855"/>
                </a:lnTo>
                <a:lnTo>
                  <a:pt x="108684" y="1493411"/>
                </a:lnTo>
                <a:lnTo>
                  <a:pt x="108352" y="1508967"/>
                </a:lnTo>
                <a:lnTo>
                  <a:pt x="108012" y="1524524"/>
                </a:lnTo>
                <a:lnTo>
                  <a:pt x="107676" y="1540080"/>
                </a:lnTo>
                <a:lnTo>
                  <a:pt x="107362" y="1555636"/>
                </a:lnTo>
                <a:lnTo>
                  <a:pt x="107089" y="1571193"/>
                </a:lnTo>
                <a:lnTo>
                  <a:pt x="106880" y="1586749"/>
                </a:lnTo>
                <a:lnTo>
                  <a:pt x="106763" y="1602305"/>
                </a:lnTo>
                <a:lnTo>
                  <a:pt x="106767" y="1617862"/>
                </a:lnTo>
                <a:lnTo>
                  <a:pt x="106922" y="1633418"/>
                </a:lnTo>
                <a:lnTo>
                  <a:pt x="107257" y="1648975"/>
                </a:lnTo>
                <a:lnTo>
                  <a:pt x="107798" y="1664531"/>
                </a:lnTo>
                <a:lnTo>
                  <a:pt x="108565" y="1680087"/>
                </a:lnTo>
                <a:lnTo>
                  <a:pt x="109567" y="1695644"/>
                </a:lnTo>
                <a:lnTo>
                  <a:pt x="110801" y="1711200"/>
                </a:lnTo>
                <a:lnTo>
                  <a:pt x="112247" y="1726756"/>
                </a:lnTo>
                <a:lnTo>
                  <a:pt x="113868" y="1742313"/>
                </a:lnTo>
                <a:lnTo>
                  <a:pt x="115606" y="1757869"/>
                </a:lnTo>
                <a:lnTo>
                  <a:pt x="117387" y="1773425"/>
                </a:lnTo>
                <a:lnTo>
                  <a:pt x="119124" y="1788982"/>
                </a:lnTo>
                <a:lnTo>
                  <a:pt x="120722" y="1804538"/>
                </a:lnTo>
                <a:lnTo>
                  <a:pt x="122087" y="1820095"/>
                </a:lnTo>
                <a:lnTo>
                  <a:pt x="123132" y="1835651"/>
                </a:lnTo>
                <a:lnTo>
                  <a:pt x="123788" y="1851207"/>
                </a:lnTo>
                <a:lnTo>
                  <a:pt x="124012" y="1866764"/>
                </a:lnTo>
                <a:lnTo>
                  <a:pt x="124012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" name="11_all_4451">
            <a:extLst>
              <a:ext uri="{FF2B5EF4-FFF2-40B4-BE49-F238E27FC236}">
                <a16:creationId xmlns:a16="http://schemas.microsoft.com/office/drawing/2014/main" id="{64FA83BA-AAB0-428C-AA25-28C22B07E7A0}"/>
              </a:ext>
            </a:extLst>
          </p:cNvPr>
          <p:cNvSpPr>
            <a:spLocks noGrp="1"/>
          </p:cNvSpPr>
          <p:nvPr/>
        </p:nvSpPr>
        <p:spPr>
          <a:xfrm>
            <a:off x="2913625" y="2945978"/>
            <a:ext cx="203125" cy="1866764"/>
          </a:xfrm>
          <a:custGeom>
            <a:avLst/>
            <a:gdLst/>
            <a:ahLst/>
            <a:cxnLst/>
            <a:rect l="0" t="0" r="0" b="0"/>
            <a:pathLst>
              <a:path w="203125" h="1866764">
                <a:moveTo>
                  <a:pt x="120942" y="1866764"/>
                </a:moveTo>
                <a:lnTo>
                  <a:pt x="82183" y="1866764"/>
                </a:lnTo>
                <a:lnTo>
                  <a:pt x="82367" y="1851207"/>
                </a:lnTo>
                <a:lnTo>
                  <a:pt x="82906" y="1835651"/>
                </a:lnTo>
                <a:lnTo>
                  <a:pt x="83763" y="1820095"/>
                </a:lnTo>
                <a:lnTo>
                  <a:pt x="84879" y="1804538"/>
                </a:lnTo>
                <a:lnTo>
                  <a:pt x="86184" y="1788982"/>
                </a:lnTo>
                <a:lnTo>
                  <a:pt x="87598" y="1773425"/>
                </a:lnTo>
                <a:lnTo>
                  <a:pt x="89042" y="1757869"/>
                </a:lnTo>
                <a:lnTo>
                  <a:pt x="90444" y="1742313"/>
                </a:lnTo>
                <a:lnTo>
                  <a:pt x="91743" y="1726756"/>
                </a:lnTo>
                <a:lnTo>
                  <a:pt x="92894" y="1711200"/>
                </a:lnTo>
                <a:lnTo>
                  <a:pt x="93867" y="1695644"/>
                </a:lnTo>
                <a:lnTo>
                  <a:pt x="94649" y="1680087"/>
                </a:lnTo>
                <a:lnTo>
                  <a:pt x="95237" y="1664531"/>
                </a:lnTo>
                <a:lnTo>
                  <a:pt x="95643" y="1648975"/>
                </a:lnTo>
                <a:lnTo>
                  <a:pt x="95885" y="1633418"/>
                </a:lnTo>
                <a:lnTo>
                  <a:pt x="95984" y="1617862"/>
                </a:lnTo>
                <a:lnTo>
                  <a:pt x="95967" y="1602305"/>
                </a:lnTo>
                <a:lnTo>
                  <a:pt x="95856" y="1586749"/>
                </a:lnTo>
                <a:lnTo>
                  <a:pt x="95676" y="1571193"/>
                </a:lnTo>
                <a:lnTo>
                  <a:pt x="95448" y="1555636"/>
                </a:lnTo>
                <a:lnTo>
                  <a:pt x="95190" y="1540080"/>
                </a:lnTo>
                <a:lnTo>
                  <a:pt x="94916" y="1524524"/>
                </a:lnTo>
                <a:lnTo>
                  <a:pt x="94639" y="1508967"/>
                </a:lnTo>
                <a:lnTo>
                  <a:pt x="94368" y="1493411"/>
                </a:lnTo>
                <a:lnTo>
                  <a:pt x="94110" y="1477855"/>
                </a:lnTo>
                <a:lnTo>
                  <a:pt x="93871" y="1462298"/>
                </a:lnTo>
                <a:lnTo>
                  <a:pt x="93653" y="1446742"/>
                </a:lnTo>
                <a:lnTo>
                  <a:pt x="93459" y="1431185"/>
                </a:lnTo>
                <a:lnTo>
                  <a:pt x="93287" y="1415629"/>
                </a:lnTo>
                <a:lnTo>
                  <a:pt x="93138" y="1400073"/>
                </a:lnTo>
                <a:lnTo>
                  <a:pt x="93011" y="1384516"/>
                </a:lnTo>
                <a:lnTo>
                  <a:pt x="92904" y="1368960"/>
                </a:lnTo>
                <a:lnTo>
                  <a:pt x="92816" y="1353404"/>
                </a:lnTo>
                <a:lnTo>
                  <a:pt x="92745" y="1337847"/>
                </a:lnTo>
                <a:lnTo>
                  <a:pt x="92691" y="1322291"/>
                </a:lnTo>
                <a:lnTo>
                  <a:pt x="92653" y="1306735"/>
                </a:lnTo>
                <a:lnTo>
                  <a:pt x="92631" y="1291178"/>
                </a:lnTo>
                <a:lnTo>
                  <a:pt x="92623" y="1275622"/>
                </a:lnTo>
                <a:lnTo>
                  <a:pt x="92626" y="1260065"/>
                </a:lnTo>
                <a:lnTo>
                  <a:pt x="92637" y="1244509"/>
                </a:lnTo>
                <a:lnTo>
                  <a:pt x="92650" y="1228953"/>
                </a:lnTo>
                <a:lnTo>
                  <a:pt x="92655" y="1213396"/>
                </a:lnTo>
                <a:lnTo>
                  <a:pt x="92643" y="1197840"/>
                </a:lnTo>
                <a:lnTo>
                  <a:pt x="92599" y="1182284"/>
                </a:lnTo>
                <a:lnTo>
                  <a:pt x="92508" y="1166727"/>
                </a:lnTo>
                <a:lnTo>
                  <a:pt x="92353" y="1151171"/>
                </a:lnTo>
                <a:lnTo>
                  <a:pt x="92116" y="1135615"/>
                </a:lnTo>
                <a:lnTo>
                  <a:pt x="91782" y="1120058"/>
                </a:lnTo>
                <a:lnTo>
                  <a:pt x="91339" y="1104502"/>
                </a:lnTo>
                <a:lnTo>
                  <a:pt x="90781" y="1088945"/>
                </a:lnTo>
                <a:lnTo>
                  <a:pt x="90109" y="1073389"/>
                </a:lnTo>
                <a:lnTo>
                  <a:pt x="89334" y="1057833"/>
                </a:lnTo>
                <a:lnTo>
                  <a:pt x="88481" y="1042276"/>
                </a:lnTo>
                <a:lnTo>
                  <a:pt x="87582" y="1026720"/>
                </a:lnTo>
                <a:lnTo>
                  <a:pt x="86682" y="1011164"/>
                </a:lnTo>
                <a:lnTo>
                  <a:pt x="85831" y="995607"/>
                </a:lnTo>
                <a:lnTo>
                  <a:pt x="85082" y="980051"/>
                </a:lnTo>
                <a:lnTo>
                  <a:pt x="84486" y="964495"/>
                </a:lnTo>
                <a:lnTo>
                  <a:pt x="84084" y="948938"/>
                </a:lnTo>
                <a:lnTo>
                  <a:pt x="83905" y="933382"/>
                </a:lnTo>
                <a:lnTo>
                  <a:pt x="83962" y="917825"/>
                </a:lnTo>
                <a:lnTo>
                  <a:pt x="84248" y="902269"/>
                </a:lnTo>
                <a:lnTo>
                  <a:pt x="84737" y="886713"/>
                </a:lnTo>
                <a:lnTo>
                  <a:pt x="85388" y="871156"/>
                </a:lnTo>
                <a:lnTo>
                  <a:pt x="86148" y="855600"/>
                </a:lnTo>
                <a:lnTo>
                  <a:pt x="86957" y="840044"/>
                </a:lnTo>
                <a:lnTo>
                  <a:pt x="87754" y="824487"/>
                </a:lnTo>
                <a:lnTo>
                  <a:pt x="88484" y="808931"/>
                </a:lnTo>
                <a:lnTo>
                  <a:pt x="89102" y="793375"/>
                </a:lnTo>
                <a:lnTo>
                  <a:pt x="89577" y="777818"/>
                </a:lnTo>
                <a:lnTo>
                  <a:pt x="89893" y="762262"/>
                </a:lnTo>
                <a:lnTo>
                  <a:pt x="90049" y="746705"/>
                </a:lnTo>
                <a:lnTo>
                  <a:pt x="90062" y="731149"/>
                </a:lnTo>
                <a:lnTo>
                  <a:pt x="89959" y="715593"/>
                </a:lnTo>
                <a:lnTo>
                  <a:pt x="89776" y="700036"/>
                </a:lnTo>
                <a:lnTo>
                  <a:pt x="89554" y="684480"/>
                </a:lnTo>
                <a:lnTo>
                  <a:pt x="89336" y="668924"/>
                </a:lnTo>
                <a:lnTo>
                  <a:pt x="89161" y="653367"/>
                </a:lnTo>
                <a:lnTo>
                  <a:pt x="89059" y="637811"/>
                </a:lnTo>
                <a:lnTo>
                  <a:pt x="89053" y="622255"/>
                </a:lnTo>
                <a:lnTo>
                  <a:pt x="89156" y="606698"/>
                </a:lnTo>
                <a:lnTo>
                  <a:pt x="89369" y="591142"/>
                </a:lnTo>
                <a:lnTo>
                  <a:pt x="89685" y="575585"/>
                </a:lnTo>
                <a:lnTo>
                  <a:pt x="90089" y="560029"/>
                </a:lnTo>
                <a:lnTo>
                  <a:pt x="90562" y="544473"/>
                </a:lnTo>
                <a:lnTo>
                  <a:pt x="91082" y="528916"/>
                </a:lnTo>
                <a:lnTo>
                  <a:pt x="91628" y="513360"/>
                </a:lnTo>
                <a:lnTo>
                  <a:pt x="92181" y="497804"/>
                </a:lnTo>
                <a:lnTo>
                  <a:pt x="92726" y="482247"/>
                </a:lnTo>
                <a:lnTo>
                  <a:pt x="93253" y="466691"/>
                </a:lnTo>
                <a:lnTo>
                  <a:pt x="93752" y="451135"/>
                </a:lnTo>
                <a:lnTo>
                  <a:pt x="94220" y="435578"/>
                </a:lnTo>
                <a:lnTo>
                  <a:pt x="94653" y="420022"/>
                </a:lnTo>
                <a:lnTo>
                  <a:pt x="95051" y="404465"/>
                </a:lnTo>
                <a:lnTo>
                  <a:pt x="95410" y="388909"/>
                </a:lnTo>
                <a:lnTo>
                  <a:pt x="95725" y="373353"/>
                </a:lnTo>
                <a:lnTo>
                  <a:pt x="95985" y="357796"/>
                </a:lnTo>
                <a:lnTo>
                  <a:pt x="96173" y="342240"/>
                </a:lnTo>
                <a:lnTo>
                  <a:pt x="96263" y="326684"/>
                </a:lnTo>
                <a:lnTo>
                  <a:pt x="96213" y="311127"/>
                </a:lnTo>
                <a:lnTo>
                  <a:pt x="95968" y="295571"/>
                </a:lnTo>
                <a:lnTo>
                  <a:pt x="95452" y="280015"/>
                </a:lnTo>
                <a:lnTo>
                  <a:pt x="94571" y="264458"/>
                </a:lnTo>
                <a:lnTo>
                  <a:pt x="93212" y="248902"/>
                </a:lnTo>
                <a:lnTo>
                  <a:pt x="91248" y="233345"/>
                </a:lnTo>
                <a:lnTo>
                  <a:pt x="88542" y="217789"/>
                </a:lnTo>
                <a:lnTo>
                  <a:pt x="84968" y="202233"/>
                </a:lnTo>
                <a:lnTo>
                  <a:pt x="80416" y="186676"/>
                </a:lnTo>
                <a:lnTo>
                  <a:pt x="74821" y="171120"/>
                </a:lnTo>
                <a:lnTo>
                  <a:pt x="68176" y="155564"/>
                </a:lnTo>
                <a:lnTo>
                  <a:pt x="60554" y="140007"/>
                </a:lnTo>
                <a:lnTo>
                  <a:pt x="52123" y="124451"/>
                </a:lnTo>
                <a:lnTo>
                  <a:pt x="43148" y="108895"/>
                </a:lnTo>
                <a:lnTo>
                  <a:pt x="33985" y="93338"/>
                </a:lnTo>
                <a:lnTo>
                  <a:pt x="25068" y="77782"/>
                </a:lnTo>
                <a:lnTo>
                  <a:pt x="16871" y="62225"/>
                </a:lnTo>
                <a:lnTo>
                  <a:pt x="9874" y="46669"/>
                </a:lnTo>
                <a:lnTo>
                  <a:pt x="4516" y="31113"/>
                </a:lnTo>
                <a:lnTo>
                  <a:pt x="1149" y="15556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76" y="15556"/>
                </a:lnTo>
                <a:lnTo>
                  <a:pt x="198609" y="31113"/>
                </a:lnTo>
                <a:lnTo>
                  <a:pt x="193251" y="46669"/>
                </a:lnTo>
                <a:lnTo>
                  <a:pt x="186254" y="62225"/>
                </a:lnTo>
                <a:lnTo>
                  <a:pt x="178057" y="77782"/>
                </a:lnTo>
                <a:lnTo>
                  <a:pt x="169140" y="93338"/>
                </a:lnTo>
                <a:lnTo>
                  <a:pt x="159977" y="108895"/>
                </a:lnTo>
                <a:lnTo>
                  <a:pt x="151002" y="124451"/>
                </a:lnTo>
                <a:lnTo>
                  <a:pt x="142571" y="140007"/>
                </a:lnTo>
                <a:lnTo>
                  <a:pt x="134950" y="155564"/>
                </a:lnTo>
                <a:lnTo>
                  <a:pt x="128304" y="171120"/>
                </a:lnTo>
                <a:lnTo>
                  <a:pt x="122709" y="186676"/>
                </a:lnTo>
                <a:lnTo>
                  <a:pt x="118157" y="202233"/>
                </a:lnTo>
                <a:lnTo>
                  <a:pt x="114583" y="217789"/>
                </a:lnTo>
                <a:lnTo>
                  <a:pt x="111877" y="233345"/>
                </a:lnTo>
                <a:lnTo>
                  <a:pt x="109913" y="248902"/>
                </a:lnTo>
                <a:lnTo>
                  <a:pt x="108554" y="264458"/>
                </a:lnTo>
                <a:lnTo>
                  <a:pt x="107673" y="280015"/>
                </a:lnTo>
                <a:lnTo>
                  <a:pt x="107157" y="295571"/>
                </a:lnTo>
                <a:lnTo>
                  <a:pt x="106912" y="311127"/>
                </a:lnTo>
                <a:lnTo>
                  <a:pt x="106862" y="326684"/>
                </a:lnTo>
                <a:lnTo>
                  <a:pt x="106952" y="342240"/>
                </a:lnTo>
                <a:lnTo>
                  <a:pt x="107140" y="357796"/>
                </a:lnTo>
                <a:lnTo>
                  <a:pt x="107400" y="373353"/>
                </a:lnTo>
                <a:lnTo>
                  <a:pt x="107715" y="388909"/>
                </a:lnTo>
                <a:lnTo>
                  <a:pt x="108074" y="404465"/>
                </a:lnTo>
                <a:lnTo>
                  <a:pt x="108472" y="420022"/>
                </a:lnTo>
                <a:lnTo>
                  <a:pt x="108905" y="435578"/>
                </a:lnTo>
                <a:lnTo>
                  <a:pt x="109373" y="451135"/>
                </a:lnTo>
                <a:lnTo>
                  <a:pt x="109872" y="466691"/>
                </a:lnTo>
                <a:lnTo>
                  <a:pt x="110399" y="482247"/>
                </a:lnTo>
                <a:lnTo>
                  <a:pt x="110944" y="497804"/>
                </a:lnTo>
                <a:lnTo>
                  <a:pt x="111497" y="513360"/>
                </a:lnTo>
                <a:lnTo>
                  <a:pt x="112043" y="528916"/>
                </a:lnTo>
                <a:lnTo>
                  <a:pt x="112563" y="544473"/>
                </a:lnTo>
                <a:lnTo>
                  <a:pt x="113036" y="560029"/>
                </a:lnTo>
                <a:lnTo>
                  <a:pt x="113440" y="575585"/>
                </a:lnTo>
                <a:lnTo>
                  <a:pt x="113756" y="591142"/>
                </a:lnTo>
                <a:lnTo>
                  <a:pt x="113969" y="606698"/>
                </a:lnTo>
                <a:lnTo>
                  <a:pt x="114072" y="622255"/>
                </a:lnTo>
                <a:lnTo>
                  <a:pt x="114066" y="637811"/>
                </a:lnTo>
                <a:lnTo>
                  <a:pt x="113964" y="653367"/>
                </a:lnTo>
                <a:lnTo>
                  <a:pt x="113789" y="668924"/>
                </a:lnTo>
                <a:lnTo>
                  <a:pt x="113571" y="684480"/>
                </a:lnTo>
                <a:lnTo>
                  <a:pt x="113349" y="700036"/>
                </a:lnTo>
                <a:lnTo>
                  <a:pt x="113166" y="715593"/>
                </a:lnTo>
                <a:lnTo>
                  <a:pt x="113063" y="731149"/>
                </a:lnTo>
                <a:lnTo>
                  <a:pt x="113076" y="746705"/>
                </a:lnTo>
                <a:lnTo>
                  <a:pt x="113232" y="762262"/>
                </a:lnTo>
                <a:lnTo>
                  <a:pt x="113548" y="777818"/>
                </a:lnTo>
                <a:lnTo>
                  <a:pt x="114023" y="793375"/>
                </a:lnTo>
                <a:lnTo>
                  <a:pt x="114641" y="808931"/>
                </a:lnTo>
                <a:lnTo>
                  <a:pt x="115371" y="824487"/>
                </a:lnTo>
                <a:lnTo>
                  <a:pt x="116168" y="840044"/>
                </a:lnTo>
                <a:lnTo>
                  <a:pt x="116977" y="855600"/>
                </a:lnTo>
                <a:lnTo>
                  <a:pt x="117737" y="871156"/>
                </a:lnTo>
                <a:lnTo>
                  <a:pt x="118388" y="886713"/>
                </a:lnTo>
                <a:lnTo>
                  <a:pt x="118877" y="902269"/>
                </a:lnTo>
                <a:lnTo>
                  <a:pt x="119163" y="917825"/>
                </a:lnTo>
                <a:lnTo>
                  <a:pt x="119220" y="933382"/>
                </a:lnTo>
                <a:lnTo>
                  <a:pt x="119041" y="948938"/>
                </a:lnTo>
                <a:lnTo>
                  <a:pt x="118639" y="964495"/>
                </a:lnTo>
                <a:lnTo>
                  <a:pt x="118043" y="980051"/>
                </a:lnTo>
                <a:lnTo>
                  <a:pt x="117294" y="995607"/>
                </a:lnTo>
                <a:lnTo>
                  <a:pt x="116443" y="1011164"/>
                </a:lnTo>
                <a:lnTo>
                  <a:pt x="115543" y="1026720"/>
                </a:lnTo>
                <a:lnTo>
                  <a:pt x="114644" y="1042276"/>
                </a:lnTo>
                <a:lnTo>
                  <a:pt x="113791" y="1057833"/>
                </a:lnTo>
                <a:lnTo>
                  <a:pt x="113016" y="1073389"/>
                </a:lnTo>
                <a:lnTo>
                  <a:pt x="112344" y="1088945"/>
                </a:lnTo>
                <a:lnTo>
                  <a:pt x="111786" y="1104502"/>
                </a:lnTo>
                <a:lnTo>
                  <a:pt x="111343" y="1120058"/>
                </a:lnTo>
                <a:lnTo>
                  <a:pt x="111009" y="1135615"/>
                </a:lnTo>
                <a:lnTo>
                  <a:pt x="110772" y="1151171"/>
                </a:lnTo>
                <a:lnTo>
                  <a:pt x="110617" y="1166727"/>
                </a:lnTo>
                <a:lnTo>
                  <a:pt x="110526" y="1182284"/>
                </a:lnTo>
                <a:lnTo>
                  <a:pt x="110482" y="1197840"/>
                </a:lnTo>
                <a:lnTo>
                  <a:pt x="110470" y="1213396"/>
                </a:lnTo>
                <a:lnTo>
                  <a:pt x="110475" y="1228953"/>
                </a:lnTo>
                <a:lnTo>
                  <a:pt x="110488" y="1244509"/>
                </a:lnTo>
                <a:lnTo>
                  <a:pt x="110499" y="1260065"/>
                </a:lnTo>
                <a:lnTo>
                  <a:pt x="110502" y="1275622"/>
                </a:lnTo>
                <a:lnTo>
                  <a:pt x="110494" y="1291178"/>
                </a:lnTo>
                <a:lnTo>
                  <a:pt x="110472" y="1306735"/>
                </a:lnTo>
                <a:lnTo>
                  <a:pt x="110434" y="1322291"/>
                </a:lnTo>
                <a:lnTo>
                  <a:pt x="110380" y="1337847"/>
                </a:lnTo>
                <a:lnTo>
                  <a:pt x="110309" y="1353404"/>
                </a:lnTo>
                <a:lnTo>
                  <a:pt x="110221" y="1368960"/>
                </a:lnTo>
                <a:lnTo>
                  <a:pt x="110114" y="1384516"/>
                </a:lnTo>
                <a:lnTo>
                  <a:pt x="109987" y="1400073"/>
                </a:lnTo>
                <a:lnTo>
                  <a:pt x="109838" y="1415629"/>
                </a:lnTo>
                <a:lnTo>
                  <a:pt x="109666" y="1431185"/>
                </a:lnTo>
                <a:lnTo>
                  <a:pt x="109472" y="1446742"/>
                </a:lnTo>
                <a:lnTo>
                  <a:pt x="109254" y="1462298"/>
                </a:lnTo>
                <a:lnTo>
                  <a:pt x="109015" y="1477855"/>
                </a:lnTo>
                <a:lnTo>
                  <a:pt x="108757" y="1493411"/>
                </a:lnTo>
                <a:lnTo>
                  <a:pt x="108486" y="1508967"/>
                </a:lnTo>
                <a:lnTo>
                  <a:pt x="108209" y="1524524"/>
                </a:lnTo>
                <a:lnTo>
                  <a:pt x="107935" y="1540080"/>
                </a:lnTo>
                <a:lnTo>
                  <a:pt x="107677" y="1555636"/>
                </a:lnTo>
                <a:lnTo>
                  <a:pt x="107449" y="1571193"/>
                </a:lnTo>
                <a:lnTo>
                  <a:pt x="107269" y="1586749"/>
                </a:lnTo>
                <a:lnTo>
                  <a:pt x="107158" y="1602305"/>
                </a:lnTo>
                <a:lnTo>
                  <a:pt x="107141" y="1617862"/>
                </a:lnTo>
                <a:lnTo>
                  <a:pt x="107240" y="1633418"/>
                </a:lnTo>
                <a:lnTo>
                  <a:pt x="107482" y="1648975"/>
                </a:lnTo>
                <a:lnTo>
                  <a:pt x="107888" y="1664531"/>
                </a:lnTo>
                <a:lnTo>
                  <a:pt x="108476" y="1680087"/>
                </a:lnTo>
                <a:lnTo>
                  <a:pt x="109258" y="1695644"/>
                </a:lnTo>
                <a:lnTo>
                  <a:pt x="110231" y="1711200"/>
                </a:lnTo>
                <a:lnTo>
                  <a:pt x="111382" y="1726756"/>
                </a:lnTo>
                <a:lnTo>
                  <a:pt x="112681" y="1742313"/>
                </a:lnTo>
                <a:lnTo>
                  <a:pt x="114083" y="1757869"/>
                </a:lnTo>
                <a:lnTo>
                  <a:pt x="115527" y="1773425"/>
                </a:lnTo>
                <a:lnTo>
                  <a:pt x="116941" y="1788982"/>
                </a:lnTo>
                <a:lnTo>
                  <a:pt x="118246" y="1804538"/>
                </a:lnTo>
                <a:lnTo>
                  <a:pt x="119362" y="1820095"/>
                </a:lnTo>
                <a:lnTo>
                  <a:pt x="120219" y="1835651"/>
                </a:lnTo>
                <a:lnTo>
                  <a:pt x="120758" y="1851207"/>
                </a:lnTo>
                <a:lnTo>
                  <a:pt x="120942" y="1866764"/>
                </a:lnTo>
                <a:lnTo>
                  <a:pt x="120942" y="1866764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7" name="11_all_4452">
            <a:extLst>
              <a:ext uri="{FF2B5EF4-FFF2-40B4-BE49-F238E27FC236}">
                <a16:creationId xmlns:a16="http://schemas.microsoft.com/office/drawing/2014/main" id="{7945CE77-561B-454D-900D-7BA14F48D0FF}"/>
              </a:ext>
            </a:extLst>
          </p:cNvPr>
          <p:cNvSpPr>
            <a:spLocks noGrp="1"/>
          </p:cNvSpPr>
          <p:nvPr/>
        </p:nvSpPr>
        <p:spPr>
          <a:xfrm>
            <a:off x="671437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text_4453">
            <a:extLst>
              <a:ext uri="{FF2B5EF4-FFF2-40B4-BE49-F238E27FC236}">
                <a16:creationId xmlns:a16="http://schemas.microsoft.com/office/drawing/2014/main" id="{876A5DCF-AC16-409E-B81A-46D3AD03EC85}"/>
              </a:ext>
            </a:extLst>
          </p:cNvPr>
          <p:cNvSpPr>
            <a:spLocks noGrp="1"/>
          </p:cNvSpPr>
          <p:nvPr/>
        </p:nvSpPr>
        <p:spPr>
          <a:xfrm>
            <a:off x="645664" y="4975399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9" name="11_all_4454">
            <a:extLst>
              <a:ext uri="{FF2B5EF4-FFF2-40B4-BE49-F238E27FC236}">
                <a16:creationId xmlns:a16="http://schemas.microsoft.com/office/drawing/2014/main" id="{E779A543-54F6-4CF5-B1F7-E9D1DC9BDAFC}"/>
              </a:ext>
            </a:extLst>
          </p:cNvPr>
          <p:cNvSpPr>
            <a:spLocks noGrp="1"/>
          </p:cNvSpPr>
          <p:nvPr/>
        </p:nvSpPr>
        <p:spPr>
          <a:xfrm>
            <a:off x="1062063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text_4455">
            <a:extLst>
              <a:ext uri="{FF2B5EF4-FFF2-40B4-BE49-F238E27FC236}">
                <a16:creationId xmlns:a16="http://schemas.microsoft.com/office/drawing/2014/main" id="{A239BE01-64F7-4198-A0EF-91F6FBF42452}"/>
              </a:ext>
            </a:extLst>
          </p:cNvPr>
          <p:cNvSpPr>
            <a:spLocks noGrp="1"/>
          </p:cNvSpPr>
          <p:nvPr/>
        </p:nvSpPr>
        <p:spPr>
          <a:xfrm>
            <a:off x="1010516" y="4975399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1" name="11_all_4456">
            <a:extLst>
              <a:ext uri="{FF2B5EF4-FFF2-40B4-BE49-F238E27FC236}">
                <a16:creationId xmlns:a16="http://schemas.microsoft.com/office/drawing/2014/main" id="{A97976FB-D5B4-4224-82E8-E402F58DFA28}"/>
              </a:ext>
            </a:extLst>
          </p:cNvPr>
          <p:cNvSpPr>
            <a:spLocks noGrp="1"/>
          </p:cNvSpPr>
          <p:nvPr/>
        </p:nvSpPr>
        <p:spPr>
          <a:xfrm>
            <a:off x="1452688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text_4457">
            <a:extLst>
              <a:ext uri="{FF2B5EF4-FFF2-40B4-BE49-F238E27FC236}">
                <a16:creationId xmlns:a16="http://schemas.microsoft.com/office/drawing/2014/main" id="{760FD77F-B2B0-4021-A81B-D1BE059514AC}"/>
              </a:ext>
            </a:extLst>
          </p:cNvPr>
          <p:cNvSpPr>
            <a:spLocks noGrp="1"/>
          </p:cNvSpPr>
          <p:nvPr/>
        </p:nvSpPr>
        <p:spPr>
          <a:xfrm>
            <a:off x="1375367" y="497539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" name="11_all_4458">
            <a:extLst>
              <a:ext uri="{FF2B5EF4-FFF2-40B4-BE49-F238E27FC236}">
                <a16:creationId xmlns:a16="http://schemas.microsoft.com/office/drawing/2014/main" id="{0CCEE901-6AB9-4402-A403-AF5BD094CC94}"/>
              </a:ext>
            </a:extLst>
          </p:cNvPr>
          <p:cNvSpPr>
            <a:spLocks noGrp="1"/>
          </p:cNvSpPr>
          <p:nvPr/>
        </p:nvSpPr>
        <p:spPr>
          <a:xfrm>
            <a:off x="2233938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4459">
            <a:extLst>
              <a:ext uri="{FF2B5EF4-FFF2-40B4-BE49-F238E27FC236}">
                <a16:creationId xmlns:a16="http://schemas.microsoft.com/office/drawing/2014/main" id="{647126FD-B8C8-4770-A791-6BB8C9E75077}"/>
              </a:ext>
            </a:extLst>
          </p:cNvPr>
          <p:cNvSpPr>
            <a:spLocks noGrp="1"/>
          </p:cNvSpPr>
          <p:nvPr/>
        </p:nvSpPr>
        <p:spPr>
          <a:xfrm>
            <a:off x="2156617" y="497539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15" name="11_all_4460">
            <a:extLst>
              <a:ext uri="{FF2B5EF4-FFF2-40B4-BE49-F238E27FC236}">
                <a16:creationId xmlns:a16="http://schemas.microsoft.com/office/drawing/2014/main" id="{92654C35-AB12-49D9-83B7-7DFD28EFC46D}"/>
              </a:ext>
            </a:extLst>
          </p:cNvPr>
          <p:cNvSpPr>
            <a:spLocks noGrp="1"/>
          </p:cNvSpPr>
          <p:nvPr/>
        </p:nvSpPr>
        <p:spPr>
          <a:xfrm>
            <a:off x="3015188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6" name="text_4461">
            <a:extLst>
              <a:ext uri="{FF2B5EF4-FFF2-40B4-BE49-F238E27FC236}">
                <a16:creationId xmlns:a16="http://schemas.microsoft.com/office/drawing/2014/main" id="{87205BF5-80F0-43C6-9BCF-13893C4E7E0C}"/>
              </a:ext>
            </a:extLst>
          </p:cNvPr>
          <p:cNvSpPr>
            <a:spLocks noGrp="1"/>
          </p:cNvSpPr>
          <p:nvPr/>
        </p:nvSpPr>
        <p:spPr>
          <a:xfrm>
            <a:off x="2937867" y="497539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17" name="text_4462">
            <a:extLst>
              <a:ext uri="{FF2B5EF4-FFF2-40B4-BE49-F238E27FC236}">
                <a16:creationId xmlns:a16="http://schemas.microsoft.com/office/drawing/2014/main" id="{77CB22E3-7BE5-488B-B570-90EA1DAA4522}"/>
              </a:ext>
            </a:extLst>
          </p:cNvPr>
          <p:cNvSpPr>
            <a:spLocks noGrp="1"/>
          </p:cNvSpPr>
          <p:nvPr/>
        </p:nvSpPr>
        <p:spPr>
          <a:xfrm>
            <a:off x="1284010" y="513696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18" name="11_all_4463">
            <a:extLst>
              <a:ext uri="{FF2B5EF4-FFF2-40B4-BE49-F238E27FC236}">
                <a16:creationId xmlns:a16="http://schemas.microsoft.com/office/drawing/2014/main" id="{16A8D91B-CC4E-4F78-85B2-3058C9653B49}"/>
              </a:ext>
            </a:extLst>
          </p:cNvPr>
          <p:cNvSpPr>
            <a:spLocks noGrp="1"/>
          </p:cNvSpPr>
          <p:nvPr/>
        </p:nvSpPr>
        <p:spPr>
          <a:xfrm>
            <a:off x="648000" y="4812742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11_all_4464">
            <a:extLst>
              <a:ext uri="{FF2B5EF4-FFF2-40B4-BE49-F238E27FC236}">
                <a16:creationId xmlns:a16="http://schemas.microsoft.com/office/drawing/2014/main" id="{EC46871C-BB11-4460-82A3-997ED0559387}"/>
              </a:ext>
            </a:extLst>
          </p:cNvPr>
          <p:cNvSpPr>
            <a:spLocks noGrp="1"/>
          </p:cNvSpPr>
          <p:nvPr/>
        </p:nvSpPr>
        <p:spPr>
          <a:xfrm>
            <a:off x="60990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4465">
            <a:extLst>
              <a:ext uri="{FF2B5EF4-FFF2-40B4-BE49-F238E27FC236}">
                <a16:creationId xmlns:a16="http://schemas.microsoft.com/office/drawing/2014/main" id="{106736F5-4904-42D9-9504-90382E1FC69C}"/>
              </a:ext>
            </a:extLst>
          </p:cNvPr>
          <p:cNvSpPr>
            <a:spLocks noGrp="1"/>
          </p:cNvSpPr>
          <p:nvPr/>
        </p:nvSpPr>
        <p:spPr>
          <a:xfrm>
            <a:off x="520253" y="4772681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11_all_4466">
            <a:extLst>
              <a:ext uri="{FF2B5EF4-FFF2-40B4-BE49-F238E27FC236}">
                <a16:creationId xmlns:a16="http://schemas.microsoft.com/office/drawing/2014/main" id="{5808ACE2-5906-4B87-ADE2-3EFEC7108F33}"/>
              </a:ext>
            </a:extLst>
          </p:cNvPr>
          <p:cNvSpPr>
            <a:spLocks noGrp="1"/>
          </p:cNvSpPr>
          <p:nvPr/>
        </p:nvSpPr>
        <p:spPr>
          <a:xfrm>
            <a:off x="648000" y="387936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2" name="11_all_4467">
            <a:extLst>
              <a:ext uri="{FF2B5EF4-FFF2-40B4-BE49-F238E27FC236}">
                <a16:creationId xmlns:a16="http://schemas.microsoft.com/office/drawing/2014/main" id="{7099946D-D639-49F4-BF9B-E769B22B1542}"/>
              </a:ext>
            </a:extLst>
          </p:cNvPr>
          <p:cNvSpPr>
            <a:spLocks noGrp="1"/>
          </p:cNvSpPr>
          <p:nvPr/>
        </p:nvSpPr>
        <p:spPr>
          <a:xfrm>
            <a:off x="60990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3" name="text_4468">
            <a:extLst>
              <a:ext uri="{FF2B5EF4-FFF2-40B4-BE49-F238E27FC236}">
                <a16:creationId xmlns:a16="http://schemas.microsoft.com/office/drawing/2014/main" id="{41A0B868-798B-4912-95B7-F9C24F1A4F1E}"/>
              </a:ext>
            </a:extLst>
          </p:cNvPr>
          <p:cNvSpPr>
            <a:spLocks noGrp="1"/>
          </p:cNvSpPr>
          <p:nvPr/>
        </p:nvSpPr>
        <p:spPr>
          <a:xfrm>
            <a:off x="468706" y="3839299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4" name="11_all_4469">
            <a:extLst>
              <a:ext uri="{FF2B5EF4-FFF2-40B4-BE49-F238E27FC236}">
                <a16:creationId xmlns:a16="http://schemas.microsoft.com/office/drawing/2014/main" id="{A0439987-5C4F-46C3-BE6F-F066E3D14F7F}"/>
              </a:ext>
            </a:extLst>
          </p:cNvPr>
          <p:cNvSpPr>
            <a:spLocks noGrp="1"/>
          </p:cNvSpPr>
          <p:nvPr/>
        </p:nvSpPr>
        <p:spPr>
          <a:xfrm>
            <a:off x="648000" y="2945978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5" name="11_all_4470">
            <a:extLst>
              <a:ext uri="{FF2B5EF4-FFF2-40B4-BE49-F238E27FC236}">
                <a16:creationId xmlns:a16="http://schemas.microsoft.com/office/drawing/2014/main" id="{7CC17729-0CED-4FE6-8456-B2B93D583138}"/>
              </a:ext>
            </a:extLst>
          </p:cNvPr>
          <p:cNvSpPr>
            <a:spLocks noGrp="1"/>
          </p:cNvSpPr>
          <p:nvPr/>
        </p:nvSpPr>
        <p:spPr>
          <a:xfrm>
            <a:off x="60990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6" name="text_4471">
            <a:extLst>
              <a:ext uri="{FF2B5EF4-FFF2-40B4-BE49-F238E27FC236}">
                <a16:creationId xmlns:a16="http://schemas.microsoft.com/office/drawing/2014/main" id="{176A004A-0045-4535-BA62-8DF521EE5F13}"/>
              </a:ext>
            </a:extLst>
          </p:cNvPr>
          <p:cNvSpPr>
            <a:spLocks noGrp="1"/>
          </p:cNvSpPr>
          <p:nvPr/>
        </p:nvSpPr>
        <p:spPr>
          <a:xfrm>
            <a:off x="417160" y="2905917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7" name="text_4472">
            <a:extLst>
              <a:ext uri="{FF2B5EF4-FFF2-40B4-BE49-F238E27FC236}">
                <a16:creationId xmlns:a16="http://schemas.microsoft.com/office/drawing/2014/main" id="{59A0BC69-91D0-4D57-B79C-B4212CEA65D6}"/>
              </a:ext>
            </a:extLst>
          </p:cNvPr>
          <p:cNvSpPr>
            <a:spLocks noGrp="1"/>
          </p:cNvSpPr>
          <p:nvPr/>
        </p:nvSpPr>
        <p:spPr>
          <a:xfrm rot="-5400000">
            <a:off x="-392625" y="3547277"/>
            <a:ext cx="1498948" cy="12699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lang="zh-CN" altLang="zh-CN" sz="800" dirty="0">
                <a:solidFill>
                  <a:srgbClr val="273744"/>
                </a:solidFill>
                <a:latin typeface="Arial"/>
              </a:rPr>
              <a:t>ligand completion ratio</a:t>
            </a:r>
            <a:r>
              <a:rPr lang="en-US" altLang="zh-CN" sz="800" dirty="0">
                <a:solidFill>
                  <a:srgbClr val="273744"/>
                </a:solidFill>
                <a:latin typeface="Arial"/>
              </a:rPr>
              <a:t> </a:t>
            </a:r>
            <a:r>
              <a:rPr sz="800" b="0" dirty="0">
                <a:solidFill>
                  <a:srgbClr val="273744"/>
                </a:solidFill>
                <a:latin typeface="Arial"/>
                <a:ea typeface="Arial"/>
                <a:cs typeface="Arial"/>
              </a:rPr>
              <a:t>(%)</a:t>
            </a:r>
          </a:p>
        </p:txBody>
      </p:sp>
      <p:sp>
        <p:nvSpPr>
          <p:cNvPr id="28" name="11_all_4473">
            <a:extLst>
              <a:ext uri="{FF2B5EF4-FFF2-40B4-BE49-F238E27FC236}">
                <a16:creationId xmlns:a16="http://schemas.microsoft.com/office/drawing/2014/main" id="{48FEDCB8-A388-4401-B813-DE399A0B71D9}"/>
              </a:ext>
            </a:extLst>
          </p:cNvPr>
          <p:cNvSpPr>
            <a:spLocks noGrp="1"/>
          </p:cNvSpPr>
          <p:nvPr/>
        </p:nvSpPr>
        <p:spPr>
          <a:xfrm>
            <a:off x="1023494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" name="11_all_4474">
            <a:extLst>
              <a:ext uri="{FF2B5EF4-FFF2-40B4-BE49-F238E27FC236}">
                <a16:creationId xmlns:a16="http://schemas.microsoft.com/office/drawing/2014/main" id="{D4DD7B60-8E74-4EBB-94F1-DE7E987E831D}"/>
              </a:ext>
            </a:extLst>
          </p:cNvPr>
          <p:cNvSpPr>
            <a:spLocks noGrp="1"/>
          </p:cNvSpPr>
          <p:nvPr/>
        </p:nvSpPr>
        <p:spPr>
          <a:xfrm>
            <a:off x="1097660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" name="11_all_4475">
            <a:extLst>
              <a:ext uri="{FF2B5EF4-FFF2-40B4-BE49-F238E27FC236}">
                <a16:creationId xmlns:a16="http://schemas.microsoft.com/office/drawing/2014/main" id="{9516D2AA-8244-4590-8D9F-AD5591924FF7}"/>
              </a:ext>
            </a:extLst>
          </p:cNvPr>
          <p:cNvSpPr>
            <a:spLocks noGrp="1"/>
          </p:cNvSpPr>
          <p:nvPr/>
        </p:nvSpPr>
        <p:spPr>
          <a:xfrm>
            <a:off x="108455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" name="11_all_4476">
            <a:extLst>
              <a:ext uri="{FF2B5EF4-FFF2-40B4-BE49-F238E27FC236}">
                <a16:creationId xmlns:a16="http://schemas.microsoft.com/office/drawing/2014/main" id="{BB11C571-A118-4B9A-AA1E-55EA5CC849AE}"/>
              </a:ext>
            </a:extLst>
          </p:cNvPr>
          <p:cNvSpPr>
            <a:spLocks noGrp="1"/>
          </p:cNvSpPr>
          <p:nvPr/>
        </p:nvSpPr>
        <p:spPr>
          <a:xfrm>
            <a:off x="110064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" name="11_all_4477">
            <a:extLst>
              <a:ext uri="{FF2B5EF4-FFF2-40B4-BE49-F238E27FC236}">
                <a16:creationId xmlns:a16="http://schemas.microsoft.com/office/drawing/2014/main" id="{848D95A0-8B35-43A6-AC17-E448A33D7036}"/>
              </a:ext>
            </a:extLst>
          </p:cNvPr>
          <p:cNvSpPr>
            <a:spLocks noGrp="1"/>
          </p:cNvSpPr>
          <p:nvPr/>
        </p:nvSpPr>
        <p:spPr>
          <a:xfrm>
            <a:off x="1032318" y="40207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" name="11_all_4478">
            <a:extLst>
              <a:ext uri="{FF2B5EF4-FFF2-40B4-BE49-F238E27FC236}">
                <a16:creationId xmlns:a16="http://schemas.microsoft.com/office/drawing/2014/main" id="{3254AD1F-0941-4F32-82A8-0F8E9FC252EF}"/>
              </a:ext>
            </a:extLst>
          </p:cNvPr>
          <p:cNvSpPr>
            <a:spLocks noGrp="1"/>
          </p:cNvSpPr>
          <p:nvPr/>
        </p:nvSpPr>
        <p:spPr>
          <a:xfrm>
            <a:off x="104485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" name="11_all_4479">
            <a:extLst>
              <a:ext uri="{FF2B5EF4-FFF2-40B4-BE49-F238E27FC236}">
                <a16:creationId xmlns:a16="http://schemas.microsoft.com/office/drawing/2014/main" id="{5EFA2F6F-9221-4FFF-9F31-8AFC6D6BA0BA}"/>
              </a:ext>
            </a:extLst>
          </p:cNvPr>
          <p:cNvSpPr>
            <a:spLocks noGrp="1"/>
          </p:cNvSpPr>
          <p:nvPr/>
        </p:nvSpPr>
        <p:spPr>
          <a:xfrm>
            <a:off x="101542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11_all_4480">
            <a:extLst>
              <a:ext uri="{FF2B5EF4-FFF2-40B4-BE49-F238E27FC236}">
                <a16:creationId xmlns:a16="http://schemas.microsoft.com/office/drawing/2014/main" id="{E286D76F-65CD-45D3-A281-D23A755DC3B4}"/>
              </a:ext>
            </a:extLst>
          </p:cNvPr>
          <p:cNvSpPr>
            <a:spLocks noGrp="1"/>
          </p:cNvSpPr>
          <p:nvPr/>
        </p:nvSpPr>
        <p:spPr>
          <a:xfrm>
            <a:off x="1044120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11_all_4481">
            <a:extLst>
              <a:ext uri="{FF2B5EF4-FFF2-40B4-BE49-F238E27FC236}">
                <a16:creationId xmlns:a16="http://schemas.microsoft.com/office/drawing/2014/main" id="{6E0F4ECB-BFB0-4819-A422-D0A105FABAC9}"/>
              </a:ext>
            </a:extLst>
          </p:cNvPr>
          <p:cNvSpPr>
            <a:spLocks noGrp="1"/>
          </p:cNvSpPr>
          <p:nvPr/>
        </p:nvSpPr>
        <p:spPr>
          <a:xfrm>
            <a:off x="99824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11_all_4482">
            <a:extLst>
              <a:ext uri="{FF2B5EF4-FFF2-40B4-BE49-F238E27FC236}">
                <a16:creationId xmlns:a16="http://schemas.microsoft.com/office/drawing/2014/main" id="{18545E4C-0E6C-400F-A869-B9914A0E5335}"/>
              </a:ext>
            </a:extLst>
          </p:cNvPr>
          <p:cNvSpPr>
            <a:spLocks noGrp="1"/>
          </p:cNvSpPr>
          <p:nvPr/>
        </p:nvSpPr>
        <p:spPr>
          <a:xfrm>
            <a:off x="105283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11_all_4483">
            <a:extLst>
              <a:ext uri="{FF2B5EF4-FFF2-40B4-BE49-F238E27FC236}">
                <a16:creationId xmlns:a16="http://schemas.microsoft.com/office/drawing/2014/main" id="{10E00ECF-B953-407D-B5A5-E5D3207834E8}"/>
              </a:ext>
            </a:extLst>
          </p:cNvPr>
          <p:cNvSpPr>
            <a:spLocks noGrp="1"/>
          </p:cNvSpPr>
          <p:nvPr/>
        </p:nvSpPr>
        <p:spPr>
          <a:xfrm>
            <a:off x="105964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11_all_4484">
            <a:extLst>
              <a:ext uri="{FF2B5EF4-FFF2-40B4-BE49-F238E27FC236}">
                <a16:creationId xmlns:a16="http://schemas.microsoft.com/office/drawing/2014/main" id="{160A0422-8B69-46F2-A9CA-F0CA042D84BD}"/>
              </a:ext>
            </a:extLst>
          </p:cNvPr>
          <p:cNvSpPr>
            <a:spLocks noGrp="1"/>
          </p:cNvSpPr>
          <p:nvPr/>
        </p:nvSpPr>
        <p:spPr>
          <a:xfrm>
            <a:off x="111970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11_all_4485">
            <a:extLst>
              <a:ext uri="{FF2B5EF4-FFF2-40B4-BE49-F238E27FC236}">
                <a16:creationId xmlns:a16="http://schemas.microsoft.com/office/drawing/2014/main" id="{F8A893B7-321D-4F83-9B25-8179B51AA10C}"/>
              </a:ext>
            </a:extLst>
          </p:cNvPr>
          <p:cNvSpPr>
            <a:spLocks noGrp="1"/>
          </p:cNvSpPr>
          <p:nvPr/>
        </p:nvSpPr>
        <p:spPr>
          <a:xfrm>
            <a:off x="110458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11_all_4486">
            <a:extLst>
              <a:ext uri="{FF2B5EF4-FFF2-40B4-BE49-F238E27FC236}">
                <a16:creationId xmlns:a16="http://schemas.microsoft.com/office/drawing/2014/main" id="{8361FDE9-5A5E-4FA9-8318-79B6BE8386DD}"/>
              </a:ext>
            </a:extLst>
          </p:cNvPr>
          <p:cNvSpPr>
            <a:spLocks noGrp="1"/>
          </p:cNvSpPr>
          <p:nvPr/>
        </p:nvSpPr>
        <p:spPr>
          <a:xfrm>
            <a:off x="111814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11_all_4487">
            <a:extLst>
              <a:ext uri="{FF2B5EF4-FFF2-40B4-BE49-F238E27FC236}">
                <a16:creationId xmlns:a16="http://schemas.microsoft.com/office/drawing/2014/main" id="{26CA1B3C-D760-4440-97D6-D531BAF45DA4}"/>
              </a:ext>
            </a:extLst>
          </p:cNvPr>
          <p:cNvSpPr>
            <a:spLocks noGrp="1"/>
          </p:cNvSpPr>
          <p:nvPr/>
        </p:nvSpPr>
        <p:spPr>
          <a:xfrm>
            <a:off x="103885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11_all_4488">
            <a:extLst>
              <a:ext uri="{FF2B5EF4-FFF2-40B4-BE49-F238E27FC236}">
                <a16:creationId xmlns:a16="http://schemas.microsoft.com/office/drawing/2014/main" id="{5C8E19B5-D53F-429E-A936-B7F8CBE0DC99}"/>
              </a:ext>
            </a:extLst>
          </p:cNvPr>
          <p:cNvSpPr>
            <a:spLocks noGrp="1"/>
          </p:cNvSpPr>
          <p:nvPr/>
        </p:nvSpPr>
        <p:spPr>
          <a:xfrm>
            <a:off x="1030383" y="42799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11_all_4489">
            <a:extLst>
              <a:ext uri="{FF2B5EF4-FFF2-40B4-BE49-F238E27FC236}">
                <a16:creationId xmlns:a16="http://schemas.microsoft.com/office/drawing/2014/main" id="{802BD797-4B6F-4E37-8264-D75698F1464A}"/>
              </a:ext>
            </a:extLst>
          </p:cNvPr>
          <p:cNvSpPr>
            <a:spLocks noGrp="1"/>
          </p:cNvSpPr>
          <p:nvPr/>
        </p:nvSpPr>
        <p:spPr>
          <a:xfrm>
            <a:off x="990618" y="408024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11_all_4490">
            <a:extLst>
              <a:ext uri="{FF2B5EF4-FFF2-40B4-BE49-F238E27FC236}">
                <a16:creationId xmlns:a16="http://schemas.microsoft.com/office/drawing/2014/main" id="{C8D48D88-7B85-4A02-8865-44D2C06F7CC0}"/>
              </a:ext>
            </a:extLst>
          </p:cNvPr>
          <p:cNvSpPr>
            <a:spLocks noGrp="1"/>
          </p:cNvSpPr>
          <p:nvPr/>
        </p:nvSpPr>
        <p:spPr>
          <a:xfrm>
            <a:off x="1121027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11_all_4491">
            <a:extLst>
              <a:ext uri="{FF2B5EF4-FFF2-40B4-BE49-F238E27FC236}">
                <a16:creationId xmlns:a16="http://schemas.microsoft.com/office/drawing/2014/main" id="{73D22F86-7092-40D4-B03C-59A5FE59221D}"/>
              </a:ext>
            </a:extLst>
          </p:cNvPr>
          <p:cNvSpPr>
            <a:spLocks noGrp="1"/>
          </p:cNvSpPr>
          <p:nvPr/>
        </p:nvSpPr>
        <p:spPr>
          <a:xfrm>
            <a:off x="101450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11_all_4492">
            <a:extLst>
              <a:ext uri="{FF2B5EF4-FFF2-40B4-BE49-F238E27FC236}">
                <a16:creationId xmlns:a16="http://schemas.microsoft.com/office/drawing/2014/main" id="{68F4AB90-79C1-487B-9571-747A1C77F00F}"/>
              </a:ext>
            </a:extLst>
          </p:cNvPr>
          <p:cNvSpPr>
            <a:spLocks noGrp="1"/>
          </p:cNvSpPr>
          <p:nvPr/>
        </p:nvSpPr>
        <p:spPr>
          <a:xfrm>
            <a:off x="1064177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11_all_4493">
            <a:extLst>
              <a:ext uri="{FF2B5EF4-FFF2-40B4-BE49-F238E27FC236}">
                <a16:creationId xmlns:a16="http://schemas.microsoft.com/office/drawing/2014/main" id="{C78E123E-F4EA-4FFC-BA69-EB892C0040BC}"/>
              </a:ext>
            </a:extLst>
          </p:cNvPr>
          <p:cNvSpPr>
            <a:spLocks noGrp="1"/>
          </p:cNvSpPr>
          <p:nvPr/>
        </p:nvSpPr>
        <p:spPr>
          <a:xfrm>
            <a:off x="108403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11_all_4494">
            <a:extLst>
              <a:ext uri="{FF2B5EF4-FFF2-40B4-BE49-F238E27FC236}">
                <a16:creationId xmlns:a16="http://schemas.microsoft.com/office/drawing/2014/main" id="{8E05C914-094B-49A1-9AE2-FFE9C3570E06}"/>
              </a:ext>
            </a:extLst>
          </p:cNvPr>
          <p:cNvSpPr>
            <a:spLocks noGrp="1"/>
          </p:cNvSpPr>
          <p:nvPr/>
        </p:nvSpPr>
        <p:spPr>
          <a:xfrm>
            <a:off x="1090648" y="391428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11_all_4495">
            <a:extLst>
              <a:ext uri="{FF2B5EF4-FFF2-40B4-BE49-F238E27FC236}">
                <a16:creationId xmlns:a16="http://schemas.microsoft.com/office/drawing/2014/main" id="{6DB227F4-C699-4D9D-99DB-96E7C14852CC}"/>
              </a:ext>
            </a:extLst>
          </p:cNvPr>
          <p:cNvSpPr>
            <a:spLocks noGrp="1"/>
          </p:cNvSpPr>
          <p:nvPr/>
        </p:nvSpPr>
        <p:spPr>
          <a:xfrm>
            <a:off x="98269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11_all_4496">
            <a:extLst>
              <a:ext uri="{FF2B5EF4-FFF2-40B4-BE49-F238E27FC236}">
                <a16:creationId xmlns:a16="http://schemas.microsoft.com/office/drawing/2014/main" id="{CCBA1FB5-D944-4417-85F8-2ABDCDE0597A}"/>
              </a:ext>
            </a:extLst>
          </p:cNvPr>
          <p:cNvSpPr>
            <a:spLocks noGrp="1"/>
          </p:cNvSpPr>
          <p:nvPr/>
        </p:nvSpPr>
        <p:spPr>
          <a:xfrm>
            <a:off x="99809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11_all_4497">
            <a:extLst>
              <a:ext uri="{FF2B5EF4-FFF2-40B4-BE49-F238E27FC236}">
                <a16:creationId xmlns:a16="http://schemas.microsoft.com/office/drawing/2014/main" id="{66328059-548D-4CC9-8CFD-71514E6A3789}"/>
              </a:ext>
            </a:extLst>
          </p:cNvPr>
          <p:cNvSpPr>
            <a:spLocks noGrp="1"/>
          </p:cNvSpPr>
          <p:nvPr/>
        </p:nvSpPr>
        <p:spPr>
          <a:xfrm>
            <a:off x="1030360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11_all_4498">
            <a:extLst>
              <a:ext uri="{FF2B5EF4-FFF2-40B4-BE49-F238E27FC236}">
                <a16:creationId xmlns:a16="http://schemas.microsoft.com/office/drawing/2014/main" id="{D7EEB017-EC1D-4955-87AA-85EFAD4C32C1}"/>
              </a:ext>
            </a:extLst>
          </p:cNvPr>
          <p:cNvSpPr>
            <a:spLocks noGrp="1"/>
          </p:cNvSpPr>
          <p:nvPr/>
        </p:nvSpPr>
        <p:spPr>
          <a:xfrm>
            <a:off x="1038209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11_all_4499">
            <a:extLst>
              <a:ext uri="{FF2B5EF4-FFF2-40B4-BE49-F238E27FC236}">
                <a16:creationId xmlns:a16="http://schemas.microsoft.com/office/drawing/2014/main" id="{1E33EC23-AA57-4D01-B043-2B4580BFA114}"/>
              </a:ext>
            </a:extLst>
          </p:cNvPr>
          <p:cNvSpPr>
            <a:spLocks noGrp="1"/>
          </p:cNvSpPr>
          <p:nvPr/>
        </p:nvSpPr>
        <p:spPr>
          <a:xfrm>
            <a:off x="101869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11_all_4500">
            <a:extLst>
              <a:ext uri="{FF2B5EF4-FFF2-40B4-BE49-F238E27FC236}">
                <a16:creationId xmlns:a16="http://schemas.microsoft.com/office/drawing/2014/main" id="{5302F0EE-8866-4126-8A3A-94326AC70214}"/>
              </a:ext>
            </a:extLst>
          </p:cNvPr>
          <p:cNvSpPr>
            <a:spLocks noGrp="1"/>
          </p:cNvSpPr>
          <p:nvPr/>
        </p:nvSpPr>
        <p:spPr>
          <a:xfrm>
            <a:off x="104727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11_all_4501">
            <a:extLst>
              <a:ext uri="{FF2B5EF4-FFF2-40B4-BE49-F238E27FC236}">
                <a16:creationId xmlns:a16="http://schemas.microsoft.com/office/drawing/2014/main" id="{5C9CE39D-9FC4-402D-86D4-4CAE9FA04FBD}"/>
              </a:ext>
            </a:extLst>
          </p:cNvPr>
          <p:cNvSpPr>
            <a:spLocks noGrp="1"/>
          </p:cNvSpPr>
          <p:nvPr/>
        </p:nvSpPr>
        <p:spPr>
          <a:xfrm>
            <a:off x="98702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11_all_4502">
            <a:extLst>
              <a:ext uri="{FF2B5EF4-FFF2-40B4-BE49-F238E27FC236}">
                <a16:creationId xmlns:a16="http://schemas.microsoft.com/office/drawing/2014/main" id="{3ABC6D4F-C11F-46D5-AC2B-E42DBA5D5602}"/>
              </a:ext>
            </a:extLst>
          </p:cNvPr>
          <p:cNvSpPr>
            <a:spLocks noGrp="1"/>
          </p:cNvSpPr>
          <p:nvPr/>
        </p:nvSpPr>
        <p:spPr>
          <a:xfrm>
            <a:off x="103208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11_all_4503">
            <a:extLst>
              <a:ext uri="{FF2B5EF4-FFF2-40B4-BE49-F238E27FC236}">
                <a16:creationId xmlns:a16="http://schemas.microsoft.com/office/drawing/2014/main" id="{D3872099-6017-4D43-8002-1A594AEFA01B}"/>
              </a:ext>
            </a:extLst>
          </p:cNvPr>
          <p:cNvSpPr>
            <a:spLocks noGrp="1"/>
          </p:cNvSpPr>
          <p:nvPr/>
        </p:nvSpPr>
        <p:spPr>
          <a:xfrm>
            <a:off x="108593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11_all_4504">
            <a:extLst>
              <a:ext uri="{FF2B5EF4-FFF2-40B4-BE49-F238E27FC236}">
                <a16:creationId xmlns:a16="http://schemas.microsoft.com/office/drawing/2014/main" id="{2512DCFD-410E-4AC1-A56A-58EF9E4BFFDC}"/>
              </a:ext>
            </a:extLst>
          </p:cNvPr>
          <p:cNvSpPr>
            <a:spLocks noGrp="1"/>
          </p:cNvSpPr>
          <p:nvPr/>
        </p:nvSpPr>
        <p:spPr>
          <a:xfrm>
            <a:off x="99402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11_all_4505">
            <a:extLst>
              <a:ext uri="{FF2B5EF4-FFF2-40B4-BE49-F238E27FC236}">
                <a16:creationId xmlns:a16="http://schemas.microsoft.com/office/drawing/2014/main" id="{5AEC73BF-EE23-47B7-9EDE-4F2548853513}"/>
              </a:ext>
            </a:extLst>
          </p:cNvPr>
          <p:cNvSpPr>
            <a:spLocks noGrp="1"/>
          </p:cNvSpPr>
          <p:nvPr/>
        </p:nvSpPr>
        <p:spPr>
          <a:xfrm>
            <a:off x="990853" y="47533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11_all_4506">
            <a:extLst>
              <a:ext uri="{FF2B5EF4-FFF2-40B4-BE49-F238E27FC236}">
                <a16:creationId xmlns:a16="http://schemas.microsoft.com/office/drawing/2014/main" id="{1B185554-E334-44B0-98DD-1E0B3645AEA7}"/>
              </a:ext>
            </a:extLst>
          </p:cNvPr>
          <p:cNvSpPr>
            <a:spLocks noGrp="1"/>
          </p:cNvSpPr>
          <p:nvPr/>
        </p:nvSpPr>
        <p:spPr>
          <a:xfrm>
            <a:off x="1062421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11_all_4507">
            <a:extLst>
              <a:ext uri="{FF2B5EF4-FFF2-40B4-BE49-F238E27FC236}">
                <a16:creationId xmlns:a16="http://schemas.microsoft.com/office/drawing/2014/main" id="{C41FDCD9-4530-477B-B093-40C848478592}"/>
              </a:ext>
            </a:extLst>
          </p:cNvPr>
          <p:cNvSpPr>
            <a:spLocks noGrp="1"/>
          </p:cNvSpPr>
          <p:nvPr/>
        </p:nvSpPr>
        <p:spPr>
          <a:xfrm>
            <a:off x="105529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11_all_4508">
            <a:extLst>
              <a:ext uri="{FF2B5EF4-FFF2-40B4-BE49-F238E27FC236}">
                <a16:creationId xmlns:a16="http://schemas.microsoft.com/office/drawing/2014/main" id="{73BEC5F9-4FF8-43C9-A3BC-2C8008528D73}"/>
              </a:ext>
            </a:extLst>
          </p:cNvPr>
          <p:cNvSpPr>
            <a:spLocks noGrp="1"/>
          </p:cNvSpPr>
          <p:nvPr/>
        </p:nvSpPr>
        <p:spPr>
          <a:xfrm>
            <a:off x="100590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11_all_4509">
            <a:extLst>
              <a:ext uri="{FF2B5EF4-FFF2-40B4-BE49-F238E27FC236}">
                <a16:creationId xmlns:a16="http://schemas.microsoft.com/office/drawing/2014/main" id="{872DD4F1-B36A-4ECC-93B1-9B5B82880D8D}"/>
              </a:ext>
            </a:extLst>
          </p:cNvPr>
          <p:cNvSpPr>
            <a:spLocks noGrp="1"/>
          </p:cNvSpPr>
          <p:nvPr/>
        </p:nvSpPr>
        <p:spPr>
          <a:xfrm>
            <a:off x="103196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11_all_4510">
            <a:extLst>
              <a:ext uri="{FF2B5EF4-FFF2-40B4-BE49-F238E27FC236}">
                <a16:creationId xmlns:a16="http://schemas.microsoft.com/office/drawing/2014/main" id="{05DF6804-75B9-4A3D-906A-FB9BF84F6EE4}"/>
              </a:ext>
            </a:extLst>
          </p:cNvPr>
          <p:cNvSpPr>
            <a:spLocks noGrp="1"/>
          </p:cNvSpPr>
          <p:nvPr/>
        </p:nvSpPr>
        <p:spPr>
          <a:xfrm>
            <a:off x="100216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11_all_4511">
            <a:extLst>
              <a:ext uri="{FF2B5EF4-FFF2-40B4-BE49-F238E27FC236}">
                <a16:creationId xmlns:a16="http://schemas.microsoft.com/office/drawing/2014/main" id="{CBBBBD9D-6DAB-4582-A182-D0238D4F2BDE}"/>
              </a:ext>
            </a:extLst>
          </p:cNvPr>
          <p:cNvSpPr>
            <a:spLocks noGrp="1"/>
          </p:cNvSpPr>
          <p:nvPr/>
        </p:nvSpPr>
        <p:spPr>
          <a:xfrm>
            <a:off x="109188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11_all_4512">
            <a:extLst>
              <a:ext uri="{FF2B5EF4-FFF2-40B4-BE49-F238E27FC236}">
                <a16:creationId xmlns:a16="http://schemas.microsoft.com/office/drawing/2014/main" id="{4D9720DA-E46F-42AC-8403-86B5CE62A9C1}"/>
              </a:ext>
            </a:extLst>
          </p:cNvPr>
          <p:cNvSpPr>
            <a:spLocks noGrp="1"/>
          </p:cNvSpPr>
          <p:nvPr/>
        </p:nvSpPr>
        <p:spPr>
          <a:xfrm>
            <a:off x="1029571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11_all_4513">
            <a:extLst>
              <a:ext uri="{FF2B5EF4-FFF2-40B4-BE49-F238E27FC236}">
                <a16:creationId xmlns:a16="http://schemas.microsoft.com/office/drawing/2014/main" id="{A28E16BB-739E-4ADE-AB00-BCE7BB1077D8}"/>
              </a:ext>
            </a:extLst>
          </p:cNvPr>
          <p:cNvSpPr>
            <a:spLocks noGrp="1"/>
          </p:cNvSpPr>
          <p:nvPr/>
        </p:nvSpPr>
        <p:spPr>
          <a:xfrm>
            <a:off x="111324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11_all_4514">
            <a:extLst>
              <a:ext uri="{FF2B5EF4-FFF2-40B4-BE49-F238E27FC236}">
                <a16:creationId xmlns:a16="http://schemas.microsoft.com/office/drawing/2014/main" id="{12339EE3-0F6C-4D08-A3B6-8CFCBC80B5AA}"/>
              </a:ext>
            </a:extLst>
          </p:cNvPr>
          <p:cNvSpPr>
            <a:spLocks noGrp="1"/>
          </p:cNvSpPr>
          <p:nvPr/>
        </p:nvSpPr>
        <p:spPr>
          <a:xfrm>
            <a:off x="102037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11_all_4515">
            <a:extLst>
              <a:ext uri="{FF2B5EF4-FFF2-40B4-BE49-F238E27FC236}">
                <a16:creationId xmlns:a16="http://schemas.microsoft.com/office/drawing/2014/main" id="{75FAD34A-B7DE-4373-9243-E0169BF883A6}"/>
              </a:ext>
            </a:extLst>
          </p:cNvPr>
          <p:cNvSpPr>
            <a:spLocks noGrp="1"/>
          </p:cNvSpPr>
          <p:nvPr/>
        </p:nvSpPr>
        <p:spPr>
          <a:xfrm>
            <a:off x="111612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11_all_4516">
            <a:extLst>
              <a:ext uri="{FF2B5EF4-FFF2-40B4-BE49-F238E27FC236}">
                <a16:creationId xmlns:a16="http://schemas.microsoft.com/office/drawing/2014/main" id="{0A7E7078-FC77-4E83-8899-C57F4F71314D}"/>
              </a:ext>
            </a:extLst>
          </p:cNvPr>
          <p:cNvSpPr>
            <a:spLocks noGrp="1"/>
          </p:cNvSpPr>
          <p:nvPr/>
        </p:nvSpPr>
        <p:spPr>
          <a:xfrm>
            <a:off x="102474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11_all_4517">
            <a:extLst>
              <a:ext uri="{FF2B5EF4-FFF2-40B4-BE49-F238E27FC236}">
                <a16:creationId xmlns:a16="http://schemas.microsoft.com/office/drawing/2014/main" id="{019BDB42-3EA4-42DC-A627-96A42CF33EE2}"/>
              </a:ext>
            </a:extLst>
          </p:cNvPr>
          <p:cNvSpPr>
            <a:spLocks noGrp="1"/>
          </p:cNvSpPr>
          <p:nvPr/>
        </p:nvSpPr>
        <p:spPr>
          <a:xfrm>
            <a:off x="992945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11_all_4518">
            <a:extLst>
              <a:ext uri="{FF2B5EF4-FFF2-40B4-BE49-F238E27FC236}">
                <a16:creationId xmlns:a16="http://schemas.microsoft.com/office/drawing/2014/main" id="{6D947D07-0153-476F-873B-00732FDFA9F5}"/>
              </a:ext>
            </a:extLst>
          </p:cNvPr>
          <p:cNvSpPr>
            <a:spLocks noGrp="1"/>
          </p:cNvSpPr>
          <p:nvPr/>
        </p:nvSpPr>
        <p:spPr>
          <a:xfrm>
            <a:off x="103896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11_all_4519">
            <a:extLst>
              <a:ext uri="{FF2B5EF4-FFF2-40B4-BE49-F238E27FC236}">
                <a16:creationId xmlns:a16="http://schemas.microsoft.com/office/drawing/2014/main" id="{E5583B8A-146E-4DE0-B99F-F2CA0DE62F52}"/>
              </a:ext>
            </a:extLst>
          </p:cNvPr>
          <p:cNvSpPr>
            <a:spLocks noGrp="1"/>
          </p:cNvSpPr>
          <p:nvPr/>
        </p:nvSpPr>
        <p:spPr>
          <a:xfrm>
            <a:off x="1036803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11_all_4520">
            <a:extLst>
              <a:ext uri="{FF2B5EF4-FFF2-40B4-BE49-F238E27FC236}">
                <a16:creationId xmlns:a16="http://schemas.microsoft.com/office/drawing/2014/main" id="{874D6B78-DED5-4F0D-B3F5-93755C2B6DB8}"/>
              </a:ext>
            </a:extLst>
          </p:cNvPr>
          <p:cNvSpPr>
            <a:spLocks noGrp="1"/>
          </p:cNvSpPr>
          <p:nvPr/>
        </p:nvSpPr>
        <p:spPr>
          <a:xfrm>
            <a:off x="1043278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11_all_4521">
            <a:extLst>
              <a:ext uri="{FF2B5EF4-FFF2-40B4-BE49-F238E27FC236}">
                <a16:creationId xmlns:a16="http://schemas.microsoft.com/office/drawing/2014/main" id="{240BDFFB-98BE-4883-BA65-616D86528965}"/>
              </a:ext>
            </a:extLst>
          </p:cNvPr>
          <p:cNvSpPr>
            <a:spLocks noGrp="1"/>
          </p:cNvSpPr>
          <p:nvPr/>
        </p:nvSpPr>
        <p:spPr>
          <a:xfrm>
            <a:off x="107132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11_all_4522">
            <a:extLst>
              <a:ext uri="{FF2B5EF4-FFF2-40B4-BE49-F238E27FC236}">
                <a16:creationId xmlns:a16="http://schemas.microsoft.com/office/drawing/2014/main" id="{6EE33DA1-AAC1-454A-BD69-49218574E0DB}"/>
              </a:ext>
            </a:extLst>
          </p:cNvPr>
          <p:cNvSpPr>
            <a:spLocks noGrp="1"/>
          </p:cNvSpPr>
          <p:nvPr/>
        </p:nvSpPr>
        <p:spPr>
          <a:xfrm>
            <a:off x="109350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11_all_4523">
            <a:extLst>
              <a:ext uri="{FF2B5EF4-FFF2-40B4-BE49-F238E27FC236}">
                <a16:creationId xmlns:a16="http://schemas.microsoft.com/office/drawing/2014/main" id="{6E40EAE8-9025-4EBF-8A83-50F67F5D4F1B}"/>
              </a:ext>
            </a:extLst>
          </p:cNvPr>
          <p:cNvSpPr>
            <a:spLocks noGrp="1"/>
          </p:cNvSpPr>
          <p:nvPr/>
        </p:nvSpPr>
        <p:spPr>
          <a:xfrm>
            <a:off x="106874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11_all_4524">
            <a:extLst>
              <a:ext uri="{FF2B5EF4-FFF2-40B4-BE49-F238E27FC236}">
                <a16:creationId xmlns:a16="http://schemas.microsoft.com/office/drawing/2014/main" id="{863E6901-FDBF-4A06-A6BF-A985864CC55C}"/>
              </a:ext>
            </a:extLst>
          </p:cNvPr>
          <p:cNvSpPr>
            <a:spLocks noGrp="1"/>
          </p:cNvSpPr>
          <p:nvPr/>
        </p:nvSpPr>
        <p:spPr>
          <a:xfrm>
            <a:off x="104285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11_all_4525">
            <a:extLst>
              <a:ext uri="{FF2B5EF4-FFF2-40B4-BE49-F238E27FC236}">
                <a16:creationId xmlns:a16="http://schemas.microsoft.com/office/drawing/2014/main" id="{A6411D58-A317-42F3-A689-4D830C458171}"/>
              </a:ext>
            </a:extLst>
          </p:cNvPr>
          <p:cNvSpPr>
            <a:spLocks noGrp="1"/>
          </p:cNvSpPr>
          <p:nvPr/>
        </p:nvSpPr>
        <p:spPr>
          <a:xfrm>
            <a:off x="1116365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11_all_4526">
            <a:extLst>
              <a:ext uri="{FF2B5EF4-FFF2-40B4-BE49-F238E27FC236}">
                <a16:creationId xmlns:a16="http://schemas.microsoft.com/office/drawing/2014/main" id="{BAD2FEEB-9C1D-4908-AAEF-98F1F51BB67D}"/>
              </a:ext>
            </a:extLst>
          </p:cNvPr>
          <p:cNvSpPr>
            <a:spLocks noGrp="1"/>
          </p:cNvSpPr>
          <p:nvPr/>
        </p:nvSpPr>
        <p:spPr>
          <a:xfrm>
            <a:off x="99548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11_all_4527">
            <a:extLst>
              <a:ext uri="{FF2B5EF4-FFF2-40B4-BE49-F238E27FC236}">
                <a16:creationId xmlns:a16="http://schemas.microsoft.com/office/drawing/2014/main" id="{DD5EF5FA-FCF3-4F3A-AECD-0448EB6BD639}"/>
              </a:ext>
            </a:extLst>
          </p:cNvPr>
          <p:cNvSpPr>
            <a:spLocks noGrp="1"/>
          </p:cNvSpPr>
          <p:nvPr/>
        </p:nvSpPr>
        <p:spPr>
          <a:xfrm>
            <a:off x="1013811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11_all_4528">
            <a:extLst>
              <a:ext uri="{FF2B5EF4-FFF2-40B4-BE49-F238E27FC236}">
                <a16:creationId xmlns:a16="http://schemas.microsoft.com/office/drawing/2014/main" id="{1A83F997-595B-408B-9345-5B42015E9E2E}"/>
              </a:ext>
            </a:extLst>
          </p:cNvPr>
          <p:cNvSpPr>
            <a:spLocks noGrp="1"/>
          </p:cNvSpPr>
          <p:nvPr/>
        </p:nvSpPr>
        <p:spPr>
          <a:xfrm>
            <a:off x="988104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11_all_4529">
            <a:extLst>
              <a:ext uri="{FF2B5EF4-FFF2-40B4-BE49-F238E27FC236}">
                <a16:creationId xmlns:a16="http://schemas.microsoft.com/office/drawing/2014/main" id="{6A9C319F-8FBD-46CD-8E90-6B3464BA18D2}"/>
              </a:ext>
            </a:extLst>
          </p:cNvPr>
          <p:cNvSpPr>
            <a:spLocks noGrp="1"/>
          </p:cNvSpPr>
          <p:nvPr/>
        </p:nvSpPr>
        <p:spPr>
          <a:xfrm>
            <a:off x="103124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11_all_4530">
            <a:extLst>
              <a:ext uri="{FF2B5EF4-FFF2-40B4-BE49-F238E27FC236}">
                <a16:creationId xmlns:a16="http://schemas.microsoft.com/office/drawing/2014/main" id="{102C002C-4728-47B8-B1FC-D50DE491B3E6}"/>
              </a:ext>
            </a:extLst>
          </p:cNvPr>
          <p:cNvSpPr>
            <a:spLocks noGrp="1"/>
          </p:cNvSpPr>
          <p:nvPr/>
        </p:nvSpPr>
        <p:spPr>
          <a:xfrm>
            <a:off x="1056667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11_all_4531">
            <a:extLst>
              <a:ext uri="{FF2B5EF4-FFF2-40B4-BE49-F238E27FC236}">
                <a16:creationId xmlns:a16="http://schemas.microsoft.com/office/drawing/2014/main" id="{4F92F901-E58A-45BD-9A9A-6371E8D97456}"/>
              </a:ext>
            </a:extLst>
          </p:cNvPr>
          <p:cNvSpPr>
            <a:spLocks noGrp="1"/>
          </p:cNvSpPr>
          <p:nvPr/>
        </p:nvSpPr>
        <p:spPr>
          <a:xfrm>
            <a:off x="985448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11_all_4532">
            <a:extLst>
              <a:ext uri="{FF2B5EF4-FFF2-40B4-BE49-F238E27FC236}">
                <a16:creationId xmlns:a16="http://schemas.microsoft.com/office/drawing/2014/main" id="{CB272269-3DFD-469A-AF86-65C386C446A7}"/>
              </a:ext>
            </a:extLst>
          </p:cNvPr>
          <p:cNvSpPr>
            <a:spLocks noGrp="1"/>
          </p:cNvSpPr>
          <p:nvPr/>
        </p:nvSpPr>
        <p:spPr>
          <a:xfrm>
            <a:off x="1115192" y="39688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11_all_4533">
            <a:extLst>
              <a:ext uri="{FF2B5EF4-FFF2-40B4-BE49-F238E27FC236}">
                <a16:creationId xmlns:a16="http://schemas.microsoft.com/office/drawing/2014/main" id="{C3430733-C628-4909-9C16-D6A560C29296}"/>
              </a:ext>
            </a:extLst>
          </p:cNvPr>
          <p:cNvSpPr>
            <a:spLocks noGrp="1"/>
          </p:cNvSpPr>
          <p:nvPr/>
        </p:nvSpPr>
        <p:spPr>
          <a:xfrm>
            <a:off x="1116963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11_all_4534">
            <a:extLst>
              <a:ext uri="{FF2B5EF4-FFF2-40B4-BE49-F238E27FC236}">
                <a16:creationId xmlns:a16="http://schemas.microsoft.com/office/drawing/2014/main" id="{49FBF21E-BD2D-4CEA-B602-B32F56407D82}"/>
              </a:ext>
            </a:extLst>
          </p:cNvPr>
          <p:cNvSpPr>
            <a:spLocks noGrp="1"/>
          </p:cNvSpPr>
          <p:nvPr/>
        </p:nvSpPr>
        <p:spPr>
          <a:xfrm>
            <a:off x="1008047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11_all_4535">
            <a:extLst>
              <a:ext uri="{FF2B5EF4-FFF2-40B4-BE49-F238E27FC236}">
                <a16:creationId xmlns:a16="http://schemas.microsoft.com/office/drawing/2014/main" id="{85E7E473-B764-4B89-A400-A3C3AA6AFACA}"/>
              </a:ext>
            </a:extLst>
          </p:cNvPr>
          <p:cNvSpPr>
            <a:spLocks noGrp="1"/>
          </p:cNvSpPr>
          <p:nvPr/>
        </p:nvSpPr>
        <p:spPr>
          <a:xfrm>
            <a:off x="102282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11_all_4536">
            <a:extLst>
              <a:ext uri="{FF2B5EF4-FFF2-40B4-BE49-F238E27FC236}">
                <a16:creationId xmlns:a16="http://schemas.microsoft.com/office/drawing/2014/main" id="{35D8A28A-6D8D-4841-8BDC-CC487B08F3FB}"/>
              </a:ext>
            </a:extLst>
          </p:cNvPr>
          <p:cNvSpPr>
            <a:spLocks noGrp="1"/>
          </p:cNvSpPr>
          <p:nvPr/>
        </p:nvSpPr>
        <p:spPr>
          <a:xfrm>
            <a:off x="1002713" y="414517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11_all_4537">
            <a:extLst>
              <a:ext uri="{FF2B5EF4-FFF2-40B4-BE49-F238E27FC236}">
                <a16:creationId xmlns:a16="http://schemas.microsoft.com/office/drawing/2014/main" id="{43018BD0-5FDF-4A0A-89EB-D49505B0EBEF}"/>
              </a:ext>
            </a:extLst>
          </p:cNvPr>
          <p:cNvSpPr>
            <a:spLocks noGrp="1"/>
          </p:cNvSpPr>
          <p:nvPr/>
        </p:nvSpPr>
        <p:spPr>
          <a:xfrm>
            <a:off x="1022969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11_all_4538">
            <a:extLst>
              <a:ext uri="{FF2B5EF4-FFF2-40B4-BE49-F238E27FC236}">
                <a16:creationId xmlns:a16="http://schemas.microsoft.com/office/drawing/2014/main" id="{EEDA4923-3455-4537-B8EA-DFF5CCAC10B1}"/>
              </a:ext>
            </a:extLst>
          </p:cNvPr>
          <p:cNvSpPr>
            <a:spLocks noGrp="1"/>
          </p:cNvSpPr>
          <p:nvPr/>
        </p:nvSpPr>
        <p:spPr>
          <a:xfrm>
            <a:off x="1003463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11_all_4539">
            <a:extLst>
              <a:ext uri="{FF2B5EF4-FFF2-40B4-BE49-F238E27FC236}">
                <a16:creationId xmlns:a16="http://schemas.microsoft.com/office/drawing/2014/main" id="{01603DAB-421F-47B0-B08A-8663BD5921FC}"/>
              </a:ext>
            </a:extLst>
          </p:cNvPr>
          <p:cNvSpPr>
            <a:spLocks noGrp="1"/>
          </p:cNvSpPr>
          <p:nvPr/>
        </p:nvSpPr>
        <p:spPr>
          <a:xfrm>
            <a:off x="104445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11_all_4540">
            <a:extLst>
              <a:ext uri="{FF2B5EF4-FFF2-40B4-BE49-F238E27FC236}">
                <a16:creationId xmlns:a16="http://schemas.microsoft.com/office/drawing/2014/main" id="{746FC858-FD26-4018-B206-F4F576D24B2E}"/>
              </a:ext>
            </a:extLst>
          </p:cNvPr>
          <p:cNvSpPr>
            <a:spLocks noGrp="1"/>
          </p:cNvSpPr>
          <p:nvPr/>
        </p:nvSpPr>
        <p:spPr>
          <a:xfrm>
            <a:off x="1060900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11_all_4541">
            <a:extLst>
              <a:ext uri="{FF2B5EF4-FFF2-40B4-BE49-F238E27FC236}">
                <a16:creationId xmlns:a16="http://schemas.microsoft.com/office/drawing/2014/main" id="{37C7AECA-45F5-437F-A4E8-2F98742EC2FC}"/>
              </a:ext>
            </a:extLst>
          </p:cNvPr>
          <p:cNvSpPr>
            <a:spLocks noGrp="1"/>
          </p:cNvSpPr>
          <p:nvPr/>
        </p:nvSpPr>
        <p:spPr>
          <a:xfrm>
            <a:off x="105147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11_all_4542">
            <a:extLst>
              <a:ext uri="{FF2B5EF4-FFF2-40B4-BE49-F238E27FC236}">
                <a16:creationId xmlns:a16="http://schemas.microsoft.com/office/drawing/2014/main" id="{E3C780D5-98DB-4DE2-B3B8-5A30D24B3596}"/>
              </a:ext>
            </a:extLst>
          </p:cNvPr>
          <p:cNvSpPr>
            <a:spLocks noGrp="1"/>
          </p:cNvSpPr>
          <p:nvPr/>
        </p:nvSpPr>
        <p:spPr>
          <a:xfrm>
            <a:off x="1050412" y="41523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11_all_4543">
            <a:extLst>
              <a:ext uri="{FF2B5EF4-FFF2-40B4-BE49-F238E27FC236}">
                <a16:creationId xmlns:a16="http://schemas.microsoft.com/office/drawing/2014/main" id="{F155210E-60B3-4BC8-9F6B-6AA55D4B58FA}"/>
              </a:ext>
            </a:extLst>
          </p:cNvPr>
          <p:cNvSpPr>
            <a:spLocks noGrp="1"/>
          </p:cNvSpPr>
          <p:nvPr/>
        </p:nvSpPr>
        <p:spPr>
          <a:xfrm>
            <a:off x="103946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11_all_4544">
            <a:extLst>
              <a:ext uri="{FF2B5EF4-FFF2-40B4-BE49-F238E27FC236}">
                <a16:creationId xmlns:a16="http://schemas.microsoft.com/office/drawing/2014/main" id="{A078354B-A09F-4BA1-B90B-D3679E6633C8}"/>
              </a:ext>
            </a:extLst>
          </p:cNvPr>
          <p:cNvSpPr>
            <a:spLocks noGrp="1"/>
          </p:cNvSpPr>
          <p:nvPr/>
        </p:nvSpPr>
        <p:spPr>
          <a:xfrm>
            <a:off x="1008550" y="39500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11_all_4545">
            <a:extLst>
              <a:ext uri="{FF2B5EF4-FFF2-40B4-BE49-F238E27FC236}">
                <a16:creationId xmlns:a16="http://schemas.microsoft.com/office/drawing/2014/main" id="{76E5B0CD-6B21-4C4F-BA24-23352777B1A9}"/>
              </a:ext>
            </a:extLst>
          </p:cNvPr>
          <p:cNvSpPr>
            <a:spLocks noGrp="1"/>
          </p:cNvSpPr>
          <p:nvPr/>
        </p:nvSpPr>
        <p:spPr>
          <a:xfrm>
            <a:off x="99396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11_all_4546">
            <a:extLst>
              <a:ext uri="{FF2B5EF4-FFF2-40B4-BE49-F238E27FC236}">
                <a16:creationId xmlns:a16="http://schemas.microsoft.com/office/drawing/2014/main" id="{3B95FDBB-5B77-46B0-B51F-771FE4D60315}"/>
              </a:ext>
            </a:extLst>
          </p:cNvPr>
          <p:cNvSpPr>
            <a:spLocks noGrp="1"/>
          </p:cNvSpPr>
          <p:nvPr/>
        </p:nvSpPr>
        <p:spPr>
          <a:xfrm>
            <a:off x="103759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11_all_4547">
            <a:extLst>
              <a:ext uri="{FF2B5EF4-FFF2-40B4-BE49-F238E27FC236}">
                <a16:creationId xmlns:a16="http://schemas.microsoft.com/office/drawing/2014/main" id="{6384D5AD-F13F-4A82-AE7E-CC58861B041F}"/>
              </a:ext>
            </a:extLst>
          </p:cNvPr>
          <p:cNvSpPr>
            <a:spLocks noGrp="1"/>
          </p:cNvSpPr>
          <p:nvPr/>
        </p:nvSpPr>
        <p:spPr>
          <a:xfrm>
            <a:off x="97949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11_all_4548">
            <a:extLst>
              <a:ext uri="{FF2B5EF4-FFF2-40B4-BE49-F238E27FC236}">
                <a16:creationId xmlns:a16="http://schemas.microsoft.com/office/drawing/2014/main" id="{A7ED6027-372C-4CA2-B375-470B0A9E9D6F}"/>
              </a:ext>
            </a:extLst>
          </p:cNvPr>
          <p:cNvSpPr>
            <a:spLocks noGrp="1"/>
          </p:cNvSpPr>
          <p:nvPr/>
        </p:nvSpPr>
        <p:spPr>
          <a:xfrm>
            <a:off x="109257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11_all_4549">
            <a:extLst>
              <a:ext uri="{FF2B5EF4-FFF2-40B4-BE49-F238E27FC236}">
                <a16:creationId xmlns:a16="http://schemas.microsoft.com/office/drawing/2014/main" id="{AF68965B-8320-4109-8390-393F899B7602}"/>
              </a:ext>
            </a:extLst>
          </p:cNvPr>
          <p:cNvSpPr>
            <a:spLocks noGrp="1"/>
          </p:cNvSpPr>
          <p:nvPr/>
        </p:nvSpPr>
        <p:spPr>
          <a:xfrm>
            <a:off x="992531" y="42241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11_all_4550">
            <a:extLst>
              <a:ext uri="{FF2B5EF4-FFF2-40B4-BE49-F238E27FC236}">
                <a16:creationId xmlns:a16="http://schemas.microsoft.com/office/drawing/2014/main" id="{BB96ABEF-E323-4064-926E-80C84C78CA7F}"/>
              </a:ext>
            </a:extLst>
          </p:cNvPr>
          <p:cNvSpPr>
            <a:spLocks noGrp="1"/>
          </p:cNvSpPr>
          <p:nvPr/>
        </p:nvSpPr>
        <p:spPr>
          <a:xfrm>
            <a:off x="1043921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11_all_4551">
            <a:extLst>
              <a:ext uri="{FF2B5EF4-FFF2-40B4-BE49-F238E27FC236}">
                <a16:creationId xmlns:a16="http://schemas.microsoft.com/office/drawing/2014/main" id="{BDBE78EF-7777-424D-B86D-47AE3D1311E7}"/>
              </a:ext>
            </a:extLst>
          </p:cNvPr>
          <p:cNvSpPr>
            <a:spLocks noGrp="1"/>
          </p:cNvSpPr>
          <p:nvPr/>
        </p:nvSpPr>
        <p:spPr>
          <a:xfrm>
            <a:off x="994489" y="42303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11_all_4552">
            <a:extLst>
              <a:ext uri="{FF2B5EF4-FFF2-40B4-BE49-F238E27FC236}">
                <a16:creationId xmlns:a16="http://schemas.microsoft.com/office/drawing/2014/main" id="{82BD9812-37F8-4B31-BF00-2000ED431475}"/>
              </a:ext>
            </a:extLst>
          </p:cNvPr>
          <p:cNvSpPr>
            <a:spLocks noGrp="1"/>
          </p:cNvSpPr>
          <p:nvPr/>
        </p:nvSpPr>
        <p:spPr>
          <a:xfrm>
            <a:off x="107449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11_all_4553">
            <a:extLst>
              <a:ext uri="{FF2B5EF4-FFF2-40B4-BE49-F238E27FC236}">
                <a16:creationId xmlns:a16="http://schemas.microsoft.com/office/drawing/2014/main" id="{C3456F21-73D3-4470-A57C-7A6FA7C930E8}"/>
              </a:ext>
            </a:extLst>
          </p:cNvPr>
          <p:cNvSpPr>
            <a:spLocks noGrp="1"/>
          </p:cNvSpPr>
          <p:nvPr/>
        </p:nvSpPr>
        <p:spPr>
          <a:xfrm>
            <a:off x="100086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11_all_4554">
            <a:extLst>
              <a:ext uri="{FF2B5EF4-FFF2-40B4-BE49-F238E27FC236}">
                <a16:creationId xmlns:a16="http://schemas.microsoft.com/office/drawing/2014/main" id="{11771388-AB6E-4E90-844A-5D29B2E3A279}"/>
              </a:ext>
            </a:extLst>
          </p:cNvPr>
          <p:cNvSpPr>
            <a:spLocks noGrp="1"/>
          </p:cNvSpPr>
          <p:nvPr/>
        </p:nvSpPr>
        <p:spPr>
          <a:xfrm>
            <a:off x="1034948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11_all_4555">
            <a:extLst>
              <a:ext uri="{FF2B5EF4-FFF2-40B4-BE49-F238E27FC236}">
                <a16:creationId xmlns:a16="http://schemas.microsoft.com/office/drawing/2014/main" id="{9D7DFEE9-7DC4-4133-A940-C6CB2505FC17}"/>
              </a:ext>
            </a:extLst>
          </p:cNvPr>
          <p:cNvSpPr>
            <a:spLocks noGrp="1"/>
          </p:cNvSpPr>
          <p:nvPr/>
        </p:nvSpPr>
        <p:spPr>
          <a:xfrm>
            <a:off x="977396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11_all_4556">
            <a:extLst>
              <a:ext uri="{FF2B5EF4-FFF2-40B4-BE49-F238E27FC236}">
                <a16:creationId xmlns:a16="http://schemas.microsoft.com/office/drawing/2014/main" id="{A8B5546D-EF5C-4849-8028-71764E2C2601}"/>
              </a:ext>
            </a:extLst>
          </p:cNvPr>
          <p:cNvSpPr>
            <a:spLocks noGrp="1"/>
          </p:cNvSpPr>
          <p:nvPr/>
        </p:nvSpPr>
        <p:spPr>
          <a:xfrm>
            <a:off x="102082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11_all_4557">
            <a:extLst>
              <a:ext uri="{FF2B5EF4-FFF2-40B4-BE49-F238E27FC236}">
                <a16:creationId xmlns:a16="http://schemas.microsoft.com/office/drawing/2014/main" id="{3ABEFC58-C4FF-41DE-8874-C2E66733D144}"/>
              </a:ext>
            </a:extLst>
          </p:cNvPr>
          <p:cNvSpPr>
            <a:spLocks noGrp="1"/>
          </p:cNvSpPr>
          <p:nvPr/>
        </p:nvSpPr>
        <p:spPr>
          <a:xfrm>
            <a:off x="99195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11_all_4558">
            <a:extLst>
              <a:ext uri="{FF2B5EF4-FFF2-40B4-BE49-F238E27FC236}">
                <a16:creationId xmlns:a16="http://schemas.microsoft.com/office/drawing/2014/main" id="{9BF901C4-6F03-4A75-8091-4E585B31963B}"/>
              </a:ext>
            </a:extLst>
          </p:cNvPr>
          <p:cNvSpPr>
            <a:spLocks noGrp="1"/>
          </p:cNvSpPr>
          <p:nvPr/>
        </p:nvSpPr>
        <p:spPr>
          <a:xfrm>
            <a:off x="108411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11_all_4559">
            <a:extLst>
              <a:ext uri="{FF2B5EF4-FFF2-40B4-BE49-F238E27FC236}">
                <a16:creationId xmlns:a16="http://schemas.microsoft.com/office/drawing/2014/main" id="{C5288B02-487A-4227-B5B8-5C1E8A7966C1}"/>
              </a:ext>
            </a:extLst>
          </p:cNvPr>
          <p:cNvSpPr>
            <a:spLocks noGrp="1"/>
          </p:cNvSpPr>
          <p:nvPr/>
        </p:nvSpPr>
        <p:spPr>
          <a:xfrm>
            <a:off x="103153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11_all_4560">
            <a:extLst>
              <a:ext uri="{FF2B5EF4-FFF2-40B4-BE49-F238E27FC236}">
                <a16:creationId xmlns:a16="http://schemas.microsoft.com/office/drawing/2014/main" id="{FE1F5F9A-1AE8-4737-B4BC-3A260EE77ADE}"/>
              </a:ext>
            </a:extLst>
          </p:cNvPr>
          <p:cNvSpPr>
            <a:spLocks noGrp="1"/>
          </p:cNvSpPr>
          <p:nvPr/>
        </p:nvSpPr>
        <p:spPr>
          <a:xfrm>
            <a:off x="100392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11_all_4561">
            <a:extLst>
              <a:ext uri="{FF2B5EF4-FFF2-40B4-BE49-F238E27FC236}">
                <a16:creationId xmlns:a16="http://schemas.microsoft.com/office/drawing/2014/main" id="{E8B4E280-6592-45F5-82F2-F5F20906C2F5}"/>
              </a:ext>
            </a:extLst>
          </p:cNvPr>
          <p:cNvSpPr>
            <a:spLocks noGrp="1"/>
          </p:cNvSpPr>
          <p:nvPr/>
        </p:nvSpPr>
        <p:spPr>
          <a:xfrm>
            <a:off x="102828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11_all_4562">
            <a:extLst>
              <a:ext uri="{FF2B5EF4-FFF2-40B4-BE49-F238E27FC236}">
                <a16:creationId xmlns:a16="http://schemas.microsoft.com/office/drawing/2014/main" id="{87C3EC21-D6C4-402B-9D84-B67612D37C69}"/>
              </a:ext>
            </a:extLst>
          </p:cNvPr>
          <p:cNvSpPr>
            <a:spLocks noGrp="1"/>
          </p:cNvSpPr>
          <p:nvPr/>
        </p:nvSpPr>
        <p:spPr>
          <a:xfrm>
            <a:off x="105428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11_all_4563">
            <a:extLst>
              <a:ext uri="{FF2B5EF4-FFF2-40B4-BE49-F238E27FC236}">
                <a16:creationId xmlns:a16="http://schemas.microsoft.com/office/drawing/2014/main" id="{23643DA1-B986-4B7E-8861-870637E7A69B}"/>
              </a:ext>
            </a:extLst>
          </p:cNvPr>
          <p:cNvSpPr>
            <a:spLocks noGrp="1"/>
          </p:cNvSpPr>
          <p:nvPr/>
        </p:nvSpPr>
        <p:spPr>
          <a:xfrm>
            <a:off x="1040137" y="40904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11_all_4564">
            <a:extLst>
              <a:ext uri="{FF2B5EF4-FFF2-40B4-BE49-F238E27FC236}">
                <a16:creationId xmlns:a16="http://schemas.microsoft.com/office/drawing/2014/main" id="{6EFFB4CA-6187-44C9-A7D0-0F80A17DC7B9}"/>
              </a:ext>
            </a:extLst>
          </p:cNvPr>
          <p:cNvSpPr>
            <a:spLocks noGrp="1"/>
          </p:cNvSpPr>
          <p:nvPr/>
        </p:nvSpPr>
        <p:spPr>
          <a:xfrm>
            <a:off x="1062837" y="44007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11_all_4565">
            <a:extLst>
              <a:ext uri="{FF2B5EF4-FFF2-40B4-BE49-F238E27FC236}">
                <a16:creationId xmlns:a16="http://schemas.microsoft.com/office/drawing/2014/main" id="{82709454-4335-4D19-8673-AF0C2B45945B}"/>
              </a:ext>
            </a:extLst>
          </p:cNvPr>
          <p:cNvSpPr>
            <a:spLocks noGrp="1"/>
          </p:cNvSpPr>
          <p:nvPr/>
        </p:nvSpPr>
        <p:spPr>
          <a:xfrm>
            <a:off x="110989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11_all_4566">
            <a:extLst>
              <a:ext uri="{FF2B5EF4-FFF2-40B4-BE49-F238E27FC236}">
                <a16:creationId xmlns:a16="http://schemas.microsoft.com/office/drawing/2014/main" id="{9BEEA20B-EA4E-4BDD-9037-689EEAE2B40B}"/>
              </a:ext>
            </a:extLst>
          </p:cNvPr>
          <p:cNvSpPr>
            <a:spLocks noGrp="1"/>
          </p:cNvSpPr>
          <p:nvPr/>
        </p:nvSpPr>
        <p:spPr>
          <a:xfrm>
            <a:off x="109647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11_all_4567">
            <a:extLst>
              <a:ext uri="{FF2B5EF4-FFF2-40B4-BE49-F238E27FC236}">
                <a16:creationId xmlns:a16="http://schemas.microsoft.com/office/drawing/2014/main" id="{11AB8E39-8B0B-4CC6-8612-36DBA0D56278}"/>
              </a:ext>
            </a:extLst>
          </p:cNvPr>
          <p:cNvSpPr>
            <a:spLocks noGrp="1"/>
          </p:cNvSpPr>
          <p:nvPr/>
        </p:nvSpPr>
        <p:spPr>
          <a:xfrm>
            <a:off x="102233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11_all_4568">
            <a:extLst>
              <a:ext uri="{FF2B5EF4-FFF2-40B4-BE49-F238E27FC236}">
                <a16:creationId xmlns:a16="http://schemas.microsoft.com/office/drawing/2014/main" id="{3D3133BB-7DBA-4A05-AD0C-CC05AAFB4870}"/>
              </a:ext>
            </a:extLst>
          </p:cNvPr>
          <p:cNvSpPr>
            <a:spLocks noGrp="1"/>
          </p:cNvSpPr>
          <p:nvPr/>
        </p:nvSpPr>
        <p:spPr>
          <a:xfrm>
            <a:off x="1079764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11_all_4569">
            <a:extLst>
              <a:ext uri="{FF2B5EF4-FFF2-40B4-BE49-F238E27FC236}">
                <a16:creationId xmlns:a16="http://schemas.microsoft.com/office/drawing/2014/main" id="{CF74EE4C-FE11-43DE-820F-43AC73EADE6B}"/>
              </a:ext>
            </a:extLst>
          </p:cNvPr>
          <p:cNvSpPr>
            <a:spLocks noGrp="1"/>
          </p:cNvSpPr>
          <p:nvPr/>
        </p:nvSpPr>
        <p:spPr>
          <a:xfrm>
            <a:off x="102061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11_all_4570">
            <a:extLst>
              <a:ext uri="{FF2B5EF4-FFF2-40B4-BE49-F238E27FC236}">
                <a16:creationId xmlns:a16="http://schemas.microsoft.com/office/drawing/2014/main" id="{0D9BDEE0-05D1-46E6-A009-E0AD20E61756}"/>
              </a:ext>
            </a:extLst>
          </p:cNvPr>
          <p:cNvSpPr>
            <a:spLocks noGrp="1"/>
          </p:cNvSpPr>
          <p:nvPr/>
        </p:nvSpPr>
        <p:spPr>
          <a:xfrm>
            <a:off x="102580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11_all_4571">
            <a:extLst>
              <a:ext uri="{FF2B5EF4-FFF2-40B4-BE49-F238E27FC236}">
                <a16:creationId xmlns:a16="http://schemas.microsoft.com/office/drawing/2014/main" id="{BB423F81-98ED-4C5B-B6D7-B5FF36CE7AEF}"/>
              </a:ext>
            </a:extLst>
          </p:cNvPr>
          <p:cNvSpPr>
            <a:spLocks noGrp="1"/>
          </p:cNvSpPr>
          <p:nvPr/>
        </p:nvSpPr>
        <p:spPr>
          <a:xfrm>
            <a:off x="108433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11_all_4572">
            <a:extLst>
              <a:ext uri="{FF2B5EF4-FFF2-40B4-BE49-F238E27FC236}">
                <a16:creationId xmlns:a16="http://schemas.microsoft.com/office/drawing/2014/main" id="{5A4BE6E0-3E52-4E4A-B7D5-C87579010576}"/>
              </a:ext>
            </a:extLst>
          </p:cNvPr>
          <p:cNvSpPr>
            <a:spLocks noGrp="1"/>
          </p:cNvSpPr>
          <p:nvPr/>
        </p:nvSpPr>
        <p:spPr>
          <a:xfrm>
            <a:off x="111644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11_all_4573">
            <a:extLst>
              <a:ext uri="{FF2B5EF4-FFF2-40B4-BE49-F238E27FC236}">
                <a16:creationId xmlns:a16="http://schemas.microsoft.com/office/drawing/2014/main" id="{34104C13-939C-4F97-8650-5822FE02F6E7}"/>
              </a:ext>
            </a:extLst>
          </p:cNvPr>
          <p:cNvSpPr>
            <a:spLocks noGrp="1"/>
          </p:cNvSpPr>
          <p:nvPr/>
        </p:nvSpPr>
        <p:spPr>
          <a:xfrm>
            <a:off x="98466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11_all_4574">
            <a:extLst>
              <a:ext uri="{FF2B5EF4-FFF2-40B4-BE49-F238E27FC236}">
                <a16:creationId xmlns:a16="http://schemas.microsoft.com/office/drawing/2014/main" id="{934CAE16-281D-4D6E-8E31-859DB39EF2A8}"/>
              </a:ext>
            </a:extLst>
          </p:cNvPr>
          <p:cNvSpPr>
            <a:spLocks noGrp="1"/>
          </p:cNvSpPr>
          <p:nvPr/>
        </p:nvSpPr>
        <p:spPr>
          <a:xfrm>
            <a:off x="98119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11_all_4575">
            <a:extLst>
              <a:ext uri="{FF2B5EF4-FFF2-40B4-BE49-F238E27FC236}">
                <a16:creationId xmlns:a16="http://schemas.microsoft.com/office/drawing/2014/main" id="{D5FE954C-05CD-4864-8CAE-712074F76AC5}"/>
              </a:ext>
            </a:extLst>
          </p:cNvPr>
          <p:cNvSpPr>
            <a:spLocks noGrp="1"/>
          </p:cNvSpPr>
          <p:nvPr/>
        </p:nvSpPr>
        <p:spPr>
          <a:xfrm>
            <a:off x="110568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11_all_4576">
            <a:extLst>
              <a:ext uri="{FF2B5EF4-FFF2-40B4-BE49-F238E27FC236}">
                <a16:creationId xmlns:a16="http://schemas.microsoft.com/office/drawing/2014/main" id="{EC65F44B-367D-4184-B53E-F77EF1E59272}"/>
              </a:ext>
            </a:extLst>
          </p:cNvPr>
          <p:cNvSpPr>
            <a:spLocks noGrp="1"/>
          </p:cNvSpPr>
          <p:nvPr/>
        </p:nvSpPr>
        <p:spPr>
          <a:xfrm>
            <a:off x="980546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11_all_4577">
            <a:extLst>
              <a:ext uri="{FF2B5EF4-FFF2-40B4-BE49-F238E27FC236}">
                <a16:creationId xmlns:a16="http://schemas.microsoft.com/office/drawing/2014/main" id="{55AEE87E-F1A5-4881-8237-2CF3FA03A1A3}"/>
              </a:ext>
            </a:extLst>
          </p:cNvPr>
          <p:cNvSpPr>
            <a:spLocks noGrp="1"/>
          </p:cNvSpPr>
          <p:nvPr/>
        </p:nvSpPr>
        <p:spPr>
          <a:xfrm>
            <a:off x="102741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11_all_4578">
            <a:extLst>
              <a:ext uri="{FF2B5EF4-FFF2-40B4-BE49-F238E27FC236}">
                <a16:creationId xmlns:a16="http://schemas.microsoft.com/office/drawing/2014/main" id="{88C2E48F-9AFF-4934-927A-869BB006157B}"/>
              </a:ext>
            </a:extLst>
          </p:cNvPr>
          <p:cNvSpPr>
            <a:spLocks noGrp="1"/>
          </p:cNvSpPr>
          <p:nvPr/>
        </p:nvSpPr>
        <p:spPr>
          <a:xfrm>
            <a:off x="104425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11_all_4579">
            <a:extLst>
              <a:ext uri="{FF2B5EF4-FFF2-40B4-BE49-F238E27FC236}">
                <a16:creationId xmlns:a16="http://schemas.microsoft.com/office/drawing/2014/main" id="{E18DD7B5-7EFE-49D6-9D96-073609D175C7}"/>
              </a:ext>
            </a:extLst>
          </p:cNvPr>
          <p:cNvSpPr>
            <a:spLocks noGrp="1"/>
          </p:cNvSpPr>
          <p:nvPr/>
        </p:nvSpPr>
        <p:spPr>
          <a:xfrm>
            <a:off x="976423" y="45175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11_all_4580">
            <a:extLst>
              <a:ext uri="{FF2B5EF4-FFF2-40B4-BE49-F238E27FC236}">
                <a16:creationId xmlns:a16="http://schemas.microsoft.com/office/drawing/2014/main" id="{28E09D7A-B826-4F90-AC45-B72EC92144C5}"/>
              </a:ext>
            </a:extLst>
          </p:cNvPr>
          <p:cNvSpPr>
            <a:spLocks noGrp="1"/>
          </p:cNvSpPr>
          <p:nvPr/>
        </p:nvSpPr>
        <p:spPr>
          <a:xfrm>
            <a:off x="995647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11_all_4581">
            <a:extLst>
              <a:ext uri="{FF2B5EF4-FFF2-40B4-BE49-F238E27FC236}">
                <a16:creationId xmlns:a16="http://schemas.microsoft.com/office/drawing/2014/main" id="{DE1941B8-B004-4823-A498-A681597D0E81}"/>
              </a:ext>
            </a:extLst>
          </p:cNvPr>
          <p:cNvSpPr>
            <a:spLocks noGrp="1"/>
          </p:cNvSpPr>
          <p:nvPr/>
        </p:nvSpPr>
        <p:spPr>
          <a:xfrm>
            <a:off x="102714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11_all_4582">
            <a:extLst>
              <a:ext uri="{FF2B5EF4-FFF2-40B4-BE49-F238E27FC236}">
                <a16:creationId xmlns:a16="http://schemas.microsoft.com/office/drawing/2014/main" id="{F87256D4-47CE-434B-88D9-DF77532F83C7}"/>
              </a:ext>
            </a:extLst>
          </p:cNvPr>
          <p:cNvSpPr>
            <a:spLocks noGrp="1"/>
          </p:cNvSpPr>
          <p:nvPr/>
        </p:nvSpPr>
        <p:spPr>
          <a:xfrm>
            <a:off x="101960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11_all_4583">
            <a:extLst>
              <a:ext uri="{FF2B5EF4-FFF2-40B4-BE49-F238E27FC236}">
                <a16:creationId xmlns:a16="http://schemas.microsoft.com/office/drawing/2014/main" id="{D8F24DBB-E7A4-4D79-9882-D507F5CF25C3}"/>
              </a:ext>
            </a:extLst>
          </p:cNvPr>
          <p:cNvSpPr>
            <a:spLocks noGrp="1"/>
          </p:cNvSpPr>
          <p:nvPr/>
        </p:nvSpPr>
        <p:spPr>
          <a:xfrm>
            <a:off x="1110134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11_all_4584">
            <a:extLst>
              <a:ext uri="{FF2B5EF4-FFF2-40B4-BE49-F238E27FC236}">
                <a16:creationId xmlns:a16="http://schemas.microsoft.com/office/drawing/2014/main" id="{9A5AF1D7-F202-475C-A7F0-65AD4D761C9E}"/>
              </a:ext>
            </a:extLst>
          </p:cNvPr>
          <p:cNvSpPr>
            <a:spLocks noGrp="1"/>
          </p:cNvSpPr>
          <p:nvPr/>
        </p:nvSpPr>
        <p:spPr>
          <a:xfrm>
            <a:off x="103034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11_all_4585">
            <a:extLst>
              <a:ext uri="{FF2B5EF4-FFF2-40B4-BE49-F238E27FC236}">
                <a16:creationId xmlns:a16="http://schemas.microsoft.com/office/drawing/2014/main" id="{DB9A329A-5757-4245-917C-D390A0E4040B}"/>
              </a:ext>
            </a:extLst>
          </p:cNvPr>
          <p:cNvSpPr>
            <a:spLocks noGrp="1"/>
          </p:cNvSpPr>
          <p:nvPr/>
        </p:nvSpPr>
        <p:spPr>
          <a:xfrm>
            <a:off x="1060838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11_all_4586">
            <a:extLst>
              <a:ext uri="{FF2B5EF4-FFF2-40B4-BE49-F238E27FC236}">
                <a16:creationId xmlns:a16="http://schemas.microsoft.com/office/drawing/2014/main" id="{566BD536-EE3C-4609-878F-EDCECA550A4D}"/>
              </a:ext>
            </a:extLst>
          </p:cNvPr>
          <p:cNvSpPr>
            <a:spLocks noGrp="1"/>
          </p:cNvSpPr>
          <p:nvPr/>
        </p:nvSpPr>
        <p:spPr>
          <a:xfrm>
            <a:off x="977760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11_all_4587">
            <a:extLst>
              <a:ext uri="{FF2B5EF4-FFF2-40B4-BE49-F238E27FC236}">
                <a16:creationId xmlns:a16="http://schemas.microsoft.com/office/drawing/2014/main" id="{810CC038-F9D5-4115-8B93-7D7E8977E72E}"/>
              </a:ext>
            </a:extLst>
          </p:cNvPr>
          <p:cNvSpPr>
            <a:spLocks noGrp="1"/>
          </p:cNvSpPr>
          <p:nvPr/>
        </p:nvSpPr>
        <p:spPr>
          <a:xfrm>
            <a:off x="97871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11_all_4588">
            <a:extLst>
              <a:ext uri="{FF2B5EF4-FFF2-40B4-BE49-F238E27FC236}">
                <a16:creationId xmlns:a16="http://schemas.microsoft.com/office/drawing/2014/main" id="{399ACFAA-224F-4B41-BD51-E9D58E616499}"/>
              </a:ext>
            </a:extLst>
          </p:cNvPr>
          <p:cNvSpPr>
            <a:spLocks noGrp="1"/>
          </p:cNvSpPr>
          <p:nvPr/>
        </p:nvSpPr>
        <p:spPr>
          <a:xfrm>
            <a:off x="105772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11_all_4589">
            <a:extLst>
              <a:ext uri="{FF2B5EF4-FFF2-40B4-BE49-F238E27FC236}">
                <a16:creationId xmlns:a16="http://schemas.microsoft.com/office/drawing/2014/main" id="{6B80B75F-0BDB-4F1F-8D77-2AFB271FCEF1}"/>
              </a:ext>
            </a:extLst>
          </p:cNvPr>
          <p:cNvSpPr>
            <a:spLocks noGrp="1"/>
          </p:cNvSpPr>
          <p:nvPr/>
        </p:nvSpPr>
        <p:spPr>
          <a:xfrm>
            <a:off x="1039813" y="3989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11_all_4590">
            <a:extLst>
              <a:ext uri="{FF2B5EF4-FFF2-40B4-BE49-F238E27FC236}">
                <a16:creationId xmlns:a16="http://schemas.microsoft.com/office/drawing/2014/main" id="{55494962-2419-47AB-8061-40E2271EBFDE}"/>
              </a:ext>
            </a:extLst>
          </p:cNvPr>
          <p:cNvSpPr>
            <a:spLocks noGrp="1"/>
          </p:cNvSpPr>
          <p:nvPr/>
        </p:nvSpPr>
        <p:spPr>
          <a:xfrm>
            <a:off x="109825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11_all_4591">
            <a:extLst>
              <a:ext uri="{FF2B5EF4-FFF2-40B4-BE49-F238E27FC236}">
                <a16:creationId xmlns:a16="http://schemas.microsoft.com/office/drawing/2014/main" id="{A32697E3-348A-4E50-8170-B2A93E99436E}"/>
              </a:ext>
            </a:extLst>
          </p:cNvPr>
          <p:cNvSpPr>
            <a:spLocks noGrp="1"/>
          </p:cNvSpPr>
          <p:nvPr/>
        </p:nvSpPr>
        <p:spPr>
          <a:xfrm>
            <a:off x="109970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11_all_4592">
            <a:extLst>
              <a:ext uri="{FF2B5EF4-FFF2-40B4-BE49-F238E27FC236}">
                <a16:creationId xmlns:a16="http://schemas.microsoft.com/office/drawing/2014/main" id="{F34FC484-DC15-4DE2-A52D-D0CC618C7605}"/>
              </a:ext>
            </a:extLst>
          </p:cNvPr>
          <p:cNvSpPr>
            <a:spLocks noGrp="1"/>
          </p:cNvSpPr>
          <p:nvPr/>
        </p:nvSpPr>
        <p:spPr>
          <a:xfrm>
            <a:off x="111952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11_all_4593">
            <a:extLst>
              <a:ext uri="{FF2B5EF4-FFF2-40B4-BE49-F238E27FC236}">
                <a16:creationId xmlns:a16="http://schemas.microsoft.com/office/drawing/2014/main" id="{A2D95163-8566-45C2-B14C-D57DA7B8129E}"/>
              </a:ext>
            </a:extLst>
          </p:cNvPr>
          <p:cNvSpPr>
            <a:spLocks noGrp="1"/>
          </p:cNvSpPr>
          <p:nvPr/>
        </p:nvSpPr>
        <p:spPr>
          <a:xfrm>
            <a:off x="103801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11_all_4594">
            <a:extLst>
              <a:ext uri="{FF2B5EF4-FFF2-40B4-BE49-F238E27FC236}">
                <a16:creationId xmlns:a16="http://schemas.microsoft.com/office/drawing/2014/main" id="{4A829068-7EFF-4FB9-B741-FE2AEF7F3ED1}"/>
              </a:ext>
            </a:extLst>
          </p:cNvPr>
          <p:cNvSpPr>
            <a:spLocks noGrp="1"/>
          </p:cNvSpPr>
          <p:nvPr/>
        </p:nvSpPr>
        <p:spPr>
          <a:xfrm>
            <a:off x="977858" y="43007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11_all_4595">
            <a:extLst>
              <a:ext uri="{FF2B5EF4-FFF2-40B4-BE49-F238E27FC236}">
                <a16:creationId xmlns:a16="http://schemas.microsoft.com/office/drawing/2014/main" id="{ECBBF0B9-FCDC-4B33-8304-D7F02969C927}"/>
              </a:ext>
            </a:extLst>
          </p:cNvPr>
          <p:cNvSpPr>
            <a:spLocks noGrp="1"/>
          </p:cNvSpPr>
          <p:nvPr/>
        </p:nvSpPr>
        <p:spPr>
          <a:xfrm>
            <a:off x="99663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11_all_4596">
            <a:extLst>
              <a:ext uri="{FF2B5EF4-FFF2-40B4-BE49-F238E27FC236}">
                <a16:creationId xmlns:a16="http://schemas.microsoft.com/office/drawing/2014/main" id="{40E4A56B-BFD5-4011-BD75-9FE2D2983B8B}"/>
              </a:ext>
            </a:extLst>
          </p:cNvPr>
          <p:cNvSpPr>
            <a:spLocks noGrp="1"/>
          </p:cNvSpPr>
          <p:nvPr/>
        </p:nvSpPr>
        <p:spPr>
          <a:xfrm>
            <a:off x="104831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11_all_4597">
            <a:extLst>
              <a:ext uri="{FF2B5EF4-FFF2-40B4-BE49-F238E27FC236}">
                <a16:creationId xmlns:a16="http://schemas.microsoft.com/office/drawing/2014/main" id="{F8443C98-0869-425E-91CD-6E800401B1AE}"/>
              </a:ext>
            </a:extLst>
          </p:cNvPr>
          <p:cNvSpPr>
            <a:spLocks noGrp="1"/>
          </p:cNvSpPr>
          <p:nvPr/>
        </p:nvSpPr>
        <p:spPr>
          <a:xfrm>
            <a:off x="107900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11_all_4598">
            <a:extLst>
              <a:ext uri="{FF2B5EF4-FFF2-40B4-BE49-F238E27FC236}">
                <a16:creationId xmlns:a16="http://schemas.microsoft.com/office/drawing/2014/main" id="{B5072184-1CFE-4099-A64A-FAF5E765FD90}"/>
              </a:ext>
            </a:extLst>
          </p:cNvPr>
          <p:cNvSpPr>
            <a:spLocks noGrp="1"/>
          </p:cNvSpPr>
          <p:nvPr/>
        </p:nvSpPr>
        <p:spPr>
          <a:xfrm>
            <a:off x="99602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11_all_4599">
            <a:extLst>
              <a:ext uri="{FF2B5EF4-FFF2-40B4-BE49-F238E27FC236}">
                <a16:creationId xmlns:a16="http://schemas.microsoft.com/office/drawing/2014/main" id="{E7CA1391-9107-498D-BBFA-FCB744C2C3FD}"/>
              </a:ext>
            </a:extLst>
          </p:cNvPr>
          <p:cNvSpPr>
            <a:spLocks noGrp="1"/>
          </p:cNvSpPr>
          <p:nvPr/>
        </p:nvSpPr>
        <p:spPr>
          <a:xfrm>
            <a:off x="111332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11_all_4600">
            <a:extLst>
              <a:ext uri="{FF2B5EF4-FFF2-40B4-BE49-F238E27FC236}">
                <a16:creationId xmlns:a16="http://schemas.microsoft.com/office/drawing/2014/main" id="{68DFF92A-E874-4F55-A9A5-6522E97D989B}"/>
              </a:ext>
            </a:extLst>
          </p:cNvPr>
          <p:cNvSpPr>
            <a:spLocks noGrp="1"/>
          </p:cNvSpPr>
          <p:nvPr/>
        </p:nvSpPr>
        <p:spPr>
          <a:xfrm>
            <a:off x="108067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11_all_4601">
            <a:extLst>
              <a:ext uri="{FF2B5EF4-FFF2-40B4-BE49-F238E27FC236}">
                <a16:creationId xmlns:a16="http://schemas.microsoft.com/office/drawing/2014/main" id="{E281F13E-EB06-4607-816D-9912F71F8776}"/>
              </a:ext>
            </a:extLst>
          </p:cNvPr>
          <p:cNvSpPr>
            <a:spLocks noGrp="1"/>
          </p:cNvSpPr>
          <p:nvPr/>
        </p:nvSpPr>
        <p:spPr>
          <a:xfrm>
            <a:off x="1022800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11_all_4602">
            <a:extLst>
              <a:ext uri="{FF2B5EF4-FFF2-40B4-BE49-F238E27FC236}">
                <a16:creationId xmlns:a16="http://schemas.microsoft.com/office/drawing/2014/main" id="{AEE12427-1996-45BE-9E07-F62D5DBF1D6E}"/>
              </a:ext>
            </a:extLst>
          </p:cNvPr>
          <p:cNvSpPr>
            <a:spLocks noGrp="1"/>
          </p:cNvSpPr>
          <p:nvPr/>
        </p:nvSpPr>
        <p:spPr>
          <a:xfrm>
            <a:off x="1012566" y="44485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11_all_4603">
            <a:extLst>
              <a:ext uri="{FF2B5EF4-FFF2-40B4-BE49-F238E27FC236}">
                <a16:creationId xmlns:a16="http://schemas.microsoft.com/office/drawing/2014/main" id="{157CC31E-165F-417E-B41D-6CA9FAB33437}"/>
              </a:ext>
            </a:extLst>
          </p:cNvPr>
          <p:cNvSpPr>
            <a:spLocks noGrp="1"/>
          </p:cNvSpPr>
          <p:nvPr/>
        </p:nvSpPr>
        <p:spPr>
          <a:xfrm>
            <a:off x="975228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11_all_4604">
            <a:extLst>
              <a:ext uri="{FF2B5EF4-FFF2-40B4-BE49-F238E27FC236}">
                <a16:creationId xmlns:a16="http://schemas.microsoft.com/office/drawing/2014/main" id="{FAFB3ABD-89BD-4EDD-8E0D-9A3EAF97805B}"/>
              </a:ext>
            </a:extLst>
          </p:cNvPr>
          <p:cNvSpPr>
            <a:spLocks noGrp="1"/>
          </p:cNvSpPr>
          <p:nvPr/>
        </p:nvSpPr>
        <p:spPr>
          <a:xfrm>
            <a:off x="110071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11_all_4605">
            <a:extLst>
              <a:ext uri="{FF2B5EF4-FFF2-40B4-BE49-F238E27FC236}">
                <a16:creationId xmlns:a16="http://schemas.microsoft.com/office/drawing/2014/main" id="{045D0D15-80A3-46E5-A9E5-ED34C2531AE0}"/>
              </a:ext>
            </a:extLst>
          </p:cNvPr>
          <p:cNvSpPr>
            <a:spLocks noGrp="1"/>
          </p:cNvSpPr>
          <p:nvPr/>
        </p:nvSpPr>
        <p:spPr>
          <a:xfrm>
            <a:off x="1116532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11_all_4606">
            <a:extLst>
              <a:ext uri="{FF2B5EF4-FFF2-40B4-BE49-F238E27FC236}">
                <a16:creationId xmlns:a16="http://schemas.microsoft.com/office/drawing/2014/main" id="{126C3FBA-2812-4177-92A5-1C23C3215DBA}"/>
              </a:ext>
            </a:extLst>
          </p:cNvPr>
          <p:cNvSpPr>
            <a:spLocks noGrp="1"/>
          </p:cNvSpPr>
          <p:nvPr/>
        </p:nvSpPr>
        <p:spPr>
          <a:xfrm>
            <a:off x="105184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11_all_4607">
            <a:extLst>
              <a:ext uri="{FF2B5EF4-FFF2-40B4-BE49-F238E27FC236}">
                <a16:creationId xmlns:a16="http://schemas.microsoft.com/office/drawing/2014/main" id="{5775E6CE-0D73-42F5-8D76-0AB1C293B51A}"/>
              </a:ext>
            </a:extLst>
          </p:cNvPr>
          <p:cNvSpPr>
            <a:spLocks noGrp="1"/>
          </p:cNvSpPr>
          <p:nvPr/>
        </p:nvSpPr>
        <p:spPr>
          <a:xfrm>
            <a:off x="109592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11_all_4608">
            <a:extLst>
              <a:ext uri="{FF2B5EF4-FFF2-40B4-BE49-F238E27FC236}">
                <a16:creationId xmlns:a16="http://schemas.microsoft.com/office/drawing/2014/main" id="{EC702B62-B769-4091-8244-84F1DCB4F465}"/>
              </a:ext>
            </a:extLst>
          </p:cNvPr>
          <p:cNvSpPr>
            <a:spLocks noGrp="1"/>
          </p:cNvSpPr>
          <p:nvPr/>
        </p:nvSpPr>
        <p:spPr>
          <a:xfrm>
            <a:off x="109057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11_all_4609">
            <a:extLst>
              <a:ext uri="{FF2B5EF4-FFF2-40B4-BE49-F238E27FC236}">
                <a16:creationId xmlns:a16="http://schemas.microsoft.com/office/drawing/2014/main" id="{F10195CE-7968-4091-A42B-7A18BB8EF17D}"/>
              </a:ext>
            </a:extLst>
          </p:cNvPr>
          <p:cNvSpPr>
            <a:spLocks noGrp="1"/>
          </p:cNvSpPr>
          <p:nvPr/>
        </p:nvSpPr>
        <p:spPr>
          <a:xfrm>
            <a:off x="998369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11_all_4610">
            <a:extLst>
              <a:ext uri="{FF2B5EF4-FFF2-40B4-BE49-F238E27FC236}">
                <a16:creationId xmlns:a16="http://schemas.microsoft.com/office/drawing/2014/main" id="{0BC1159C-4C7F-4A6C-AAC0-F1924131F81B}"/>
              </a:ext>
            </a:extLst>
          </p:cNvPr>
          <p:cNvSpPr>
            <a:spLocks noGrp="1"/>
          </p:cNvSpPr>
          <p:nvPr/>
        </p:nvSpPr>
        <p:spPr>
          <a:xfrm>
            <a:off x="108019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11_all_4611">
            <a:extLst>
              <a:ext uri="{FF2B5EF4-FFF2-40B4-BE49-F238E27FC236}">
                <a16:creationId xmlns:a16="http://schemas.microsoft.com/office/drawing/2014/main" id="{B021BBFF-EA44-4BD0-A11A-7D51E8895BCB}"/>
              </a:ext>
            </a:extLst>
          </p:cNvPr>
          <p:cNvSpPr>
            <a:spLocks noGrp="1"/>
          </p:cNvSpPr>
          <p:nvPr/>
        </p:nvSpPr>
        <p:spPr>
          <a:xfrm>
            <a:off x="1059110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11_all_4612">
            <a:extLst>
              <a:ext uri="{FF2B5EF4-FFF2-40B4-BE49-F238E27FC236}">
                <a16:creationId xmlns:a16="http://schemas.microsoft.com/office/drawing/2014/main" id="{E31686B0-324C-419B-8737-30DDCF913D0C}"/>
              </a:ext>
            </a:extLst>
          </p:cNvPr>
          <p:cNvSpPr>
            <a:spLocks noGrp="1"/>
          </p:cNvSpPr>
          <p:nvPr/>
        </p:nvSpPr>
        <p:spPr>
          <a:xfrm>
            <a:off x="1076052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11_all_4613">
            <a:extLst>
              <a:ext uri="{FF2B5EF4-FFF2-40B4-BE49-F238E27FC236}">
                <a16:creationId xmlns:a16="http://schemas.microsoft.com/office/drawing/2014/main" id="{20454908-0262-48FE-AE2B-D50ACA32AB2B}"/>
              </a:ext>
            </a:extLst>
          </p:cNvPr>
          <p:cNvSpPr>
            <a:spLocks noGrp="1"/>
          </p:cNvSpPr>
          <p:nvPr/>
        </p:nvSpPr>
        <p:spPr>
          <a:xfrm>
            <a:off x="107564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11_all_4614">
            <a:extLst>
              <a:ext uri="{FF2B5EF4-FFF2-40B4-BE49-F238E27FC236}">
                <a16:creationId xmlns:a16="http://schemas.microsoft.com/office/drawing/2014/main" id="{4A21C944-8988-468B-A1D6-61C6E0259A68}"/>
              </a:ext>
            </a:extLst>
          </p:cNvPr>
          <p:cNvSpPr>
            <a:spLocks noGrp="1"/>
          </p:cNvSpPr>
          <p:nvPr/>
        </p:nvSpPr>
        <p:spPr>
          <a:xfrm>
            <a:off x="1063389" y="39688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11_all_4615">
            <a:extLst>
              <a:ext uri="{FF2B5EF4-FFF2-40B4-BE49-F238E27FC236}">
                <a16:creationId xmlns:a16="http://schemas.microsoft.com/office/drawing/2014/main" id="{B91562D2-1DED-4B00-8713-F7CAC95B1FEB}"/>
              </a:ext>
            </a:extLst>
          </p:cNvPr>
          <p:cNvSpPr>
            <a:spLocks noGrp="1"/>
          </p:cNvSpPr>
          <p:nvPr/>
        </p:nvSpPr>
        <p:spPr>
          <a:xfrm>
            <a:off x="99907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11_all_4616">
            <a:extLst>
              <a:ext uri="{FF2B5EF4-FFF2-40B4-BE49-F238E27FC236}">
                <a16:creationId xmlns:a16="http://schemas.microsoft.com/office/drawing/2014/main" id="{7FBE325B-3B0C-4F27-BC8F-3E9FA6A23606}"/>
              </a:ext>
            </a:extLst>
          </p:cNvPr>
          <p:cNvSpPr>
            <a:spLocks noGrp="1"/>
          </p:cNvSpPr>
          <p:nvPr/>
        </p:nvSpPr>
        <p:spPr>
          <a:xfrm>
            <a:off x="1063500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11_all_4617">
            <a:extLst>
              <a:ext uri="{FF2B5EF4-FFF2-40B4-BE49-F238E27FC236}">
                <a16:creationId xmlns:a16="http://schemas.microsoft.com/office/drawing/2014/main" id="{9ACB6A6F-3362-4A48-809A-6809C543DBB2}"/>
              </a:ext>
            </a:extLst>
          </p:cNvPr>
          <p:cNvSpPr>
            <a:spLocks noGrp="1"/>
          </p:cNvSpPr>
          <p:nvPr/>
        </p:nvSpPr>
        <p:spPr>
          <a:xfrm>
            <a:off x="109986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11_all_4618">
            <a:extLst>
              <a:ext uri="{FF2B5EF4-FFF2-40B4-BE49-F238E27FC236}">
                <a16:creationId xmlns:a16="http://schemas.microsoft.com/office/drawing/2014/main" id="{14AD5B0D-836E-46A7-A7FB-7556D0FE2F86}"/>
              </a:ext>
            </a:extLst>
          </p:cNvPr>
          <p:cNvSpPr>
            <a:spLocks noGrp="1"/>
          </p:cNvSpPr>
          <p:nvPr/>
        </p:nvSpPr>
        <p:spPr>
          <a:xfrm>
            <a:off x="111180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11_all_4619">
            <a:extLst>
              <a:ext uri="{FF2B5EF4-FFF2-40B4-BE49-F238E27FC236}">
                <a16:creationId xmlns:a16="http://schemas.microsoft.com/office/drawing/2014/main" id="{74987C4B-2BC5-4798-995C-3408CAB73078}"/>
              </a:ext>
            </a:extLst>
          </p:cNvPr>
          <p:cNvSpPr>
            <a:spLocks noGrp="1"/>
          </p:cNvSpPr>
          <p:nvPr/>
        </p:nvSpPr>
        <p:spPr>
          <a:xfrm>
            <a:off x="111515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11_all_4620">
            <a:extLst>
              <a:ext uri="{FF2B5EF4-FFF2-40B4-BE49-F238E27FC236}">
                <a16:creationId xmlns:a16="http://schemas.microsoft.com/office/drawing/2014/main" id="{2DD1EAC4-975C-40C5-A130-3538E5B0E39B}"/>
              </a:ext>
            </a:extLst>
          </p:cNvPr>
          <p:cNvSpPr>
            <a:spLocks noGrp="1"/>
          </p:cNvSpPr>
          <p:nvPr/>
        </p:nvSpPr>
        <p:spPr>
          <a:xfrm>
            <a:off x="112039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11_all_4621">
            <a:extLst>
              <a:ext uri="{FF2B5EF4-FFF2-40B4-BE49-F238E27FC236}">
                <a16:creationId xmlns:a16="http://schemas.microsoft.com/office/drawing/2014/main" id="{D01181A3-76BD-4236-9F83-27FB513AB0D3}"/>
              </a:ext>
            </a:extLst>
          </p:cNvPr>
          <p:cNvSpPr>
            <a:spLocks noGrp="1"/>
          </p:cNvSpPr>
          <p:nvPr/>
        </p:nvSpPr>
        <p:spPr>
          <a:xfrm>
            <a:off x="1110173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11_all_4622">
            <a:extLst>
              <a:ext uri="{FF2B5EF4-FFF2-40B4-BE49-F238E27FC236}">
                <a16:creationId xmlns:a16="http://schemas.microsoft.com/office/drawing/2014/main" id="{7350262A-22D7-4110-9296-BB395FCE7370}"/>
              </a:ext>
            </a:extLst>
          </p:cNvPr>
          <p:cNvSpPr>
            <a:spLocks noGrp="1"/>
          </p:cNvSpPr>
          <p:nvPr/>
        </p:nvSpPr>
        <p:spPr>
          <a:xfrm>
            <a:off x="106371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11_all_4623">
            <a:extLst>
              <a:ext uri="{FF2B5EF4-FFF2-40B4-BE49-F238E27FC236}">
                <a16:creationId xmlns:a16="http://schemas.microsoft.com/office/drawing/2014/main" id="{D6783DB7-4795-4891-8149-D650D5AB0EFB}"/>
              </a:ext>
            </a:extLst>
          </p:cNvPr>
          <p:cNvSpPr>
            <a:spLocks noGrp="1"/>
          </p:cNvSpPr>
          <p:nvPr/>
        </p:nvSpPr>
        <p:spPr>
          <a:xfrm>
            <a:off x="1104311" y="45831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11_all_4624">
            <a:extLst>
              <a:ext uri="{FF2B5EF4-FFF2-40B4-BE49-F238E27FC236}">
                <a16:creationId xmlns:a16="http://schemas.microsoft.com/office/drawing/2014/main" id="{B9A6D23C-8FFA-4781-93EB-9C58C4ADDA78}"/>
              </a:ext>
            </a:extLst>
          </p:cNvPr>
          <p:cNvSpPr>
            <a:spLocks noGrp="1"/>
          </p:cNvSpPr>
          <p:nvPr/>
        </p:nvSpPr>
        <p:spPr>
          <a:xfrm>
            <a:off x="1104800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11_all_4625">
            <a:extLst>
              <a:ext uri="{FF2B5EF4-FFF2-40B4-BE49-F238E27FC236}">
                <a16:creationId xmlns:a16="http://schemas.microsoft.com/office/drawing/2014/main" id="{28DA0B63-A52E-45CB-AA60-D96610142E9E}"/>
              </a:ext>
            </a:extLst>
          </p:cNvPr>
          <p:cNvSpPr>
            <a:spLocks noGrp="1"/>
          </p:cNvSpPr>
          <p:nvPr/>
        </p:nvSpPr>
        <p:spPr>
          <a:xfrm>
            <a:off x="993363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11_all_4626">
            <a:extLst>
              <a:ext uri="{FF2B5EF4-FFF2-40B4-BE49-F238E27FC236}">
                <a16:creationId xmlns:a16="http://schemas.microsoft.com/office/drawing/2014/main" id="{9E003B86-DA5C-4E29-8D01-847A2FDCA391}"/>
              </a:ext>
            </a:extLst>
          </p:cNvPr>
          <p:cNvSpPr>
            <a:spLocks noGrp="1"/>
          </p:cNvSpPr>
          <p:nvPr/>
        </p:nvSpPr>
        <p:spPr>
          <a:xfrm>
            <a:off x="107477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11_all_4627">
            <a:extLst>
              <a:ext uri="{FF2B5EF4-FFF2-40B4-BE49-F238E27FC236}">
                <a16:creationId xmlns:a16="http://schemas.microsoft.com/office/drawing/2014/main" id="{F226EEA3-5EB7-47F6-ACF5-6B54F0F7C414}"/>
              </a:ext>
            </a:extLst>
          </p:cNvPr>
          <p:cNvSpPr>
            <a:spLocks noGrp="1"/>
          </p:cNvSpPr>
          <p:nvPr/>
        </p:nvSpPr>
        <p:spPr>
          <a:xfrm>
            <a:off x="104655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11_all_4628">
            <a:extLst>
              <a:ext uri="{FF2B5EF4-FFF2-40B4-BE49-F238E27FC236}">
                <a16:creationId xmlns:a16="http://schemas.microsoft.com/office/drawing/2014/main" id="{B947E7AB-3B37-4EC9-84B7-D9E7905D77EF}"/>
              </a:ext>
            </a:extLst>
          </p:cNvPr>
          <p:cNvSpPr>
            <a:spLocks noGrp="1"/>
          </p:cNvSpPr>
          <p:nvPr/>
        </p:nvSpPr>
        <p:spPr>
          <a:xfrm>
            <a:off x="1003810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11_all_4629">
            <a:extLst>
              <a:ext uri="{FF2B5EF4-FFF2-40B4-BE49-F238E27FC236}">
                <a16:creationId xmlns:a16="http://schemas.microsoft.com/office/drawing/2014/main" id="{C5989DA2-B95F-4831-AF3D-DADB1EF5A37D}"/>
              </a:ext>
            </a:extLst>
          </p:cNvPr>
          <p:cNvSpPr>
            <a:spLocks noGrp="1"/>
          </p:cNvSpPr>
          <p:nvPr/>
        </p:nvSpPr>
        <p:spPr>
          <a:xfrm>
            <a:off x="109078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11_all_4630">
            <a:extLst>
              <a:ext uri="{FF2B5EF4-FFF2-40B4-BE49-F238E27FC236}">
                <a16:creationId xmlns:a16="http://schemas.microsoft.com/office/drawing/2014/main" id="{FD317A00-C641-46ED-B969-9F833C058D40}"/>
              </a:ext>
            </a:extLst>
          </p:cNvPr>
          <p:cNvSpPr>
            <a:spLocks noGrp="1"/>
          </p:cNvSpPr>
          <p:nvPr/>
        </p:nvSpPr>
        <p:spPr>
          <a:xfrm>
            <a:off x="1071384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11_all_4631">
            <a:extLst>
              <a:ext uri="{FF2B5EF4-FFF2-40B4-BE49-F238E27FC236}">
                <a16:creationId xmlns:a16="http://schemas.microsoft.com/office/drawing/2014/main" id="{5A103149-6F70-4DCC-BE71-51DE4AA56B64}"/>
              </a:ext>
            </a:extLst>
          </p:cNvPr>
          <p:cNvSpPr>
            <a:spLocks noGrp="1"/>
          </p:cNvSpPr>
          <p:nvPr/>
        </p:nvSpPr>
        <p:spPr>
          <a:xfrm>
            <a:off x="101123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11_all_4632">
            <a:extLst>
              <a:ext uri="{FF2B5EF4-FFF2-40B4-BE49-F238E27FC236}">
                <a16:creationId xmlns:a16="http://schemas.microsoft.com/office/drawing/2014/main" id="{0732AAAF-1DA8-4B04-8D71-E5E17F1CA432}"/>
              </a:ext>
            </a:extLst>
          </p:cNvPr>
          <p:cNvSpPr>
            <a:spLocks noGrp="1"/>
          </p:cNvSpPr>
          <p:nvPr/>
        </p:nvSpPr>
        <p:spPr>
          <a:xfrm>
            <a:off x="993980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11_all_4633">
            <a:extLst>
              <a:ext uri="{FF2B5EF4-FFF2-40B4-BE49-F238E27FC236}">
                <a16:creationId xmlns:a16="http://schemas.microsoft.com/office/drawing/2014/main" id="{285712AD-1860-4DE2-BC43-CB8C7CCCF7CF}"/>
              </a:ext>
            </a:extLst>
          </p:cNvPr>
          <p:cNvSpPr>
            <a:spLocks noGrp="1"/>
          </p:cNvSpPr>
          <p:nvPr/>
        </p:nvSpPr>
        <p:spPr>
          <a:xfrm>
            <a:off x="105521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11_all_4634">
            <a:extLst>
              <a:ext uri="{FF2B5EF4-FFF2-40B4-BE49-F238E27FC236}">
                <a16:creationId xmlns:a16="http://schemas.microsoft.com/office/drawing/2014/main" id="{6E2D0328-0B94-4D40-903F-9ED462F3E1CF}"/>
              </a:ext>
            </a:extLst>
          </p:cNvPr>
          <p:cNvSpPr>
            <a:spLocks noGrp="1"/>
          </p:cNvSpPr>
          <p:nvPr/>
        </p:nvSpPr>
        <p:spPr>
          <a:xfrm>
            <a:off x="107421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11_all_4635">
            <a:extLst>
              <a:ext uri="{FF2B5EF4-FFF2-40B4-BE49-F238E27FC236}">
                <a16:creationId xmlns:a16="http://schemas.microsoft.com/office/drawing/2014/main" id="{C58A719F-CECB-4A2F-8A66-2036BC0D9433}"/>
              </a:ext>
            </a:extLst>
          </p:cNvPr>
          <p:cNvSpPr>
            <a:spLocks noGrp="1"/>
          </p:cNvSpPr>
          <p:nvPr/>
        </p:nvSpPr>
        <p:spPr>
          <a:xfrm>
            <a:off x="101446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11_all_4636">
            <a:extLst>
              <a:ext uri="{FF2B5EF4-FFF2-40B4-BE49-F238E27FC236}">
                <a16:creationId xmlns:a16="http://schemas.microsoft.com/office/drawing/2014/main" id="{20BE196A-8BBF-4AF1-81E8-A5E933318937}"/>
              </a:ext>
            </a:extLst>
          </p:cNvPr>
          <p:cNvSpPr>
            <a:spLocks noGrp="1"/>
          </p:cNvSpPr>
          <p:nvPr/>
        </p:nvSpPr>
        <p:spPr>
          <a:xfrm>
            <a:off x="1088994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11_all_4637">
            <a:extLst>
              <a:ext uri="{FF2B5EF4-FFF2-40B4-BE49-F238E27FC236}">
                <a16:creationId xmlns:a16="http://schemas.microsoft.com/office/drawing/2014/main" id="{7D36B5A8-E52A-4A86-B746-128C797A2C17}"/>
              </a:ext>
            </a:extLst>
          </p:cNvPr>
          <p:cNvSpPr>
            <a:spLocks noGrp="1"/>
          </p:cNvSpPr>
          <p:nvPr/>
        </p:nvSpPr>
        <p:spPr>
          <a:xfrm>
            <a:off x="108410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11_all_4638">
            <a:extLst>
              <a:ext uri="{FF2B5EF4-FFF2-40B4-BE49-F238E27FC236}">
                <a16:creationId xmlns:a16="http://schemas.microsoft.com/office/drawing/2014/main" id="{6FC752FE-540C-4742-9B9B-A3E7C9FF7E4E}"/>
              </a:ext>
            </a:extLst>
          </p:cNvPr>
          <p:cNvSpPr>
            <a:spLocks noGrp="1"/>
          </p:cNvSpPr>
          <p:nvPr/>
        </p:nvSpPr>
        <p:spPr>
          <a:xfrm>
            <a:off x="104284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11_all_4639">
            <a:extLst>
              <a:ext uri="{FF2B5EF4-FFF2-40B4-BE49-F238E27FC236}">
                <a16:creationId xmlns:a16="http://schemas.microsoft.com/office/drawing/2014/main" id="{4A34A15B-3273-445D-A0FF-4EBE25ABDA20}"/>
              </a:ext>
            </a:extLst>
          </p:cNvPr>
          <p:cNvSpPr>
            <a:spLocks noGrp="1"/>
          </p:cNvSpPr>
          <p:nvPr/>
        </p:nvSpPr>
        <p:spPr>
          <a:xfrm>
            <a:off x="1046867" y="432983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11_all_4640">
            <a:extLst>
              <a:ext uri="{FF2B5EF4-FFF2-40B4-BE49-F238E27FC236}">
                <a16:creationId xmlns:a16="http://schemas.microsoft.com/office/drawing/2014/main" id="{B3DB7041-E879-4BC1-9395-43409BFF725D}"/>
              </a:ext>
            </a:extLst>
          </p:cNvPr>
          <p:cNvSpPr>
            <a:spLocks noGrp="1"/>
          </p:cNvSpPr>
          <p:nvPr/>
        </p:nvSpPr>
        <p:spPr>
          <a:xfrm>
            <a:off x="110467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11_all_4641">
            <a:extLst>
              <a:ext uri="{FF2B5EF4-FFF2-40B4-BE49-F238E27FC236}">
                <a16:creationId xmlns:a16="http://schemas.microsoft.com/office/drawing/2014/main" id="{0BFCC53E-CA1B-4901-B378-1182162D78D9}"/>
              </a:ext>
            </a:extLst>
          </p:cNvPr>
          <p:cNvSpPr>
            <a:spLocks noGrp="1"/>
          </p:cNvSpPr>
          <p:nvPr/>
        </p:nvSpPr>
        <p:spPr>
          <a:xfrm>
            <a:off x="105838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11_all_4642">
            <a:extLst>
              <a:ext uri="{FF2B5EF4-FFF2-40B4-BE49-F238E27FC236}">
                <a16:creationId xmlns:a16="http://schemas.microsoft.com/office/drawing/2014/main" id="{DD600A2A-03B5-4322-B965-5EDBCDE2CF87}"/>
              </a:ext>
            </a:extLst>
          </p:cNvPr>
          <p:cNvSpPr>
            <a:spLocks noGrp="1"/>
          </p:cNvSpPr>
          <p:nvPr/>
        </p:nvSpPr>
        <p:spPr>
          <a:xfrm>
            <a:off x="101864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11_all_4643">
            <a:extLst>
              <a:ext uri="{FF2B5EF4-FFF2-40B4-BE49-F238E27FC236}">
                <a16:creationId xmlns:a16="http://schemas.microsoft.com/office/drawing/2014/main" id="{398C3BB5-07FC-48E6-A6D0-1C68996C3BD3}"/>
              </a:ext>
            </a:extLst>
          </p:cNvPr>
          <p:cNvSpPr>
            <a:spLocks noGrp="1"/>
          </p:cNvSpPr>
          <p:nvPr/>
        </p:nvSpPr>
        <p:spPr>
          <a:xfrm>
            <a:off x="111234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11_all_4644">
            <a:extLst>
              <a:ext uri="{FF2B5EF4-FFF2-40B4-BE49-F238E27FC236}">
                <a16:creationId xmlns:a16="http://schemas.microsoft.com/office/drawing/2014/main" id="{BB43D9C6-40B1-4C14-B578-E2965C4DDFB9}"/>
              </a:ext>
            </a:extLst>
          </p:cNvPr>
          <p:cNvSpPr>
            <a:spLocks noGrp="1"/>
          </p:cNvSpPr>
          <p:nvPr/>
        </p:nvSpPr>
        <p:spPr>
          <a:xfrm>
            <a:off x="109179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11_all_4645">
            <a:extLst>
              <a:ext uri="{FF2B5EF4-FFF2-40B4-BE49-F238E27FC236}">
                <a16:creationId xmlns:a16="http://schemas.microsoft.com/office/drawing/2014/main" id="{C80FF049-0DFA-464A-AA46-9666C38D0C9A}"/>
              </a:ext>
            </a:extLst>
          </p:cNvPr>
          <p:cNvSpPr>
            <a:spLocks noGrp="1"/>
          </p:cNvSpPr>
          <p:nvPr/>
        </p:nvSpPr>
        <p:spPr>
          <a:xfrm>
            <a:off x="1120229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11_all_4646">
            <a:extLst>
              <a:ext uri="{FF2B5EF4-FFF2-40B4-BE49-F238E27FC236}">
                <a16:creationId xmlns:a16="http://schemas.microsoft.com/office/drawing/2014/main" id="{A21AFB7F-A559-4002-8BD7-490993F302AC}"/>
              </a:ext>
            </a:extLst>
          </p:cNvPr>
          <p:cNvSpPr>
            <a:spLocks noGrp="1"/>
          </p:cNvSpPr>
          <p:nvPr/>
        </p:nvSpPr>
        <p:spPr>
          <a:xfrm>
            <a:off x="101639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11_all_4647">
            <a:extLst>
              <a:ext uri="{FF2B5EF4-FFF2-40B4-BE49-F238E27FC236}">
                <a16:creationId xmlns:a16="http://schemas.microsoft.com/office/drawing/2014/main" id="{F52464A9-FC59-4F18-AD9E-04D96ED5AB04}"/>
              </a:ext>
            </a:extLst>
          </p:cNvPr>
          <p:cNvSpPr>
            <a:spLocks noGrp="1"/>
          </p:cNvSpPr>
          <p:nvPr/>
        </p:nvSpPr>
        <p:spPr>
          <a:xfrm>
            <a:off x="105146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11_all_4648">
            <a:extLst>
              <a:ext uri="{FF2B5EF4-FFF2-40B4-BE49-F238E27FC236}">
                <a16:creationId xmlns:a16="http://schemas.microsoft.com/office/drawing/2014/main" id="{8C5C6193-EECD-4CEE-A108-39369390C59D}"/>
              </a:ext>
            </a:extLst>
          </p:cNvPr>
          <p:cNvSpPr>
            <a:spLocks noGrp="1"/>
          </p:cNvSpPr>
          <p:nvPr/>
        </p:nvSpPr>
        <p:spPr>
          <a:xfrm>
            <a:off x="112021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11_all_4649">
            <a:extLst>
              <a:ext uri="{FF2B5EF4-FFF2-40B4-BE49-F238E27FC236}">
                <a16:creationId xmlns:a16="http://schemas.microsoft.com/office/drawing/2014/main" id="{D430B798-5186-4D8C-BF4D-02061F9C736B}"/>
              </a:ext>
            </a:extLst>
          </p:cNvPr>
          <p:cNvSpPr>
            <a:spLocks noGrp="1"/>
          </p:cNvSpPr>
          <p:nvPr/>
        </p:nvSpPr>
        <p:spPr>
          <a:xfrm>
            <a:off x="103987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11_all_4650">
            <a:extLst>
              <a:ext uri="{FF2B5EF4-FFF2-40B4-BE49-F238E27FC236}">
                <a16:creationId xmlns:a16="http://schemas.microsoft.com/office/drawing/2014/main" id="{68058EC8-E525-4F75-A23B-ED28E673E8AE}"/>
              </a:ext>
            </a:extLst>
          </p:cNvPr>
          <p:cNvSpPr>
            <a:spLocks noGrp="1"/>
          </p:cNvSpPr>
          <p:nvPr/>
        </p:nvSpPr>
        <p:spPr>
          <a:xfrm>
            <a:off x="105339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11_all_4651">
            <a:extLst>
              <a:ext uri="{FF2B5EF4-FFF2-40B4-BE49-F238E27FC236}">
                <a16:creationId xmlns:a16="http://schemas.microsoft.com/office/drawing/2014/main" id="{9FBE81A4-A651-4B68-9D4A-CE2489FEE074}"/>
              </a:ext>
            </a:extLst>
          </p:cNvPr>
          <p:cNvSpPr>
            <a:spLocks noGrp="1"/>
          </p:cNvSpPr>
          <p:nvPr/>
        </p:nvSpPr>
        <p:spPr>
          <a:xfrm>
            <a:off x="1011098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11_all_4652">
            <a:extLst>
              <a:ext uri="{FF2B5EF4-FFF2-40B4-BE49-F238E27FC236}">
                <a16:creationId xmlns:a16="http://schemas.microsoft.com/office/drawing/2014/main" id="{F2219D06-5F65-401A-9F4F-6E8C05CFDC28}"/>
              </a:ext>
            </a:extLst>
          </p:cNvPr>
          <p:cNvSpPr>
            <a:spLocks noGrp="1"/>
          </p:cNvSpPr>
          <p:nvPr/>
        </p:nvSpPr>
        <p:spPr>
          <a:xfrm>
            <a:off x="141411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11_all_4653">
            <a:extLst>
              <a:ext uri="{FF2B5EF4-FFF2-40B4-BE49-F238E27FC236}">
                <a16:creationId xmlns:a16="http://schemas.microsoft.com/office/drawing/2014/main" id="{04EAF526-DA2D-4C55-AF2E-EBA3C855A8B9}"/>
              </a:ext>
            </a:extLst>
          </p:cNvPr>
          <p:cNvSpPr>
            <a:spLocks noGrp="1"/>
          </p:cNvSpPr>
          <p:nvPr/>
        </p:nvSpPr>
        <p:spPr>
          <a:xfrm>
            <a:off x="1488285" y="34762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11_all_4654">
            <a:extLst>
              <a:ext uri="{FF2B5EF4-FFF2-40B4-BE49-F238E27FC236}">
                <a16:creationId xmlns:a16="http://schemas.microsoft.com/office/drawing/2014/main" id="{E6FF7F55-8FD3-4D72-9DE4-5830B09C4F1B}"/>
              </a:ext>
            </a:extLst>
          </p:cNvPr>
          <p:cNvSpPr>
            <a:spLocks noGrp="1"/>
          </p:cNvSpPr>
          <p:nvPr/>
        </p:nvSpPr>
        <p:spPr>
          <a:xfrm>
            <a:off x="147517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11_all_4655">
            <a:extLst>
              <a:ext uri="{FF2B5EF4-FFF2-40B4-BE49-F238E27FC236}">
                <a16:creationId xmlns:a16="http://schemas.microsoft.com/office/drawing/2014/main" id="{B662A450-FAF7-4E6E-96A3-616EEA70A2C1}"/>
              </a:ext>
            </a:extLst>
          </p:cNvPr>
          <p:cNvSpPr>
            <a:spLocks noGrp="1"/>
          </p:cNvSpPr>
          <p:nvPr/>
        </p:nvSpPr>
        <p:spPr>
          <a:xfrm>
            <a:off x="149127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11_all_4656">
            <a:extLst>
              <a:ext uri="{FF2B5EF4-FFF2-40B4-BE49-F238E27FC236}">
                <a16:creationId xmlns:a16="http://schemas.microsoft.com/office/drawing/2014/main" id="{AF45FA8B-2B29-4800-A591-51A9152C287D}"/>
              </a:ext>
            </a:extLst>
          </p:cNvPr>
          <p:cNvSpPr>
            <a:spLocks noGrp="1"/>
          </p:cNvSpPr>
          <p:nvPr/>
        </p:nvSpPr>
        <p:spPr>
          <a:xfrm>
            <a:off x="1422943" y="30873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11_all_4657">
            <a:extLst>
              <a:ext uri="{FF2B5EF4-FFF2-40B4-BE49-F238E27FC236}">
                <a16:creationId xmlns:a16="http://schemas.microsoft.com/office/drawing/2014/main" id="{EE4CC831-E7CA-4BE7-B4EF-178B089FFFE1}"/>
              </a:ext>
            </a:extLst>
          </p:cNvPr>
          <p:cNvSpPr>
            <a:spLocks noGrp="1"/>
          </p:cNvSpPr>
          <p:nvPr/>
        </p:nvSpPr>
        <p:spPr>
          <a:xfrm>
            <a:off x="143548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11_all_4658">
            <a:extLst>
              <a:ext uri="{FF2B5EF4-FFF2-40B4-BE49-F238E27FC236}">
                <a16:creationId xmlns:a16="http://schemas.microsoft.com/office/drawing/2014/main" id="{C9C48300-C751-4BD8-B381-9BFC918FF002}"/>
              </a:ext>
            </a:extLst>
          </p:cNvPr>
          <p:cNvSpPr>
            <a:spLocks noGrp="1"/>
          </p:cNvSpPr>
          <p:nvPr/>
        </p:nvSpPr>
        <p:spPr>
          <a:xfrm>
            <a:off x="140605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11_all_4659">
            <a:extLst>
              <a:ext uri="{FF2B5EF4-FFF2-40B4-BE49-F238E27FC236}">
                <a16:creationId xmlns:a16="http://schemas.microsoft.com/office/drawing/2014/main" id="{0ACDFF99-F4A1-4C84-8F42-03FCA7B2296E}"/>
              </a:ext>
            </a:extLst>
          </p:cNvPr>
          <p:cNvSpPr>
            <a:spLocks noGrp="1"/>
          </p:cNvSpPr>
          <p:nvPr/>
        </p:nvSpPr>
        <p:spPr>
          <a:xfrm>
            <a:off x="143474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11_all_4660">
            <a:extLst>
              <a:ext uri="{FF2B5EF4-FFF2-40B4-BE49-F238E27FC236}">
                <a16:creationId xmlns:a16="http://schemas.microsoft.com/office/drawing/2014/main" id="{C03FB51D-DE5D-4564-9D16-7871E8509115}"/>
              </a:ext>
            </a:extLst>
          </p:cNvPr>
          <p:cNvSpPr>
            <a:spLocks noGrp="1"/>
          </p:cNvSpPr>
          <p:nvPr/>
        </p:nvSpPr>
        <p:spPr>
          <a:xfrm>
            <a:off x="138886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11_all_4661">
            <a:extLst>
              <a:ext uri="{FF2B5EF4-FFF2-40B4-BE49-F238E27FC236}">
                <a16:creationId xmlns:a16="http://schemas.microsoft.com/office/drawing/2014/main" id="{C624FC81-3DAC-4B00-AEA1-1D78725C7C91}"/>
              </a:ext>
            </a:extLst>
          </p:cNvPr>
          <p:cNvSpPr>
            <a:spLocks noGrp="1"/>
          </p:cNvSpPr>
          <p:nvPr/>
        </p:nvSpPr>
        <p:spPr>
          <a:xfrm>
            <a:off x="144346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11_all_4662">
            <a:extLst>
              <a:ext uri="{FF2B5EF4-FFF2-40B4-BE49-F238E27FC236}">
                <a16:creationId xmlns:a16="http://schemas.microsoft.com/office/drawing/2014/main" id="{1C549AA8-04A8-4C37-804F-2121FA7EBC33}"/>
              </a:ext>
            </a:extLst>
          </p:cNvPr>
          <p:cNvSpPr>
            <a:spLocks noGrp="1"/>
          </p:cNvSpPr>
          <p:nvPr/>
        </p:nvSpPr>
        <p:spPr>
          <a:xfrm>
            <a:off x="145027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11_all_4663">
            <a:extLst>
              <a:ext uri="{FF2B5EF4-FFF2-40B4-BE49-F238E27FC236}">
                <a16:creationId xmlns:a16="http://schemas.microsoft.com/office/drawing/2014/main" id="{D4D2C542-F590-4380-A751-1E2EC1B23A9D}"/>
              </a:ext>
            </a:extLst>
          </p:cNvPr>
          <p:cNvSpPr>
            <a:spLocks noGrp="1"/>
          </p:cNvSpPr>
          <p:nvPr/>
        </p:nvSpPr>
        <p:spPr>
          <a:xfrm>
            <a:off x="1510332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11_all_4664">
            <a:extLst>
              <a:ext uri="{FF2B5EF4-FFF2-40B4-BE49-F238E27FC236}">
                <a16:creationId xmlns:a16="http://schemas.microsoft.com/office/drawing/2014/main" id="{37719007-5C5B-4C3A-8286-BA0DA77336DA}"/>
              </a:ext>
            </a:extLst>
          </p:cNvPr>
          <p:cNvSpPr>
            <a:spLocks noGrp="1"/>
          </p:cNvSpPr>
          <p:nvPr/>
        </p:nvSpPr>
        <p:spPr>
          <a:xfrm>
            <a:off x="149520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11_all_4665">
            <a:extLst>
              <a:ext uri="{FF2B5EF4-FFF2-40B4-BE49-F238E27FC236}">
                <a16:creationId xmlns:a16="http://schemas.microsoft.com/office/drawing/2014/main" id="{EB4A479A-CF3F-477B-A933-B54B40A78837}"/>
              </a:ext>
            </a:extLst>
          </p:cNvPr>
          <p:cNvSpPr>
            <a:spLocks noGrp="1"/>
          </p:cNvSpPr>
          <p:nvPr/>
        </p:nvSpPr>
        <p:spPr>
          <a:xfrm>
            <a:off x="150877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11_all_4666">
            <a:extLst>
              <a:ext uri="{FF2B5EF4-FFF2-40B4-BE49-F238E27FC236}">
                <a16:creationId xmlns:a16="http://schemas.microsoft.com/office/drawing/2014/main" id="{C5C7CCC0-AA51-4202-87A5-9AF9D345BEDF}"/>
              </a:ext>
            </a:extLst>
          </p:cNvPr>
          <p:cNvSpPr>
            <a:spLocks noGrp="1"/>
          </p:cNvSpPr>
          <p:nvPr/>
        </p:nvSpPr>
        <p:spPr>
          <a:xfrm>
            <a:off x="142947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11_all_4667">
            <a:extLst>
              <a:ext uri="{FF2B5EF4-FFF2-40B4-BE49-F238E27FC236}">
                <a16:creationId xmlns:a16="http://schemas.microsoft.com/office/drawing/2014/main" id="{00311319-29CE-4F84-B245-49A95F248D28}"/>
              </a:ext>
            </a:extLst>
          </p:cNvPr>
          <p:cNvSpPr>
            <a:spLocks noGrp="1"/>
          </p:cNvSpPr>
          <p:nvPr/>
        </p:nvSpPr>
        <p:spPr>
          <a:xfrm>
            <a:off x="1421008" y="36577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11_all_4668">
            <a:extLst>
              <a:ext uri="{FF2B5EF4-FFF2-40B4-BE49-F238E27FC236}">
                <a16:creationId xmlns:a16="http://schemas.microsoft.com/office/drawing/2014/main" id="{BCEADBA8-464F-452A-A4F0-499588842A25}"/>
              </a:ext>
            </a:extLst>
          </p:cNvPr>
          <p:cNvSpPr>
            <a:spLocks noGrp="1"/>
          </p:cNvSpPr>
          <p:nvPr/>
        </p:nvSpPr>
        <p:spPr>
          <a:xfrm>
            <a:off x="1381243" y="369065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11_all_4669">
            <a:extLst>
              <a:ext uri="{FF2B5EF4-FFF2-40B4-BE49-F238E27FC236}">
                <a16:creationId xmlns:a16="http://schemas.microsoft.com/office/drawing/2014/main" id="{82921C36-B473-4A8A-B208-7F063E6BCB05}"/>
              </a:ext>
            </a:extLst>
          </p:cNvPr>
          <p:cNvSpPr>
            <a:spLocks noGrp="1"/>
          </p:cNvSpPr>
          <p:nvPr/>
        </p:nvSpPr>
        <p:spPr>
          <a:xfrm>
            <a:off x="1511652" y="377182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11_all_4670">
            <a:extLst>
              <a:ext uri="{FF2B5EF4-FFF2-40B4-BE49-F238E27FC236}">
                <a16:creationId xmlns:a16="http://schemas.microsoft.com/office/drawing/2014/main" id="{CEF2A92A-3412-4168-B1B6-C4E0C12977A7}"/>
              </a:ext>
            </a:extLst>
          </p:cNvPr>
          <p:cNvSpPr>
            <a:spLocks noGrp="1"/>
          </p:cNvSpPr>
          <p:nvPr/>
        </p:nvSpPr>
        <p:spPr>
          <a:xfrm>
            <a:off x="140512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11_all_4671">
            <a:extLst>
              <a:ext uri="{FF2B5EF4-FFF2-40B4-BE49-F238E27FC236}">
                <a16:creationId xmlns:a16="http://schemas.microsoft.com/office/drawing/2014/main" id="{5119CA8D-CF31-48D0-9EAD-040EC28934F9}"/>
              </a:ext>
            </a:extLst>
          </p:cNvPr>
          <p:cNvSpPr>
            <a:spLocks noGrp="1"/>
          </p:cNvSpPr>
          <p:nvPr/>
        </p:nvSpPr>
        <p:spPr>
          <a:xfrm>
            <a:off x="145480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11_all_4672">
            <a:extLst>
              <a:ext uri="{FF2B5EF4-FFF2-40B4-BE49-F238E27FC236}">
                <a16:creationId xmlns:a16="http://schemas.microsoft.com/office/drawing/2014/main" id="{136394DD-21C3-44FE-B126-CF95BCABEC1C}"/>
              </a:ext>
            </a:extLst>
          </p:cNvPr>
          <p:cNvSpPr>
            <a:spLocks noGrp="1"/>
          </p:cNvSpPr>
          <p:nvPr/>
        </p:nvSpPr>
        <p:spPr>
          <a:xfrm>
            <a:off x="147466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11_all_4673">
            <a:extLst>
              <a:ext uri="{FF2B5EF4-FFF2-40B4-BE49-F238E27FC236}">
                <a16:creationId xmlns:a16="http://schemas.microsoft.com/office/drawing/2014/main" id="{8AAC4299-C42A-43EF-B685-21C658E2705F}"/>
              </a:ext>
            </a:extLst>
          </p:cNvPr>
          <p:cNvSpPr>
            <a:spLocks noGrp="1"/>
          </p:cNvSpPr>
          <p:nvPr/>
        </p:nvSpPr>
        <p:spPr>
          <a:xfrm>
            <a:off x="1481273" y="38160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11_all_4674">
            <a:extLst>
              <a:ext uri="{FF2B5EF4-FFF2-40B4-BE49-F238E27FC236}">
                <a16:creationId xmlns:a16="http://schemas.microsoft.com/office/drawing/2014/main" id="{B036B15A-8B71-40AF-BB16-EE63A695DC85}"/>
              </a:ext>
            </a:extLst>
          </p:cNvPr>
          <p:cNvSpPr>
            <a:spLocks noGrp="1"/>
          </p:cNvSpPr>
          <p:nvPr/>
        </p:nvSpPr>
        <p:spPr>
          <a:xfrm>
            <a:off x="137331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11_all_4675">
            <a:extLst>
              <a:ext uri="{FF2B5EF4-FFF2-40B4-BE49-F238E27FC236}">
                <a16:creationId xmlns:a16="http://schemas.microsoft.com/office/drawing/2014/main" id="{F69415E7-6875-4978-8169-6F6D4E534A94}"/>
              </a:ext>
            </a:extLst>
          </p:cNvPr>
          <p:cNvSpPr>
            <a:spLocks noGrp="1"/>
          </p:cNvSpPr>
          <p:nvPr/>
        </p:nvSpPr>
        <p:spPr>
          <a:xfrm>
            <a:off x="138871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11_all_4676">
            <a:extLst>
              <a:ext uri="{FF2B5EF4-FFF2-40B4-BE49-F238E27FC236}">
                <a16:creationId xmlns:a16="http://schemas.microsoft.com/office/drawing/2014/main" id="{BB45D11C-EC89-4546-BCDE-4A9D219E08C0}"/>
              </a:ext>
            </a:extLst>
          </p:cNvPr>
          <p:cNvSpPr>
            <a:spLocks noGrp="1"/>
          </p:cNvSpPr>
          <p:nvPr/>
        </p:nvSpPr>
        <p:spPr>
          <a:xfrm>
            <a:off x="1420985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11_all_4677">
            <a:extLst>
              <a:ext uri="{FF2B5EF4-FFF2-40B4-BE49-F238E27FC236}">
                <a16:creationId xmlns:a16="http://schemas.microsoft.com/office/drawing/2014/main" id="{A18B1CE1-98C0-456B-911B-F783A88081D9}"/>
              </a:ext>
            </a:extLst>
          </p:cNvPr>
          <p:cNvSpPr>
            <a:spLocks noGrp="1"/>
          </p:cNvSpPr>
          <p:nvPr/>
        </p:nvSpPr>
        <p:spPr>
          <a:xfrm>
            <a:off x="1428834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11_all_4678">
            <a:extLst>
              <a:ext uri="{FF2B5EF4-FFF2-40B4-BE49-F238E27FC236}">
                <a16:creationId xmlns:a16="http://schemas.microsoft.com/office/drawing/2014/main" id="{AAF5BB37-9F26-4906-BF87-D0A95B4FB3D0}"/>
              </a:ext>
            </a:extLst>
          </p:cNvPr>
          <p:cNvSpPr>
            <a:spLocks noGrp="1"/>
          </p:cNvSpPr>
          <p:nvPr/>
        </p:nvSpPr>
        <p:spPr>
          <a:xfrm>
            <a:off x="140932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11_all_4679">
            <a:extLst>
              <a:ext uri="{FF2B5EF4-FFF2-40B4-BE49-F238E27FC236}">
                <a16:creationId xmlns:a16="http://schemas.microsoft.com/office/drawing/2014/main" id="{8E664DA0-DA09-4D3B-86F9-10BC5A56B580}"/>
              </a:ext>
            </a:extLst>
          </p:cNvPr>
          <p:cNvSpPr>
            <a:spLocks noGrp="1"/>
          </p:cNvSpPr>
          <p:nvPr/>
        </p:nvSpPr>
        <p:spPr>
          <a:xfrm>
            <a:off x="143789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11_all_4680">
            <a:extLst>
              <a:ext uri="{FF2B5EF4-FFF2-40B4-BE49-F238E27FC236}">
                <a16:creationId xmlns:a16="http://schemas.microsoft.com/office/drawing/2014/main" id="{76DDF3D8-B838-4330-B6D3-91FDC3D95D8A}"/>
              </a:ext>
            </a:extLst>
          </p:cNvPr>
          <p:cNvSpPr>
            <a:spLocks noGrp="1"/>
          </p:cNvSpPr>
          <p:nvPr/>
        </p:nvSpPr>
        <p:spPr>
          <a:xfrm>
            <a:off x="1377652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11_all_4681">
            <a:extLst>
              <a:ext uri="{FF2B5EF4-FFF2-40B4-BE49-F238E27FC236}">
                <a16:creationId xmlns:a16="http://schemas.microsoft.com/office/drawing/2014/main" id="{32CD3DBB-75FA-4990-A1FB-E53D4A502DDE}"/>
              </a:ext>
            </a:extLst>
          </p:cNvPr>
          <p:cNvSpPr>
            <a:spLocks noGrp="1"/>
          </p:cNvSpPr>
          <p:nvPr/>
        </p:nvSpPr>
        <p:spPr>
          <a:xfrm>
            <a:off x="142271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11_all_4682">
            <a:extLst>
              <a:ext uri="{FF2B5EF4-FFF2-40B4-BE49-F238E27FC236}">
                <a16:creationId xmlns:a16="http://schemas.microsoft.com/office/drawing/2014/main" id="{56F9C8BA-3E80-4FB6-B95A-12767939D10C}"/>
              </a:ext>
            </a:extLst>
          </p:cNvPr>
          <p:cNvSpPr>
            <a:spLocks noGrp="1"/>
          </p:cNvSpPr>
          <p:nvPr/>
        </p:nvSpPr>
        <p:spPr>
          <a:xfrm>
            <a:off x="147656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11_all_4683">
            <a:extLst>
              <a:ext uri="{FF2B5EF4-FFF2-40B4-BE49-F238E27FC236}">
                <a16:creationId xmlns:a16="http://schemas.microsoft.com/office/drawing/2014/main" id="{3D4090B3-C534-4C92-82BB-E254FC277515}"/>
              </a:ext>
            </a:extLst>
          </p:cNvPr>
          <p:cNvSpPr>
            <a:spLocks noGrp="1"/>
          </p:cNvSpPr>
          <p:nvPr/>
        </p:nvSpPr>
        <p:spPr>
          <a:xfrm>
            <a:off x="13846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11_all_4684">
            <a:extLst>
              <a:ext uri="{FF2B5EF4-FFF2-40B4-BE49-F238E27FC236}">
                <a16:creationId xmlns:a16="http://schemas.microsoft.com/office/drawing/2014/main" id="{5924C5E0-10A2-4EF6-AECF-B96B3A02F808}"/>
              </a:ext>
            </a:extLst>
          </p:cNvPr>
          <p:cNvSpPr>
            <a:spLocks noGrp="1"/>
          </p:cNvSpPr>
          <p:nvPr/>
        </p:nvSpPr>
        <p:spPr>
          <a:xfrm>
            <a:off x="1381478" y="47533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11_all_4685">
            <a:extLst>
              <a:ext uri="{FF2B5EF4-FFF2-40B4-BE49-F238E27FC236}">
                <a16:creationId xmlns:a16="http://schemas.microsoft.com/office/drawing/2014/main" id="{0C22A249-E73E-49C3-8ACE-0B46107E710A}"/>
              </a:ext>
            </a:extLst>
          </p:cNvPr>
          <p:cNvSpPr>
            <a:spLocks noGrp="1"/>
          </p:cNvSpPr>
          <p:nvPr/>
        </p:nvSpPr>
        <p:spPr>
          <a:xfrm>
            <a:off x="145304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11_all_4686">
            <a:extLst>
              <a:ext uri="{FF2B5EF4-FFF2-40B4-BE49-F238E27FC236}">
                <a16:creationId xmlns:a16="http://schemas.microsoft.com/office/drawing/2014/main" id="{1C86E107-3AA8-4EBE-A8A2-F87C5D243056}"/>
              </a:ext>
            </a:extLst>
          </p:cNvPr>
          <p:cNvSpPr>
            <a:spLocks noGrp="1"/>
          </p:cNvSpPr>
          <p:nvPr/>
        </p:nvSpPr>
        <p:spPr>
          <a:xfrm>
            <a:off x="144591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11_all_4687">
            <a:extLst>
              <a:ext uri="{FF2B5EF4-FFF2-40B4-BE49-F238E27FC236}">
                <a16:creationId xmlns:a16="http://schemas.microsoft.com/office/drawing/2014/main" id="{46B61FAD-E9AF-44C1-B623-5AA00620B1CF}"/>
              </a:ext>
            </a:extLst>
          </p:cNvPr>
          <p:cNvSpPr>
            <a:spLocks noGrp="1"/>
          </p:cNvSpPr>
          <p:nvPr/>
        </p:nvSpPr>
        <p:spPr>
          <a:xfrm>
            <a:off x="139652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11_all_4688">
            <a:extLst>
              <a:ext uri="{FF2B5EF4-FFF2-40B4-BE49-F238E27FC236}">
                <a16:creationId xmlns:a16="http://schemas.microsoft.com/office/drawing/2014/main" id="{198073FC-D496-4DBC-BDE6-EC70A964E1CE}"/>
              </a:ext>
            </a:extLst>
          </p:cNvPr>
          <p:cNvSpPr>
            <a:spLocks noGrp="1"/>
          </p:cNvSpPr>
          <p:nvPr/>
        </p:nvSpPr>
        <p:spPr>
          <a:xfrm>
            <a:off x="142258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11_all_4689">
            <a:extLst>
              <a:ext uri="{FF2B5EF4-FFF2-40B4-BE49-F238E27FC236}">
                <a16:creationId xmlns:a16="http://schemas.microsoft.com/office/drawing/2014/main" id="{4D0194B6-1EE0-4BCD-94AB-D3C3FE54D17B}"/>
              </a:ext>
            </a:extLst>
          </p:cNvPr>
          <p:cNvSpPr>
            <a:spLocks noGrp="1"/>
          </p:cNvSpPr>
          <p:nvPr/>
        </p:nvSpPr>
        <p:spPr>
          <a:xfrm>
            <a:off x="139278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11_all_4690">
            <a:extLst>
              <a:ext uri="{FF2B5EF4-FFF2-40B4-BE49-F238E27FC236}">
                <a16:creationId xmlns:a16="http://schemas.microsoft.com/office/drawing/2014/main" id="{CF5F9945-D3CA-4585-B3A3-B492E4C9513D}"/>
              </a:ext>
            </a:extLst>
          </p:cNvPr>
          <p:cNvSpPr>
            <a:spLocks noGrp="1"/>
          </p:cNvSpPr>
          <p:nvPr/>
        </p:nvSpPr>
        <p:spPr>
          <a:xfrm>
            <a:off x="148251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11_all_4691">
            <a:extLst>
              <a:ext uri="{FF2B5EF4-FFF2-40B4-BE49-F238E27FC236}">
                <a16:creationId xmlns:a16="http://schemas.microsoft.com/office/drawing/2014/main" id="{1B393F5F-8BB4-406D-B359-B132F1270716}"/>
              </a:ext>
            </a:extLst>
          </p:cNvPr>
          <p:cNvSpPr>
            <a:spLocks noGrp="1"/>
          </p:cNvSpPr>
          <p:nvPr/>
        </p:nvSpPr>
        <p:spPr>
          <a:xfrm>
            <a:off x="142019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11_all_4692">
            <a:extLst>
              <a:ext uri="{FF2B5EF4-FFF2-40B4-BE49-F238E27FC236}">
                <a16:creationId xmlns:a16="http://schemas.microsoft.com/office/drawing/2014/main" id="{3FA9A737-5DCD-4FBB-84ED-29A928002D90}"/>
              </a:ext>
            </a:extLst>
          </p:cNvPr>
          <p:cNvSpPr>
            <a:spLocks noGrp="1"/>
          </p:cNvSpPr>
          <p:nvPr/>
        </p:nvSpPr>
        <p:spPr>
          <a:xfrm>
            <a:off x="150387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11_all_4693">
            <a:extLst>
              <a:ext uri="{FF2B5EF4-FFF2-40B4-BE49-F238E27FC236}">
                <a16:creationId xmlns:a16="http://schemas.microsoft.com/office/drawing/2014/main" id="{459ECBF8-2914-419B-8AF1-A0B96FED4715}"/>
              </a:ext>
            </a:extLst>
          </p:cNvPr>
          <p:cNvSpPr>
            <a:spLocks noGrp="1"/>
          </p:cNvSpPr>
          <p:nvPr/>
        </p:nvSpPr>
        <p:spPr>
          <a:xfrm>
            <a:off x="14110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11_all_4694">
            <a:extLst>
              <a:ext uri="{FF2B5EF4-FFF2-40B4-BE49-F238E27FC236}">
                <a16:creationId xmlns:a16="http://schemas.microsoft.com/office/drawing/2014/main" id="{0E3CD9CB-EB36-4EB1-91E1-704B8E4B9FF6}"/>
              </a:ext>
            </a:extLst>
          </p:cNvPr>
          <p:cNvSpPr>
            <a:spLocks noGrp="1"/>
          </p:cNvSpPr>
          <p:nvPr/>
        </p:nvSpPr>
        <p:spPr>
          <a:xfrm>
            <a:off x="150674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11_all_4695">
            <a:extLst>
              <a:ext uri="{FF2B5EF4-FFF2-40B4-BE49-F238E27FC236}">
                <a16:creationId xmlns:a16="http://schemas.microsoft.com/office/drawing/2014/main" id="{93751E6E-BD25-4F85-A38C-8F1946ABF83B}"/>
              </a:ext>
            </a:extLst>
          </p:cNvPr>
          <p:cNvSpPr>
            <a:spLocks noGrp="1"/>
          </p:cNvSpPr>
          <p:nvPr/>
        </p:nvSpPr>
        <p:spPr>
          <a:xfrm>
            <a:off x="14153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11_all_4696">
            <a:extLst>
              <a:ext uri="{FF2B5EF4-FFF2-40B4-BE49-F238E27FC236}">
                <a16:creationId xmlns:a16="http://schemas.microsoft.com/office/drawing/2014/main" id="{1426C576-8F79-43C2-BBCE-BBBDABE45E2F}"/>
              </a:ext>
            </a:extLst>
          </p:cNvPr>
          <p:cNvSpPr>
            <a:spLocks noGrp="1"/>
          </p:cNvSpPr>
          <p:nvPr/>
        </p:nvSpPr>
        <p:spPr>
          <a:xfrm>
            <a:off x="138357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11_all_4697">
            <a:extLst>
              <a:ext uri="{FF2B5EF4-FFF2-40B4-BE49-F238E27FC236}">
                <a16:creationId xmlns:a16="http://schemas.microsoft.com/office/drawing/2014/main" id="{A82CDFA7-35BD-4B0B-B6E3-9494B705DBB5}"/>
              </a:ext>
            </a:extLst>
          </p:cNvPr>
          <p:cNvSpPr>
            <a:spLocks noGrp="1"/>
          </p:cNvSpPr>
          <p:nvPr/>
        </p:nvSpPr>
        <p:spPr>
          <a:xfrm>
            <a:off x="14295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11_all_4698">
            <a:extLst>
              <a:ext uri="{FF2B5EF4-FFF2-40B4-BE49-F238E27FC236}">
                <a16:creationId xmlns:a16="http://schemas.microsoft.com/office/drawing/2014/main" id="{59557A55-3FBC-4449-8BF6-4A777F06F124}"/>
              </a:ext>
            </a:extLst>
          </p:cNvPr>
          <p:cNvSpPr>
            <a:spLocks noGrp="1"/>
          </p:cNvSpPr>
          <p:nvPr/>
        </p:nvSpPr>
        <p:spPr>
          <a:xfrm>
            <a:off x="1427428" y="346514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11_all_4699">
            <a:extLst>
              <a:ext uri="{FF2B5EF4-FFF2-40B4-BE49-F238E27FC236}">
                <a16:creationId xmlns:a16="http://schemas.microsoft.com/office/drawing/2014/main" id="{0242B675-70B8-4614-B9D0-7F3FD4CD2095}"/>
              </a:ext>
            </a:extLst>
          </p:cNvPr>
          <p:cNvSpPr>
            <a:spLocks noGrp="1"/>
          </p:cNvSpPr>
          <p:nvPr/>
        </p:nvSpPr>
        <p:spPr>
          <a:xfrm>
            <a:off x="1433903" y="330513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11_all_4700">
            <a:extLst>
              <a:ext uri="{FF2B5EF4-FFF2-40B4-BE49-F238E27FC236}">
                <a16:creationId xmlns:a16="http://schemas.microsoft.com/office/drawing/2014/main" id="{DFDF4887-A3FD-4B37-A155-4D9368164EC6}"/>
              </a:ext>
            </a:extLst>
          </p:cNvPr>
          <p:cNvSpPr>
            <a:spLocks noGrp="1"/>
          </p:cNvSpPr>
          <p:nvPr/>
        </p:nvSpPr>
        <p:spPr>
          <a:xfrm>
            <a:off x="146194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11_all_4701">
            <a:extLst>
              <a:ext uri="{FF2B5EF4-FFF2-40B4-BE49-F238E27FC236}">
                <a16:creationId xmlns:a16="http://schemas.microsoft.com/office/drawing/2014/main" id="{A844C52C-C253-4C3B-8224-0330B645ADA2}"/>
              </a:ext>
            </a:extLst>
          </p:cNvPr>
          <p:cNvSpPr>
            <a:spLocks noGrp="1"/>
          </p:cNvSpPr>
          <p:nvPr/>
        </p:nvSpPr>
        <p:spPr>
          <a:xfrm>
            <a:off x="148412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11_all_4702">
            <a:extLst>
              <a:ext uri="{FF2B5EF4-FFF2-40B4-BE49-F238E27FC236}">
                <a16:creationId xmlns:a16="http://schemas.microsoft.com/office/drawing/2014/main" id="{57F2639A-0C04-40BB-A425-711C9705F248}"/>
              </a:ext>
            </a:extLst>
          </p:cNvPr>
          <p:cNvSpPr>
            <a:spLocks noGrp="1"/>
          </p:cNvSpPr>
          <p:nvPr/>
        </p:nvSpPr>
        <p:spPr>
          <a:xfrm>
            <a:off x="145937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11_all_4703">
            <a:extLst>
              <a:ext uri="{FF2B5EF4-FFF2-40B4-BE49-F238E27FC236}">
                <a16:creationId xmlns:a16="http://schemas.microsoft.com/office/drawing/2014/main" id="{45D81C27-50F8-44A2-BEA3-820563D5CDBF}"/>
              </a:ext>
            </a:extLst>
          </p:cNvPr>
          <p:cNvSpPr>
            <a:spLocks noGrp="1"/>
          </p:cNvSpPr>
          <p:nvPr/>
        </p:nvSpPr>
        <p:spPr>
          <a:xfrm>
            <a:off x="143348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11_all_4704">
            <a:extLst>
              <a:ext uri="{FF2B5EF4-FFF2-40B4-BE49-F238E27FC236}">
                <a16:creationId xmlns:a16="http://schemas.microsoft.com/office/drawing/2014/main" id="{D2969BCD-88A0-4C5E-8B9E-4FBC2CAE1761}"/>
              </a:ext>
            </a:extLst>
          </p:cNvPr>
          <p:cNvSpPr>
            <a:spLocks noGrp="1"/>
          </p:cNvSpPr>
          <p:nvPr/>
        </p:nvSpPr>
        <p:spPr>
          <a:xfrm>
            <a:off x="1506990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11_all_4705">
            <a:extLst>
              <a:ext uri="{FF2B5EF4-FFF2-40B4-BE49-F238E27FC236}">
                <a16:creationId xmlns:a16="http://schemas.microsoft.com/office/drawing/2014/main" id="{AFCAE84B-4FAA-4CA1-B376-D714059B2B0C}"/>
              </a:ext>
            </a:extLst>
          </p:cNvPr>
          <p:cNvSpPr>
            <a:spLocks noGrp="1"/>
          </p:cNvSpPr>
          <p:nvPr/>
        </p:nvSpPr>
        <p:spPr>
          <a:xfrm>
            <a:off x="138611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11_all_4706">
            <a:extLst>
              <a:ext uri="{FF2B5EF4-FFF2-40B4-BE49-F238E27FC236}">
                <a16:creationId xmlns:a16="http://schemas.microsoft.com/office/drawing/2014/main" id="{FDDF9BA2-EC07-4AAA-B169-D4FF5F80EA57}"/>
              </a:ext>
            </a:extLst>
          </p:cNvPr>
          <p:cNvSpPr>
            <a:spLocks noGrp="1"/>
          </p:cNvSpPr>
          <p:nvPr/>
        </p:nvSpPr>
        <p:spPr>
          <a:xfrm>
            <a:off x="140443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11_all_4707">
            <a:extLst>
              <a:ext uri="{FF2B5EF4-FFF2-40B4-BE49-F238E27FC236}">
                <a16:creationId xmlns:a16="http://schemas.microsoft.com/office/drawing/2014/main" id="{DFB09084-4381-478C-9E0B-B6989A189B08}"/>
              </a:ext>
            </a:extLst>
          </p:cNvPr>
          <p:cNvSpPr>
            <a:spLocks noGrp="1"/>
          </p:cNvSpPr>
          <p:nvPr/>
        </p:nvSpPr>
        <p:spPr>
          <a:xfrm>
            <a:off x="137872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11_all_4708">
            <a:extLst>
              <a:ext uri="{FF2B5EF4-FFF2-40B4-BE49-F238E27FC236}">
                <a16:creationId xmlns:a16="http://schemas.microsoft.com/office/drawing/2014/main" id="{F87C30E3-F095-41E0-92FE-19785884A6C5}"/>
              </a:ext>
            </a:extLst>
          </p:cNvPr>
          <p:cNvSpPr>
            <a:spLocks noGrp="1"/>
          </p:cNvSpPr>
          <p:nvPr/>
        </p:nvSpPr>
        <p:spPr>
          <a:xfrm>
            <a:off x="142187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11_all_4709">
            <a:extLst>
              <a:ext uri="{FF2B5EF4-FFF2-40B4-BE49-F238E27FC236}">
                <a16:creationId xmlns:a16="http://schemas.microsoft.com/office/drawing/2014/main" id="{96280DD3-51C7-4F75-8517-0A842495893C}"/>
              </a:ext>
            </a:extLst>
          </p:cNvPr>
          <p:cNvSpPr>
            <a:spLocks noGrp="1"/>
          </p:cNvSpPr>
          <p:nvPr/>
        </p:nvSpPr>
        <p:spPr>
          <a:xfrm>
            <a:off x="1447292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11_all_4710">
            <a:extLst>
              <a:ext uri="{FF2B5EF4-FFF2-40B4-BE49-F238E27FC236}">
                <a16:creationId xmlns:a16="http://schemas.microsoft.com/office/drawing/2014/main" id="{0086D126-BF7A-41A2-A3EB-D837B4215948}"/>
              </a:ext>
            </a:extLst>
          </p:cNvPr>
          <p:cNvSpPr>
            <a:spLocks noGrp="1"/>
          </p:cNvSpPr>
          <p:nvPr/>
        </p:nvSpPr>
        <p:spPr>
          <a:xfrm>
            <a:off x="137607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11_all_4711">
            <a:extLst>
              <a:ext uri="{FF2B5EF4-FFF2-40B4-BE49-F238E27FC236}">
                <a16:creationId xmlns:a16="http://schemas.microsoft.com/office/drawing/2014/main" id="{A730AE07-0813-42C9-9FEC-92FF0CBB6788}"/>
              </a:ext>
            </a:extLst>
          </p:cNvPr>
          <p:cNvSpPr>
            <a:spLocks noGrp="1"/>
          </p:cNvSpPr>
          <p:nvPr/>
        </p:nvSpPr>
        <p:spPr>
          <a:xfrm>
            <a:off x="150581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11_all_4712">
            <a:extLst>
              <a:ext uri="{FF2B5EF4-FFF2-40B4-BE49-F238E27FC236}">
                <a16:creationId xmlns:a16="http://schemas.microsoft.com/office/drawing/2014/main" id="{33CB9D1B-4628-46C6-9B1E-03D5087562A4}"/>
              </a:ext>
            </a:extLst>
          </p:cNvPr>
          <p:cNvSpPr>
            <a:spLocks noGrp="1"/>
          </p:cNvSpPr>
          <p:nvPr/>
        </p:nvSpPr>
        <p:spPr>
          <a:xfrm>
            <a:off x="15075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11_all_4713">
            <a:extLst>
              <a:ext uri="{FF2B5EF4-FFF2-40B4-BE49-F238E27FC236}">
                <a16:creationId xmlns:a16="http://schemas.microsoft.com/office/drawing/2014/main" id="{F2279A43-C02B-4C80-B1FA-CE6D9D4A5ACC}"/>
              </a:ext>
            </a:extLst>
          </p:cNvPr>
          <p:cNvSpPr>
            <a:spLocks noGrp="1"/>
          </p:cNvSpPr>
          <p:nvPr/>
        </p:nvSpPr>
        <p:spPr>
          <a:xfrm>
            <a:off x="1398672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11_all_4714">
            <a:extLst>
              <a:ext uri="{FF2B5EF4-FFF2-40B4-BE49-F238E27FC236}">
                <a16:creationId xmlns:a16="http://schemas.microsoft.com/office/drawing/2014/main" id="{118CCF66-A010-4EC6-9C63-3461E15FA331}"/>
              </a:ext>
            </a:extLst>
          </p:cNvPr>
          <p:cNvSpPr>
            <a:spLocks noGrp="1"/>
          </p:cNvSpPr>
          <p:nvPr/>
        </p:nvSpPr>
        <p:spPr>
          <a:xfrm>
            <a:off x="141345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11_all_4715">
            <a:extLst>
              <a:ext uri="{FF2B5EF4-FFF2-40B4-BE49-F238E27FC236}">
                <a16:creationId xmlns:a16="http://schemas.microsoft.com/office/drawing/2014/main" id="{0CFA4CDC-F94E-4B74-AA21-5109F081FC59}"/>
              </a:ext>
            </a:extLst>
          </p:cNvPr>
          <p:cNvSpPr>
            <a:spLocks noGrp="1"/>
          </p:cNvSpPr>
          <p:nvPr/>
        </p:nvSpPr>
        <p:spPr>
          <a:xfrm>
            <a:off x="1393338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11_all_4716">
            <a:extLst>
              <a:ext uri="{FF2B5EF4-FFF2-40B4-BE49-F238E27FC236}">
                <a16:creationId xmlns:a16="http://schemas.microsoft.com/office/drawing/2014/main" id="{90AA8D21-458A-4E72-8BDE-BFCBFAC0EE6F}"/>
              </a:ext>
            </a:extLst>
          </p:cNvPr>
          <p:cNvSpPr>
            <a:spLocks noGrp="1"/>
          </p:cNvSpPr>
          <p:nvPr/>
        </p:nvSpPr>
        <p:spPr>
          <a:xfrm>
            <a:off x="141359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11_all_4717">
            <a:extLst>
              <a:ext uri="{FF2B5EF4-FFF2-40B4-BE49-F238E27FC236}">
                <a16:creationId xmlns:a16="http://schemas.microsoft.com/office/drawing/2014/main" id="{E026DADE-99F8-4380-9CDF-01B6AC30A29D}"/>
              </a:ext>
            </a:extLst>
          </p:cNvPr>
          <p:cNvSpPr>
            <a:spLocks noGrp="1"/>
          </p:cNvSpPr>
          <p:nvPr/>
        </p:nvSpPr>
        <p:spPr>
          <a:xfrm>
            <a:off x="1394088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11_all_4718">
            <a:extLst>
              <a:ext uri="{FF2B5EF4-FFF2-40B4-BE49-F238E27FC236}">
                <a16:creationId xmlns:a16="http://schemas.microsoft.com/office/drawing/2014/main" id="{4B62FCCD-A377-4AB2-A551-CDA7983E8F64}"/>
              </a:ext>
            </a:extLst>
          </p:cNvPr>
          <p:cNvSpPr>
            <a:spLocks noGrp="1"/>
          </p:cNvSpPr>
          <p:nvPr/>
        </p:nvSpPr>
        <p:spPr>
          <a:xfrm>
            <a:off x="143508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11_all_4719">
            <a:extLst>
              <a:ext uri="{FF2B5EF4-FFF2-40B4-BE49-F238E27FC236}">
                <a16:creationId xmlns:a16="http://schemas.microsoft.com/office/drawing/2014/main" id="{A7270AE9-1BDE-4D8D-A5B5-73B5EF6E5FDF}"/>
              </a:ext>
            </a:extLst>
          </p:cNvPr>
          <p:cNvSpPr>
            <a:spLocks noGrp="1"/>
          </p:cNvSpPr>
          <p:nvPr/>
        </p:nvSpPr>
        <p:spPr>
          <a:xfrm>
            <a:off x="145152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11_all_4720">
            <a:extLst>
              <a:ext uri="{FF2B5EF4-FFF2-40B4-BE49-F238E27FC236}">
                <a16:creationId xmlns:a16="http://schemas.microsoft.com/office/drawing/2014/main" id="{0956545B-FC8E-4024-AA8A-CB1F91ACA24C}"/>
              </a:ext>
            </a:extLst>
          </p:cNvPr>
          <p:cNvSpPr>
            <a:spLocks noGrp="1"/>
          </p:cNvSpPr>
          <p:nvPr/>
        </p:nvSpPr>
        <p:spPr>
          <a:xfrm>
            <a:off x="1442102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11_all_4721">
            <a:extLst>
              <a:ext uri="{FF2B5EF4-FFF2-40B4-BE49-F238E27FC236}">
                <a16:creationId xmlns:a16="http://schemas.microsoft.com/office/drawing/2014/main" id="{00DE7758-D2F4-451C-8FF2-7D9E60B54B49}"/>
              </a:ext>
            </a:extLst>
          </p:cNvPr>
          <p:cNvSpPr>
            <a:spLocks noGrp="1"/>
          </p:cNvSpPr>
          <p:nvPr/>
        </p:nvSpPr>
        <p:spPr>
          <a:xfrm>
            <a:off x="1441037" y="408055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11_all_4722">
            <a:extLst>
              <a:ext uri="{FF2B5EF4-FFF2-40B4-BE49-F238E27FC236}">
                <a16:creationId xmlns:a16="http://schemas.microsoft.com/office/drawing/2014/main" id="{76E76678-8D84-44C9-84A3-B49CBBF7EB4A}"/>
              </a:ext>
            </a:extLst>
          </p:cNvPr>
          <p:cNvSpPr>
            <a:spLocks noGrp="1"/>
          </p:cNvSpPr>
          <p:nvPr/>
        </p:nvSpPr>
        <p:spPr>
          <a:xfrm>
            <a:off x="1430092" y="33466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11_all_4723">
            <a:extLst>
              <a:ext uri="{FF2B5EF4-FFF2-40B4-BE49-F238E27FC236}">
                <a16:creationId xmlns:a16="http://schemas.microsoft.com/office/drawing/2014/main" id="{3F8F0D1D-E177-46CB-97F8-55067E5E3E22}"/>
              </a:ext>
            </a:extLst>
          </p:cNvPr>
          <p:cNvSpPr>
            <a:spLocks noGrp="1"/>
          </p:cNvSpPr>
          <p:nvPr/>
        </p:nvSpPr>
        <p:spPr>
          <a:xfrm>
            <a:off x="139917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11_all_4724">
            <a:extLst>
              <a:ext uri="{FF2B5EF4-FFF2-40B4-BE49-F238E27FC236}">
                <a16:creationId xmlns:a16="http://schemas.microsoft.com/office/drawing/2014/main" id="{C801B8F6-2FB6-4F8A-A12B-3E8F431D4A87}"/>
              </a:ext>
            </a:extLst>
          </p:cNvPr>
          <p:cNvSpPr>
            <a:spLocks noGrp="1"/>
          </p:cNvSpPr>
          <p:nvPr/>
        </p:nvSpPr>
        <p:spPr>
          <a:xfrm>
            <a:off x="138458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11_all_4725">
            <a:extLst>
              <a:ext uri="{FF2B5EF4-FFF2-40B4-BE49-F238E27FC236}">
                <a16:creationId xmlns:a16="http://schemas.microsoft.com/office/drawing/2014/main" id="{0E778A0A-5129-43DD-94E5-51208F5D6ED9}"/>
              </a:ext>
            </a:extLst>
          </p:cNvPr>
          <p:cNvSpPr>
            <a:spLocks noGrp="1"/>
          </p:cNvSpPr>
          <p:nvPr/>
        </p:nvSpPr>
        <p:spPr>
          <a:xfrm>
            <a:off x="142821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11_all_4726">
            <a:extLst>
              <a:ext uri="{FF2B5EF4-FFF2-40B4-BE49-F238E27FC236}">
                <a16:creationId xmlns:a16="http://schemas.microsoft.com/office/drawing/2014/main" id="{3EA886EF-BAEF-43D9-9FB6-B3BA6C42141A}"/>
              </a:ext>
            </a:extLst>
          </p:cNvPr>
          <p:cNvSpPr>
            <a:spLocks noGrp="1"/>
          </p:cNvSpPr>
          <p:nvPr/>
        </p:nvSpPr>
        <p:spPr>
          <a:xfrm>
            <a:off x="137012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11_all_4727">
            <a:extLst>
              <a:ext uri="{FF2B5EF4-FFF2-40B4-BE49-F238E27FC236}">
                <a16:creationId xmlns:a16="http://schemas.microsoft.com/office/drawing/2014/main" id="{167F7443-B3D3-4B9C-B702-EA5993ADB1CB}"/>
              </a:ext>
            </a:extLst>
          </p:cNvPr>
          <p:cNvSpPr>
            <a:spLocks noGrp="1"/>
          </p:cNvSpPr>
          <p:nvPr/>
        </p:nvSpPr>
        <p:spPr>
          <a:xfrm>
            <a:off x="148319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11_all_4728">
            <a:extLst>
              <a:ext uri="{FF2B5EF4-FFF2-40B4-BE49-F238E27FC236}">
                <a16:creationId xmlns:a16="http://schemas.microsoft.com/office/drawing/2014/main" id="{8C411C97-34EF-442E-A170-DB118B5D0B3C}"/>
              </a:ext>
            </a:extLst>
          </p:cNvPr>
          <p:cNvSpPr>
            <a:spLocks noGrp="1"/>
          </p:cNvSpPr>
          <p:nvPr/>
        </p:nvSpPr>
        <p:spPr>
          <a:xfrm>
            <a:off x="1383156" y="408055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11_all_4729">
            <a:extLst>
              <a:ext uri="{FF2B5EF4-FFF2-40B4-BE49-F238E27FC236}">
                <a16:creationId xmlns:a16="http://schemas.microsoft.com/office/drawing/2014/main" id="{1AB211B9-14BB-4BFB-99FC-B2CD86D2097F}"/>
              </a:ext>
            </a:extLst>
          </p:cNvPr>
          <p:cNvSpPr>
            <a:spLocks noGrp="1"/>
          </p:cNvSpPr>
          <p:nvPr/>
        </p:nvSpPr>
        <p:spPr>
          <a:xfrm>
            <a:off x="143454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11_all_4730">
            <a:extLst>
              <a:ext uri="{FF2B5EF4-FFF2-40B4-BE49-F238E27FC236}">
                <a16:creationId xmlns:a16="http://schemas.microsoft.com/office/drawing/2014/main" id="{85242479-0AA7-4961-AD8E-37E71F9EB2F0}"/>
              </a:ext>
            </a:extLst>
          </p:cNvPr>
          <p:cNvSpPr>
            <a:spLocks noGrp="1"/>
          </p:cNvSpPr>
          <p:nvPr/>
        </p:nvSpPr>
        <p:spPr>
          <a:xfrm>
            <a:off x="1385114" y="37975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11_all_4731">
            <a:extLst>
              <a:ext uri="{FF2B5EF4-FFF2-40B4-BE49-F238E27FC236}">
                <a16:creationId xmlns:a16="http://schemas.microsoft.com/office/drawing/2014/main" id="{2474D909-C0EC-451B-90CE-CABD0C2F0D3E}"/>
              </a:ext>
            </a:extLst>
          </p:cNvPr>
          <p:cNvSpPr>
            <a:spLocks noGrp="1"/>
          </p:cNvSpPr>
          <p:nvPr/>
        </p:nvSpPr>
        <p:spPr>
          <a:xfrm>
            <a:off x="14651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11_all_4732">
            <a:extLst>
              <a:ext uri="{FF2B5EF4-FFF2-40B4-BE49-F238E27FC236}">
                <a16:creationId xmlns:a16="http://schemas.microsoft.com/office/drawing/2014/main" id="{5201DBCE-4F63-498F-B890-7DEA8D40D0C8}"/>
              </a:ext>
            </a:extLst>
          </p:cNvPr>
          <p:cNvSpPr>
            <a:spLocks noGrp="1"/>
          </p:cNvSpPr>
          <p:nvPr/>
        </p:nvSpPr>
        <p:spPr>
          <a:xfrm>
            <a:off x="139148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11_all_4733">
            <a:extLst>
              <a:ext uri="{FF2B5EF4-FFF2-40B4-BE49-F238E27FC236}">
                <a16:creationId xmlns:a16="http://schemas.microsoft.com/office/drawing/2014/main" id="{8732A65B-82A6-4385-8F39-33C1310F3B36}"/>
              </a:ext>
            </a:extLst>
          </p:cNvPr>
          <p:cNvSpPr>
            <a:spLocks noGrp="1"/>
          </p:cNvSpPr>
          <p:nvPr/>
        </p:nvSpPr>
        <p:spPr>
          <a:xfrm>
            <a:off x="1425573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11_all_4734">
            <a:extLst>
              <a:ext uri="{FF2B5EF4-FFF2-40B4-BE49-F238E27FC236}">
                <a16:creationId xmlns:a16="http://schemas.microsoft.com/office/drawing/2014/main" id="{B415CB82-02AF-47F6-B40F-A520F996025C}"/>
              </a:ext>
            </a:extLst>
          </p:cNvPr>
          <p:cNvSpPr>
            <a:spLocks noGrp="1"/>
          </p:cNvSpPr>
          <p:nvPr/>
        </p:nvSpPr>
        <p:spPr>
          <a:xfrm>
            <a:off x="136802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11_all_4735">
            <a:extLst>
              <a:ext uri="{FF2B5EF4-FFF2-40B4-BE49-F238E27FC236}">
                <a16:creationId xmlns:a16="http://schemas.microsoft.com/office/drawing/2014/main" id="{031C1765-5B12-47B7-9B75-E4EA757D6182}"/>
              </a:ext>
            </a:extLst>
          </p:cNvPr>
          <p:cNvSpPr>
            <a:spLocks noGrp="1"/>
          </p:cNvSpPr>
          <p:nvPr/>
        </p:nvSpPr>
        <p:spPr>
          <a:xfrm>
            <a:off x="1411447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11_all_4736">
            <a:extLst>
              <a:ext uri="{FF2B5EF4-FFF2-40B4-BE49-F238E27FC236}">
                <a16:creationId xmlns:a16="http://schemas.microsoft.com/office/drawing/2014/main" id="{851C9A40-4A1F-4C44-9EDE-902BFC00B6A9}"/>
              </a:ext>
            </a:extLst>
          </p:cNvPr>
          <p:cNvSpPr>
            <a:spLocks noGrp="1"/>
          </p:cNvSpPr>
          <p:nvPr/>
        </p:nvSpPr>
        <p:spPr>
          <a:xfrm>
            <a:off x="138257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11_all_4737">
            <a:extLst>
              <a:ext uri="{FF2B5EF4-FFF2-40B4-BE49-F238E27FC236}">
                <a16:creationId xmlns:a16="http://schemas.microsoft.com/office/drawing/2014/main" id="{931A24D9-F67B-41B2-860F-86051A05D7ED}"/>
              </a:ext>
            </a:extLst>
          </p:cNvPr>
          <p:cNvSpPr>
            <a:spLocks noGrp="1"/>
          </p:cNvSpPr>
          <p:nvPr/>
        </p:nvSpPr>
        <p:spPr>
          <a:xfrm>
            <a:off x="1474742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11_all_4738">
            <a:extLst>
              <a:ext uri="{FF2B5EF4-FFF2-40B4-BE49-F238E27FC236}">
                <a16:creationId xmlns:a16="http://schemas.microsoft.com/office/drawing/2014/main" id="{952AA25D-F6CC-4387-8579-3B8AA61AAC7D}"/>
              </a:ext>
            </a:extLst>
          </p:cNvPr>
          <p:cNvSpPr>
            <a:spLocks noGrp="1"/>
          </p:cNvSpPr>
          <p:nvPr/>
        </p:nvSpPr>
        <p:spPr>
          <a:xfrm>
            <a:off x="1422163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11_all_4739">
            <a:extLst>
              <a:ext uri="{FF2B5EF4-FFF2-40B4-BE49-F238E27FC236}">
                <a16:creationId xmlns:a16="http://schemas.microsoft.com/office/drawing/2014/main" id="{8B40FBDD-72E5-49F6-A0CF-F30BF7F7C377}"/>
              </a:ext>
            </a:extLst>
          </p:cNvPr>
          <p:cNvSpPr>
            <a:spLocks noGrp="1"/>
          </p:cNvSpPr>
          <p:nvPr/>
        </p:nvSpPr>
        <p:spPr>
          <a:xfrm>
            <a:off x="1394545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11_all_4740">
            <a:extLst>
              <a:ext uri="{FF2B5EF4-FFF2-40B4-BE49-F238E27FC236}">
                <a16:creationId xmlns:a16="http://schemas.microsoft.com/office/drawing/2014/main" id="{71A86D96-4E1E-452C-A807-8B8A8FAF285C}"/>
              </a:ext>
            </a:extLst>
          </p:cNvPr>
          <p:cNvSpPr>
            <a:spLocks noGrp="1"/>
          </p:cNvSpPr>
          <p:nvPr/>
        </p:nvSpPr>
        <p:spPr>
          <a:xfrm>
            <a:off x="1418907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11_all_4741">
            <a:extLst>
              <a:ext uri="{FF2B5EF4-FFF2-40B4-BE49-F238E27FC236}">
                <a16:creationId xmlns:a16="http://schemas.microsoft.com/office/drawing/2014/main" id="{F816CC50-5073-4AEE-A843-2E6AEDE782DD}"/>
              </a:ext>
            </a:extLst>
          </p:cNvPr>
          <p:cNvSpPr>
            <a:spLocks noGrp="1"/>
          </p:cNvSpPr>
          <p:nvPr/>
        </p:nvSpPr>
        <p:spPr>
          <a:xfrm>
            <a:off x="1444911" y="3362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11_all_4742">
            <a:extLst>
              <a:ext uri="{FF2B5EF4-FFF2-40B4-BE49-F238E27FC236}">
                <a16:creationId xmlns:a16="http://schemas.microsoft.com/office/drawing/2014/main" id="{A896FA02-C3A9-4B08-B315-A61855FA3B84}"/>
              </a:ext>
            </a:extLst>
          </p:cNvPr>
          <p:cNvSpPr>
            <a:spLocks noGrp="1"/>
          </p:cNvSpPr>
          <p:nvPr/>
        </p:nvSpPr>
        <p:spPr>
          <a:xfrm>
            <a:off x="1430762" y="344674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11_all_4743">
            <a:extLst>
              <a:ext uri="{FF2B5EF4-FFF2-40B4-BE49-F238E27FC236}">
                <a16:creationId xmlns:a16="http://schemas.microsoft.com/office/drawing/2014/main" id="{928EFC87-F515-4A77-9042-A4358C5FFDB4}"/>
              </a:ext>
            </a:extLst>
          </p:cNvPr>
          <p:cNvSpPr>
            <a:spLocks noGrp="1"/>
          </p:cNvSpPr>
          <p:nvPr/>
        </p:nvSpPr>
        <p:spPr>
          <a:xfrm>
            <a:off x="1453462" y="44007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11_all_4744">
            <a:extLst>
              <a:ext uri="{FF2B5EF4-FFF2-40B4-BE49-F238E27FC236}">
                <a16:creationId xmlns:a16="http://schemas.microsoft.com/office/drawing/2014/main" id="{29CCB969-EE54-43FE-B407-1FB4C7A30155}"/>
              </a:ext>
            </a:extLst>
          </p:cNvPr>
          <p:cNvSpPr>
            <a:spLocks noGrp="1"/>
          </p:cNvSpPr>
          <p:nvPr/>
        </p:nvSpPr>
        <p:spPr>
          <a:xfrm>
            <a:off x="150052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11_all_4745">
            <a:extLst>
              <a:ext uri="{FF2B5EF4-FFF2-40B4-BE49-F238E27FC236}">
                <a16:creationId xmlns:a16="http://schemas.microsoft.com/office/drawing/2014/main" id="{E856BE0E-8259-44C1-8D7F-3DF4452389F0}"/>
              </a:ext>
            </a:extLst>
          </p:cNvPr>
          <p:cNvSpPr>
            <a:spLocks noGrp="1"/>
          </p:cNvSpPr>
          <p:nvPr/>
        </p:nvSpPr>
        <p:spPr>
          <a:xfrm>
            <a:off x="148709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11_all_4746">
            <a:extLst>
              <a:ext uri="{FF2B5EF4-FFF2-40B4-BE49-F238E27FC236}">
                <a16:creationId xmlns:a16="http://schemas.microsoft.com/office/drawing/2014/main" id="{832ED5E6-D80C-496A-B2B6-EF6BF64A3481}"/>
              </a:ext>
            </a:extLst>
          </p:cNvPr>
          <p:cNvSpPr>
            <a:spLocks noGrp="1"/>
          </p:cNvSpPr>
          <p:nvPr/>
        </p:nvSpPr>
        <p:spPr>
          <a:xfrm>
            <a:off x="141296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11_all_4747">
            <a:extLst>
              <a:ext uri="{FF2B5EF4-FFF2-40B4-BE49-F238E27FC236}">
                <a16:creationId xmlns:a16="http://schemas.microsoft.com/office/drawing/2014/main" id="{45E4696B-C468-4E53-9B28-31EF9CFDDD15}"/>
              </a:ext>
            </a:extLst>
          </p:cNvPr>
          <p:cNvSpPr>
            <a:spLocks noGrp="1"/>
          </p:cNvSpPr>
          <p:nvPr/>
        </p:nvSpPr>
        <p:spPr>
          <a:xfrm>
            <a:off x="1470389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11_all_4748">
            <a:extLst>
              <a:ext uri="{FF2B5EF4-FFF2-40B4-BE49-F238E27FC236}">
                <a16:creationId xmlns:a16="http://schemas.microsoft.com/office/drawing/2014/main" id="{AFD89F72-8738-4CBB-A2EA-403A6EE015EE}"/>
              </a:ext>
            </a:extLst>
          </p:cNvPr>
          <p:cNvSpPr>
            <a:spLocks noGrp="1"/>
          </p:cNvSpPr>
          <p:nvPr/>
        </p:nvSpPr>
        <p:spPr>
          <a:xfrm>
            <a:off x="141124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11_all_4749">
            <a:extLst>
              <a:ext uri="{FF2B5EF4-FFF2-40B4-BE49-F238E27FC236}">
                <a16:creationId xmlns:a16="http://schemas.microsoft.com/office/drawing/2014/main" id="{E98924E9-ACF7-4D8C-A36A-6146B3F1FA0A}"/>
              </a:ext>
            </a:extLst>
          </p:cNvPr>
          <p:cNvSpPr>
            <a:spLocks noGrp="1"/>
          </p:cNvSpPr>
          <p:nvPr/>
        </p:nvSpPr>
        <p:spPr>
          <a:xfrm>
            <a:off x="141643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11_all_4750">
            <a:extLst>
              <a:ext uri="{FF2B5EF4-FFF2-40B4-BE49-F238E27FC236}">
                <a16:creationId xmlns:a16="http://schemas.microsoft.com/office/drawing/2014/main" id="{75A5D78D-CA67-4CCB-8258-74D6DD6AEE00}"/>
              </a:ext>
            </a:extLst>
          </p:cNvPr>
          <p:cNvSpPr>
            <a:spLocks noGrp="1"/>
          </p:cNvSpPr>
          <p:nvPr/>
        </p:nvSpPr>
        <p:spPr>
          <a:xfrm>
            <a:off x="147496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11_all_4751">
            <a:extLst>
              <a:ext uri="{FF2B5EF4-FFF2-40B4-BE49-F238E27FC236}">
                <a16:creationId xmlns:a16="http://schemas.microsoft.com/office/drawing/2014/main" id="{51D8FA5C-1C21-42C9-BEDB-BE5E7696F065}"/>
              </a:ext>
            </a:extLst>
          </p:cNvPr>
          <p:cNvSpPr>
            <a:spLocks noGrp="1"/>
          </p:cNvSpPr>
          <p:nvPr/>
        </p:nvSpPr>
        <p:spPr>
          <a:xfrm>
            <a:off x="150706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11_all_4752">
            <a:extLst>
              <a:ext uri="{FF2B5EF4-FFF2-40B4-BE49-F238E27FC236}">
                <a16:creationId xmlns:a16="http://schemas.microsoft.com/office/drawing/2014/main" id="{D88CB1D5-1FB7-4DEB-B49A-9357C9BC9DAA}"/>
              </a:ext>
            </a:extLst>
          </p:cNvPr>
          <p:cNvSpPr>
            <a:spLocks noGrp="1"/>
          </p:cNvSpPr>
          <p:nvPr/>
        </p:nvSpPr>
        <p:spPr>
          <a:xfrm>
            <a:off x="1375286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11_all_4753">
            <a:extLst>
              <a:ext uri="{FF2B5EF4-FFF2-40B4-BE49-F238E27FC236}">
                <a16:creationId xmlns:a16="http://schemas.microsoft.com/office/drawing/2014/main" id="{F6222871-E01F-4E34-B639-B17B44E5FAAD}"/>
              </a:ext>
            </a:extLst>
          </p:cNvPr>
          <p:cNvSpPr>
            <a:spLocks noGrp="1"/>
          </p:cNvSpPr>
          <p:nvPr/>
        </p:nvSpPr>
        <p:spPr>
          <a:xfrm>
            <a:off x="13718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11_all_4754">
            <a:extLst>
              <a:ext uri="{FF2B5EF4-FFF2-40B4-BE49-F238E27FC236}">
                <a16:creationId xmlns:a16="http://schemas.microsoft.com/office/drawing/2014/main" id="{F1681E9E-8EE6-464E-9C6E-6F991AA14130}"/>
              </a:ext>
            </a:extLst>
          </p:cNvPr>
          <p:cNvSpPr>
            <a:spLocks noGrp="1"/>
          </p:cNvSpPr>
          <p:nvPr/>
        </p:nvSpPr>
        <p:spPr>
          <a:xfrm>
            <a:off x="149630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11_all_4755">
            <a:extLst>
              <a:ext uri="{FF2B5EF4-FFF2-40B4-BE49-F238E27FC236}">
                <a16:creationId xmlns:a16="http://schemas.microsoft.com/office/drawing/2014/main" id="{A7AB9992-0D53-4F53-8039-A4921E0AEABD}"/>
              </a:ext>
            </a:extLst>
          </p:cNvPr>
          <p:cNvSpPr>
            <a:spLocks noGrp="1"/>
          </p:cNvSpPr>
          <p:nvPr/>
        </p:nvSpPr>
        <p:spPr>
          <a:xfrm>
            <a:off x="137117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11_all_4756">
            <a:extLst>
              <a:ext uri="{FF2B5EF4-FFF2-40B4-BE49-F238E27FC236}">
                <a16:creationId xmlns:a16="http://schemas.microsoft.com/office/drawing/2014/main" id="{15625772-4CA1-475F-AE20-A3AAF80D6BEB}"/>
              </a:ext>
            </a:extLst>
          </p:cNvPr>
          <p:cNvSpPr>
            <a:spLocks noGrp="1"/>
          </p:cNvSpPr>
          <p:nvPr/>
        </p:nvSpPr>
        <p:spPr>
          <a:xfrm>
            <a:off x="1418040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11_all_4757">
            <a:extLst>
              <a:ext uri="{FF2B5EF4-FFF2-40B4-BE49-F238E27FC236}">
                <a16:creationId xmlns:a16="http://schemas.microsoft.com/office/drawing/2014/main" id="{5C07D9A6-68F3-4979-9FBD-15314DB436D3}"/>
              </a:ext>
            </a:extLst>
          </p:cNvPr>
          <p:cNvSpPr>
            <a:spLocks noGrp="1"/>
          </p:cNvSpPr>
          <p:nvPr/>
        </p:nvSpPr>
        <p:spPr>
          <a:xfrm>
            <a:off x="143488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11_all_4758">
            <a:extLst>
              <a:ext uri="{FF2B5EF4-FFF2-40B4-BE49-F238E27FC236}">
                <a16:creationId xmlns:a16="http://schemas.microsoft.com/office/drawing/2014/main" id="{FF7DF15E-B24F-4EB8-B4D0-2EC89061D9C2}"/>
              </a:ext>
            </a:extLst>
          </p:cNvPr>
          <p:cNvSpPr>
            <a:spLocks noGrp="1"/>
          </p:cNvSpPr>
          <p:nvPr/>
        </p:nvSpPr>
        <p:spPr>
          <a:xfrm>
            <a:off x="1367048" y="42565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11_all_4759">
            <a:extLst>
              <a:ext uri="{FF2B5EF4-FFF2-40B4-BE49-F238E27FC236}">
                <a16:creationId xmlns:a16="http://schemas.microsoft.com/office/drawing/2014/main" id="{69F42217-E00C-4445-903C-47842EEBC688}"/>
              </a:ext>
            </a:extLst>
          </p:cNvPr>
          <p:cNvSpPr>
            <a:spLocks noGrp="1"/>
          </p:cNvSpPr>
          <p:nvPr/>
        </p:nvSpPr>
        <p:spPr>
          <a:xfrm>
            <a:off x="1386272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11_all_4760">
            <a:extLst>
              <a:ext uri="{FF2B5EF4-FFF2-40B4-BE49-F238E27FC236}">
                <a16:creationId xmlns:a16="http://schemas.microsoft.com/office/drawing/2014/main" id="{BD032582-8E30-4BCD-8350-86DF4BD78EEC}"/>
              </a:ext>
            </a:extLst>
          </p:cNvPr>
          <p:cNvSpPr>
            <a:spLocks noGrp="1"/>
          </p:cNvSpPr>
          <p:nvPr/>
        </p:nvSpPr>
        <p:spPr>
          <a:xfrm>
            <a:off x="141777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11_all_4761">
            <a:extLst>
              <a:ext uri="{FF2B5EF4-FFF2-40B4-BE49-F238E27FC236}">
                <a16:creationId xmlns:a16="http://schemas.microsoft.com/office/drawing/2014/main" id="{0D33B341-6098-4E0D-B6D8-F952ABD473D4}"/>
              </a:ext>
            </a:extLst>
          </p:cNvPr>
          <p:cNvSpPr>
            <a:spLocks noGrp="1"/>
          </p:cNvSpPr>
          <p:nvPr/>
        </p:nvSpPr>
        <p:spPr>
          <a:xfrm>
            <a:off x="141022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11_all_4762">
            <a:extLst>
              <a:ext uri="{FF2B5EF4-FFF2-40B4-BE49-F238E27FC236}">
                <a16:creationId xmlns:a16="http://schemas.microsoft.com/office/drawing/2014/main" id="{DDD972F8-B1D8-4996-B7C7-4739470E6E62}"/>
              </a:ext>
            </a:extLst>
          </p:cNvPr>
          <p:cNvSpPr>
            <a:spLocks noGrp="1"/>
          </p:cNvSpPr>
          <p:nvPr/>
        </p:nvSpPr>
        <p:spPr>
          <a:xfrm>
            <a:off x="150075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11_all_4763">
            <a:extLst>
              <a:ext uri="{FF2B5EF4-FFF2-40B4-BE49-F238E27FC236}">
                <a16:creationId xmlns:a16="http://schemas.microsoft.com/office/drawing/2014/main" id="{BFE2D70A-7EE7-45D6-8776-4D841F600205}"/>
              </a:ext>
            </a:extLst>
          </p:cNvPr>
          <p:cNvSpPr>
            <a:spLocks noGrp="1"/>
          </p:cNvSpPr>
          <p:nvPr/>
        </p:nvSpPr>
        <p:spPr>
          <a:xfrm>
            <a:off x="142096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11_all_4764">
            <a:extLst>
              <a:ext uri="{FF2B5EF4-FFF2-40B4-BE49-F238E27FC236}">
                <a16:creationId xmlns:a16="http://schemas.microsoft.com/office/drawing/2014/main" id="{1721D467-9999-4095-BC95-6B2810E951AD}"/>
              </a:ext>
            </a:extLst>
          </p:cNvPr>
          <p:cNvSpPr>
            <a:spLocks noGrp="1"/>
          </p:cNvSpPr>
          <p:nvPr/>
        </p:nvSpPr>
        <p:spPr>
          <a:xfrm>
            <a:off x="1451463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11_all_4765">
            <a:extLst>
              <a:ext uri="{FF2B5EF4-FFF2-40B4-BE49-F238E27FC236}">
                <a16:creationId xmlns:a16="http://schemas.microsoft.com/office/drawing/2014/main" id="{34A92E22-F007-4621-B928-40C0FF91A2DA}"/>
              </a:ext>
            </a:extLst>
          </p:cNvPr>
          <p:cNvSpPr>
            <a:spLocks noGrp="1"/>
          </p:cNvSpPr>
          <p:nvPr/>
        </p:nvSpPr>
        <p:spPr>
          <a:xfrm>
            <a:off x="1368385" y="346514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11_all_4766">
            <a:extLst>
              <a:ext uri="{FF2B5EF4-FFF2-40B4-BE49-F238E27FC236}">
                <a16:creationId xmlns:a16="http://schemas.microsoft.com/office/drawing/2014/main" id="{6BFBD509-8F7A-4E96-B2E9-E9E1FA136C80}"/>
              </a:ext>
            </a:extLst>
          </p:cNvPr>
          <p:cNvSpPr>
            <a:spLocks noGrp="1"/>
          </p:cNvSpPr>
          <p:nvPr/>
        </p:nvSpPr>
        <p:spPr>
          <a:xfrm>
            <a:off x="136933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11_all_4767">
            <a:extLst>
              <a:ext uri="{FF2B5EF4-FFF2-40B4-BE49-F238E27FC236}">
                <a16:creationId xmlns:a16="http://schemas.microsoft.com/office/drawing/2014/main" id="{18C5EAEE-A19A-417B-A0A4-CB9EE70DC612}"/>
              </a:ext>
            </a:extLst>
          </p:cNvPr>
          <p:cNvSpPr>
            <a:spLocks noGrp="1"/>
          </p:cNvSpPr>
          <p:nvPr/>
        </p:nvSpPr>
        <p:spPr>
          <a:xfrm>
            <a:off x="144834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11_all_4768">
            <a:extLst>
              <a:ext uri="{FF2B5EF4-FFF2-40B4-BE49-F238E27FC236}">
                <a16:creationId xmlns:a16="http://schemas.microsoft.com/office/drawing/2014/main" id="{F5F1DFE5-D8CB-4C0C-A887-645ABAEDF654}"/>
              </a:ext>
            </a:extLst>
          </p:cNvPr>
          <p:cNvSpPr>
            <a:spLocks noGrp="1"/>
          </p:cNvSpPr>
          <p:nvPr/>
        </p:nvSpPr>
        <p:spPr>
          <a:xfrm>
            <a:off x="1430438" y="336735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11_all_4769">
            <a:extLst>
              <a:ext uri="{FF2B5EF4-FFF2-40B4-BE49-F238E27FC236}">
                <a16:creationId xmlns:a16="http://schemas.microsoft.com/office/drawing/2014/main" id="{4CC033BE-47D0-4357-9C8A-494B01D7DBE1}"/>
              </a:ext>
            </a:extLst>
          </p:cNvPr>
          <p:cNvSpPr>
            <a:spLocks noGrp="1"/>
          </p:cNvSpPr>
          <p:nvPr/>
        </p:nvSpPr>
        <p:spPr>
          <a:xfrm>
            <a:off x="148887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11_all_4770">
            <a:extLst>
              <a:ext uri="{FF2B5EF4-FFF2-40B4-BE49-F238E27FC236}">
                <a16:creationId xmlns:a16="http://schemas.microsoft.com/office/drawing/2014/main" id="{772E1D33-113D-49F7-B35E-EB802F171B16}"/>
              </a:ext>
            </a:extLst>
          </p:cNvPr>
          <p:cNvSpPr>
            <a:spLocks noGrp="1"/>
          </p:cNvSpPr>
          <p:nvPr/>
        </p:nvSpPr>
        <p:spPr>
          <a:xfrm>
            <a:off x="149032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11_all_4771">
            <a:extLst>
              <a:ext uri="{FF2B5EF4-FFF2-40B4-BE49-F238E27FC236}">
                <a16:creationId xmlns:a16="http://schemas.microsoft.com/office/drawing/2014/main" id="{F58BECAB-CB7D-4452-80AA-87A432B54A0A}"/>
              </a:ext>
            </a:extLst>
          </p:cNvPr>
          <p:cNvSpPr>
            <a:spLocks noGrp="1"/>
          </p:cNvSpPr>
          <p:nvPr/>
        </p:nvSpPr>
        <p:spPr>
          <a:xfrm>
            <a:off x="151015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11_all_4772">
            <a:extLst>
              <a:ext uri="{FF2B5EF4-FFF2-40B4-BE49-F238E27FC236}">
                <a16:creationId xmlns:a16="http://schemas.microsoft.com/office/drawing/2014/main" id="{4D675336-23AC-49E7-9A0C-5BE090BEF4F5}"/>
              </a:ext>
            </a:extLst>
          </p:cNvPr>
          <p:cNvSpPr>
            <a:spLocks noGrp="1"/>
          </p:cNvSpPr>
          <p:nvPr/>
        </p:nvSpPr>
        <p:spPr>
          <a:xfrm>
            <a:off x="142863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11_all_4773">
            <a:extLst>
              <a:ext uri="{FF2B5EF4-FFF2-40B4-BE49-F238E27FC236}">
                <a16:creationId xmlns:a16="http://schemas.microsoft.com/office/drawing/2014/main" id="{AFBE047E-9A12-4935-8768-D01C0833A06F}"/>
              </a:ext>
            </a:extLst>
          </p:cNvPr>
          <p:cNvSpPr>
            <a:spLocks noGrp="1"/>
          </p:cNvSpPr>
          <p:nvPr/>
        </p:nvSpPr>
        <p:spPr>
          <a:xfrm>
            <a:off x="1368483" y="43007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11_all_4774">
            <a:extLst>
              <a:ext uri="{FF2B5EF4-FFF2-40B4-BE49-F238E27FC236}">
                <a16:creationId xmlns:a16="http://schemas.microsoft.com/office/drawing/2014/main" id="{5CE3A618-E915-44DB-8A50-8A06D1166C48}"/>
              </a:ext>
            </a:extLst>
          </p:cNvPr>
          <p:cNvSpPr>
            <a:spLocks noGrp="1"/>
          </p:cNvSpPr>
          <p:nvPr/>
        </p:nvSpPr>
        <p:spPr>
          <a:xfrm>
            <a:off x="138725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11_all_4775">
            <a:extLst>
              <a:ext uri="{FF2B5EF4-FFF2-40B4-BE49-F238E27FC236}">
                <a16:creationId xmlns:a16="http://schemas.microsoft.com/office/drawing/2014/main" id="{03C74D3A-1084-4280-A1CD-15F7B5DD4638}"/>
              </a:ext>
            </a:extLst>
          </p:cNvPr>
          <p:cNvSpPr>
            <a:spLocks noGrp="1"/>
          </p:cNvSpPr>
          <p:nvPr/>
        </p:nvSpPr>
        <p:spPr>
          <a:xfrm>
            <a:off x="143893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1" name="11_all_4776">
            <a:extLst>
              <a:ext uri="{FF2B5EF4-FFF2-40B4-BE49-F238E27FC236}">
                <a16:creationId xmlns:a16="http://schemas.microsoft.com/office/drawing/2014/main" id="{E6B09C27-648D-4113-909B-CCD9A3DB40B3}"/>
              </a:ext>
            </a:extLst>
          </p:cNvPr>
          <p:cNvSpPr>
            <a:spLocks noGrp="1"/>
          </p:cNvSpPr>
          <p:nvPr/>
        </p:nvSpPr>
        <p:spPr>
          <a:xfrm>
            <a:off x="146963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2" name="11_all_4777">
            <a:extLst>
              <a:ext uri="{FF2B5EF4-FFF2-40B4-BE49-F238E27FC236}">
                <a16:creationId xmlns:a16="http://schemas.microsoft.com/office/drawing/2014/main" id="{2E46D54B-FAF4-48E7-8824-2BE70E7CE827}"/>
              </a:ext>
            </a:extLst>
          </p:cNvPr>
          <p:cNvSpPr>
            <a:spLocks noGrp="1"/>
          </p:cNvSpPr>
          <p:nvPr/>
        </p:nvSpPr>
        <p:spPr>
          <a:xfrm>
            <a:off x="138665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3" name="11_all_4778">
            <a:extLst>
              <a:ext uri="{FF2B5EF4-FFF2-40B4-BE49-F238E27FC236}">
                <a16:creationId xmlns:a16="http://schemas.microsoft.com/office/drawing/2014/main" id="{0F4FD617-91C9-44AD-B7CC-FA1A4CD24AF9}"/>
              </a:ext>
            </a:extLst>
          </p:cNvPr>
          <p:cNvSpPr>
            <a:spLocks noGrp="1"/>
          </p:cNvSpPr>
          <p:nvPr/>
        </p:nvSpPr>
        <p:spPr>
          <a:xfrm>
            <a:off x="150394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4" name="11_all_4779">
            <a:extLst>
              <a:ext uri="{FF2B5EF4-FFF2-40B4-BE49-F238E27FC236}">
                <a16:creationId xmlns:a16="http://schemas.microsoft.com/office/drawing/2014/main" id="{CE047ED1-25D2-4531-B793-F73E1E8153A5}"/>
              </a:ext>
            </a:extLst>
          </p:cNvPr>
          <p:cNvSpPr>
            <a:spLocks noGrp="1"/>
          </p:cNvSpPr>
          <p:nvPr/>
        </p:nvSpPr>
        <p:spPr>
          <a:xfrm>
            <a:off x="147129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5" name="11_all_4780">
            <a:extLst>
              <a:ext uri="{FF2B5EF4-FFF2-40B4-BE49-F238E27FC236}">
                <a16:creationId xmlns:a16="http://schemas.microsoft.com/office/drawing/2014/main" id="{F4E52ABE-0E72-48E3-9CF4-D3FB11891726}"/>
              </a:ext>
            </a:extLst>
          </p:cNvPr>
          <p:cNvSpPr>
            <a:spLocks noGrp="1"/>
          </p:cNvSpPr>
          <p:nvPr/>
        </p:nvSpPr>
        <p:spPr>
          <a:xfrm>
            <a:off x="1413425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6" name="11_all_4781">
            <a:extLst>
              <a:ext uri="{FF2B5EF4-FFF2-40B4-BE49-F238E27FC236}">
                <a16:creationId xmlns:a16="http://schemas.microsoft.com/office/drawing/2014/main" id="{56B28B85-A42E-4F2B-83FD-49CC53A71129}"/>
              </a:ext>
            </a:extLst>
          </p:cNvPr>
          <p:cNvSpPr>
            <a:spLocks noGrp="1"/>
          </p:cNvSpPr>
          <p:nvPr/>
        </p:nvSpPr>
        <p:spPr>
          <a:xfrm>
            <a:off x="1403191" y="44485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7" name="11_all_4782">
            <a:extLst>
              <a:ext uri="{FF2B5EF4-FFF2-40B4-BE49-F238E27FC236}">
                <a16:creationId xmlns:a16="http://schemas.microsoft.com/office/drawing/2014/main" id="{8256FC1D-9D70-49AE-B606-F1E09ABB4AB3}"/>
              </a:ext>
            </a:extLst>
          </p:cNvPr>
          <p:cNvSpPr>
            <a:spLocks noGrp="1"/>
          </p:cNvSpPr>
          <p:nvPr/>
        </p:nvSpPr>
        <p:spPr>
          <a:xfrm>
            <a:off x="136585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8" name="11_all_4783">
            <a:extLst>
              <a:ext uri="{FF2B5EF4-FFF2-40B4-BE49-F238E27FC236}">
                <a16:creationId xmlns:a16="http://schemas.microsoft.com/office/drawing/2014/main" id="{1026149A-9A3A-405C-82D8-0C898CEA149E}"/>
              </a:ext>
            </a:extLst>
          </p:cNvPr>
          <p:cNvSpPr>
            <a:spLocks noGrp="1"/>
          </p:cNvSpPr>
          <p:nvPr/>
        </p:nvSpPr>
        <p:spPr>
          <a:xfrm>
            <a:off x="149133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9" name="11_all_4784">
            <a:extLst>
              <a:ext uri="{FF2B5EF4-FFF2-40B4-BE49-F238E27FC236}">
                <a16:creationId xmlns:a16="http://schemas.microsoft.com/office/drawing/2014/main" id="{EB8DF386-08F5-4434-BDF0-5467E888BCA4}"/>
              </a:ext>
            </a:extLst>
          </p:cNvPr>
          <p:cNvSpPr>
            <a:spLocks noGrp="1"/>
          </p:cNvSpPr>
          <p:nvPr/>
        </p:nvSpPr>
        <p:spPr>
          <a:xfrm>
            <a:off x="150715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0" name="11_all_4785">
            <a:extLst>
              <a:ext uri="{FF2B5EF4-FFF2-40B4-BE49-F238E27FC236}">
                <a16:creationId xmlns:a16="http://schemas.microsoft.com/office/drawing/2014/main" id="{C3FA9588-152D-4F95-B537-E61C0335B66F}"/>
              </a:ext>
            </a:extLst>
          </p:cNvPr>
          <p:cNvSpPr>
            <a:spLocks noGrp="1"/>
          </p:cNvSpPr>
          <p:nvPr/>
        </p:nvSpPr>
        <p:spPr>
          <a:xfrm>
            <a:off x="144246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1" name="11_all_4786">
            <a:extLst>
              <a:ext uri="{FF2B5EF4-FFF2-40B4-BE49-F238E27FC236}">
                <a16:creationId xmlns:a16="http://schemas.microsoft.com/office/drawing/2014/main" id="{1187EDFA-4BA7-4A27-B74C-A6039414E4B8}"/>
              </a:ext>
            </a:extLst>
          </p:cNvPr>
          <p:cNvSpPr>
            <a:spLocks noGrp="1"/>
          </p:cNvSpPr>
          <p:nvPr/>
        </p:nvSpPr>
        <p:spPr>
          <a:xfrm>
            <a:off x="148655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2" name="11_all_4787">
            <a:extLst>
              <a:ext uri="{FF2B5EF4-FFF2-40B4-BE49-F238E27FC236}">
                <a16:creationId xmlns:a16="http://schemas.microsoft.com/office/drawing/2014/main" id="{DD2A7282-5C12-42DD-B56B-39D2FA6626B1}"/>
              </a:ext>
            </a:extLst>
          </p:cNvPr>
          <p:cNvSpPr>
            <a:spLocks noGrp="1"/>
          </p:cNvSpPr>
          <p:nvPr/>
        </p:nvSpPr>
        <p:spPr>
          <a:xfrm>
            <a:off x="148120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3" name="11_all_4788">
            <a:extLst>
              <a:ext uri="{FF2B5EF4-FFF2-40B4-BE49-F238E27FC236}">
                <a16:creationId xmlns:a16="http://schemas.microsoft.com/office/drawing/2014/main" id="{4A6DDBB5-F9DA-431F-A4B5-E7356DFDAF05}"/>
              </a:ext>
            </a:extLst>
          </p:cNvPr>
          <p:cNvSpPr>
            <a:spLocks noGrp="1"/>
          </p:cNvSpPr>
          <p:nvPr/>
        </p:nvSpPr>
        <p:spPr>
          <a:xfrm>
            <a:off x="1388994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4" name="11_all_4789">
            <a:extLst>
              <a:ext uri="{FF2B5EF4-FFF2-40B4-BE49-F238E27FC236}">
                <a16:creationId xmlns:a16="http://schemas.microsoft.com/office/drawing/2014/main" id="{0667F14C-B0D3-44F0-BC4A-132A6FA3412B}"/>
              </a:ext>
            </a:extLst>
          </p:cNvPr>
          <p:cNvSpPr>
            <a:spLocks noGrp="1"/>
          </p:cNvSpPr>
          <p:nvPr/>
        </p:nvSpPr>
        <p:spPr>
          <a:xfrm>
            <a:off x="147082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5" name="11_all_4790">
            <a:extLst>
              <a:ext uri="{FF2B5EF4-FFF2-40B4-BE49-F238E27FC236}">
                <a16:creationId xmlns:a16="http://schemas.microsoft.com/office/drawing/2014/main" id="{40190A5F-F3E2-4E2F-9913-A571ADD0187E}"/>
              </a:ext>
            </a:extLst>
          </p:cNvPr>
          <p:cNvSpPr>
            <a:spLocks noGrp="1"/>
          </p:cNvSpPr>
          <p:nvPr/>
        </p:nvSpPr>
        <p:spPr>
          <a:xfrm>
            <a:off x="1449735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6" name="11_all_4791">
            <a:extLst>
              <a:ext uri="{FF2B5EF4-FFF2-40B4-BE49-F238E27FC236}">
                <a16:creationId xmlns:a16="http://schemas.microsoft.com/office/drawing/2014/main" id="{0DE3B14A-66CB-4FC9-8A0C-523D159A24B1}"/>
              </a:ext>
            </a:extLst>
          </p:cNvPr>
          <p:cNvSpPr>
            <a:spLocks noGrp="1"/>
          </p:cNvSpPr>
          <p:nvPr/>
        </p:nvSpPr>
        <p:spPr>
          <a:xfrm>
            <a:off x="146667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7" name="11_all_4792">
            <a:extLst>
              <a:ext uri="{FF2B5EF4-FFF2-40B4-BE49-F238E27FC236}">
                <a16:creationId xmlns:a16="http://schemas.microsoft.com/office/drawing/2014/main" id="{57E05D97-07F1-4FB2-8B0B-A8BF85E6D0AF}"/>
              </a:ext>
            </a:extLst>
          </p:cNvPr>
          <p:cNvSpPr>
            <a:spLocks noGrp="1"/>
          </p:cNvSpPr>
          <p:nvPr/>
        </p:nvSpPr>
        <p:spPr>
          <a:xfrm>
            <a:off x="146627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8" name="11_all_4793">
            <a:extLst>
              <a:ext uri="{FF2B5EF4-FFF2-40B4-BE49-F238E27FC236}">
                <a16:creationId xmlns:a16="http://schemas.microsoft.com/office/drawing/2014/main" id="{4E620C00-3319-422A-B024-54E74A1DAE9E}"/>
              </a:ext>
            </a:extLst>
          </p:cNvPr>
          <p:cNvSpPr>
            <a:spLocks noGrp="1"/>
          </p:cNvSpPr>
          <p:nvPr/>
        </p:nvSpPr>
        <p:spPr>
          <a:xfrm>
            <a:off x="145401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9" name="11_all_4794">
            <a:extLst>
              <a:ext uri="{FF2B5EF4-FFF2-40B4-BE49-F238E27FC236}">
                <a16:creationId xmlns:a16="http://schemas.microsoft.com/office/drawing/2014/main" id="{99E94D1C-ABAC-4F3F-B430-95B0A5B5A305}"/>
              </a:ext>
            </a:extLst>
          </p:cNvPr>
          <p:cNvSpPr>
            <a:spLocks noGrp="1"/>
          </p:cNvSpPr>
          <p:nvPr/>
        </p:nvSpPr>
        <p:spPr>
          <a:xfrm>
            <a:off x="138970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0" name="11_all_4795">
            <a:extLst>
              <a:ext uri="{FF2B5EF4-FFF2-40B4-BE49-F238E27FC236}">
                <a16:creationId xmlns:a16="http://schemas.microsoft.com/office/drawing/2014/main" id="{067FECFC-AE6A-4225-85B7-30C474C4A576}"/>
              </a:ext>
            </a:extLst>
          </p:cNvPr>
          <p:cNvSpPr>
            <a:spLocks noGrp="1"/>
          </p:cNvSpPr>
          <p:nvPr/>
        </p:nvSpPr>
        <p:spPr>
          <a:xfrm>
            <a:off x="1454125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1" name="11_all_4796">
            <a:extLst>
              <a:ext uri="{FF2B5EF4-FFF2-40B4-BE49-F238E27FC236}">
                <a16:creationId xmlns:a16="http://schemas.microsoft.com/office/drawing/2014/main" id="{13D606FB-9BC6-4824-84D3-11C2096AD48A}"/>
              </a:ext>
            </a:extLst>
          </p:cNvPr>
          <p:cNvSpPr>
            <a:spLocks noGrp="1"/>
          </p:cNvSpPr>
          <p:nvPr/>
        </p:nvSpPr>
        <p:spPr>
          <a:xfrm>
            <a:off x="149048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2" name="11_all_4797">
            <a:extLst>
              <a:ext uri="{FF2B5EF4-FFF2-40B4-BE49-F238E27FC236}">
                <a16:creationId xmlns:a16="http://schemas.microsoft.com/office/drawing/2014/main" id="{72AA2523-CC4B-4281-A069-A0B2FB312E66}"/>
              </a:ext>
            </a:extLst>
          </p:cNvPr>
          <p:cNvSpPr>
            <a:spLocks noGrp="1"/>
          </p:cNvSpPr>
          <p:nvPr/>
        </p:nvSpPr>
        <p:spPr>
          <a:xfrm>
            <a:off x="150242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3" name="11_all_4798">
            <a:extLst>
              <a:ext uri="{FF2B5EF4-FFF2-40B4-BE49-F238E27FC236}">
                <a16:creationId xmlns:a16="http://schemas.microsoft.com/office/drawing/2014/main" id="{4AB8F670-1788-46BA-A37C-F1A461C79A99}"/>
              </a:ext>
            </a:extLst>
          </p:cNvPr>
          <p:cNvSpPr>
            <a:spLocks noGrp="1"/>
          </p:cNvSpPr>
          <p:nvPr/>
        </p:nvSpPr>
        <p:spPr>
          <a:xfrm>
            <a:off x="1505784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4" name="11_all_4799">
            <a:extLst>
              <a:ext uri="{FF2B5EF4-FFF2-40B4-BE49-F238E27FC236}">
                <a16:creationId xmlns:a16="http://schemas.microsoft.com/office/drawing/2014/main" id="{AC220891-675F-4CC8-A321-62EE6FB34899}"/>
              </a:ext>
            </a:extLst>
          </p:cNvPr>
          <p:cNvSpPr>
            <a:spLocks noGrp="1"/>
          </p:cNvSpPr>
          <p:nvPr/>
        </p:nvSpPr>
        <p:spPr>
          <a:xfrm>
            <a:off x="151102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5" name="11_all_4800">
            <a:extLst>
              <a:ext uri="{FF2B5EF4-FFF2-40B4-BE49-F238E27FC236}">
                <a16:creationId xmlns:a16="http://schemas.microsoft.com/office/drawing/2014/main" id="{8198E5F2-0B10-48EF-B951-E74DC330B72F}"/>
              </a:ext>
            </a:extLst>
          </p:cNvPr>
          <p:cNvSpPr>
            <a:spLocks noGrp="1"/>
          </p:cNvSpPr>
          <p:nvPr/>
        </p:nvSpPr>
        <p:spPr>
          <a:xfrm>
            <a:off x="150079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6" name="11_all_4801">
            <a:extLst>
              <a:ext uri="{FF2B5EF4-FFF2-40B4-BE49-F238E27FC236}">
                <a16:creationId xmlns:a16="http://schemas.microsoft.com/office/drawing/2014/main" id="{ADE631F3-82A6-46A7-BF3B-BE3B817A77EF}"/>
              </a:ext>
            </a:extLst>
          </p:cNvPr>
          <p:cNvSpPr>
            <a:spLocks noGrp="1"/>
          </p:cNvSpPr>
          <p:nvPr/>
        </p:nvSpPr>
        <p:spPr>
          <a:xfrm>
            <a:off x="145433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7" name="11_all_4802">
            <a:extLst>
              <a:ext uri="{FF2B5EF4-FFF2-40B4-BE49-F238E27FC236}">
                <a16:creationId xmlns:a16="http://schemas.microsoft.com/office/drawing/2014/main" id="{0771BFA9-E85E-4C3B-9FFC-CE8EFB3930C7}"/>
              </a:ext>
            </a:extLst>
          </p:cNvPr>
          <p:cNvSpPr>
            <a:spLocks noGrp="1"/>
          </p:cNvSpPr>
          <p:nvPr/>
        </p:nvSpPr>
        <p:spPr>
          <a:xfrm>
            <a:off x="1494936" y="43677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8" name="11_all_4803">
            <a:extLst>
              <a:ext uri="{FF2B5EF4-FFF2-40B4-BE49-F238E27FC236}">
                <a16:creationId xmlns:a16="http://schemas.microsoft.com/office/drawing/2014/main" id="{DD3BE662-382A-4CC2-B18F-DD92543D728A}"/>
              </a:ext>
            </a:extLst>
          </p:cNvPr>
          <p:cNvSpPr>
            <a:spLocks noGrp="1"/>
          </p:cNvSpPr>
          <p:nvPr/>
        </p:nvSpPr>
        <p:spPr>
          <a:xfrm>
            <a:off x="1495425" y="39688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9" name="11_all_4804">
            <a:extLst>
              <a:ext uri="{FF2B5EF4-FFF2-40B4-BE49-F238E27FC236}">
                <a16:creationId xmlns:a16="http://schemas.microsoft.com/office/drawing/2014/main" id="{D6AD1C48-42AF-495E-8734-13E9236885FF}"/>
              </a:ext>
            </a:extLst>
          </p:cNvPr>
          <p:cNvSpPr>
            <a:spLocks noGrp="1"/>
          </p:cNvSpPr>
          <p:nvPr/>
        </p:nvSpPr>
        <p:spPr>
          <a:xfrm>
            <a:off x="13839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0" name="11_all_4805">
            <a:extLst>
              <a:ext uri="{FF2B5EF4-FFF2-40B4-BE49-F238E27FC236}">
                <a16:creationId xmlns:a16="http://schemas.microsoft.com/office/drawing/2014/main" id="{6E7F05A4-2905-460D-AFDB-488A4F012723}"/>
              </a:ext>
            </a:extLst>
          </p:cNvPr>
          <p:cNvSpPr>
            <a:spLocks noGrp="1"/>
          </p:cNvSpPr>
          <p:nvPr/>
        </p:nvSpPr>
        <p:spPr>
          <a:xfrm>
            <a:off x="1465403" y="30035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1" name="11_all_4806">
            <a:extLst>
              <a:ext uri="{FF2B5EF4-FFF2-40B4-BE49-F238E27FC236}">
                <a16:creationId xmlns:a16="http://schemas.microsoft.com/office/drawing/2014/main" id="{B0799264-EDEB-40A2-9F7E-E5D32854D30A}"/>
              </a:ext>
            </a:extLst>
          </p:cNvPr>
          <p:cNvSpPr>
            <a:spLocks noGrp="1"/>
          </p:cNvSpPr>
          <p:nvPr/>
        </p:nvSpPr>
        <p:spPr>
          <a:xfrm>
            <a:off x="143718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2" name="11_all_4807">
            <a:extLst>
              <a:ext uri="{FF2B5EF4-FFF2-40B4-BE49-F238E27FC236}">
                <a16:creationId xmlns:a16="http://schemas.microsoft.com/office/drawing/2014/main" id="{0ECDA7FB-AD4B-4B03-A1FF-0C6DD0B11910}"/>
              </a:ext>
            </a:extLst>
          </p:cNvPr>
          <p:cNvSpPr>
            <a:spLocks noGrp="1"/>
          </p:cNvSpPr>
          <p:nvPr/>
        </p:nvSpPr>
        <p:spPr>
          <a:xfrm>
            <a:off x="139443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3" name="11_all_4808">
            <a:extLst>
              <a:ext uri="{FF2B5EF4-FFF2-40B4-BE49-F238E27FC236}">
                <a16:creationId xmlns:a16="http://schemas.microsoft.com/office/drawing/2014/main" id="{E6437C2A-A837-4C11-BAF9-EDE4594FF990}"/>
              </a:ext>
            </a:extLst>
          </p:cNvPr>
          <p:cNvSpPr>
            <a:spLocks noGrp="1"/>
          </p:cNvSpPr>
          <p:nvPr/>
        </p:nvSpPr>
        <p:spPr>
          <a:xfrm>
            <a:off x="148140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4" name="11_all_4809">
            <a:extLst>
              <a:ext uri="{FF2B5EF4-FFF2-40B4-BE49-F238E27FC236}">
                <a16:creationId xmlns:a16="http://schemas.microsoft.com/office/drawing/2014/main" id="{A5651B3C-ED30-4324-9B8E-230750D99EA8}"/>
              </a:ext>
            </a:extLst>
          </p:cNvPr>
          <p:cNvSpPr>
            <a:spLocks noGrp="1"/>
          </p:cNvSpPr>
          <p:nvPr/>
        </p:nvSpPr>
        <p:spPr>
          <a:xfrm>
            <a:off x="146200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5" name="11_all_4810">
            <a:extLst>
              <a:ext uri="{FF2B5EF4-FFF2-40B4-BE49-F238E27FC236}">
                <a16:creationId xmlns:a16="http://schemas.microsoft.com/office/drawing/2014/main" id="{E1A204A8-C938-47C4-8DD8-0C98A7F7D6FA}"/>
              </a:ext>
            </a:extLst>
          </p:cNvPr>
          <p:cNvSpPr>
            <a:spLocks noGrp="1"/>
          </p:cNvSpPr>
          <p:nvPr/>
        </p:nvSpPr>
        <p:spPr>
          <a:xfrm>
            <a:off x="140185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6" name="11_all_4811">
            <a:extLst>
              <a:ext uri="{FF2B5EF4-FFF2-40B4-BE49-F238E27FC236}">
                <a16:creationId xmlns:a16="http://schemas.microsoft.com/office/drawing/2014/main" id="{C636AB79-FE40-460C-8368-D10D3DB67C7D}"/>
              </a:ext>
            </a:extLst>
          </p:cNvPr>
          <p:cNvSpPr>
            <a:spLocks noGrp="1"/>
          </p:cNvSpPr>
          <p:nvPr/>
        </p:nvSpPr>
        <p:spPr>
          <a:xfrm>
            <a:off x="1384605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7" name="11_all_4812">
            <a:extLst>
              <a:ext uri="{FF2B5EF4-FFF2-40B4-BE49-F238E27FC236}">
                <a16:creationId xmlns:a16="http://schemas.microsoft.com/office/drawing/2014/main" id="{10785F85-70C2-4123-BC6C-FD91B0C53F36}"/>
              </a:ext>
            </a:extLst>
          </p:cNvPr>
          <p:cNvSpPr>
            <a:spLocks noGrp="1"/>
          </p:cNvSpPr>
          <p:nvPr/>
        </p:nvSpPr>
        <p:spPr>
          <a:xfrm>
            <a:off x="144583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8" name="11_all_4813">
            <a:extLst>
              <a:ext uri="{FF2B5EF4-FFF2-40B4-BE49-F238E27FC236}">
                <a16:creationId xmlns:a16="http://schemas.microsoft.com/office/drawing/2014/main" id="{3CC91871-7DC0-4EB7-9ED0-CE2B133228DF}"/>
              </a:ext>
            </a:extLst>
          </p:cNvPr>
          <p:cNvSpPr>
            <a:spLocks noGrp="1"/>
          </p:cNvSpPr>
          <p:nvPr/>
        </p:nvSpPr>
        <p:spPr>
          <a:xfrm>
            <a:off x="1464844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9" name="11_all_4814">
            <a:extLst>
              <a:ext uri="{FF2B5EF4-FFF2-40B4-BE49-F238E27FC236}">
                <a16:creationId xmlns:a16="http://schemas.microsoft.com/office/drawing/2014/main" id="{67E236C1-5976-47A6-92F0-8CEDD47339DE}"/>
              </a:ext>
            </a:extLst>
          </p:cNvPr>
          <p:cNvSpPr>
            <a:spLocks noGrp="1"/>
          </p:cNvSpPr>
          <p:nvPr/>
        </p:nvSpPr>
        <p:spPr>
          <a:xfrm>
            <a:off x="140508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0" name="11_all_4815">
            <a:extLst>
              <a:ext uri="{FF2B5EF4-FFF2-40B4-BE49-F238E27FC236}">
                <a16:creationId xmlns:a16="http://schemas.microsoft.com/office/drawing/2014/main" id="{2FCC0017-E579-423E-BBF4-C0B73CDCFBDD}"/>
              </a:ext>
            </a:extLst>
          </p:cNvPr>
          <p:cNvSpPr>
            <a:spLocks noGrp="1"/>
          </p:cNvSpPr>
          <p:nvPr/>
        </p:nvSpPr>
        <p:spPr>
          <a:xfrm>
            <a:off x="147961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1" name="11_all_4816">
            <a:extLst>
              <a:ext uri="{FF2B5EF4-FFF2-40B4-BE49-F238E27FC236}">
                <a16:creationId xmlns:a16="http://schemas.microsoft.com/office/drawing/2014/main" id="{35AF904D-7793-416C-882C-3CEBC1D85FDD}"/>
              </a:ext>
            </a:extLst>
          </p:cNvPr>
          <p:cNvSpPr>
            <a:spLocks noGrp="1"/>
          </p:cNvSpPr>
          <p:nvPr/>
        </p:nvSpPr>
        <p:spPr>
          <a:xfrm>
            <a:off x="147472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2" name="11_all_4817">
            <a:extLst>
              <a:ext uri="{FF2B5EF4-FFF2-40B4-BE49-F238E27FC236}">
                <a16:creationId xmlns:a16="http://schemas.microsoft.com/office/drawing/2014/main" id="{64D9997A-AA55-4885-9147-9EA6CF3F0291}"/>
              </a:ext>
            </a:extLst>
          </p:cNvPr>
          <p:cNvSpPr>
            <a:spLocks noGrp="1"/>
          </p:cNvSpPr>
          <p:nvPr/>
        </p:nvSpPr>
        <p:spPr>
          <a:xfrm>
            <a:off x="143346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3" name="11_all_4818">
            <a:extLst>
              <a:ext uri="{FF2B5EF4-FFF2-40B4-BE49-F238E27FC236}">
                <a16:creationId xmlns:a16="http://schemas.microsoft.com/office/drawing/2014/main" id="{7901B2D6-E526-4246-9E14-79CC74C5F96B}"/>
              </a:ext>
            </a:extLst>
          </p:cNvPr>
          <p:cNvSpPr>
            <a:spLocks noGrp="1"/>
          </p:cNvSpPr>
          <p:nvPr/>
        </p:nvSpPr>
        <p:spPr>
          <a:xfrm>
            <a:off x="1437492" y="432983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4" name="11_all_4819">
            <a:extLst>
              <a:ext uri="{FF2B5EF4-FFF2-40B4-BE49-F238E27FC236}">
                <a16:creationId xmlns:a16="http://schemas.microsoft.com/office/drawing/2014/main" id="{91C4261E-E74B-46D7-8E6A-ACFE4825DC1C}"/>
              </a:ext>
            </a:extLst>
          </p:cNvPr>
          <p:cNvSpPr>
            <a:spLocks noGrp="1"/>
          </p:cNvSpPr>
          <p:nvPr/>
        </p:nvSpPr>
        <p:spPr>
          <a:xfrm>
            <a:off x="149530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5" name="11_all_4820">
            <a:extLst>
              <a:ext uri="{FF2B5EF4-FFF2-40B4-BE49-F238E27FC236}">
                <a16:creationId xmlns:a16="http://schemas.microsoft.com/office/drawing/2014/main" id="{2A0F4781-1F96-46CA-B42C-407910835E37}"/>
              </a:ext>
            </a:extLst>
          </p:cNvPr>
          <p:cNvSpPr>
            <a:spLocks noGrp="1"/>
          </p:cNvSpPr>
          <p:nvPr/>
        </p:nvSpPr>
        <p:spPr>
          <a:xfrm>
            <a:off x="144900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6" name="11_all_4821">
            <a:extLst>
              <a:ext uri="{FF2B5EF4-FFF2-40B4-BE49-F238E27FC236}">
                <a16:creationId xmlns:a16="http://schemas.microsoft.com/office/drawing/2014/main" id="{E6242A87-DCD9-4FBA-A0B0-E62CD4D5BD5A}"/>
              </a:ext>
            </a:extLst>
          </p:cNvPr>
          <p:cNvSpPr>
            <a:spLocks noGrp="1"/>
          </p:cNvSpPr>
          <p:nvPr/>
        </p:nvSpPr>
        <p:spPr>
          <a:xfrm>
            <a:off x="140926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7" name="11_all_4822">
            <a:extLst>
              <a:ext uri="{FF2B5EF4-FFF2-40B4-BE49-F238E27FC236}">
                <a16:creationId xmlns:a16="http://schemas.microsoft.com/office/drawing/2014/main" id="{376C2337-2CB5-47F9-AC57-0F3BBDC856F7}"/>
              </a:ext>
            </a:extLst>
          </p:cNvPr>
          <p:cNvSpPr>
            <a:spLocks noGrp="1"/>
          </p:cNvSpPr>
          <p:nvPr/>
        </p:nvSpPr>
        <p:spPr>
          <a:xfrm>
            <a:off x="15029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8" name="11_all_4823">
            <a:extLst>
              <a:ext uri="{FF2B5EF4-FFF2-40B4-BE49-F238E27FC236}">
                <a16:creationId xmlns:a16="http://schemas.microsoft.com/office/drawing/2014/main" id="{1E699671-9690-46EC-AE19-0ABAC6474E5D}"/>
              </a:ext>
            </a:extLst>
          </p:cNvPr>
          <p:cNvSpPr>
            <a:spLocks noGrp="1"/>
          </p:cNvSpPr>
          <p:nvPr/>
        </p:nvSpPr>
        <p:spPr>
          <a:xfrm>
            <a:off x="14824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9" name="11_all_4824">
            <a:extLst>
              <a:ext uri="{FF2B5EF4-FFF2-40B4-BE49-F238E27FC236}">
                <a16:creationId xmlns:a16="http://schemas.microsoft.com/office/drawing/2014/main" id="{2A2F7930-E756-40D9-B92D-EE83F2F8B536}"/>
              </a:ext>
            </a:extLst>
          </p:cNvPr>
          <p:cNvSpPr>
            <a:spLocks noGrp="1"/>
          </p:cNvSpPr>
          <p:nvPr/>
        </p:nvSpPr>
        <p:spPr>
          <a:xfrm>
            <a:off x="1510854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0" name="11_all_4825">
            <a:extLst>
              <a:ext uri="{FF2B5EF4-FFF2-40B4-BE49-F238E27FC236}">
                <a16:creationId xmlns:a16="http://schemas.microsoft.com/office/drawing/2014/main" id="{4B41F695-69D5-4EDC-99A5-96A104BAAEC6}"/>
              </a:ext>
            </a:extLst>
          </p:cNvPr>
          <p:cNvSpPr>
            <a:spLocks noGrp="1"/>
          </p:cNvSpPr>
          <p:nvPr/>
        </p:nvSpPr>
        <p:spPr>
          <a:xfrm>
            <a:off x="14070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1" name="11_all_4826">
            <a:extLst>
              <a:ext uri="{FF2B5EF4-FFF2-40B4-BE49-F238E27FC236}">
                <a16:creationId xmlns:a16="http://schemas.microsoft.com/office/drawing/2014/main" id="{31791B5E-B7FE-4865-8C10-65C37BC1301A}"/>
              </a:ext>
            </a:extLst>
          </p:cNvPr>
          <p:cNvSpPr>
            <a:spLocks noGrp="1"/>
          </p:cNvSpPr>
          <p:nvPr/>
        </p:nvSpPr>
        <p:spPr>
          <a:xfrm>
            <a:off x="144208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2" name="11_all_4827">
            <a:extLst>
              <a:ext uri="{FF2B5EF4-FFF2-40B4-BE49-F238E27FC236}">
                <a16:creationId xmlns:a16="http://schemas.microsoft.com/office/drawing/2014/main" id="{7AEA5C5D-2568-45CB-A33B-AB81FBD9C39F}"/>
              </a:ext>
            </a:extLst>
          </p:cNvPr>
          <p:cNvSpPr>
            <a:spLocks noGrp="1"/>
          </p:cNvSpPr>
          <p:nvPr/>
        </p:nvSpPr>
        <p:spPr>
          <a:xfrm>
            <a:off x="151084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3" name="11_all_4828">
            <a:extLst>
              <a:ext uri="{FF2B5EF4-FFF2-40B4-BE49-F238E27FC236}">
                <a16:creationId xmlns:a16="http://schemas.microsoft.com/office/drawing/2014/main" id="{2E16DF67-02F7-4666-9629-BC6827CAF17F}"/>
              </a:ext>
            </a:extLst>
          </p:cNvPr>
          <p:cNvSpPr>
            <a:spLocks noGrp="1"/>
          </p:cNvSpPr>
          <p:nvPr/>
        </p:nvSpPr>
        <p:spPr>
          <a:xfrm>
            <a:off x="143050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4" name="11_all_4829">
            <a:extLst>
              <a:ext uri="{FF2B5EF4-FFF2-40B4-BE49-F238E27FC236}">
                <a16:creationId xmlns:a16="http://schemas.microsoft.com/office/drawing/2014/main" id="{521668D1-73C6-45B9-9917-4AD96583B55C}"/>
              </a:ext>
            </a:extLst>
          </p:cNvPr>
          <p:cNvSpPr>
            <a:spLocks noGrp="1"/>
          </p:cNvSpPr>
          <p:nvPr/>
        </p:nvSpPr>
        <p:spPr>
          <a:xfrm>
            <a:off x="144401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5" name="11_all_4830">
            <a:extLst>
              <a:ext uri="{FF2B5EF4-FFF2-40B4-BE49-F238E27FC236}">
                <a16:creationId xmlns:a16="http://schemas.microsoft.com/office/drawing/2014/main" id="{4D9CA462-7C6C-4228-B96A-08AAD17D062E}"/>
              </a:ext>
            </a:extLst>
          </p:cNvPr>
          <p:cNvSpPr>
            <a:spLocks noGrp="1"/>
          </p:cNvSpPr>
          <p:nvPr/>
        </p:nvSpPr>
        <p:spPr>
          <a:xfrm>
            <a:off x="140172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6" name="11_all_4831">
            <a:extLst>
              <a:ext uri="{FF2B5EF4-FFF2-40B4-BE49-F238E27FC236}">
                <a16:creationId xmlns:a16="http://schemas.microsoft.com/office/drawing/2014/main" id="{69C0F583-00C2-4BE3-B02F-B467CDAA8E06}"/>
              </a:ext>
            </a:extLst>
          </p:cNvPr>
          <p:cNvSpPr>
            <a:spLocks noGrp="1"/>
          </p:cNvSpPr>
          <p:nvPr/>
        </p:nvSpPr>
        <p:spPr>
          <a:xfrm>
            <a:off x="219536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7" name="11_all_4832">
            <a:extLst>
              <a:ext uri="{FF2B5EF4-FFF2-40B4-BE49-F238E27FC236}">
                <a16:creationId xmlns:a16="http://schemas.microsoft.com/office/drawing/2014/main" id="{238FB073-FC9C-48B6-A172-46F1A4A32E10}"/>
              </a:ext>
            </a:extLst>
          </p:cNvPr>
          <p:cNvSpPr>
            <a:spLocks noGrp="1"/>
          </p:cNvSpPr>
          <p:nvPr/>
        </p:nvSpPr>
        <p:spPr>
          <a:xfrm>
            <a:off x="2269535" y="33206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8" name="11_all_4833">
            <a:extLst>
              <a:ext uri="{FF2B5EF4-FFF2-40B4-BE49-F238E27FC236}">
                <a16:creationId xmlns:a16="http://schemas.microsoft.com/office/drawing/2014/main" id="{B836245D-C409-403E-8F65-707450772020}"/>
              </a:ext>
            </a:extLst>
          </p:cNvPr>
          <p:cNvSpPr>
            <a:spLocks noGrp="1"/>
          </p:cNvSpPr>
          <p:nvPr/>
        </p:nvSpPr>
        <p:spPr>
          <a:xfrm>
            <a:off x="225642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9" name="11_all_4834">
            <a:extLst>
              <a:ext uri="{FF2B5EF4-FFF2-40B4-BE49-F238E27FC236}">
                <a16:creationId xmlns:a16="http://schemas.microsoft.com/office/drawing/2014/main" id="{2656E114-AE36-47AA-B3AE-39CFDF59048F}"/>
              </a:ext>
            </a:extLst>
          </p:cNvPr>
          <p:cNvSpPr>
            <a:spLocks noGrp="1"/>
          </p:cNvSpPr>
          <p:nvPr/>
        </p:nvSpPr>
        <p:spPr>
          <a:xfrm>
            <a:off x="227252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0" name="11_all_4835">
            <a:extLst>
              <a:ext uri="{FF2B5EF4-FFF2-40B4-BE49-F238E27FC236}">
                <a16:creationId xmlns:a16="http://schemas.microsoft.com/office/drawing/2014/main" id="{A686655C-C108-486E-ABD8-22114585A2EE}"/>
              </a:ext>
            </a:extLst>
          </p:cNvPr>
          <p:cNvSpPr>
            <a:spLocks noGrp="1"/>
          </p:cNvSpPr>
          <p:nvPr/>
        </p:nvSpPr>
        <p:spPr>
          <a:xfrm>
            <a:off x="220419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1" name="11_all_4836">
            <a:extLst>
              <a:ext uri="{FF2B5EF4-FFF2-40B4-BE49-F238E27FC236}">
                <a16:creationId xmlns:a16="http://schemas.microsoft.com/office/drawing/2014/main" id="{09220364-372B-4563-A70F-3A622A0151DA}"/>
              </a:ext>
            </a:extLst>
          </p:cNvPr>
          <p:cNvSpPr>
            <a:spLocks noGrp="1"/>
          </p:cNvSpPr>
          <p:nvPr/>
        </p:nvSpPr>
        <p:spPr>
          <a:xfrm>
            <a:off x="221673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2" name="11_all_4837">
            <a:extLst>
              <a:ext uri="{FF2B5EF4-FFF2-40B4-BE49-F238E27FC236}">
                <a16:creationId xmlns:a16="http://schemas.microsoft.com/office/drawing/2014/main" id="{04BA45EB-7A2E-4EE7-BF29-E74709FB79F5}"/>
              </a:ext>
            </a:extLst>
          </p:cNvPr>
          <p:cNvSpPr>
            <a:spLocks noGrp="1"/>
          </p:cNvSpPr>
          <p:nvPr/>
        </p:nvSpPr>
        <p:spPr>
          <a:xfrm>
            <a:off x="218730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3" name="11_all_4838">
            <a:extLst>
              <a:ext uri="{FF2B5EF4-FFF2-40B4-BE49-F238E27FC236}">
                <a16:creationId xmlns:a16="http://schemas.microsoft.com/office/drawing/2014/main" id="{C4982852-0F3A-45CF-AEE4-43496DFD13DE}"/>
              </a:ext>
            </a:extLst>
          </p:cNvPr>
          <p:cNvSpPr>
            <a:spLocks noGrp="1"/>
          </p:cNvSpPr>
          <p:nvPr/>
        </p:nvSpPr>
        <p:spPr>
          <a:xfrm>
            <a:off x="221599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4" name="11_all_4839">
            <a:extLst>
              <a:ext uri="{FF2B5EF4-FFF2-40B4-BE49-F238E27FC236}">
                <a16:creationId xmlns:a16="http://schemas.microsoft.com/office/drawing/2014/main" id="{74F9792E-C6FD-4B95-A3DB-8CD1C6106DE3}"/>
              </a:ext>
            </a:extLst>
          </p:cNvPr>
          <p:cNvSpPr>
            <a:spLocks noGrp="1"/>
          </p:cNvSpPr>
          <p:nvPr/>
        </p:nvSpPr>
        <p:spPr>
          <a:xfrm>
            <a:off x="217011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5" name="11_all_4840">
            <a:extLst>
              <a:ext uri="{FF2B5EF4-FFF2-40B4-BE49-F238E27FC236}">
                <a16:creationId xmlns:a16="http://schemas.microsoft.com/office/drawing/2014/main" id="{D3951236-E9DB-43E1-8BB5-EEC37C9E2CD0}"/>
              </a:ext>
            </a:extLst>
          </p:cNvPr>
          <p:cNvSpPr>
            <a:spLocks noGrp="1"/>
          </p:cNvSpPr>
          <p:nvPr/>
        </p:nvSpPr>
        <p:spPr>
          <a:xfrm>
            <a:off x="222471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6" name="11_all_4841">
            <a:extLst>
              <a:ext uri="{FF2B5EF4-FFF2-40B4-BE49-F238E27FC236}">
                <a16:creationId xmlns:a16="http://schemas.microsoft.com/office/drawing/2014/main" id="{2E3778C3-4890-46D9-92C8-0078B3EF9375}"/>
              </a:ext>
            </a:extLst>
          </p:cNvPr>
          <p:cNvSpPr>
            <a:spLocks noGrp="1"/>
          </p:cNvSpPr>
          <p:nvPr/>
        </p:nvSpPr>
        <p:spPr>
          <a:xfrm>
            <a:off x="223152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7" name="11_all_4842">
            <a:extLst>
              <a:ext uri="{FF2B5EF4-FFF2-40B4-BE49-F238E27FC236}">
                <a16:creationId xmlns:a16="http://schemas.microsoft.com/office/drawing/2014/main" id="{C095C4F9-0EE6-4FA7-8A0C-95B5C260886B}"/>
              </a:ext>
            </a:extLst>
          </p:cNvPr>
          <p:cNvSpPr>
            <a:spLocks noGrp="1"/>
          </p:cNvSpPr>
          <p:nvPr/>
        </p:nvSpPr>
        <p:spPr>
          <a:xfrm>
            <a:off x="2291582" y="31651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8" name="11_all_4843">
            <a:extLst>
              <a:ext uri="{FF2B5EF4-FFF2-40B4-BE49-F238E27FC236}">
                <a16:creationId xmlns:a16="http://schemas.microsoft.com/office/drawing/2014/main" id="{C9B2D2AF-CEC7-4E6C-8771-17C2A2AF8F10}"/>
              </a:ext>
            </a:extLst>
          </p:cNvPr>
          <p:cNvSpPr>
            <a:spLocks noGrp="1"/>
          </p:cNvSpPr>
          <p:nvPr/>
        </p:nvSpPr>
        <p:spPr>
          <a:xfrm>
            <a:off x="227645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9" name="11_all_4844">
            <a:extLst>
              <a:ext uri="{FF2B5EF4-FFF2-40B4-BE49-F238E27FC236}">
                <a16:creationId xmlns:a16="http://schemas.microsoft.com/office/drawing/2014/main" id="{3DFBC1C7-0E90-4E16-9903-3F17F0165C7D}"/>
              </a:ext>
            </a:extLst>
          </p:cNvPr>
          <p:cNvSpPr>
            <a:spLocks noGrp="1"/>
          </p:cNvSpPr>
          <p:nvPr/>
        </p:nvSpPr>
        <p:spPr>
          <a:xfrm>
            <a:off x="229002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0" name="11_all_4845">
            <a:extLst>
              <a:ext uri="{FF2B5EF4-FFF2-40B4-BE49-F238E27FC236}">
                <a16:creationId xmlns:a16="http://schemas.microsoft.com/office/drawing/2014/main" id="{F91C8C66-65E2-4479-903A-747F05F17E71}"/>
              </a:ext>
            </a:extLst>
          </p:cNvPr>
          <p:cNvSpPr>
            <a:spLocks noGrp="1"/>
          </p:cNvSpPr>
          <p:nvPr/>
        </p:nvSpPr>
        <p:spPr>
          <a:xfrm>
            <a:off x="221072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1" name="11_all_4846">
            <a:extLst>
              <a:ext uri="{FF2B5EF4-FFF2-40B4-BE49-F238E27FC236}">
                <a16:creationId xmlns:a16="http://schemas.microsoft.com/office/drawing/2014/main" id="{A6535590-E200-447F-9C76-999F6CAB05F3}"/>
              </a:ext>
            </a:extLst>
          </p:cNvPr>
          <p:cNvSpPr>
            <a:spLocks noGrp="1"/>
          </p:cNvSpPr>
          <p:nvPr/>
        </p:nvSpPr>
        <p:spPr>
          <a:xfrm>
            <a:off x="2202258" y="36577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2" name="11_all_4847">
            <a:extLst>
              <a:ext uri="{FF2B5EF4-FFF2-40B4-BE49-F238E27FC236}">
                <a16:creationId xmlns:a16="http://schemas.microsoft.com/office/drawing/2014/main" id="{F88F738F-3196-4F73-BC55-8B92D46F214B}"/>
              </a:ext>
            </a:extLst>
          </p:cNvPr>
          <p:cNvSpPr>
            <a:spLocks noGrp="1"/>
          </p:cNvSpPr>
          <p:nvPr/>
        </p:nvSpPr>
        <p:spPr>
          <a:xfrm>
            <a:off x="2162493" y="3682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3" name="11_all_4848">
            <a:extLst>
              <a:ext uri="{FF2B5EF4-FFF2-40B4-BE49-F238E27FC236}">
                <a16:creationId xmlns:a16="http://schemas.microsoft.com/office/drawing/2014/main" id="{3AD0E0E5-08C7-4EDC-9D24-72954304CFF1}"/>
              </a:ext>
            </a:extLst>
          </p:cNvPr>
          <p:cNvSpPr>
            <a:spLocks noGrp="1"/>
          </p:cNvSpPr>
          <p:nvPr/>
        </p:nvSpPr>
        <p:spPr>
          <a:xfrm>
            <a:off x="2292902" y="377182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4" name="11_all_4849">
            <a:extLst>
              <a:ext uri="{FF2B5EF4-FFF2-40B4-BE49-F238E27FC236}">
                <a16:creationId xmlns:a16="http://schemas.microsoft.com/office/drawing/2014/main" id="{0D9C28BC-5472-41CF-BAA3-59A9D04F3B93}"/>
              </a:ext>
            </a:extLst>
          </p:cNvPr>
          <p:cNvSpPr>
            <a:spLocks noGrp="1"/>
          </p:cNvSpPr>
          <p:nvPr/>
        </p:nvSpPr>
        <p:spPr>
          <a:xfrm>
            <a:off x="218637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5" name="11_all_4850">
            <a:extLst>
              <a:ext uri="{FF2B5EF4-FFF2-40B4-BE49-F238E27FC236}">
                <a16:creationId xmlns:a16="http://schemas.microsoft.com/office/drawing/2014/main" id="{201DEF33-ED4F-4433-8588-88DF419DB4A6}"/>
              </a:ext>
            </a:extLst>
          </p:cNvPr>
          <p:cNvSpPr>
            <a:spLocks noGrp="1"/>
          </p:cNvSpPr>
          <p:nvPr/>
        </p:nvSpPr>
        <p:spPr>
          <a:xfrm>
            <a:off x="2236052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6" name="11_all_4851">
            <a:extLst>
              <a:ext uri="{FF2B5EF4-FFF2-40B4-BE49-F238E27FC236}">
                <a16:creationId xmlns:a16="http://schemas.microsoft.com/office/drawing/2014/main" id="{7FC7FA2C-5593-4C47-9317-696EEB0DD891}"/>
              </a:ext>
            </a:extLst>
          </p:cNvPr>
          <p:cNvSpPr>
            <a:spLocks noGrp="1"/>
          </p:cNvSpPr>
          <p:nvPr/>
        </p:nvSpPr>
        <p:spPr>
          <a:xfrm>
            <a:off x="225591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7" name="11_all_4852">
            <a:extLst>
              <a:ext uri="{FF2B5EF4-FFF2-40B4-BE49-F238E27FC236}">
                <a16:creationId xmlns:a16="http://schemas.microsoft.com/office/drawing/2014/main" id="{5F4CE699-12FD-4BCD-A609-FAABD12D0CC9}"/>
              </a:ext>
            </a:extLst>
          </p:cNvPr>
          <p:cNvSpPr>
            <a:spLocks noGrp="1"/>
          </p:cNvSpPr>
          <p:nvPr/>
        </p:nvSpPr>
        <p:spPr>
          <a:xfrm>
            <a:off x="2262523" y="38160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8" name="11_all_4853">
            <a:extLst>
              <a:ext uri="{FF2B5EF4-FFF2-40B4-BE49-F238E27FC236}">
                <a16:creationId xmlns:a16="http://schemas.microsoft.com/office/drawing/2014/main" id="{DF99AF52-CD1A-4CDE-84F7-2A31EE848CEA}"/>
              </a:ext>
            </a:extLst>
          </p:cNvPr>
          <p:cNvSpPr>
            <a:spLocks noGrp="1"/>
          </p:cNvSpPr>
          <p:nvPr/>
        </p:nvSpPr>
        <p:spPr>
          <a:xfrm>
            <a:off x="215456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9" name="11_all_4854">
            <a:extLst>
              <a:ext uri="{FF2B5EF4-FFF2-40B4-BE49-F238E27FC236}">
                <a16:creationId xmlns:a16="http://schemas.microsoft.com/office/drawing/2014/main" id="{503F3F71-1F3C-400D-8A44-27953E9CD152}"/>
              </a:ext>
            </a:extLst>
          </p:cNvPr>
          <p:cNvSpPr>
            <a:spLocks noGrp="1"/>
          </p:cNvSpPr>
          <p:nvPr/>
        </p:nvSpPr>
        <p:spPr>
          <a:xfrm>
            <a:off x="216996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0" name="11_all_4855">
            <a:extLst>
              <a:ext uri="{FF2B5EF4-FFF2-40B4-BE49-F238E27FC236}">
                <a16:creationId xmlns:a16="http://schemas.microsoft.com/office/drawing/2014/main" id="{2E5383A3-C86D-46F3-BF06-AF9603AE25AF}"/>
              </a:ext>
            </a:extLst>
          </p:cNvPr>
          <p:cNvSpPr>
            <a:spLocks noGrp="1"/>
          </p:cNvSpPr>
          <p:nvPr/>
        </p:nvSpPr>
        <p:spPr>
          <a:xfrm>
            <a:off x="2202235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1" name="11_all_4856">
            <a:extLst>
              <a:ext uri="{FF2B5EF4-FFF2-40B4-BE49-F238E27FC236}">
                <a16:creationId xmlns:a16="http://schemas.microsoft.com/office/drawing/2014/main" id="{9157F43E-3767-4E2A-940E-5E73D6518930}"/>
              </a:ext>
            </a:extLst>
          </p:cNvPr>
          <p:cNvSpPr>
            <a:spLocks noGrp="1"/>
          </p:cNvSpPr>
          <p:nvPr/>
        </p:nvSpPr>
        <p:spPr>
          <a:xfrm>
            <a:off x="2210084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2" name="11_all_4857">
            <a:extLst>
              <a:ext uri="{FF2B5EF4-FFF2-40B4-BE49-F238E27FC236}">
                <a16:creationId xmlns:a16="http://schemas.microsoft.com/office/drawing/2014/main" id="{A66621E1-77BE-4EC0-8A2B-9F69FB87CC9D}"/>
              </a:ext>
            </a:extLst>
          </p:cNvPr>
          <p:cNvSpPr>
            <a:spLocks noGrp="1"/>
          </p:cNvSpPr>
          <p:nvPr/>
        </p:nvSpPr>
        <p:spPr>
          <a:xfrm>
            <a:off x="219057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3" name="11_all_4858">
            <a:extLst>
              <a:ext uri="{FF2B5EF4-FFF2-40B4-BE49-F238E27FC236}">
                <a16:creationId xmlns:a16="http://schemas.microsoft.com/office/drawing/2014/main" id="{02FB604E-49F4-47D4-9E98-CF28134DCD2C}"/>
              </a:ext>
            </a:extLst>
          </p:cNvPr>
          <p:cNvSpPr>
            <a:spLocks noGrp="1"/>
          </p:cNvSpPr>
          <p:nvPr/>
        </p:nvSpPr>
        <p:spPr>
          <a:xfrm>
            <a:off x="221914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4" name="11_all_4859">
            <a:extLst>
              <a:ext uri="{FF2B5EF4-FFF2-40B4-BE49-F238E27FC236}">
                <a16:creationId xmlns:a16="http://schemas.microsoft.com/office/drawing/2014/main" id="{69110B0C-755D-42D8-862E-BB65F9FC7CD5}"/>
              </a:ext>
            </a:extLst>
          </p:cNvPr>
          <p:cNvSpPr>
            <a:spLocks noGrp="1"/>
          </p:cNvSpPr>
          <p:nvPr/>
        </p:nvSpPr>
        <p:spPr>
          <a:xfrm>
            <a:off x="2158902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5" name="11_all_4860">
            <a:extLst>
              <a:ext uri="{FF2B5EF4-FFF2-40B4-BE49-F238E27FC236}">
                <a16:creationId xmlns:a16="http://schemas.microsoft.com/office/drawing/2014/main" id="{E468450E-9811-41AC-82A7-50067075714C}"/>
              </a:ext>
            </a:extLst>
          </p:cNvPr>
          <p:cNvSpPr>
            <a:spLocks noGrp="1"/>
          </p:cNvSpPr>
          <p:nvPr/>
        </p:nvSpPr>
        <p:spPr>
          <a:xfrm>
            <a:off x="220396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6" name="11_all_4861">
            <a:extLst>
              <a:ext uri="{FF2B5EF4-FFF2-40B4-BE49-F238E27FC236}">
                <a16:creationId xmlns:a16="http://schemas.microsoft.com/office/drawing/2014/main" id="{135BA041-9C95-4633-BA5F-E21B94D50954}"/>
              </a:ext>
            </a:extLst>
          </p:cNvPr>
          <p:cNvSpPr>
            <a:spLocks noGrp="1"/>
          </p:cNvSpPr>
          <p:nvPr/>
        </p:nvSpPr>
        <p:spPr>
          <a:xfrm>
            <a:off x="225781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7" name="11_all_4862">
            <a:extLst>
              <a:ext uri="{FF2B5EF4-FFF2-40B4-BE49-F238E27FC236}">
                <a16:creationId xmlns:a16="http://schemas.microsoft.com/office/drawing/2014/main" id="{C495E978-80B2-429E-941B-A4D885AF2297}"/>
              </a:ext>
            </a:extLst>
          </p:cNvPr>
          <p:cNvSpPr>
            <a:spLocks noGrp="1"/>
          </p:cNvSpPr>
          <p:nvPr/>
        </p:nvSpPr>
        <p:spPr>
          <a:xfrm>
            <a:off x="21659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8" name="11_all_4863">
            <a:extLst>
              <a:ext uri="{FF2B5EF4-FFF2-40B4-BE49-F238E27FC236}">
                <a16:creationId xmlns:a16="http://schemas.microsoft.com/office/drawing/2014/main" id="{06E1C5EF-A3CE-4645-8D86-B13E2904DCA8}"/>
              </a:ext>
            </a:extLst>
          </p:cNvPr>
          <p:cNvSpPr>
            <a:spLocks noGrp="1"/>
          </p:cNvSpPr>
          <p:nvPr/>
        </p:nvSpPr>
        <p:spPr>
          <a:xfrm>
            <a:off x="2162728" y="47533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9" name="11_all_4864">
            <a:extLst>
              <a:ext uri="{FF2B5EF4-FFF2-40B4-BE49-F238E27FC236}">
                <a16:creationId xmlns:a16="http://schemas.microsoft.com/office/drawing/2014/main" id="{1574B563-28C2-4FFE-BE28-11F669B28281}"/>
              </a:ext>
            </a:extLst>
          </p:cNvPr>
          <p:cNvSpPr>
            <a:spLocks noGrp="1"/>
          </p:cNvSpPr>
          <p:nvPr/>
        </p:nvSpPr>
        <p:spPr>
          <a:xfrm>
            <a:off x="223429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0" name="11_all_4865">
            <a:extLst>
              <a:ext uri="{FF2B5EF4-FFF2-40B4-BE49-F238E27FC236}">
                <a16:creationId xmlns:a16="http://schemas.microsoft.com/office/drawing/2014/main" id="{02C8BD6D-D222-46D7-85F8-9BE56C63A25E}"/>
              </a:ext>
            </a:extLst>
          </p:cNvPr>
          <p:cNvSpPr>
            <a:spLocks noGrp="1"/>
          </p:cNvSpPr>
          <p:nvPr/>
        </p:nvSpPr>
        <p:spPr>
          <a:xfrm>
            <a:off x="222716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1" name="11_all_4866">
            <a:extLst>
              <a:ext uri="{FF2B5EF4-FFF2-40B4-BE49-F238E27FC236}">
                <a16:creationId xmlns:a16="http://schemas.microsoft.com/office/drawing/2014/main" id="{A2B8AC58-3FB9-451E-91DB-FDD2415475DE}"/>
              </a:ext>
            </a:extLst>
          </p:cNvPr>
          <p:cNvSpPr>
            <a:spLocks noGrp="1"/>
          </p:cNvSpPr>
          <p:nvPr/>
        </p:nvSpPr>
        <p:spPr>
          <a:xfrm>
            <a:off x="217777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2" name="11_all_4867">
            <a:extLst>
              <a:ext uri="{FF2B5EF4-FFF2-40B4-BE49-F238E27FC236}">
                <a16:creationId xmlns:a16="http://schemas.microsoft.com/office/drawing/2014/main" id="{A6776B26-ABF1-443B-8384-3C21350FD99F}"/>
              </a:ext>
            </a:extLst>
          </p:cNvPr>
          <p:cNvSpPr>
            <a:spLocks noGrp="1"/>
          </p:cNvSpPr>
          <p:nvPr/>
        </p:nvSpPr>
        <p:spPr>
          <a:xfrm>
            <a:off x="220383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3" name="11_all_4868">
            <a:extLst>
              <a:ext uri="{FF2B5EF4-FFF2-40B4-BE49-F238E27FC236}">
                <a16:creationId xmlns:a16="http://schemas.microsoft.com/office/drawing/2014/main" id="{A3A56DCA-F473-4AED-9205-E20244BD8297}"/>
              </a:ext>
            </a:extLst>
          </p:cNvPr>
          <p:cNvSpPr>
            <a:spLocks noGrp="1"/>
          </p:cNvSpPr>
          <p:nvPr/>
        </p:nvSpPr>
        <p:spPr>
          <a:xfrm>
            <a:off x="217403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4" name="11_all_4869">
            <a:extLst>
              <a:ext uri="{FF2B5EF4-FFF2-40B4-BE49-F238E27FC236}">
                <a16:creationId xmlns:a16="http://schemas.microsoft.com/office/drawing/2014/main" id="{EC33C55C-009E-42FF-B6B3-DBA4AA80769F}"/>
              </a:ext>
            </a:extLst>
          </p:cNvPr>
          <p:cNvSpPr>
            <a:spLocks noGrp="1"/>
          </p:cNvSpPr>
          <p:nvPr/>
        </p:nvSpPr>
        <p:spPr>
          <a:xfrm>
            <a:off x="226376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5" name="11_all_4870">
            <a:extLst>
              <a:ext uri="{FF2B5EF4-FFF2-40B4-BE49-F238E27FC236}">
                <a16:creationId xmlns:a16="http://schemas.microsoft.com/office/drawing/2014/main" id="{3C1C280F-3239-4221-A6F2-1D9BFDB1F3EB}"/>
              </a:ext>
            </a:extLst>
          </p:cNvPr>
          <p:cNvSpPr>
            <a:spLocks noGrp="1"/>
          </p:cNvSpPr>
          <p:nvPr/>
        </p:nvSpPr>
        <p:spPr>
          <a:xfrm>
            <a:off x="220144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6" name="11_all_4871">
            <a:extLst>
              <a:ext uri="{FF2B5EF4-FFF2-40B4-BE49-F238E27FC236}">
                <a16:creationId xmlns:a16="http://schemas.microsoft.com/office/drawing/2014/main" id="{13268EE1-1531-4FE7-89AF-F6B1B06D6710}"/>
              </a:ext>
            </a:extLst>
          </p:cNvPr>
          <p:cNvSpPr>
            <a:spLocks noGrp="1"/>
          </p:cNvSpPr>
          <p:nvPr/>
        </p:nvSpPr>
        <p:spPr>
          <a:xfrm>
            <a:off x="228512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7" name="11_all_4872">
            <a:extLst>
              <a:ext uri="{FF2B5EF4-FFF2-40B4-BE49-F238E27FC236}">
                <a16:creationId xmlns:a16="http://schemas.microsoft.com/office/drawing/2014/main" id="{9F484C9A-7034-4A9D-BAC9-0C4C6D4E3359}"/>
              </a:ext>
            </a:extLst>
          </p:cNvPr>
          <p:cNvSpPr>
            <a:spLocks noGrp="1"/>
          </p:cNvSpPr>
          <p:nvPr/>
        </p:nvSpPr>
        <p:spPr>
          <a:xfrm>
            <a:off x="21922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8" name="11_all_4873">
            <a:extLst>
              <a:ext uri="{FF2B5EF4-FFF2-40B4-BE49-F238E27FC236}">
                <a16:creationId xmlns:a16="http://schemas.microsoft.com/office/drawing/2014/main" id="{474D080D-1974-4A5F-A270-A19E28E13B96}"/>
              </a:ext>
            </a:extLst>
          </p:cNvPr>
          <p:cNvSpPr>
            <a:spLocks noGrp="1"/>
          </p:cNvSpPr>
          <p:nvPr/>
        </p:nvSpPr>
        <p:spPr>
          <a:xfrm>
            <a:off x="228799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9" name="11_all_4874">
            <a:extLst>
              <a:ext uri="{FF2B5EF4-FFF2-40B4-BE49-F238E27FC236}">
                <a16:creationId xmlns:a16="http://schemas.microsoft.com/office/drawing/2014/main" id="{BD064172-D8D6-43C1-B9D7-18BCF3D37636}"/>
              </a:ext>
            </a:extLst>
          </p:cNvPr>
          <p:cNvSpPr>
            <a:spLocks noGrp="1"/>
          </p:cNvSpPr>
          <p:nvPr/>
        </p:nvSpPr>
        <p:spPr>
          <a:xfrm>
            <a:off x="21966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0" name="11_all_4875">
            <a:extLst>
              <a:ext uri="{FF2B5EF4-FFF2-40B4-BE49-F238E27FC236}">
                <a16:creationId xmlns:a16="http://schemas.microsoft.com/office/drawing/2014/main" id="{7E90343B-CA5C-46B1-9819-AB9CD6E02D5E}"/>
              </a:ext>
            </a:extLst>
          </p:cNvPr>
          <p:cNvSpPr>
            <a:spLocks noGrp="1"/>
          </p:cNvSpPr>
          <p:nvPr/>
        </p:nvSpPr>
        <p:spPr>
          <a:xfrm>
            <a:off x="216482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1" name="11_all_4876">
            <a:extLst>
              <a:ext uri="{FF2B5EF4-FFF2-40B4-BE49-F238E27FC236}">
                <a16:creationId xmlns:a16="http://schemas.microsoft.com/office/drawing/2014/main" id="{4891E651-E90A-4346-8CD9-FD6C3104E6DE}"/>
              </a:ext>
            </a:extLst>
          </p:cNvPr>
          <p:cNvSpPr>
            <a:spLocks noGrp="1"/>
          </p:cNvSpPr>
          <p:nvPr/>
        </p:nvSpPr>
        <p:spPr>
          <a:xfrm>
            <a:off x="22108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2" name="11_all_4877">
            <a:extLst>
              <a:ext uri="{FF2B5EF4-FFF2-40B4-BE49-F238E27FC236}">
                <a16:creationId xmlns:a16="http://schemas.microsoft.com/office/drawing/2014/main" id="{6AF84098-4E8A-4911-9E5D-9C424A82096D}"/>
              </a:ext>
            </a:extLst>
          </p:cNvPr>
          <p:cNvSpPr>
            <a:spLocks noGrp="1"/>
          </p:cNvSpPr>
          <p:nvPr/>
        </p:nvSpPr>
        <p:spPr>
          <a:xfrm>
            <a:off x="2208678" y="31984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3" name="11_all_4878">
            <a:extLst>
              <a:ext uri="{FF2B5EF4-FFF2-40B4-BE49-F238E27FC236}">
                <a16:creationId xmlns:a16="http://schemas.microsoft.com/office/drawing/2014/main" id="{442C1564-80B8-4B79-BF91-5501842EB131}"/>
              </a:ext>
            </a:extLst>
          </p:cNvPr>
          <p:cNvSpPr>
            <a:spLocks noGrp="1"/>
          </p:cNvSpPr>
          <p:nvPr/>
        </p:nvSpPr>
        <p:spPr>
          <a:xfrm>
            <a:off x="22151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4" name="11_all_4879">
            <a:extLst>
              <a:ext uri="{FF2B5EF4-FFF2-40B4-BE49-F238E27FC236}">
                <a16:creationId xmlns:a16="http://schemas.microsoft.com/office/drawing/2014/main" id="{4CD875C5-7191-45D3-9EDA-EEAB4E79BC17}"/>
              </a:ext>
            </a:extLst>
          </p:cNvPr>
          <p:cNvSpPr>
            <a:spLocks noGrp="1"/>
          </p:cNvSpPr>
          <p:nvPr/>
        </p:nvSpPr>
        <p:spPr>
          <a:xfrm>
            <a:off x="224319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5" name="11_all_4880">
            <a:extLst>
              <a:ext uri="{FF2B5EF4-FFF2-40B4-BE49-F238E27FC236}">
                <a16:creationId xmlns:a16="http://schemas.microsoft.com/office/drawing/2014/main" id="{5516E97D-B0C0-42BB-A861-B5D16F939EF0}"/>
              </a:ext>
            </a:extLst>
          </p:cNvPr>
          <p:cNvSpPr>
            <a:spLocks noGrp="1"/>
          </p:cNvSpPr>
          <p:nvPr/>
        </p:nvSpPr>
        <p:spPr>
          <a:xfrm>
            <a:off x="226537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6" name="11_all_4881">
            <a:extLst>
              <a:ext uri="{FF2B5EF4-FFF2-40B4-BE49-F238E27FC236}">
                <a16:creationId xmlns:a16="http://schemas.microsoft.com/office/drawing/2014/main" id="{F0C5AB4A-5138-42DE-9E93-E8ABFE7D5331}"/>
              </a:ext>
            </a:extLst>
          </p:cNvPr>
          <p:cNvSpPr>
            <a:spLocks noGrp="1"/>
          </p:cNvSpPr>
          <p:nvPr/>
        </p:nvSpPr>
        <p:spPr>
          <a:xfrm>
            <a:off x="22406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7" name="11_all_4882">
            <a:extLst>
              <a:ext uri="{FF2B5EF4-FFF2-40B4-BE49-F238E27FC236}">
                <a16:creationId xmlns:a16="http://schemas.microsoft.com/office/drawing/2014/main" id="{F188B112-F54D-436A-9BFA-626CDCE48E5F}"/>
              </a:ext>
            </a:extLst>
          </p:cNvPr>
          <p:cNvSpPr>
            <a:spLocks noGrp="1"/>
          </p:cNvSpPr>
          <p:nvPr/>
        </p:nvSpPr>
        <p:spPr>
          <a:xfrm>
            <a:off x="221473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8" name="11_all_4883">
            <a:extLst>
              <a:ext uri="{FF2B5EF4-FFF2-40B4-BE49-F238E27FC236}">
                <a16:creationId xmlns:a16="http://schemas.microsoft.com/office/drawing/2014/main" id="{5FF3C168-DDD3-4C66-8FAC-2859D84C5147}"/>
              </a:ext>
            </a:extLst>
          </p:cNvPr>
          <p:cNvSpPr>
            <a:spLocks noGrp="1"/>
          </p:cNvSpPr>
          <p:nvPr/>
        </p:nvSpPr>
        <p:spPr>
          <a:xfrm>
            <a:off x="2288240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9" name="11_all_4884">
            <a:extLst>
              <a:ext uri="{FF2B5EF4-FFF2-40B4-BE49-F238E27FC236}">
                <a16:creationId xmlns:a16="http://schemas.microsoft.com/office/drawing/2014/main" id="{3DE8D37F-419D-42F1-B668-E02D83740622}"/>
              </a:ext>
            </a:extLst>
          </p:cNvPr>
          <p:cNvSpPr>
            <a:spLocks noGrp="1"/>
          </p:cNvSpPr>
          <p:nvPr/>
        </p:nvSpPr>
        <p:spPr>
          <a:xfrm>
            <a:off x="216736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0" name="11_all_4885">
            <a:extLst>
              <a:ext uri="{FF2B5EF4-FFF2-40B4-BE49-F238E27FC236}">
                <a16:creationId xmlns:a16="http://schemas.microsoft.com/office/drawing/2014/main" id="{512C2C36-98E9-4F6E-9D97-F2A1AD033C11}"/>
              </a:ext>
            </a:extLst>
          </p:cNvPr>
          <p:cNvSpPr>
            <a:spLocks noGrp="1"/>
          </p:cNvSpPr>
          <p:nvPr/>
        </p:nvSpPr>
        <p:spPr>
          <a:xfrm>
            <a:off x="218568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1" name="11_all_4886">
            <a:extLst>
              <a:ext uri="{FF2B5EF4-FFF2-40B4-BE49-F238E27FC236}">
                <a16:creationId xmlns:a16="http://schemas.microsoft.com/office/drawing/2014/main" id="{23610983-54BB-4875-9CD0-B7D3A4F38880}"/>
              </a:ext>
            </a:extLst>
          </p:cNvPr>
          <p:cNvSpPr>
            <a:spLocks noGrp="1"/>
          </p:cNvSpPr>
          <p:nvPr/>
        </p:nvSpPr>
        <p:spPr>
          <a:xfrm>
            <a:off x="215997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2" name="11_all_4887">
            <a:extLst>
              <a:ext uri="{FF2B5EF4-FFF2-40B4-BE49-F238E27FC236}">
                <a16:creationId xmlns:a16="http://schemas.microsoft.com/office/drawing/2014/main" id="{9019BE1A-6CB5-4AFC-B29F-70937942F204}"/>
              </a:ext>
            </a:extLst>
          </p:cNvPr>
          <p:cNvSpPr>
            <a:spLocks noGrp="1"/>
          </p:cNvSpPr>
          <p:nvPr/>
        </p:nvSpPr>
        <p:spPr>
          <a:xfrm>
            <a:off x="22031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3" name="11_all_4888">
            <a:extLst>
              <a:ext uri="{FF2B5EF4-FFF2-40B4-BE49-F238E27FC236}">
                <a16:creationId xmlns:a16="http://schemas.microsoft.com/office/drawing/2014/main" id="{0FFB4A24-DD4A-48DE-A8A1-F3551A6C6123}"/>
              </a:ext>
            </a:extLst>
          </p:cNvPr>
          <p:cNvSpPr>
            <a:spLocks noGrp="1"/>
          </p:cNvSpPr>
          <p:nvPr/>
        </p:nvSpPr>
        <p:spPr>
          <a:xfrm>
            <a:off x="2228542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4" name="11_all_4889">
            <a:extLst>
              <a:ext uri="{FF2B5EF4-FFF2-40B4-BE49-F238E27FC236}">
                <a16:creationId xmlns:a16="http://schemas.microsoft.com/office/drawing/2014/main" id="{61CD7CDF-C4F5-440B-AC8F-2BBF0DC60900}"/>
              </a:ext>
            </a:extLst>
          </p:cNvPr>
          <p:cNvSpPr>
            <a:spLocks noGrp="1"/>
          </p:cNvSpPr>
          <p:nvPr/>
        </p:nvSpPr>
        <p:spPr>
          <a:xfrm>
            <a:off x="215732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5" name="11_all_4890">
            <a:extLst>
              <a:ext uri="{FF2B5EF4-FFF2-40B4-BE49-F238E27FC236}">
                <a16:creationId xmlns:a16="http://schemas.microsoft.com/office/drawing/2014/main" id="{0E35A9E1-54A7-4643-8730-572DC4B451DD}"/>
              </a:ext>
            </a:extLst>
          </p:cNvPr>
          <p:cNvSpPr>
            <a:spLocks noGrp="1"/>
          </p:cNvSpPr>
          <p:nvPr/>
        </p:nvSpPr>
        <p:spPr>
          <a:xfrm>
            <a:off x="228706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6" name="11_all_4891">
            <a:extLst>
              <a:ext uri="{FF2B5EF4-FFF2-40B4-BE49-F238E27FC236}">
                <a16:creationId xmlns:a16="http://schemas.microsoft.com/office/drawing/2014/main" id="{1589757E-8A1D-423D-9978-D10BCE76A68A}"/>
              </a:ext>
            </a:extLst>
          </p:cNvPr>
          <p:cNvSpPr>
            <a:spLocks noGrp="1"/>
          </p:cNvSpPr>
          <p:nvPr/>
        </p:nvSpPr>
        <p:spPr>
          <a:xfrm>
            <a:off x="22888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7" name="11_all_4892">
            <a:extLst>
              <a:ext uri="{FF2B5EF4-FFF2-40B4-BE49-F238E27FC236}">
                <a16:creationId xmlns:a16="http://schemas.microsoft.com/office/drawing/2014/main" id="{6FFD7331-1499-4C01-8A92-C69B86B4006E}"/>
              </a:ext>
            </a:extLst>
          </p:cNvPr>
          <p:cNvSpPr>
            <a:spLocks noGrp="1"/>
          </p:cNvSpPr>
          <p:nvPr/>
        </p:nvSpPr>
        <p:spPr>
          <a:xfrm>
            <a:off x="2179922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8" name="11_all_4893">
            <a:extLst>
              <a:ext uri="{FF2B5EF4-FFF2-40B4-BE49-F238E27FC236}">
                <a16:creationId xmlns:a16="http://schemas.microsoft.com/office/drawing/2014/main" id="{AB8A95E2-E9B0-454E-B516-494F95031BF7}"/>
              </a:ext>
            </a:extLst>
          </p:cNvPr>
          <p:cNvSpPr>
            <a:spLocks noGrp="1"/>
          </p:cNvSpPr>
          <p:nvPr/>
        </p:nvSpPr>
        <p:spPr>
          <a:xfrm>
            <a:off x="219470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9" name="11_all_4894">
            <a:extLst>
              <a:ext uri="{FF2B5EF4-FFF2-40B4-BE49-F238E27FC236}">
                <a16:creationId xmlns:a16="http://schemas.microsoft.com/office/drawing/2014/main" id="{E01A0C96-6B73-43CF-819E-17DB20F23CA0}"/>
              </a:ext>
            </a:extLst>
          </p:cNvPr>
          <p:cNvSpPr>
            <a:spLocks noGrp="1"/>
          </p:cNvSpPr>
          <p:nvPr/>
        </p:nvSpPr>
        <p:spPr>
          <a:xfrm>
            <a:off x="2174588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0" name="11_all_4895">
            <a:extLst>
              <a:ext uri="{FF2B5EF4-FFF2-40B4-BE49-F238E27FC236}">
                <a16:creationId xmlns:a16="http://schemas.microsoft.com/office/drawing/2014/main" id="{A680ECF1-CA1D-4AE6-97F2-902DBB732866}"/>
              </a:ext>
            </a:extLst>
          </p:cNvPr>
          <p:cNvSpPr>
            <a:spLocks noGrp="1"/>
          </p:cNvSpPr>
          <p:nvPr/>
        </p:nvSpPr>
        <p:spPr>
          <a:xfrm>
            <a:off x="219484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1" name="11_all_4896">
            <a:extLst>
              <a:ext uri="{FF2B5EF4-FFF2-40B4-BE49-F238E27FC236}">
                <a16:creationId xmlns:a16="http://schemas.microsoft.com/office/drawing/2014/main" id="{5F322BFF-FA56-483E-B681-91E6FECCDD47}"/>
              </a:ext>
            </a:extLst>
          </p:cNvPr>
          <p:cNvSpPr>
            <a:spLocks noGrp="1"/>
          </p:cNvSpPr>
          <p:nvPr/>
        </p:nvSpPr>
        <p:spPr>
          <a:xfrm>
            <a:off x="217533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11_all_4897">
            <a:extLst>
              <a:ext uri="{FF2B5EF4-FFF2-40B4-BE49-F238E27FC236}">
                <a16:creationId xmlns:a16="http://schemas.microsoft.com/office/drawing/2014/main" id="{690C109D-DAAE-41E2-A443-2D7FBB4002AE}"/>
              </a:ext>
            </a:extLst>
          </p:cNvPr>
          <p:cNvSpPr>
            <a:spLocks noGrp="1"/>
          </p:cNvSpPr>
          <p:nvPr/>
        </p:nvSpPr>
        <p:spPr>
          <a:xfrm>
            <a:off x="221633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3" name="11_all_4898">
            <a:extLst>
              <a:ext uri="{FF2B5EF4-FFF2-40B4-BE49-F238E27FC236}">
                <a16:creationId xmlns:a16="http://schemas.microsoft.com/office/drawing/2014/main" id="{84FE5994-CE0E-450A-87C0-822F191B1FE6}"/>
              </a:ext>
            </a:extLst>
          </p:cNvPr>
          <p:cNvSpPr>
            <a:spLocks noGrp="1"/>
          </p:cNvSpPr>
          <p:nvPr/>
        </p:nvSpPr>
        <p:spPr>
          <a:xfrm>
            <a:off x="223277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4" name="11_all_4899">
            <a:extLst>
              <a:ext uri="{FF2B5EF4-FFF2-40B4-BE49-F238E27FC236}">
                <a16:creationId xmlns:a16="http://schemas.microsoft.com/office/drawing/2014/main" id="{1D402403-F5D7-4168-8D6F-732BC850E2D9}"/>
              </a:ext>
            </a:extLst>
          </p:cNvPr>
          <p:cNvSpPr>
            <a:spLocks noGrp="1"/>
          </p:cNvSpPr>
          <p:nvPr/>
        </p:nvSpPr>
        <p:spPr>
          <a:xfrm>
            <a:off x="2223352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11_all_4900">
            <a:extLst>
              <a:ext uri="{FF2B5EF4-FFF2-40B4-BE49-F238E27FC236}">
                <a16:creationId xmlns:a16="http://schemas.microsoft.com/office/drawing/2014/main" id="{F0729FDC-075C-44CD-998F-6B007BC1A4C3}"/>
              </a:ext>
            </a:extLst>
          </p:cNvPr>
          <p:cNvSpPr>
            <a:spLocks noGrp="1"/>
          </p:cNvSpPr>
          <p:nvPr/>
        </p:nvSpPr>
        <p:spPr>
          <a:xfrm>
            <a:off x="2222287" y="408055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6" name="11_all_4901">
            <a:extLst>
              <a:ext uri="{FF2B5EF4-FFF2-40B4-BE49-F238E27FC236}">
                <a16:creationId xmlns:a16="http://schemas.microsoft.com/office/drawing/2014/main" id="{2E3DD065-3D2D-4B91-8466-38AF140582D3}"/>
              </a:ext>
            </a:extLst>
          </p:cNvPr>
          <p:cNvSpPr>
            <a:spLocks noGrp="1"/>
          </p:cNvSpPr>
          <p:nvPr/>
        </p:nvSpPr>
        <p:spPr>
          <a:xfrm>
            <a:off x="221134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11_all_4902">
            <a:extLst>
              <a:ext uri="{FF2B5EF4-FFF2-40B4-BE49-F238E27FC236}">
                <a16:creationId xmlns:a16="http://schemas.microsoft.com/office/drawing/2014/main" id="{CD6AEACD-0D3B-4286-BCC2-E7EDB462944A}"/>
              </a:ext>
            </a:extLst>
          </p:cNvPr>
          <p:cNvSpPr>
            <a:spLocks noGrp="1"/>
          </p:cNvSpPr>
          <p:nvPr/>
        </p:nvSpPr>
        <p:spPr>
          <a:xfrm>
            <a:off x="218042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8" name="11_all_4903">
            <a:extLst>
              <a:ext uri="{FF2B5EF4-FFF2-40B4-BE49-F238E27FC236}">
                <a16:creationId xmlns:a16="http://schemas.microsoft.com/office/drawing/2014/main" id="{F9AECAC5-447D-4D2E-AFEA-A8D5F2CA183B}"/>
              </a:ext>
            </a:extLst>
          </p:cNvPr>
          <p:cNvSpPr>
            <a:spLocks noGrp="1"/>
          </p:cNvSpPr>
          <p:nvPr/>
        </p:nvSpPr>
        <p:spPr>
          <a:xfrm>
            <a:off x="216583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11_all_4904">
            <a:extLst>
              <a:ext uri="{FF2B5EF4-FFF2-40B4-BE49-F238E27FC236}">
                <a16:creationId xmlns:a16="http://schemas.microsoft.com/office/drawing/2014/main" id="{2C8710B9-5139-492F-9A0D-68C7679B74D1}"/>
              </a:ext>
            </a:extLst>
          </p:cNvPr>
          <p:cNvSpPr>
            <a:spLocks noGrp="1"/>
          </p:cNvSpPr>
          <p:nvPr/>
        </p:nvSpPr>
        <p:spPr>
          <a:xfrm>
            <a:off x="220946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11_all_4905">
            <a:extLst>
              <a:ext uri="{FF2B5EF4-FFF2-40B4-BE49-F238E27FC236}">
                <a16:creationId xmlns:a16="http://schemas.microsoft.com/office/drawing/2014/main" id="{301B96A7-9080-4F54-9A8C-3881B6BE58ED}"/>
              </a:ext>
            </a:extLst>
          </p:cNvPr>
          <p:cNvSpPr>
            <a:spLocks noGrp="1"/>
          </p:cNvSpPr>
          <p:nvPr/>
        </p:nvSpPr>
        <p:spPr>
          <a:xfrm>
            <a:off x="215137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1" name="11_all_4906">
            <a:extLst>
              <a:ext uri="{FF2B5EF4-FFF2-40B4-BE49-F238E27FC236}">
                <a16:creationId xmlns:a16="http://schemas.microsoft.com/office/drawing/2014/main" id="{211F1B1A-407D-4BF2-93AC-94995D3066F3}"/>
              </a:ext>
            </a:extLst>
          </p:cNvPr>
          <p:cNvSpPr>
            <a:spLocks noGrp="1"/>
          </p:cNvSpPr>
          <p:nvPr/>
        </p:nvSpPr>
        <p:spPr>
          <a:xfrm>
            <a:off x="226444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2" name="11_all_4907">
            <a:extLst>
              <a:ext uri="{FF2B5EF4-FFF2-40B4-BE49-F238E27FC236}">
                <a16:creationId xmlns:a16="http://schemas.microsoft.com/office/drawing/2014/main" id="{6C8052E0-DAD1-4E41-8E85-702C2B71CBFF}"/>
              </a:ext>
            </a:extLst>
          </p:cNvPr>
          <p:cNvSpPr>
            <a:spLocks noGrp="1"/>
          </p:cNvSpPr>
          <p:nvPr/>
        </p:nvSpPr>
        <p:spPr>
          <a:xfrm>
            <a:off x="2164406" y="408055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11_all_4908">
            <a:extLst>
              <a:ext uri="{FF2B5EF4-FFF2-40B4-BE49-F238E27FC236}">
                <a16:creationId xmlns:a16="http://schemas.microsoft.com/office/drawing/2014/main" id="{86E71317-AC5A-4107-8836-B965A4EF1B14}"/>
              </a:ext>
            </a:extLst>
          </p:cNvPr>
          <p:cNvSpPr>
            <a:spLocks noGrp="1"/>
          </p:cNvSpPr>
          <p:nvPr/>
        </p:nvSpPr>
        <p:spPr>
          <a:xfrm>
            <a:off x="221579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4" name="11_all_4909">
            <a:extLst>
              <a:ext uri="{FF2B5EF4-FFF2-40B4-BE49-F238E27FC236}">
                <a16:creationId xmlns:a16="http://schemas.microsoft.com/office/drawing/2014/main" id="{B1EFBFBC-7489-4986-B8F1-1BF24945308C}"/>
              </a:ext>
            </a:extLst>
          </p:cNvPr>
          <p:cNvSpPr>
            <a:spLocks noGrp="1"/>
          </p:cNvSpPr>
          <p:nvPr/>
        </p:nvSpPr>
        <p:spPr>
          <a:xfrm>
            <a:off x="2166364" y="37975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11_all_4910">
            <a:extLst>
              <a:ext uri="{FF2B5EF4-FFF2-40B4-BE49-F238E27FC236}">
                <a16:creationId xmlns:a16="http://schemas.microsoft.com/office/drawing/2014/main" id="{D768EFF6-889A-459E-9A97-9E1CC7EEB930}"/>
              </a:ext>
            </a:extLst>
          </p:cNvPr>
          <p:cNvSpPr>
            <a:spLocks noGrp="1"/>
          </p:cNvSpPr>
          <p:nvPr/>
        </p:nvSpPr>
        <p:spPr>
          <a:xfrm>
            <a:off x="22463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6" name="11_all_4911">
            <a:extLst>
              <a:ext uri="{FF2B5EF4-FFF2-40B4-BE49-F238E27FC236}">
                <a16:creationId xmlns:a16="http://schemas.microsoft.com/office/drawing/2014/main" id="{E4DC307B-F553-4A94-848D-8F8E3FE7F305}"/>
              </a:ext>
            </a:extLst>
          </p:cNvPr>
          <p:cNvSpPr>
            <a:spLocks noGrp="1"/>
          </p:cNvSpPr>
          <p:nvPr/>
        </p:nvSpPr>
        <p:spPr>
          <a:xfrm>
            <a:off x="217273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7" name="11_all_4912">
            <a:extLst>
              <a:ext uri="{FF2B5EF4-FFF2-40B4-BE49-F238E27FC236}">
                <a16:creationId xmlns:a16="http://schemas.microsoft.com/office/drawing/2014/main" id="{A8B08D52-3BA8-403B-AAF3-4796B0BFEAD4}"/>
              </a:ext>
            </a:extLst>
          </p:cNvPr>
          <p:cNvSpPr>
            <a:spLocks noGrp="1"/>
          </p:cNvSpPr>
          <p:nvPr/>
        </p:nvSpPr>
        <p:spPr>
          <a:xfrm>
            <a:off x="2206823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8" name="11_all_4913">
            <a:extLst>
              <a:ext uri="{FF2B5EF4-FFF2-40B4-BE49-F238E27FC236}">
                <a16:creationId xmlns:a16="http://schemas.microsoft.com/office/drawing/2014/main" id="{E42E08FB-8842-44C2-A928-D268CDE70648}"/>
              </a:ext>
            </a:extLst>
          </p:cNvPr>
          <p:cNvSpPr>
            <a:spLocks noGrp="1"/>
          </p:cNvSpPr>
          <p:nvPr/>
        </p:nvSpPr>
        <p:spPr>
          <a:xfrm>
            <a:off x="214927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11_all_4914">
            <a:extLst>
              <a:ext uri="{FF2B5EF4-FFF2-40B4-BE49-F238E27FC236}">
                <a16:creationId xmlns:a16="http://schemas.microsoft.com/office/drawing/2014/main" id="{9AD8EC57-5546-416D-9E93-B73B3E64BA14}"/>
              </a:ext>
            </a:extLst>
          </p:cNvPr>
          <p:cNvSpPr>
            <a:spLocks noGrp="1"/>
          </p:cNvSpPr>
          <p:nvPr/>
        </p:nvSpPr>
        <p:spPr>
          <a:xfrm>
            <a:off x="219269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11_all_4915">
            <a:extLst>
              <a:ext uri="{FF2B5EF4-FFF2-40B4-BE49-F238E27FC236}">
                <a16:creationId xmlns:a16="http://schemas.microsoft.com/office/drawing/2014/main" id="{D399F412-1CD8-46C3-82BF-9B8354A0AA9D}"/>
              </a:ext>
            </a:extLst>
          </p:cNvPr>
          <p:cNvSpPr>
            <a:spLocks noGrp="1"/>
          </p:cNvSpPr>
          <p:nvPr/>
        </p:nvSpPr>
        <p:spPr>
          <a:xfrm>
            <a:off x="216382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1" name="11_all_4916">
            <a:extLst>
              <a:ext uri="{FF2B5EF4-FFF2-40B4-BE49-F238E27FC236}">
                <a16:creationId xmlns:a16="http://schemas.microsoft.com/office/drawing/2014/main" id="{C28A8240-887A-4577-AE73-2F781ACED738}"/>
              </a:ext>
            </a:extLst>
          </p:cNvPr>
          <p:cNvSpPr>
            <a:spLocks noGrp="1"/>
          </p:cNvSpPr>
          <p:nvPr/>
        </p:nvSpPr>
        <p:spPr>
          <a:xfrm>
            <a:off x="2255992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2" name="11_all_4917">
            <a:extLst>
              <a:ext uri="{FF2B5EF4-FFF2-40B4-BE49-F238E27FC236}">
                <a16:creationId xmlns:a16="http://schemas.microsoft.com/office/drawing/2014/main" id="{C8360443-4B77-4AE2-A3AF-B5A8361F479C}"/>
              </a:ext>
            </a:extLst>
          </p:cNvPr>
          <p:cNvSpPr>
            <a:spLocks noGrp="1"/>
          </p:cNvSpPr>
          <p:nvPr/>
        </p:nvSpPr>
        <p:spPr>
          <a:xfrm>
            <a:off x="2203413" y="42385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11_all_4918">
            <a:extLst>
              <a:ext uri="{FF2B5EF4-FFF2-40B4-BE49-F238E27FC236}">
                <a16:creationId xmlns:a16="http://schemas.microsoft.com/office/drawing/2014/main" id="{4E8E2119-A27F-42A5-84BE-871104CA23CA}"/>
              </a:ext>
            </a:extLst>
          </p:cNvPr>
          <p:cNvSpPr>
            <a:spLocks noGrp="1"/>
          </p:cNvSpPr>
          <p:nvPr/>
        </p:nvSpPr>
        <p:spPr>
          <a:xfrm>
            <a:off x="2175795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11_all_4919">
            <a:extLst>
              <a:ext uri="{FF2B5EF4-FFF2-40B4-BE49-F238E27FC236}">
                <a16:creationId xmlns:a16="http://schemas.microsoft.com/office/drawing/2014/main" id="{C7627190-E9B6-4F01-AEA5-BA294C7134C0}"/>
              </a:ext>
            </a:extLst>
          </p:cNvPr>
          <p:cNvSpPr>
            <a:spLocks noGrp="1"/>
          </p:cNvSpPr>
          <p:nvPr/>
        </p:nvSpPr>
        <p:spPr>
          <a:xfrm>
            <a:off x="2200157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11_all_4920">
            <a:extLst>
              <a:ext uri="{FF2B5EF4-FFF2-40B4-BE49-F238E27FC236}">
                <a16:creationId xmlns:a16="http://schemas.microsoft.com/office/drawing/2014/main" id="{6E0E54F3-2A8A-4501-99B4-13014672E9C9}"/>
              </a:ext>
            </a:extLst>
          </p:cNvPr>
          <p:cNvSpPr>
            <a:spLocks noGrp="1"/>
          </p:cNvSpPr>
          <p:nvPr/>
        </p:nvSpPr>
        <p:spPr>
          <a:xfrm>
            <a:off x="2226161" y="3362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6" name="11_all_4921">
            <a:extLst>
              <a:ext uri="{FF2B5EF4-FFF2-40B4-BE49-F238E27FC236}">
                <a16:creationId xmlns:a16="http://schemas.microsoft.com/office/drawing/2014/main" id="{2AB3E454-C21E-4D70-A62A-7CBCCC1FB131}"/>
              </a:ext>
            </a:extLst>
          </p:cNvPr>
          <p:cNvSpPr>
            <a:spLocks noGrp="1"/>
          </p:cNvSpPr>
          <p:nvPr/>
        </p:nvSpPr>
        <p:spPr>
          <a:xfrm>
            <a:off x="2212012" y="344674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11_all_4922">
            <a:extLst>
              <a:ext uri="{FF2B5EF4-FFF2-40B4-BE49-F238E27FC236}">
                <a16:creationId xmlns:a16="http://schemas.microsoft.com/office/drawing/2014/main" id="{A242BB0C-1F76-453F-921B-3E1BDB5B7CB1}"/>
              </a:ext>
            </a:extLst>
          </p:cNvPr>
          <p:cNvSpPr>
            <a:spLocks noGrp="1"/>
          </p:cNvSpPr>
          <p:nvPr/>
        </p:nvSpPr>
        <p:spPr>
          <a:xfrm>
            <a:off x="2234712" y="44007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8" name="11_all_4923">
            <a:extLst>
              <a:ext uri="{FF2B5EF4-FFF2-40B4-BE49-F238E27FC236}">
                <a16:creationId xmlns:a16="http://schemas.microsoft.com/office/drawing/2014/main" id="{705693ED-6319-4058-899C-75691C4B10F6}"/>
              </a:ext>
            </a:extLst>
          </p:cNvPr>
          <p:cNvSpPr>
            <a:spLocks noGrp="1"/>
          </p:cNvSpPr>
          <p:nvPr/>
        </p:nvSpPr>
        <p:spPr>
          <a:xfrm>
            <a:off x="228177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9" name="11_all_4924">
            <a:extLst>
              <a:ext uri="{FF2B5EF4-FFF2-40B4-BE49-F238E27FC236}">
                <a16:creationId xmlns:a16="http://schemas.microsoft.com/office/drawing/2014/main" id="{222DE08F-1EF3-4DBA-90AB-B3015B15DBC7}"/>
              </a:ext>
            </a:extLst>
          </p:cNvPr>
          <p:cNvSpPr>
            <a:spLocks noGrp="1"/>
          </p:cNvSpPr>
          <p:nvPr/>
        </p:nvSpPr>
        <p:spPr>
          <a:xfrm>
            <a:off x="226834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11_all_4925">
            <a:extLst>
              <a:ext uri="{FF2B5EF4-FFF2-40B4-BE49-F238E27FC236}">
                <a16:creationId xmlns:a16="http://schemas.microsoft.com/office/drawing/2014/main" id="{04095746-B000-4D9E-9078-8755A5306163}"/>
              </a:ext>
            </a:extLst>
          </p:cNvPr>
          <p:cNvSpPr>
            <a:spLocks noGrp="1"/>
          </p:cNvSpPr>
          <p:nvPr/>
        </p:nvSpPr>
        <p:spPr>
          <a:xfrm>
            <a:off x="219421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11_all_4926">
            <a:extLst>
              <a:ext uri="{FF2B5EF4-FFF2-40B4-BE49-F238E27FC236}">
                <a16:creationId xmlns:a16="http://schemas.microsoft.com/office/drawing/2014/main" id="{EEB0B769-E17B-4D70-B345-76F1727BE907}"/>
              </a:ext>
            </a:extLst>
          </p:cNvPr>
          <p:cNvSpPr>
            <a:spLocks noGrp="1"/>
          </p:cNvSpPr>
          <p:nvPr/>
        </p:nvSpPr>
        <p:spPr>
          <a:xfrm>
            <a:off x="2251639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11_all_4927">
            <a:extLst>
              <a:ext uri="{FF2B5EF4-FFF2-40B4-BE49-F238E27FC236}">
                <a16:creationId xmlns:a16="http://schemas.microsoft.com/office/drawing/2014/main" id="{D6ACB337-F9B7-4075-ABB4-BAF69612B1E7}"/>
              </a:ext>
            </a:extLst>
          </p:cNvPr>
          <p:cNvSpPr>
            <a:spLocks noGrp="1"/>
          </p:cNvSpPr>
          <p:nvPr/>
        </p:nvSpPr>
        <p:spPr>
          <a:xfrm>
            <a:off x="219249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11_all_4928">
            <a:extLst>
              <a:ext uri="{FF2B5EF4-FFF2-40B4-BE49-F238E27FC236}">
                <a16:creationId xmlns:a16="http://schemas.microsoft.com/office/drawing/2014/main" id="{5F598AA6-3419-40E0-8071-ADF1D5B10077}"/>
              </a:ext>
            </a:extLst>
          </p:cNvPr>
          <p:cNvSpPr>
            <a:spLocks noGrp="1"/>
          </p:cNvSpPr>
          <p:nvPr/>
        </p:nvSpPr>
        <p:spPr>
          <a:xfrm>
            <a:off x="219768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4" name="11_all_4929">
            <a:extLst>
              <a:ext uri="{FF2B5EF4-FFF2-40B4-BE49-F238E27FC236}">
                <a16:creationId xmlns:a16="http://schemas.microsoft.com/office/drawing/2014/main" id="{9B976CF1-797A-405A-9871-CB74A39E9F7B}"/>
              </a:ext>
            </a:extLst>
          </p:cNvPr>
          <p:cNvSpPr>
            <a:spLocks noGrp="1"/>
          </p:cNvSpPr>
          <p:nvPr/>
        </p:nvSpPr>
        <p:spPr>
          <a:xfrm>
            <a:off x="225621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11_all_4930">
            <a:extLst>
              <a:ext uri="{FF2B5EF4-FFF2-40B4-BE49-F238E27FC236}">
                <a16:creationId xmlns:a16="http://schemas.microsoft.com/office/drawing/2014/main" id="{FA6D5B5F-F296-4722-B0B4-555B57668D51}"/>
              </a:ext>
            </a:extLst>
          </p:cNvPr>
          <p:cNvSpPr>
            <a:spLocks noGrp="1"/>
          </p:cNvSpPr>
          <p:nvPr/>
        </p:nvSpPr>
        <p:spPr>
          <a:xfrm>
            <a:off x="228831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11_all_4931">
            <a:extLst>
              <a:ext uri="{FF2B5EF4-FFF2-40B4-BE49-F238E27FC236}">
                <a16:creationId xmlns:a16="http://schemas.microsoft.com/office/drawing/2014/main" id="{41D48A96-431F-4015-BCEA-384B2B5ED1DE}"/>
              </a:ext>
            </a:extLst>
          </p:cNvPr>
          <p:cNvSpPr>
            <a:spLocks noGrp="1"/>
          </p:cNvSpPr>
          <p:nvPr/>
        </p:nvSpPr>
        <p:spPr>
          <a:xfrm>
            <a:off x="2156536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11_all_4932">
            <a:extLst>
              <a:ext uri="{FF2B5EF4-FFF2-40B4-BE49-F238E27FC236}">
                <a16:creationId xmlns:a16="http://schemas.microsoft.com/office/drawing/2014/main" id="{F380937C-56FC-4062-A972-73E0EE8DCEA6}"/>
              </a:ext>
            </a:extLst>
          </p:cNvPr>
          <p:cNvSpPr>
            <a:spLocks noGrp="1"/>
          </p:cNvSpPr>
          <p:nvPr/>
        </p:nvSpPr>
        <p:spPr>
          <a:xfrm>
            <a:off x="215307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11_all_4933">
            <a:extLst>
              <a:ext uri="{FF2B5EF4-FFF2-40B4-BE49-F238E27FC236}">
                <a16:creationId xmlns:a16="http://schemas.microsoft.com/office/drawing/2014/main" id="{2A121DA5-4C29-430F-8DE9-4C05E1F4DAA7}"/>
              </a:ext>
            </a:extLst>
          </p:cNvPr>
          <p:cNvSpPr>
            <a:spLocks noGrp="1"/>
          </p:cNvSpPr>
          <p:nvPr/>
        </p:nvSpPr>
        <p:spPr>
          <a:xfrm>
            <a:off x="227755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9" name="11_all_4934">
            <a:extLst>
              <a:ext uri="{FF2B5EF4-FFF2-40B4-BE49-F238E27FC236}">
                <a16:creationId xmlns:a16="http://schemas.microsoft.com/office/drawing/2014/main" id="{7169DE0C-D8BB-4447-B5D6-93AEA16EDBA1}"/>
              </a:ext>
            </a:extLst>
          </p:cNvPr>
          <p:cNvSpPr>
            <a:spLocks noGrp="1"/>
          </p:cNvSpPr>
          <p:nvPr/>
        </p:nvSpPr>
        <p:spPr>
          <a:xfrm>
            <a:off x="215242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11_all_4935">
            <a:extLst>
              <a:ext uri="{FF2B5EF4-FFF2-40B4-BE49-F238E27FC236}">
                <a16:creationId xmlns:a16="http://schemas.microsoft.com/office/drawing/2014/main" id="{F82E26A3-4E66-48E7-B297-240EF2A8D4B1}"/>
              </a:ext>
            </a:extLst>
          </p:cNvPr>
          <p:cNvSpPr>
            <a:spLocks noGrp="1"/>
          </p:cNvSpPr>
          <p:nvPr/>
        </p:nvSpPr>
        <p:spPr>
          <a:xfrm>
            <a:off x="2199290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1" name="11_all_4936">
            <a:extLst>
              <a:ext uri="{FF2B5EF4-FFF2-40B4-BE49-F238E27FC236}">
                <a16:creationId xmlns:a16="http://schemas.microsoft.com/office/drawing/2014/main" id="{0E6BBD42-1893-45FA-A9AD-32E6C0B74C17}"/>
              </a:ext>
            </a:extLst>
          </p:cNvPr>
          <p:cNvSpPr>
            <a:spLocks noGrp="1"/>
          </p:cNvSpPr>
          <p:nvPr/>
        </p:nvSpPr>
        <p:spPr>
          <a:xfrm>
            <a:off x="221613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11_all_4937">
            <a:extLst>
              <a:ext uri="{FF2B5EF4-FFF2-40B4-BE49-F238E27FC236}">
                <a16:creationId xmlns:a16="http://schemas.microsoft.com/office/drawing/2014/main" id="{61189EBE-9BF7-4E1E-B71A-D1A1B9216FD4}"/>
              </a:ext>
            </a:extLst>
          </p:cNvPr>
          <p:cNvSpPr>
            <a:spLocks noGrp="1"/>
          </p:cNvSpPr>
          <p:nvPr/>
        </p:nvSpPr>
        <p:spPr>
          <a:xfrm>
            <a:off x="2148298" y="42565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11_all_4938">
            <a:extLst>
              <a:ext uri="{FF2B5EF4-FFF2-40B4-BE49-F238E27FC236}">
                <a16:creationId xmlns:a16="http://schemas.microsoft.com/office/drawing/2014/main" id="{781D6613-0278-4715-8CEB-5784FAD048D3}"/>
              </a:ext>
            </a:extLst>
          </p:cNvPr>
          <p:cNvSpPr>
            <a:spLocks noGrp="1"/>
          </p:cNvSpPr>
          <p:nvPr/>
        </p:nvSpPr>
        <p:spPr>
          <a:xfrm>
            <a:off x="2167522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4" name="11_all_4939">
            <a:extLst>
              <a:ext uri="{FF2B5EF4-FFF2-40B4-BE49-F238E27FC236}">
                <a16:creationId xmlns:a16="http://schemas.microsoft.com/office/drawing/2014/main" id="{7EB4DA23-C71C-4807-A92C-DF638D8AC6BC}"/>
              </a:ext>
            </a:extLst>
          </p:cNvPr>
          <p:cNvSpPr>
            <a:spLocks noGrp="1"/>
          </p:cNvSpPr>
          <p:nvPr/>
        </p:nvSpPr>
        <p:spPr>
          <a:xfrm>
            <a:off x="219902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11_all_4940">
            <a:extLst>
              <a:ext uri="{FF2B5EF4-FFF2-40B4-BE49-F238E27FC236}">
                <a16:creationId xmlns:a16="http://schemas.microsoft.com/office/drawing/2014/main" id="{CE2AB079-E89B-4570-A6D9-E34AC84A4012}"/>
              </a:ext>
            </a:extLst>
          </p:cNvPr>
          <p:cNvSpPr>
            <a:spLocks noGrp="1"/>
          </p:cNvSpPr>
          <p:nvPr/>
        </p:nvSpPr>
        <p:spPr>
          <a:xfrm>
            <a:off x="219147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6" name="11_all_4941">
            <a:extLst>
              <a:ext uri="{FF2B5EF4-FFF2-40B4-BE49-F238E27FC236}">
                <a16:creationId xmlns:a16="http://schemas.microsoft.com/office/drawing/2014/main" id="{30ED9468-63F8-46EB-98C4-84C38D94EABF}"/>
              </a:ext>
            </a:extLst>
          </p:cNvPr>
          <p:cNvSpPr>
            <a:spLocks noGrp="1"/>
          </p:cNvSpPr>
          <p:nvPr/>
        </p:nvSpPr>
        <p:spPr>
          <a:xfrm>
            <a:off x="228200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11_all_4942">
            <a:extLst>
              <a:ext uri="{FF2B5EF4-FFF2-40B4-BE49-F238E27FC236}">
                <a16:creationId xmlns:a16="http://schemas.microsoft.com/office/drawing/2014/main" id="{E3765F11-74AC-4B03-A575-8648CD67334F}"/>
              </a:ext>
            </a:extLst>
          </p:cNvPr>
          <p:cNvSpPr>
            <a:spLocks noGrp="1"/>
          </p:cNvSpPr>
          <p:nvPr/>
        </p:nvSpPr>
        <p:spPr>
          <a:xfrm>
            <a:off x="22022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11_all_4943">
            <a:extLst>
              <a:ext uri="{FF2B5EF4-FFF2-40B4-BE49-F238E27FC236}">
                <a16:creationId xmlns:a16="http://schemas.microsoft.com/office/drawing/2014/main" id="{2AB41CA9-84AD-45C8-AFF3-B4EFC6AAF1DF}"/>
              </a:ext>
            </a:extLst>
          </p:cNvPr>
          <p:cNvSpPr>
            <a:spLocks noGrp="1"/>
          </p:cNvSpPr>
          <p:nvPr/>
        </p:nvSpPr>
        <p:spPr>
          <a:xfrm>
            <a:off x="2232713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11_all_4944">
            <a:extLst>
              <a:ext uri="{FF2B5EF4-FFF2-40B4-BE49-F238E27FC236}">
                <a16:creationId xmlns:a16="http://schemas.microsoft.com/office/drawing/2014/main" id="{6862B6F9-DFE5-44C4-9F69-0A952D41E636}"/>
              </a:ext>
            </a:extLst>
          </p:cNvPr>
          <p:cNvSpPr>
            <a:spLocks noGrp="1"/>
          </p:cNvSpPr>
          <p:nvPr/>
        </p:nvSpPr>
        <p:spPr>
          <a:xfrm>
            <a:off x="2149635" y="346514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0" name="11_all_4945">
            <a:extLst>
              <a:ext uri="{FF2B5EF4-FFF2-40B4-BE49-F238E27FC236}">
                <a16:creationId xmlns:a16="http://schemas.microsoft.com/office/drawing/2014/main" id="{2EAADB16-489D-4EB6-8731-B99C5B9418A7}"/>
              </a:ext>
            </a:extLst>
          </p:cNvPr>
          <p:cNvSpPr>
            <a:spLocks noGrp="1"/>
          </p:cNvSpPr>
          <p:nvPr/>
        </p:nvSpPr>
        <p:spPr>
          <a:xfrm>
            <a:off x="215058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11_all_4946">
            <a:extLst>
              <a:ext uri="{FF2B5EF4-FFF2-40B4-BE49-F238E27FC236}">
                <a16:creationId xmlns:a16="http://schemas.microsoft.com/office/drawing/2014/main" id="{C7B4D2FB-37B7-41A7-82EC-311CDA185E01}"/>
              </a:ext>
            </a:extLst>
          </p:cNvPr>
          <p:cNvSpPr>
            <a:spLocks noGrp="1"/>
          </p:cNvSpPr>
          <p:nvPr/>
        </p:nvSpPr>
        <p:spPr>
          <a:xfrm>
            <a:off x="222959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11_all_4947">
            <a:extLst>
              <a:ext uri="{FF2B5EF4-FFF2-40B4-BE49-F238E27FC236}">
                <a16:creationId xmlns:a16="http://schemas.microsoft.com/office/drawing/2014/main" id="{661B2E81-FE9A-42E2-9462-D28C207F8D27}"/>
              </a:ext>
            </a:extLst>
          </p:cNvPr>
          <p:cNvSpPr>
            <a:spLocks noGrp="1"/>
          </p:cNvSpPr>
          <p:nvPr/>
        </p:nvSpPr>
        <p:spPr>
          <a:xfrm>
            <a:off x="22116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11_all_4948">
            <a:extLst>
              <a:ext uri="{FF2B5EF4-FFF2-40B4-BE49-F238E27FC236}">
                <a16:creationId xmlns:a16="http://schemas.microsoft.com/office/drawing/2014/main" id="{DC11E499-2E15-4838-BFBC-579790335F32}"/>
              </a:ext>
            </a:extLst>
          </p:cNvPr>
          <p:cNvSpPr>
            <a:spLocks noGrp="1"/>
          </p:cNvSpPr>
          <p:nvPr/>
        </p:nvSpPr>
        <p:spPr>
          <a:xfrm>
            <a:off x="227012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11_all_4949">
            <a:extLst>
              <a:ext uri="{FF2B5EF4-FFF2-40B4-BE49-F238E27FC236}">
                <a16:creationId xmlns:a16="http://schemas.microsoft.com/office/drawing/2014/main" id="{23854DA8-A8E3-4999-821D-2D17960DE2E1}"/>
              </a:ext>
            </a:extLst>
          </p:cNvPr>
          <p:cNvSpPr>
            <a:spLocks noGrp="1"/>
          </p:cNvSpPr>
          <p:nvPr/>
        </p:nvSpPr>
        <p:spPr>
          <a:xfrm>
            <a:off x="227157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5" name="11_all_4950">
            <a:extLst>
              <a:ext uri="{FF2B5EF4-FFF2-40B4-BE49-F238E27FC236}">
                <a16:creationId xmlns:a16="http://schemas.microsoft.com/office/drawing/2014/main" id="{CF8F7FCF-150D-4340-BB57-6E8367C2E3F2}"/>
              </a:ext>
            </a:extLst>
          </p:cNvPr>
          <p:cNvSpPr>
            <a:spLocks noGrp="1"/>
          </p:cNvSpPr>
          <p:nvPr/>
        </p:nvSpPr>
        <p:spPr>
          <a:xfrm>
            <a:off x="229140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11_all_4951">
            <a:extLst>
              <a:ext uri="{FF2B5EF4-FFF2-40B4-BE49-F238E27FC236}">
                <a16:creationId xmlns:a16="http://schemas.microsoft.com/office/drawing/2014/main" id="{AD4A3881-6A2C-44E4-9BD5-B7306475E94F}"/>
              </a:ext>
            </a:extLst>
          </p:cNvPr>
          <p:cNvSpPr>
            <a:spLocks noGrp="1"/>
          </p:cNvSpPr>
          <p:nvPr/>
        </p:nvSpPr>
        <p:spPr>
          <a:xfrm>
            <a:off x="220988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7" name="11_all_4952">
            <a:extLst>
              <a:ext uri="{FF2B5EF4-FFF2-40B4-BE49-F238E27FC236}">
                <a16:creationId xmlns:a16="http://schemas.microsoft.com/office/drawing/2014/main" id="{BBB53F13-A5C1-4BA3-BF37-B6489CB9810E}"/>
              </a:ext>
            </a:extLst>
          </p:cNvPr>
          <p:cNvSpPr>
            <a:spLocks noGrp="1"/>
          </p:cNvSpPr>
          <p:nvPr/>
        </p:nvSpPr>
        <p:spPr>
          <a:xfrm>
            <a:off x="2149733" y="43007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11_all_4953">
            <a:extLst>
              <a:ext uri="{FF2B5EF4-FFF2-40B4-BE49-F238E27FC236}">
                <a16:creationId xmlns:a16="http://schemas.microsoft.com/office/drawing/2014/main" id="{037A1648-A396-4C47-A57F-5CDBC6E30CE3}"/>
              </a:ext>
            </a:extLst>
          </p:cNvPr>
          <p:cNvSpPr>
            <a:spLocks noGrp="1"/>
          </p:cNvSpPr>
          <p:nvPr/>
        </p:nvSpPr>
        <p:spPr>
          <a:xfrm>
            <a:off x="216850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9" name="11_all_4954">
            <a:extLst>
              <a:ext uri="{FF2B5EF4-FFF2-40B4-BE49-F238E27FC236}">
                <a16:creationId xmlns:a16="http://schemas.microsoft.com/office/drawing/2014/main" id="{6BB9D9F6-1085-4DED-BD45-E378E92F9560}"/>
              </a:ext>
            </a:extLst>
          </p:cNvPr>
          <p:cNvSpPr>
            <a:spLocks noGrp="1"/>
          </p:cNvSpPr>
          <p:nvPr/>
        </p:nvSpPr>
        <p:spPr>
          <a:xfrm>
            <a:off x="222018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0" name="11_all_4955">
            <a:extLst>
              <a:ext uri="{FF2B5EF4-FFF2-40B4-BE49-F238E27FC236}">
                <a16:creationId xmlns:a16="http://schemas.microsoft.com/office/drawing/2014/main" id="{44E6566B-F4B7-44B6-895B-C192D174C766}"/>
              </a:ext>
            </a:extLst>
          </p:cNvPr>
          <p:cNvSpPr>
            <a:spLocks noGrp="1"/>
          </p:cNvSpPr>
          <p:nvPr/>
        </p:nvSpPr>
        <p:spPr>
          <a:xfrm>
            <a:off x="225088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11_all_4956">
            <a:extLst>
              <a:ext uri="{FF2B5EF4-FFF2-40B4-BE49-F238E27FC236}">
                <a16:creationId xmlns:a16="http://schemas.microsoft.com/office/drawing/2014/main" id="{B15C31CF-94E2-47A9-8BBE-A87D5C00AF56}"/>
              </a:ext>
            </a:extLst>
          </p:cNvPr>
          <p:cNvSpPr>
            <a:spLocks noGrp="1"/>
          </p:cNvSpPr>
          <p:nvPr/>
        </p:nvSpPr>
        <p:spPr>
          <a:xfrm>
            <a:off x="216790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11_all_4957">
            <a:extLst>
              <a:ext uri="{FF2B5EF4-FFF2-40B4-BE49-F238E27FC236}">
                <a16:creationId xmlns:a16="http://schemas.microsoft.com/office/drawing/2014/main" id="{87D5A1D9-D2E9-455C-BCB1-FAA0044FA860}"/>
              </a:ext>
            </a:extLst>
          </p:cNvPr>
          <p:cNvSpPr>
            <a:spLocks noGrp="1"/>
          </p:cNvSpPr>
          <p:nvPr/>
        </p:nvSpPr>
        <p:spPr>
          <a:xfrm>
            <a:off x="228519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11_all_4958">
            <a:extLst>
              <a:ext uri="{FF2B5EF4-FFF2-40B4-BE49-F238E27FC236}">
                <a16:creationId xmlns:a16="http://schemas.microsoft.com/office/drawing/2014/main" id="{615A6475-F674-4800-8814-F09F428D3E15}"/>
              </a:ext>
            </a:extLst>
          </p:cNvPr>
          <p:cNvSpPr>
            <a:spLocks noGrp="1"/>
          </p:cNvSpPr>
          <p:nvPr/>
        </p:nvSpPr>
        <p:spPr>
          <a:xfrm>
            <a:off x="225254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11_all_4959">
            <a:extLst>
              <a:ext uri="{FF2B5EF4-FFF2-40B4-BE49-F238E27FC236}">
                <a16:creationId xmlns:a16="http://schemas.microsoft.com/office/drawing/2014/main" id="{1038154B-40EE-494E-B9D8-71283E1D5CF6}"/>
              </a:ext>
            </a:extLst>
          </p:cNvPr>
          <p:cNvSpPr>
            <a:spLocks noGrp="1"/>
          </p:cNvSpPr>
          <p:nvPr/>
        </p:nvSpPr>
        <p:spPr>
          <a:xfrm>
            <a:off x="2194675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5" name="11_all_4960">
            <a:extLst>
              <a:ext uri="{FF2B5EF4-FFF2-40B4-BE49-F238E27FC236}">
                <a16:creationId xmlns:a16="http://schemas.microsoft.com/office/drawing/2014/main" id="{43EEEDAB-8B20-474B-A1E5-2600A072271B}"/>
              </a:ext>
            </a:extLst>
          </p:cNvPr>
          <p:cNvSpPr>
            <a:spLocks noGrp="1"/>
          </p:cNvSpPr>
          <p:nvPr/>
        </p:nvSpPr>
        <p:spPr>
          <a:xfrm>
            <a:off x="2184441" y="44485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11_all_4961">
            <a:extLst>
              <a:ext uri="{FF2B5EF4-FFF2-40B4-BE49-F238E27FC236}">
                <a16:creationId xmlns:a16="http://schemas.microsoft.com/office/drawing/2014/main" id="{76F14C46-6DCE-4248-8323-02503FD1827D}"/>
              </a:ext>
            </a:extLst>
          </p:cNvPr>
          <p:cNvSpPr>
            <a:spLocks noGrp="1"/>
          </p:cNvSpPr>
          <p:nvPr/>
        </p:nvSpPr>
        <p:spPr>
          <a:xfrm>
            <a:off x="214710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11_all_4962">
            <a:extLst>
              <a:ext uri="{FF2B5EF4-FFF2-40B4-BE49-F238E27FC236}">
                <a16:creationId xmlns:a16="http://schemas.microsoft.com/office/drawing/2014/main" id="{4A272B0B-35D1-4A66-AE7D-2D2A0BE1ABC1}"/>
              </a:ext>
            </a:extLst>
          </p:cNvPr>
          <p:cNvSpPr>
            <a:spLocks noGrp="1"/>
          </p:cNvSpPr>
          <p:nvPr/>
        </p:nvSpPr>
        <p:spPr>
          <a:xfrm>
            <a:off x="227258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11_all_4963">
            <a:extLst>
              <a:ext uri="{FF2B5EF4-FFF2-40B4-BE49-F238E27FC236}">
                <a16:creationId xmlns:a16="http://schemas.microsoft.com/office/drawing/2014/main" id="{A01AF98B-2BCA-4D13-8217-C1CEBAF4CB54}"/>
              </a:ext>
            </a:extLst>
          </p:cNvPr>
          <p:cNvSpPr>
            <a:spLocks noGrp="1"/>
          </p:cNvSpPr>
          <p:nvPr/>
        </p:nvSpPr>
        <p:spPr>
          <a:xfrm>
            <a:off x="228840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9" name="11_all_4964">
            <a:extLst>
              <a:ext uri="{FF2B5EF4-FFF2-40B4-BE49-F238E27FC236}">
                <a16:creationId xmlns:a16="http://schemas.microsoft.com/office/drawing/2014/main" id="{4516113E-B7E5-4DBA-82F8-6E61C5A92E17}"/>
              </a:ext>
            </a:extLst>
          </p:cNvPr>
          <p:cNvSpPr>
            <a:spLocks noGrp="1"/>
          </p:cNvSpPr>
          <p:nvPr/>
        </p:nvSpPr>
        <p:spPr>
          <a:xfrm>
            <a:off x="222371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0" name="11_all_4965">
            <a:extLst>
              <a:ext uri="{FF2B5EF4-FFF2-40B4-BE49-F238E27FC236}">
                <a16:creationId xmlns:a16="http://schemas.microsoft.com/office/drawing/2014/main" id="{050A561A-9FFB-425D-BBAC-ADA0AB2B5535}"/>
              </a:ext>
            </a:extLst>
          </p:cNvPr>
          <p:cNvSpPr>
            <a:spLocks noGrp="1"/>
          </p:cNvSpPr>
          <p:nvPr/>
        </p:nvSpPr>
        <p:spPr>
          <a:xfrm>
            <a:off x="226780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11_all_4966">
            <a:extLst>
              <a:ext uri="{FF2B5EF4-FFF2-40B4-BE49-F238E27FC236}">
                <a16:creationId xmlns:a16="http://schemas.microsoft.com/office/drawing/2014/main" id="{9326FF1D-6E86-4FCC-B432-E9D63E605608}"/>
              </a:ext>
            </a:extLst>
          </p:cNvPr>
          <p:cNvSpPr>
            <a:spLocks noGrp="1"/>
          </p:cNvSpPr>
          <p:nvPr/>
        </p:nvSpPr>
        <p:spPr>
          <a:xfrm>
            <a:off x="226245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2" name="11_all_4967">
            <a:extLst>
              <a:ext uri="{FF2B5EF4-FFF2-40B4-BE49-F238E27FC236}">
                <a16:creationId xmlns:a16="http://schemas.microsoft.com/office/drawing/2014/main" id="{99168F30-8E39-49B8-8582-0B193450F462}"/>
              </a:ext>
            </a:extLst>
          </p:cNvPr>
          <p:cNvSpPr>
            <a:spLocks noGrp="1"/>
          </p:cNvSpPr>
          <p:nvPr/>
        </p:nvSpPr>
        <p:spPr>
          <a:xfrm>
            <a:off x="217024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11_all_4968">
            <a:extLst>
              <a:ext uri="{FF2B5EF4-FFF2-40B4-BE49-F238E27FC236}">
                <a16:creationId xmlns:a16="http://schemas.microsoft.com/office/drawing/2014/main" id="{973753FB-E86E-4A86-9CEE-FF4BBEB5B1A0}"/>
              </a:ext>
            </a:extLst>
          </p:cNvPr>
          <p:cNvSpPr>
            <a:spLocks noGrp="1"/>
          </p:cNvSpPr>
          <p:nvPr/>
        </p:nvSpPr>
        <p:spPr>
          <a:xfrm>
            <a:off x="225207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4" name="11_all_4969">
            <a:extLst>
              <a:ext uri="{FF2B5EF4-FFF2-40B4-BE49-F238E27FC236}">
                <a16:creationId xmlns:a16="http://schemas.microsoft.com/office/drawing/2014/main" id="{AAF97E73-E9D0-4623-AA41-532A8ACF2AF9}"/>
              </a:ext>
            </a:extLst>
          </p:cNvPr>
          <p:cNvSpPr>
            <a:spLocks noGrp="1"/>
          </p:cNvSpPr>
          <p:nvPr/>
        </p:nvSpPr>
        <p:spPr>
          <a:xfrm>
            <a:off x="2230985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5" name="11_all_4970">
            <a:extLst>
              <a:ext uri="{FF2B5EF4-FFF2-40B4-BE49-F238E27FC236}">
                <a16:creationId xmlns:a16="http://schemas.microsoft.com/office/drawing/2014/main" id="{56148B9A-8B69-4455-9B75-50CA27027D10}"/>
              </a:ext>
            </a:extLst>
          </p:cNvPr>
          <p:cNvSpPr>
            <a:spLocks noGrp="1"/>
          </p:cNvSpPr>
          <p:nvPr/>
        </p:nvSpPr>
        <p:spPr>
          <a:xfrm>
            <a:off x="224792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11_all_4971">
            <a:extLst>
              <a:ext uri="{FF2B5EF4-FFF2-40B4-BE49-F238E27FC236}">
                <a16:creationId xmlns:a16="http://schemas.microsoft.com/office/drawing/2014/main" id="{0F2F9ECF-84E0-4C52-9E19-BD3AE5A10C66}"/>
              </a:ext>
            </a:extLst>
          </p:cNvPr>
          <p:cNvSpPr>
            <a:spLocks noGrp="1"/>
          </p:cNvSpPr>
          <p:nvPr/>
        </p:nvSpPr>
        <p:spPr>
          <a:xfrm>
            <a:off x="224752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11_all_4972">
            <a:extLst>
              <a:ext uri="{FF2B5EF4-FFF2-40B4-BE49-F238E27FC236}">
                <a16:creationId xmlns:a16="http://schemas.microsoft.com/office/drawing/2014/main" id="{3BB6768F-3691-44C3-8CE6-05950236FB55}"/>
              </a:ext>
            </a:extLst>
          </p:cNvPr>
          <p:cNvSpPr>
            <a:spLocks noGrp="1"/>
          </p:cNvSpPr>
          <p:nvPr/>
        </p:nvSpPr>
        <p:spPr>
          <a:xfrm>
            <a:off x="223526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11_all_4973">
            <a:extLst>
              <a:ext uri="{FF2B5EF4-FFF2-40B4-BE49-F238E27FC236}">
                <a16:creationId xmlns:a16="http://schemas.microsoft.com/office/drawing/2014/main" id="{B4DF9D5E-7142-4F48-A6AF-E42D50915D14}"/>
              </a:ext>
            </a:extLst>
          </p:cNvPr>
          <p:cNvSpPr>
            <a:spLocks noGrp="1"/>
          </p:cNvSpPr>
          <p:nvPr/>
        </p:nvSpPr>
        <p:spPr>
          <a:xfrm>
            <a:off x="21709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11_all_4974">
            <a:extLst>
              <a:ext uri="{FF2B5EF4-FFF2-40B4-BE49-F238E27FC236}">
                <a16:creationId xmlns:a16="http://schemas.microsoft.com/office/drawing/2014/main" id="{C7555539-E784-414A-8C53-6C7A29BF1325}"/>
              </a:ext>
            </a:extLst>
          </p:cNvPr>
          <p:cNvSpPr>
            <a:spLocks noGrp="1"/>
          </p:cNvSpPr>
          <p:nvPr/>
        </p:nvSpPr>
        <p:spPr>
          <a:xfrm>
            <a:off x="2235375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0" name="11_all_4975">
            <a:extLst>
              <a:ext uri="{FF2B5EF4-FFF2-40B4-BE49-F238E27FC236}">
                <a16:creationId xmlns:a16="http://schemas.microsoft.com/office/drawing/2014/main" id="{93B06056-1C5B-4C59-82C3-ED018489B803}"/>
              </a:ext>
            </a:extLst>
          </p:cNvPr>
          <p:cNvSpPr>
            <a:spLocks noGrp="1"/>
          </p:cNvSpPr>
          <p:nvPr/>
        </p:nvSpPr>
        <p:spPr>
          <a:xfrm>
            <a:off x="227173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11_all_4976">
            <a:extLst>
              <a:ext uri="{FF2B5EF4-FFF2-40B4-BE49-F238E27FC236}">
                <a16:creationId xmlns:a16="http://schemas.microsoft.com/office/drawing/2014/main" id="{91BBE405-9671-468C-BE72-49801FFE0013}"/>
              </a:ext>
            </a:extLst>
          </p:cNvPr>
          <p:cNvSpPr>
            <a:spLocks noGrp="1"/>
          </p:cNvSpPr>
          <p:nvPr/>
        </p:nvSpPr>
        <p:spPr>
          <a:xfrm>
            <a:off x="228367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2" name="11_all_4977">
            <a:extLst>
              <a:ext uri="{FF2B5EF4-FFF2-40B4-BE49-F238E27FC236}">
                <a16:creationId xmlns:a16="http://schemas.microsoft.com/office/drawing/2014/main" id="{E077C328-1415-46D4-B2C0-1748812E5A08}"/>
              </a:ext>
            </a:extLst>
          </p:cNvPr>
          <p:cNvSpPr>
            <a:spLocks noGrp="1"/>
          </p:cNvSpPr>
          <p:nvPr/>
        </p:nvSpPr>
        <p:spPr>
          <a:xfrm>
            <a:off x="228703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11_all_4978">
            <a:extLst>
              <a:ext uri="{FF2B5EF4-FFF2-40B4-BE49-F238E27FC236}">
                <a16:creationId xmlns:a16="http://schemas.microsoft.com/office/drawing/2014/main" id="{466E22DA-1CD1-45F5-A808-80AEBDE86F19}"/>
              </a:ext>
            </a:extLst>
          </p:cNvPr>
          <p:cNvSpPr>
            <a:spLocks noGrp="1"/>
          </p:cNvSpPr>
          <p:nvPr/>
        </p:nvSpPr>
        <p:spPr>
          <a:xfrm>
            <a:off x="229227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4" name="11_all_4979">
            <a:extLst>
              <a:ext uri="{FF2B5EF4-FFF2-40B4-BE49-F238E27FC236}">
                <a16:creationId xmlns:a16="http://schemas.microsoft.com/office/drawing/2014/main" id="{F1A35742-F9B1-4CA9-A00F-83F3F33D1D3E}"/>
              </a:ext>
            </a:extLst>
          </p:cNvPr>
          <p:cNvSpPr>
            <a:spLocks noGrp="1"/>
          </p:cNvSpPr>
          <p:nvPr/>
        </p:nvSpPr>
        <p:spPr>
          <a:xfrm>
            <a:off x="228204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11_all_4980">
            <a:extLst>
              <a:ext uri="{FF2B5EF4-FFF2-40B4-BE49-F238E27FC236}">
                <a16:creationId xmlns:a16="http://schemas.microsoft.com/office/drawing/2014/main" id="{4727701F-A968-42CC-A6D8-3772EBD99996}"/>
              </a:ext>
            </a:extLst>
          </p:cNvPr>
          <p:cNvSpPr>
            <a:spLocks noGrp="1"/>
          </p:cNvSpPr>
          <p:nvPr/>
        </p:nvSpPr>
        <p:spPr>
          <a:xfrm>
            <a:off x="223558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11_all_4981">
            <a:extLst>
              <a:ext uri="{FF2B5EF4-FFF2-40B4-BE49-F238E27FC236}">
                <a16:creationId xmlns:a16="http://schemas.microsoft.com/office/drawing/2014/main" id="{46855B87-7B1C-44F2-9576-EA996F45C32E}"/>
              </a:ext>
            </a:extLst>
          </p:cNvPr>
          <p:cNvSpPr>
            <a:spLocks noGrp="1"/>
          </p:cNvSpPr>
          <p:nvPr/>
        </p:nvSpPr>
        <p:spPr>
          <a:xfrm>
            <a:off x="2276186" y="43677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11_all_4982">
            <a:extLst>
              <a:ext uri="{FF2B5EF4-FFF2-40B4-BE49-F238E27FC236}">
                <a16:creationId xmlns:a16="http://schemas.microsoft.com/office/drawing/2014/main" id="{D6C8D533-CCB8-488F-916A-CA5E0CCF9081}"/>
              </a:ext>
            </a:extLst>
          </p:cNvPr>
          <p:cNvSpPr>
            <a:spLocks noGrp="1"/>
          </p:cNvSpPr>
          <p:nvPr/>
        </p:nvSpPr>
        <p:spPr>
          <a:xfrm>
            <a:off x="2276675" y="39688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11_all_4983">
            <a:extLst>
              <a:ext uri="{FF2B5EF4-FFF2-40B4-BE49-F238E27FC236}">
                <a16:creationId xmlns:a16="http://schemas.microsoft.com/office/drawing/2014/main" id="{21C35C52-A5AE-4DC0-94BC-D74A199BAF57}"/>
              </a:ext>
            </a:extLst>
          </p:cNvPr>
          <p:cNvSpPr>
            <a:spLocks noGrp="1"/>
          </p:cNvSpPr>
          <p:nvPr/>
        </p:nvSpPr>
        <p:spPr>
          <a:xfrm>
            <a:off x="21652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9" name="11_all_4984">
            <a:extLst>
              <a:ext uri="{FF2B5EF4-FFF2-40B4-BE49-F238E27FC236}">
                <a16:creationId xmlns:a16="http://schemas.microsoft.com/office/drawing/2014/main" id="{3D398EFE-EA44-4DCF-B7EC-496817A498ED}"/>
              </a:ext>
            </a:extLst>
          </p:cNvPr>
          <p:cNvSpPr>
            <a:spLocks noGrp="1"/>
          </p:cNvSpPr>
          <p:nvPr/>
        </p:nvSpPr>
        <p:spPr>
          <a:xfrm>
            <a:off x="22466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11_all_4985">
            <a:extLst>
              <a:ext uri="{FF2B5EF4-FFF2-40B4-BE49-F238E27FC236}">
                <a16:creationId xmlns:a16="http://schemas.microsoft.com/office/drawing/2014/main" id="{65771A49-A633-4711-90D1-0FBAD7AFE59D}"/>
              </a:ext>
            </a:extLst>
          </p:cNvPr>
          <p:cNvSpPr>
            <a:spLocks noGrp="1"/>
          </p:cNvSpPr>
          <p:nvPr/>
        </p:nvSpPr>
        <p:spPr>
          <a:xfrm>
            <a:off x="221843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1" name="11_all_4986">
            <a:extLst>
              <a:ext uri="{FF2B5EF4-FFF2-40B4-BE49-F238E27FC236}">
                <a16:creationId xmlns:a16="http://schemas.microsoft.com/office/drawing/2014/main" id="{F2EA5362-5FA8-49AF-87C9-BEB28F935674}"/>
              </a:ext>
            </a:extLst>
          </p:cNvPr>
          <p:cNvSpPr>
            <a:spLocks noGrp="1"/>
          </p:cNvSpPr>
          <p:nvPr/>
        </p:nvSpPr>
        <p:spPr>
          <a:xfrm>
            <a:off x="217568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11_all_4987">
            <a:extLst>
              <a:ext uri="{FF2B5EF4-FFF2-40B4-BE49-F238E27FC236}">
                <a16:creationId xmlns:a16="http://schemas.microsoft.com/office/drawing/2014/main" id="{42685AC3-975F-41DE-B079-5F64E2720A48}"/>
              </a:ext>
            </a:extLst>
          </p:cNvPr>
          <p:cNvSpPr>
            <a:spLocks noGrp="1"/>
          </p:cNvSpPr>
          <p:nvPr/>
        </p:nvSpPr>
        <p:spPr>
          <a:xfrm>
            <a:off x="226265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3" name="11_all_4988">
            <a:extLst>
              <a:ext uri="{FF2B5EF4-FFF2-40B4-BE49-F238E27FC236}">
                <a16:creationId xmlns:a16="http://schemas.microsoft.com/office/drawing/2014/main" id="{F51D96CE-F1C8-42EC-A24F-E3955BC1A9DD}"/>
              </a:ext>
            </a:extLst>
          </p:cNvPr>
          <p:cNvSpPr>
            <a:spLocks noGrp="1"/>
          </p:cNvSpPr>
          <p:nvPr/>
        </p:nvSpPr>
        <p:spPr>
          <a:xfrm>
            <a:off x="224325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11_all_4989">
            <a:extLst>
              <a:ext uri="{FF2B5EF4-FFF2-40B4-BE49-F238E27FC236}">
                <a16:creationId xmlns:a16="http://schemas.microsoft.com/office/drawing/2014/main" id="{3A688E57-298B-4CBC-970B-2C111C281650}"/>
              </a:ext>
            </a:extLst>
          </p:cNvPr>
          <p:cNvSpPr>
            <a:spLocks noGrp="1"/>
          </p:cNvSpPr>
          <p:nvPr/>
        </p:nvSpPr>
        <p:spPr>
          <a:xfrm>
            <a:off x="218310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5" name="11_all_4990">
            <a:extLst>
              <a:ext uri="{FF2B5EF4-FFF2-40B4-BE49-F238E27FC236}">
                <a16:creationId xmlns:a16="http://schemas.microsoft.com/office/drawing/2014/main" id="{096EFC3B-64E7-4699-8191-8CC9B5D4BC72}"/>
              </a:ext>
            </a:extLst>
          </p:cNvPr>
          <p:cNvSpPr>
            <a:spLocks noGrp="1"/>
          </p:cNvSpPr>
          <p:nvPr/>
        </p:nvSpPr>
        <p:spPr>
          <a:xfrm>
            <a:off x="2165855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11_all_4991">
            <a:extLst>
              <a:ext uri="{FF2B5EF4-FFF2-40B4-BE49-F238E27FC236}">
                <a16:creationId xmlns:a16="http://schemas.microsoft.com/office/drawing/2014/main" id="{6B075C3C-30AA-42E4-8A88-F70D0BBD4736}"/>
              </a:ext>
            </a:extLst>
          </p:cNvPr>
          <p:cNvSpPr>
            <a:spLocks noGrp="1"/>
          </p:cNvSpPr>
          <p:nvPr/>
        </p:nvSpPr>
        <p:spPr>
          <a:xfrm>
            <a:off x="222708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7" name="11_all_4992">
            <a:extLst>
              <a:ext uri="{FF2B5EF4-FFF2-40B4-BE49-F238E27FC236}">
                <a16:creationId xmlns:a16="http://schemas.microsoft.com/office/drawing/2014/main" id="{8F55DEDF-6CC9-4B61-BB41-31DCC9E1A307}"/>
              </a:ext>
            </a:extLst>
          </p:cNvPr>
          <p:cNvSpPr>
            <a:spLocks noGrp="1"/>
          </p:cNvSpPr>
          <p:nvPr/>
        </p:nvSpPr>
        <p:spPr>
          <a:xfrm>
            <a:off x="2246094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11_all_4993">
            <a:extLst>
              <a:ext uri="{FF2B5EF4-FFF2-40B4-BE49-F238E27FC236}">
                <a16:creationId xmlns:a16="http://schemas.microsoft.com/office/drawing/2014/main" id="{97B66133-1E37-44E2-9328-C367B9CD91AC}"/>
              </a:ext>
            </a:extLst>
          </p:cNvPr>
          <p:cNvSpPr>
            <a:spLocks noGrp="1"/>
          </p:cNvSpPr>
          <p:nvPr/>
        </p:nvSpPr>
        <p:spPr>
          <a:xfrm>
            <a:off x="218633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9" name="11_all_4994">
            <a:extLst>
              <a:ext uri="{FF2B5EF4-FFF2-40B4-BE49-F238E27FC236}">
                <a16:creationId xmlns:a16="http://schemas.microsoft.com/office/drawing/2014/main" id="{60CB7F90-AB73-4978-974F-2C9EE9422660}"/>
              </a:ext>
            </a:extLst>
          </p:cNvPr>
          <p:cNvSpPr>
            <a:spLocks noGrp="1"/>
          </p:cNvSpPr>
          <p:nvPr/>
        </p:nvSpPr>
        <p:spPr>
          <a:xfrm>
            <a:off x="226086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11_all_4995">
            <a:extLst>
              <a:ext uri="{FF2B5EF4-FFF2-40B4-BE49-F238E27FC236}">
                <a16:creationId xmlns:a16="http://schemas.microsoft.com/office/drawing/2014/main" id="{76590428-04BA-4A19-AAD5-BB4B9AA8B467}"/>
              </a:ext>
            </a:extLst>
          </p:cNvPr>
          <p:cNvSpPr>
            <a:spLocks noGrp="1"/>
          </p:cNvSpPr>
          <p:nvPr/>
        </p:nvSpPr>
        <p:spPr>
          <a:xfrm>
            <a:off x="225597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11_all_4996">
            <a:extLst>
              <a:ext uri="{FF2B5EF4-FFF2-40B4-BE49-F238E27FC236}">
                <a16:creationId xmlns:a16="http://schemas.microsoft.com/office/drawing/2014/main" id="{AD217059-E8C3-48D1-BF28-884DFDF3FF25}"/>
              </a:ext>
            </a:extLst>
          </p:cNvPr>
          <p:cNvSpPr>
            <a:spLocks noGrp="1"/>
          </p:cNvSpPr>
          <p:nvPr/>
        </p:nvSpPr>
        <p:spPr>
          <a:xfrm>
            <a:off x="22147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11_all_4997">
            <a:extLst>
              <a:ext uri="{FF2B5EF4-FFF2-40B4-BE49-F238E27FC236}">
                <a16:creationId xmlns:a16="http://schemas.microsoft.com/office/drawing/2014/main" id="{5D6E2DA4-BF15-4CDA-A34E-2E7AAF276392}"/>
              </a:ext>
            </a:extLst>
          </p:cNvPr>
          <p:cNvSpPr>
            <a:spLocks noGrp="1"/>
          </p:cNvSpPr>
          <p:nvPr/>
        </p:nvSpPr>
        <p:spPr>
          <a:xfrm>
            <a:off x="2218742" y="432983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3" name="11_all_4998">
            <a:extLst>
              <a:ext uri="{FF2B5EF4-FFF2-40B4-BE49-F238E27FC236}">
                <a16:creationId xmlns:a16="http://schemas.microsoft.com/office/drawing/2014/main" id="{9DC58EC1-F38F-49EA-9FFB-CF1D1652BFC7}"/>
              </a:ext>
            </a:extLst>
          </p:cNvPr>
          <p:cNvSpPr>
            <a:spLocks noGrp="1"/>
          </p:cNvSpPr>
          <p:nvPr/>
        </p:nvSpPr>
        <p:spPr>
          <a:xfrm>
            <a:off x="227655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4" name="11_all_4999">
            <a:extLst>
              <a:ext uri="{FF2B5EF4-FFF2-40B4-BE49-F238E27FC236}">
                <a16:creationId xmlns:a16="http://schemas.microsoft.com/office/drawing/2014/main" id="{8CCF82E1-E870-4F66-91CD-21828606EBA7}"/>
              </a:ext>
            </a:extLst>
          </p:cNvPr>
          <p:cNvSpPr>
            <a:spLocks noGrp="1"/>
          </p:cNvSpPr>
          <p:nvPr/>
        </p:nvSpPr>
        <p:spPr>
          <a:xfrm>
            <a:off x="223025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5" name="11_all_5000">
            <a:extLst>
              <a:ext uri="{FF2B5EF4-FFF2-40B4-BE49-F238E27FC236}">
                <a16:creationId xmlns:a16="http://schemas.microsoft.com/office/drawing/2014/main" id="{F36D90F9-00D7-4B0B-91D5-288386009EBE}"/>
              </a:ext>
            </a:extLst>
          </p:cNvPr>
          <p:cNvSpPr>
            <a:spLocks noGrp="1"/>
          </p:cNvSpPr>
          <p:nvPr/>
        </p:nvSpPr>
        <p:spPr>
          <a:xfrm>
            <a:off x="219051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11_all_5001">
            <a:extLst>
              <a:ext uri="{FF2B5EF4-FFF2-40B4-BE49-F238E27FC236}">
                <a16:creationId xmlns:a16="http://schemas.microsoft.com/office/drawing/2014/main" id="{F6E24A43-6C7E-402D-B065-599C3180DE51}"/>
              </a:ext>
            </a:extLst>
          </p:cNvPr>
          <p:cNvSpPr>
            <a:spLocks noGrp="1"/>
          </p:cNvSpPr>
          <p:nvPr/>
        </p:nvSpPr>
        <p:spPr>
          <a:xfrm>
            <a:off x="22842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11_all_5002">
            <a:extLst>
              <a:ext uri="{FF2B5EF4-FFF2-40B4-BE49-F238E27FC236}">
                <a16:creationId xmlns:a16="http://schemas.microsoft.com/office/drawing/2014/main" id="{C9F7400F-EDF3-4D3A-A35C-D61F1F2F0BE6}"/>
              </a:ext>
            </a:extLst>
          </p:cNvPr>
          <p:cNvSpPr>
            <a:spLocks noGrp="1"/>
          </p:cNvSpPr>
          <p:nvPr/>
        </p:nvSpPr>
        <p:spPr>
          <a:xfrm>
            <a:off x="22636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11_all_5003">
            <a:extLst>
              <a:ext uri="{FF2B5EF4-FFF2-40B4-BE49-F238E27FC236}">
                <a16:creationId xmlns:a16="http://schemas.microsoft.com/office/drawing/2014/main" id="{6CFE291A-BD33-4E64-B700-283AC2449DB3}"/>
              </a:ext>
            </a:extLst>
          </p:cNvPr>
          <p:cNvSpPr>
            <a:spLocks noGrp="1"/>
          </p:cNvSpPr>
          <p:nvPr/>
        </p:nvSpPr>
        <p:spPr>
          <a:xfrm>
            <a:off x="2292104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11_all_5004">
            <a:extLst>
              <a:ext uri="{FF2B5EF4-FFF2-40B4-BE49-F238E27FC236}">
                <a16:creationId xmlns:a16="http://schemas.microsoft.com/office/drawing/2014/main" id="{0F21D2B9-A69D-49DF-A5B7-885462D8565F}"/>
              </a:ext>
            </a:extLst>
          </p:cNvPr>
          <p:cNvSpPr>
            <a:spLocks noGrp="1"/>
          </p:cNvSpPr>
          <p:nvPr/>
        </p:nvSpPr>
        <p:spPr>
          <a:xfrm>
            <a:off x="218826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0" name="11_all_5005">
            <a:extLst>
              <a:ext uri="{FF2B5EF4-FFF2-40B4-BE49-F238E27FC236}">
                <a16:creationId xmlns:a16="http://schemas.microsoft.com/office/drawing/2014/main" id="{1E8F4DEC-4F56-4F66-86A2-AA78D9E9ACD2}"/>
              </a:ext>
            </a:extLst>
          </p:cNvPr>
          <p:cNvSpPr>
            <a:spLocks noGrp="1"/>
          </p:cNvSpPr>
          <p:nvPr/>
        </p:nvSpPr>
        <p:spPr>
          <a:xfrm>
            <a:off x="222333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11_all_5006">
            <a:extLst>
              <a:ext uri="{FF2B5EF4-FFF2-40B4-BE49-F238E27FC236}">
                <a16:creationId xmlns:a16="http://schemas.microsoft.com/office/drawing/2014/main" id="{E6DC4AFF-ECE8-4E0E-A6E0-B17017ED149B}"/>
              </a:ext>
            </a:extLst>
          </p:cNvPr>
          <p:cNvSpPr>
            <a:spLocks noGrp="1"/>
          </p:cNvSpPr>
          <p:nvPr/>
        </p:nvSpPr>
        <p:spPr>
          <a:xfrm>
            <a:off x="229209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11_all_5007">
            <a:extLst>
              <a:ext uri="{FF2B5EF4-FFF2-40B4-BE49-F238E27FC236}">
                <a16:creationId xmlns:a16="http://schemas.microsoft.com/office/drawing/2014/main" id="{F76B27EA-7572-4372-A552-FEAD89AC3531}"/>
              </a:ext>
            </a:extLst>
          </p:cNvPr>
          <p:cNvSpPr>
            <a:spLocks noGrp="1"/>
          </p:cNvSpPr>
          <p:nvPr/>
        </p:nvSpPr>
        <p:spPr>
          <a:xfrm>
            <a:off x="221175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11_all_5008">
            <a:extLst>
              <a:ext uri="{FF2B5EF4-FFF2-40B4-BE49-F238E27FC236}">
                <a16:creationId xmlns:a16="http://schemas.microsoft.com/office/drawing/2014/main" id="{6AA86F11-7747-42CE-9915-6D6BA5963A6A}"/>
              </a:ext>
            </a:extLst>
          </p:cNvPr>
          <p:cNvSpPr>
            <a:spLocks noGrp="1"/>
          </p:cNvSpPr>
          <p:nvPr/>
        </p:nvSpPr>
        <p:spPr>
          <a:xfrm>
            <a:off x="222526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4" name="11_all_5009">
            <a:extLst>
              <a:ext uri="{FF2B5EF4-FFF2-40B4-BE49-F238E27FC236}">
                <a16:creationId xmlns:a16="http://schemas.microsoft.com/office/drawing/2014/main" id="{23439B13-EF7D-459B-8DC5-32E5E1CC393A}"/>
              </a:ext>
            </a:extLst>
          </p:cNvPr>
          <p:cNvSpPr>
            <a:spLocks noGrp="1"/>
          </p:cNvSpPr>
          <p:nvPr/>
        </p:nvSpPr>
        <p:spPr>
          <a:xfrm>
            <a:off x="218297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11_all_5010">
            <a:extLst>
              <a:ext uri="{FF2B5EF4-FFF2-40B4-BE49-F238E27FC236}">
                <a16:creationId xmlns:a16="http://schemas.microsoft.com/office/drawing/2014/main" id="{B4D95CEC-85D7-4AA3-9039-933FACC48DAB}"/>
              </a:ext>
            </a:extLst>
          </p:cNvPr>
          <p:cNvSpPr>
            <a:spLocks noGrp="1"/>
          </p:cNvSpPr>
          <p:nvPr/>
        </p:nvSpPr>
        <p:spPr>
          <a:xfrm>
            <a:off x="297661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11_all_5011">
            <a:extLst>
              <a:ext uri="{FF2B5EF4-FFF2-40B4-BE49-F238E27FC236}">
                <a16:creationId xmlns:a16="http://schemas.microsoft.com/office/drawing/2014/main" id="{E4CA41A1-A8A0-4969-B6A6-114B67086288}"/>
              </a:ext>
            </a:extLst>
          </p:cNvPr>
          <p:cNvSpPr>
            <a:spLocks noGrp="1"/>
          </p:cNvSpPr>
          <p:nvPr/>
        </p:nvSpPr>
        <p:spPr>
          <a:xfrm>
            <a:off x="3050785" y="33206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11_all_5012">
            <a:extLst>
              <a:ext uri="{FF2B5EF4-FFF2-40B4-BE49-F238E27FC236}">
                <a16:creationId xmlns:a16="http://schemas.microsoft.com/office/drawing/2014/main" id="{FC374CBF-9D29-4C37-815B-B7D144598C92}"/>
              </a:ext>
            </a:extLst>
          </p:cNvPr>
          <p:cNvSpPr>
            <a:spLocks noGrp="1"/>
          </p:cNvSpPr>
          <p:nvPr/>
        </p:nvSpPr>
        <p:spPr>
          <a:xfrm>
            <a:off x="303767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8" name="11_all_5013">
            <a:extLst>
              <a:ext uri="{FF2B5EF4-FFF2-40B4-BE49-F238E27FC236}">
                <a16:creationId xmlns:a16="http://schemas.microsoft.com/office/drawing/2014/main" id="{EEC5166E-D9C7-4624-A2F6-110333387E85}"/>
              </a:ext>
            </a:extLst>
          </p:cNvPr>
          <p:cNvSpPr>
            <a:spLocks noGrp="1"/>
          </p:cNvSpPr>
          <p:nvPr/>
        </p:nvSpPr>
        <p:spPr>
          <a:xfrm>
            <a:off x="305377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11_all_5014">
            <a:extLst>
              <a:ext uri="{FF2B5EF4-FFF2-40B4-BE49-F238E27FC236}">
                <a16:creationId xmlns:a16="http://schemas.microsoft.com/office/drawing/2014/main" id="{9535009B-D4EF-4877-B6E6-D98CE71F2989}"/>
              </a:ext>
            </a:extLst>
          </p:cNvPr>
          <p:cNvSpPr>
            <a:spLocks noGrp="1"/>
          </p:cNvSpPr>
          <p:nvPr/>
        </p:nvSpPr>
        <p:spPr>
          <a:xfrm>
            <a:off x="298544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0" name="11_all_5015">
            <a:extLst>
              <a:ext uri="{FF2B5EF4-FFF2-40B4-BE49-F238E27FC236}">
                <a16:creationId xmlns:a16="http://schemas.microsoft.com/office/drawing/2014/main" id="{3C3AE331-546D-418A-90EA-A882106427BB}"/>
              </a:ext>
            </a:extLst>
          </p:cNvPr>
          <p:cNvSpPr>
            <a:spLocks noGrp="1"/>
          </p:cNvSpPr>
          <p:nvPr/>
        </p:nvSpPr>
        <p:spPr>
          <a:xfrm>
            <a:off x="299798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11_all_5016">
            <a:extLst>
              <a:ext uri="{FF2B5EF4-FFF2-40B4-BE49-F238E27FC236}">
                <a16:creationId xmlns:a16="http://schemas.microsoft.com/office/drawing/2014/main" id="{D91DE534-581C-47C9-9835-8656F7ADC07F}"/>
              </a:ext>
            </a:extLst>
          </p:cNvPr>
          <p:cNvSpPr>
            <a:spLocks noGrp="1"/>
          </p:cNvSpPr>
          <p:nvPr/>
        </p:nvSpPr>
        <p:spPr>
          <a:xfrm>
            <a:off x="296855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2" name="11_all_5017">
            <a:extLst>
              <a:ext uri="{FF2B5EF4-FFF2-40B4-BE49-F238E27FC236}">
                <a16:creationId xmlns:a16="http://schemas.microsoft.com/office/drawing/2014/main" id="{665B77E3-8715-4EC3-B092-C629F1638B74}"/>
              </a:ext>
            </a:extLst>
          </p:cNvPr>
          <p:cNvSpPr>
            <a:spLocks noGrp="1"/>
          </p:cNvSpPr>
          <p:nvPr/>
        </p:nvSpPr>
        <p:spPr>
          <a:xfrm>
            <a:off x="299724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11_all_5018">
            <a:extLst>
              <a:ext uri="{FF2B5EF4-FFF2-40B4-BE49-F238E27FC236}">
                <a16:creationId xmlns:a16="http://schemas.microsoft.com/office/drawing/2014/main" id="{4DD798CA-AEF8-4083-9023-D023EF99395A}"/>
              </a:ext>
            </a:extLst>
          </p:cNvPr>
          <p:cNvSpPr>
            <a:spLocks noGrp="1"/>
          </p:cNvSpPr>
          <p:nvPr/>
        </p:nvSpPr>
        <p:spPr>
          <a:xfrm>
            <a:off x="295136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11_all_5019">
            <a:extLst>
              <a:ext uri="{FF2B5EF4-FFF2-40B4-BE49-F238E27FC236}">
                <a16:creationId xmlns:a16="http://schemas.microsoft.com/office/drawing/2014/main" id="{20D6C11E-3AB0-4878-A67D-A7660FE3C386}"/>
              </a:ext>
            </a:extLst>
          </p:cNvPr>
          <p:cNvSpPr>
            <a:spLocks noGrp="1"/>
          </p:cNvSpPr>
          <p:nvPr/>
        </p:nvSpPr>
        <p:spPr>
          <a:xfrm>
            <a:off x="300596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5" name="11_all_5020">
            <a:extLst>
              <a:ext uri="{FF2B5EF4-FFF2-40B4-BE49-F238E27FC236}">
                <a16:creationId xmlns:a16="http://schemas.microsoft.com/office/drawing/2014/main" id="{C6C68AB7-80FB-4F9B-BDE6-18CDFE7F2236}"/>
              </a:ext>
            </a:extLst>
          </p:cNvPr>
          <p:cNvSpPr>
            <a:spLocks noGrp="1"/>
          </p:cNvSpPr>
          <p:nvPr/>
        </p:nvSpPr>
        <p:spPr>
          <a:xfrm>
            <a:off x="301277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11_all_5021">
            <a:extLst>
              <a:ext uri="{FF2B5EF4-FFF2-40B4-BE49-F238E27FC236}">
                <a16:creationId xmlns:a16="http://schemas.microsoft.com/office/drawing/2014/main" id="{2154E5D4-7AE1-4517-8BE6-28AAA9F0A50C}"/>
              </a:ext>
            </a:extLst>
          </p:cNvPr>
          <p:cNvSpPr>
            <a:spLocks noGrp="1"/>
          </p:cNvSpPr>
          <p:nvPr/>
        </p:nvSpPr>
        <p:spPr>
          <a:xfrm>
            <a:off x="3072832" y="31651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11_all_5022">
            <a:extLst>
              <a:ext uri="{FF2B5EF4-FFF2-40B4-BE49-F238E27FC236}">
                <a16:creationId xmlns:a16="http://schemas.microsoft.com/office/drawing/2014/main" id="{7B91B83C-58D4-4E68-98B3-5D3218DA46FB}"/>
              </a:ext>
            </a:extLst>
          </p:cNvPr>
          <p:cNvSpPr>
            <a:spLocks noGrp="1"/>
          </p:cNvSpPr>
          <p:nvPr/>
        </p:nvSpPr>
        <p:spPr>
          <a:xfrm>
            <a:off x="305770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11_all_5023">
            <a:extLst>
              <a:ext uri="{FF2B5EF4-FFF2-40B4-BE49-F238E27FC236}">
                <a16:creationId xmlns:a16="http://schemas.microsoft.com/office/drawing/2014/main" id="{FD90D307-7021-4CFF-966E-77968DDF41C4}"/>
              </a:ext>
            </a:extLst>
          </p:cNvPr>
          <p:cNvSpPr>
            <a:spLocks noGrp="1"/>
          </p:cNvSpPr>
          <p:nvPr/>
        </p:nvSpPr>
        <p:spPr>
          <a:xfrm>
            <a:off x="307127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11_all_5024">
            <a:extLst>
              <a:ext uri="{FF2B5EF4-FFF2-40B4-BE49-F238E27FC236}">
                <a16:creationId xmlns:a16="http://schemas.microsoft.com/office/drawing/2014/main" id="{0B50C98E-05C5-4E2D-93EC-B07F21FB1E2E}"/>
              </a:ext>
            </a:extLst>
          </p:cNvPr>
          <p:cNvSpPr>
            <a:spLocks noGrp="1"/>
          </p:cNvSpPr>
          <p:nvPr/>
        </p:nvSpPr>
        <p:spPr>
          <a:xfrm>
            <a:off x="299197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11_all_5025">
            <a:extLst>
              <a:ext uri="{FF2B5EF4-FFF2-40B4-BE49-F238E27FC236}">
                <a16:creationId xmlns:a16="http://schemas.microsoft.com/office/drawing/2014/main" id="{50BECDC7-6DEB-4B00-A988-82C5C9CDEFF1}"/>
              </a:ext>
            </a:extLst>
          </p:cNvPr>
          <p:cNvSpPr>
            <a:spLocks noGrp="1"/>
          </p:cNvSpPr>
          <p:nvPr/>
        </p:nvSpPr>
        <p:spPr>
          <a:xfrm>
            <a:off x="2983508" y="36577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1" name="11_all_5026">
            <a:extLst>
              <a:ext uri="{FF2B5EF4-FFF2-40B4-BE49-F238E27FC236}">
                <a16:creationId xmlns:a16="http://schemas.microsoft.com/office/drawing/2014/main" id="{1E6A7EDA-5874-4AFA-A682-D07421A908DC}"/>
              </a:ext>
            </a:extLst>
          </p:cNvPr>
          <p:cNvSpPr>
            <a:spLocks noGrp="1"/>
          </p:cNvSpPr>
          <p:nvPr/>
        </p:nvSpPr>
        <p:spPr>
          <a:xfrm>
            <a:off x="2943743" y="3682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11_all_5027">
            <a:extLst>
              <a:ext uri="{FF2B5EF4-FFF2-40B4-BE49-F238E27FC236}">
                <a16:creationId xmlns:a16="http://schemas.microsoft.com/office/drawing/2014/main" id="{BA94D562-D4CD-433A-B46F-89CDC41F6035}"/>
              </a:ext>
            </a:extLst>
          </p:cNvPr>
          <p:cNvSpPr>
            <a:spLocks noGrp="1"/>
          </p:cNvSpPr>
          <p:nvPr/>
        </p:nvSpPr>
        <p:spPr>
          <a:xfrm>
            <a:off x="3074152" y="377182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11_all_5028">
            <a:extLst>
              <a:ext uri="{FF2B5EF4-FFF2-40B4-BE49-F238E27FC236}">
                <a16:creationId xmlns:a16="http://schemas.microsoft.com/office/drawing/2014/main" id="{9B990DFB-1DE9-4AB7-BF76-CF1652F65920}"/>
              </a:ext>
            </a:extLst>
          </p:cNvPr>
          <p:cNvSpPr>
            <a:spLocks noGrp="1"/>
          </p:cNvSpPr>
          <p:nvPr/>
        </p:nvSpPr>
        <p:spPr>
          <a:xfrm>
            <a:off x="296762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11_all_5029">
            <a:extLst>
              <a:ext uri="{FF2B5EF4-FFF2-40B4-BE49-F238E27FC236}">
                <a16:creationId xmlns:a16="http://schemas.microsoft.com/office/drawing/2014/main" id="{F3DB5805-04A0-4B4F-AB4F-A38A2FC0B479}"/>
              </a:ext>
            </a:extLst>
          </p:cNvPr>
          <p:cNvSpPr>
            <a:spLocks noGrp="1"/>
          </p:cNvSpPr>
          <p:nvPr/>
        </p:nvSpPr>
        <p:spPr>
          <a:xfrm>
            <a:off x="3017302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5" name="11_all_5030">
            <a:extLst>
              <a:ext uri="{FF2B5EF4-FFF2-40B4-BE49-F238E27FC236}">
                <a16:creationId xmlns:a16="http://schemas.microsoft.com/office/drawing/2014/main" id="{E4B214E5-AD10-499F-BD81-A1AAF257ED81}"/>
              </a:ext>
            </a:extLst>
          </p:cNvPr>
          <p:cNvSpPr>
            <a:spLocks noGrp="1"/>
          </p:cNvSpPr>
          <p:nvPr/>
        </p:nvSpPr>
        <p:spPr>
          <a:xfrm>
            <a:off x="303716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11_all_5031">
            <a:extLst>
              <a:ext uri="{FF2B5EF4-FFF2-40B4-BE49-F238E27FC236}">
                <a16:creationId xmlns:a16="http://schemas.microsoft.com/office/drawing/2014/main" id="{2BF4BE09-2030-4560-AEFF-7BB5A7CD9613}"/>
              </a:ext>
            </a:extLst>
          </p:cNvPr>
          <p:cNvSpPr>
            <a:spLocks noGrp="1"/>
          </p:cNvSpPr>
          <p:nvPr/>
        </p:nvSpPr>
        <p:spPr>
          <a:xfrm>
            <a:off x="3043773" y="38160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11_all_5032">
            <a:extLst>
              <a:ext uri="{FF2B5EF4-FFF2-40B4-BE49-F238E27FC236}">
                <a16:creationId xmlns:a16="http://schemas.microsoft.com/office/drawing/2014/main" id="{09580985-542D-4B54-82A9-88F1ED26329B}"/>
              </a:ext>
            </a:extLst>
          </p:cNvPr>
          <p:cNvSpPr>
            <a:spLocks noGrp="1"/>
          </p:cNvSpPr>
          <p:nvPr/>
        </p:nvSpPr>
        <p:spPr>
          <a:xfrm>
            <a:off x="293581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11_all_5033">
            <a:extLst>
              <a:ext uri="{FF2B5EF4-FFF2-40B4-BE49-F238E27FC236}">
                <a16:creationId xmlns:a16="http://schemas.microsoft.com/office/drawing/2014/main" id="{C2BD8DCF-FF7A-499D-B076-E61005B86227}"/>
              </a:ext>
            </a:extLst>
          </p:cNvPr>
          <p:cNvSpPr>
            <a:spLocks noGrp="1"/>
          </p:cNvSpPr>
          <p:nvPr/>
        </p:nvSpPr>
        <p:spPr>
          <a:xfrm>
            <a:off x="295121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11_all_5034">
            <a:extLst>
              <a:ext uri="{FF2B5EF4-FFF2-40B4-BE49-F238E27FC236}">
                <a16:creationId xmlns:a16="http://schemas.microsoft.com/office/drawing/2014/main" id="{E406F6B1-8A82-4DA1-8AE2-3D7D48DF1D69}"/>
              </a:ext>
            </a:extLst>
          </p:cNvPr>
          <p:cNvSpPr>
            <a:spLocks noGrp="1"/>
          </p:cNvSpPr>
          <p:nvPr/>
        </p:nvSpPr>
        <p:spPr>
          <a:xfrm>
            <a:off x="2983485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11_all_5035">
            <a:extLst>
              <a:ext uri="{FF2B5EF4-FFF2-40B4-BE49-F238E27FC236}">
                <a16:creationId xmlns:a16="http://schemas.microsoft.com/office/drawing/2014/main" id="{AB33794B-28F2-4D72-B551-D54990056E69}"/>
              </a:ext>
            </a:extLst>
          </p:cNvPr>
          <p:cNvSpPr>
            <a:spLocks noGrp="1"/>
          </p:cNvSpPr>
          <p:nvPr/>
        </p:nvSpPr>
        <p:spPr>
          <a:xfrm>
            <a:off x="2991334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1" name="11_all_5036">
            <a:extLst>
              <a:ext uri="{FF2B5EF4-FFF2-40B4-BE49-F238E27FC236}">
                <a16:creationId xmlns:a16="http://schemas.microsoft.com/office/drawing/2014/main" id="{416C6861-0EA4-486B-A97C-28C76ABE96CE}"/>
              </a:ext>
            </a:extLst>
          </p:cNvPr>
          <p:cNvSpPr>
            <a:spLocks noGrp="1"/>
          </p:cNvSpPr>
          <p:nvPr/>
        </p:nvSpPr>
        <p:spPr>
          <a:xfrm>
            <a:off x="29718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2" name="11_all_5037">
            <a:extLst>
              <a:ext uri="{FF2B5EF4-FFF2-40B4-BE49-F238E27FC236}">
                <a16:creationId xmlns:a16="http://schemas.microsoft.com/office/drawing/2014/main" id="{1F062B23-312B-4A99-AEC1-07205C6B5B11}"/>
              </a:ext>
            </a:extLst>
          </p:cNvPr>
          <p:cNvSpPr>
            <a:spLocks noGrp="1"/>
          </p:cNvSpPr>
          <p:nvPr/>
        </p:nvSpPr>
        <p:spPr>
          <a:xfrm>
            <a:off x="300039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11_all_5038">
            <a:extLst>
              <a:ext uri="{FF2B5EF4-FFF2-40B4-BE49-F238E27FC236}">
                <a16:creationId xmlns:a16="http://schemas.microsoft.com/office/drawing/2014/main" id="{6FA14365-B9A5-440D-AE56-A8724B51BBFF}"/>
              </a:ext>
            </a:extLst>
          </p:cNvPr>
          <p:cNvSpPr>
            <a:spLocks noGrp="1"/>
          </p:cNvSpPr>
          <p:nvPr/>
        </p:nvSpPr>
        <p:spPr>
          <a:xfrm>
            <a:off x="2940152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4" name="11_all_5039">
            <a:extLst>
              <a:ext uri="{FF2B5EF4-FFF2-40B4-BE49-F238E27FC236}">
                <a16:creationId xmlns:a16="http://schemas.microsoft.com/office/drawing/2014/main" id="{EA50977D-5CEB-42B4-9B16-C2B15DFA8F1D}"/>
              </a:ext>
            </a:extLst>
          </p:cNvPr>
          <p:cNvSpPr>
            <a:spLocks noGrp="1"/>
          </p:cNvSpPr>
          <p:nvPr/>
        </p:nvSpPr>
        <p:spPr>
          <a:xfrm>
            <a:off x="298521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5" name="11_all_5040">
            <a:extLst>
              <a:ext uri="{FF2B5EF4-FFF2-40B4-BE49-F238E27FC236}">
                <a16:creationId xmlns:a16="http://schemas.microsoft.com/office/drawing/2014/main" id="{27240508-4FC2-46BC-91F8-7CA55E193B52}"/>
              </a:ext>
            </a:extLst>
          </p:cNvPr>
          <p:cNvSpPr>
            <a:spLocks noGrp="1"/>
          </p:cNvSpPr>
          <p:nvPr/>
        </p:nvSpPr>
        <p:spPr>
          <a:xfrm>
            <a:off x="303906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6" name="11_all_5041">
            <a:extLst>
              <a:ext uri="{FF2B5EF4-FFF2-40B4-BE49-F238E27FC236}">
                <a16:creationId xmlns:a16="http://schemas.microsoft.com/office/drawing/2014/main" id="{40339594-5D34-476E-9F5E-D6DDDE4A286B}"/>
              </a:ext>
            </a:extLst>
          </p:cNvPr>
          <p:cNvSpPr>
            <a:spLocks noGrp="1"/>
          </p:cNvSpPr>
          <p:nvPr/>
        </p:nvSpPr>
        <p:spPr>
          <a:xfrm>
            <a:off x="29471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7" name="11_all_5042">
            <a:extLst>
              <a:ext uri="{FF2B5EF4-FFF2-40B4-BE49-F238E27FC236}">
                <a16:creationId xmlns:a16="http://schemas.microsoft.com/office/drawing/2014/main" id="{AD6BB9F0-A325-4439-9FB1-14EEA91C1C83}"/>
              </a:ext>
            </a:extLst>
          </p:cNvPr>
          <p:cNvSpPr>
            <a:spLocks noGrp="1"/>
          </p:cNvSpPr>
          <p:nvPr/>
        </p:nvSpPr>
        <p:spPr>
          <a:xfrm>
            <a:off x="2943978" y="47533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8" name="11_all_5043">
            <a:extLst>
              <a:ext uri="{FF2B5EF4-FFF2-40B4-BE49-F238E27FC236}">
                <a16:creationId xmlns:a16="http://schemas.microsoft.com/office/drawing/2014/main" id="{C2583112-D58A-4A16-8117-DC8BBBF64799}"/>
              </a:ext>
            </a:extLst>
          </p:cNvPr>
          <p:cNvSpPr>
            <a:spLocks noGrp="1"/>
          </p:cNvSpPr>
          <p:nvPr/>
        </p:nvSpPr>
        <p:spPr>
          <a:xfrm>
            <a:off x="301554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9" name="11_all_5044">
            <a:extLst>
              <a:ext uri="{FF2B5EF4-FFF2-40B4-BE49-F238E27FC236}">
                <a16:creationId xmlns:a16="http://schemas.microsoft.com/office/drawing/2014/main" id="{08E19349-EB6E-4A2E-887F-7B2445E3C2B4}"/>
              </a:ext>
            </a:extLst>
          </p:cNvPr>
          <p:cNvSpPr>
            <a:spLocks noGrp="1"/>
          </p:cNvSpPr>
          <p:nvPr/>
        </p:nvSpPr>
        <p:spPr>
          <a:xfrm>
            <a:off x="300841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0" name="11_all_5045">
            <a:extLst>
              <a:ext uri="{FF2B5EF4-FFF2-40B4-BE49-F238E27FC236}">
                <a16:creationId xmlns:a16="http://schemas.microsoft.com/office/drawing/2014/main" id="{B3CBAA61-FDD2-4682-BC48-1C8DC929198D}"/>
              </a:ext>
            </a:extLst>
          </p:cNvPr>
          <p:cNvSpPr>
            <a:spLocks noGrp="1"/>
          </p:cNvSpPr>
          <p:nvPr/>
        </p:nvSpPr>
        <p:spPr>
          <a:xfrm>
            <a:off x="295902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1" name="11_all_5046">
            <a:extLst>
              <a:ext uri="{FF2B5EF4-FFF2-40B4-BE49-F238E27FC236}">
                <a16:creationId xmlns:a16="http://schemas.microsoft.com/office/drawing/2014/main" id="{4F00CFED-8ADC-4D70-A863-CB304B672504}"/>
              </a:ext>
            </a:extLst>
          </p:cNvPr>
          <p:cNvSpPr>
            <a:spLocks noGrp="1"/>
          </p:cNvSpPr>
          <p:nvPr/>
        </p:nvSpPr>
        <p:spPr>
          <a:xfrm>
            <a:off x="298508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2" name="11_all_5047">
            <a:extLst>
              <a:ext uri="{FF2B5EF4-FFF2-40B4-BE49-F238E27FC236}">
                <a16:creationId xmlns:a16="http://schemas.microsoft.com/office/drawing/2014/main" id="{3BEFE0D5-4A81-4CFB-8734-B755F145F978}"/>
              </a:ext>
            </a:extLst>
          </p:cNvPr>
          <p:cNvSpPr>
            <a:spLocks noGrp="1"/>
          </p:cNvSpPr>
          <p:nvPr/>
        </p:nvSpPr>
        <p:spPr>
          <a:xfrm>
            <a:off x="295528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3" name="11_all_5048">
            <a:extLst>
              <a:ext uri="{FF2B5EF4-FFF2-40B4-BE49-F238E27FC236}">
                <a16:creationId xmlns:a16="http://schemas.microsoft.com/office/drawing/2014/main" id="{55BC29B6-C20C-41D0-9A85-6449EF4D82E7}"/>
              </a:ext>
            </a:extLst>
          </p:cNvPr>
          <p:cNvSpPr>
            <a:spLocks noGrp="1"/>
          </p:cNvSpPr>
          <p:nvPr/>
        </p:nvSpPr>
        <p:spPr>
          <a:xfrm>
            <a:off x="304501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4" name="11_all_5049">
            <a:extLst>
              <a:ext uri="{FF2B5EF4-FFF2-40B4-BE49-F238E27FC236}">
                <a16:creationId xmlns:a16="http://schemas.microsoft.com/office/drawing/2014/main" id="{35C767BD-B1F4-469C-93E0-BEB5CED8ECBB}"/>
              </a:ext>
            </a:extLst>
          </p:cNvPr>
          <p:cNvSpPr>
            <a:spLocks noGrp="1"/>
          </p:cNvSpPr>
          <p:nvPr/>
        </p:nvSpPr>
        <p:spPr>
          <a:xfrm>
            <a:off x="298269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5" name="11_all_5050">
            <a:extLst>
              <a:ext uri="{FF2B5EF4-FFF2-40B4-BE49-F238E27FC236}">
                <a16:creationId xmlns:a16="http://schemas.microsoft.com/office/drawing/2014/main" id="{2363D9AB-C66B-4DE8-B1A9-B87E44142B2D}"/>
              </a:ext>
            </a:extLst>
          </p:cNvPr>
          <p:cNvSpPr>
            <a:spLocks noGrp="1"/>
          </p:cNvSpPr>
          <p:nvPr/>
        </p:nvSpPr>
        <p:spPr>
          <a:xfrm>
            <a:off x="306637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6" name="11_all_5051">
            <a:extLst>
              <a:ext uri="{FF2B5EF4-FFF2-40B4-BE49-F238E27FC236}">
                <a16:creationId xmlns:a16="http://schemas.microsoft.com/office/drawing/2014/main" id="{D77DD46E-EDB8-4D90-9E92-B01CC9CE0FF9}"/>
              </a:ext>
            </a:extLst>
          </p:cNvPr>
          <p:cNvSpPr>
            <a:spLocks noGrp="1"/>
          </p:cNvSpPr>
          <p:nvPr/>
        </p:nvSpPr>
        <p:spPr>
          <a:xfrm>
            <a:off x="29735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7" name="11_all_5052">
            <a:extLst>
              <a:ext uri="{FF2B5EF4-FFF2-40B4-BE49-F238E27FC236}">
                <a16:creationId xmlns:a16="http://schemas.microsoft.com/office/drawing/2014/main" id="{FBEA884F-3975-456A-8736-4318B6DD68FE}"/>
              </a:ext>
            </a:extLst>
          </p:cNvPr>
          <p:cNvSpPr>
            <a:spLocks noGrp="1"/>
          </p:cNvSpPr>
          <p:nvPr/>
        </p:nvSpPr>
        <p:spPr>
          <a:xfrm>
            <a:off x="306924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8" name="11_all_5053">
            <a:extLst>
              <a:ext uri="{FF2B5EF4-FFF2-40B4-BE49-F238E27FC236}">
                <a16:creationId xmlns:a16="http://schemas.microsoft.com/office/drawing/2014/main" id="{932DAD11-99B5-4446-B45E-5B6C4410F21C}"/>
              </a:ext>
            </a:extLst>
          </p:cNvPr>
          <p:cNvSpPr>
            <a:spLocks noGrp="1"/>
          </p:cNvSpPr>
          <p:nvPr/>
        </p:nvSpPr>
        <p:spPr>
          <a:xfrm>
            <a:off x="29778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9" name="11_all_5054">
            <a:extLst>
              <a:ext uri="{FF2B5EF4-FFF2-40B4-BE49-F238E27FC236}">
                <a16:creationId xmlns:a16="http://schemas.microsoft.com/office/drawing/2014/main" id="{668DB008-7E48-4DEE-8CB5-D63EAD2580FF}"/>
              </a:ext>
            </a:extLst>
          </p:cNvPr>
          <p:cNvSpPr>
            <a:spLocks noGrp="1"/>
          </p:cNvSpPr>
          <p:nvPr/>
        </p:nvSpPr>
        <p:spPr>
          <a:xfrm>
            <a:off x="294607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0" name="11_all_5055">
            <a:extLst>
              <a:ext uri="{FF2B5EF4-FFF2-40B4-BE49-F238E27FC236}">
                <a16:creationId xmlns:a16="http://schemas.microsoft.com/office/drawing/2014/main" id="{96C54D1F-64DF-4CE8-941E-852A98741270}"/>
              </a:ext>
            </a:extLst>
          </p:cNvPr>
          <p:cNvSpPr>
            <a:spLocks noGrp="1"/>
          </p:cNvSpPr>
          <p:nvPr/>
        </p:nvSpPr>
        <p:spPr>
          <a:xfrm>
            <a:off x="29920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1" name="11_all_5056">
            <a:extLst>
              <a:ext uri="{FF2B5EF4-FFF2-40B4-BE49-F238E27FC236}">
                <a16:creationId xmlns:a16="http://schemas.microsoft.com/office/drawing/2014/main" id="{1D72ED0E-A7E0-404F-A718-BA9F6AC155E6}"/>
              </a:ext>
            </a:extLst>
          </p:cNvPr>
          <p:cNvSpPr>
            <a:spLocks noGrp="1"/>
          </p:cNvSpPr>
          <p:nvPr/>
        </p:nvSpPr>
        <p:spPr>
          <a:xfrm>
            <a:off x="298992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2" name="11_all_5057">
            <a:extLst>
              <a:ext uri="{FF2B5EF4-FFF2-40B4-BE49-F238E27FC236}">
                <a16:creationId xmlns:a16="http://schemas.microsoft.com/office/drawing/2014/main" id="{2F92CEF0-9D5A-4CA1-92A0-72EFEF15E711}"/>
              </a:ext>
            </a:extLst>
          </p:cNvPr>
          <p:cNvSpPr>
            <a:spLocks noGrp="1"/>
          </p:cNvSpPr>
          <p:nvPr/>
        </p:nvSpPr>
        <p:spPr>
          <a:xfrm>
            <a:off x="29964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3" name="11_all_5058">
            <a:extLst>
              <a:ext uri="{FF2B5EF4-FFF2-40B4-BE49-F238E27FC236}">
                <a16:creationId xmlns:a16="http://schemas.microsoft.com/office/drawing/2014/main" id="{88613FE8-BE8F-41E2-919B-1F6D153C0C06}"/>
              </a:ext>
            </a:extLst>
          </p:cNvPr>
          <p:cNvSpPr>
            <a:spLocks noGrp="1"/>
          </p:cNvSpPr>
          <p:nvPr/>
        </p:nvSpPr>
        <p:spPr>
          <a:xfrm>
            <a:off x="302444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4" name="11_all_5059">
            <a:extLst>
              <a:ext uri="{FF2B5EF4-FFF2-40B4-BE49-F238E27FC236}">
                <a16:creationId xmlns:a16="http://schemas.microsoft.com/office/drawing/2014/main" id="{E0A16504-1E2B-452E-A0F6-2E5E7D57C66F}"/>
              </a:ext>
            </a:extLst>
          </p:cNvPr>
          <p:cNvSpPr>
            <a:spLocks noGrp="1"/>
          </p:cNvSpPr>
          <p:nvPr/>
        </p:nvSpPr>
        <p:spPr>
          <a:xfrm>
            <a:off x="304662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5" name="11_all_5060">
            <a:extLst>
              <a:ext uri="{FF2B5EF4-FFF2-40B4-BE49-F238E27FC236}">
                <a16:creationId xmlns:a16="http://schemas.microsoft.com/office/drawing/2014/main" id="{68E3ED30-C508-499E-96D3-65E06960B043}"/>
              </a:ext>
            </a:extLst>
          </p:cNvPr>
          <p:cNvSpPr>
            <a:spLocks noGrp="1"/>
          </p:cNvSpPr>
          <p:nvPr/>
        </p:nvSpPr>
        <p:spPr>
          <a:xfrm>
            <a:off x="302187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6" name="11_all_5061">
            <a:extLst>
              <a:ext uri="{FF2B5EF4-FFF2-40B4-BE49-F238E27FC236}">
                <a16:creationId xmlns:a16="http://schemas.microsoft.com/office/drawing/2014/main" id="{88486347-ECE3-4575-B51B-C8ED20B18E7A}"/>
              </a:ext>
            </a:extLst>
          </p:cNvPr>
          <p:cNvSpPr>
            <a:spLocks noGrp="1"/>
          </p:cNvSpPr>
          <p:nvPr/>
        </p:nvSpPr>
        <p:spPr>
          <a:xfrm>
            <a:off x="299598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7" name="11_all_5062">
            <a:extLst>
              <a:ext uri="{FF2B5EF4-FFF2-40B4-BE49-F238E27FC236}">
                <a16:creationId xmlns:a16="http://schemas.microsoft.com/office/drawing/2014/main" id="{656365BF-E107-4591-84C4-99CCAD366367}"/>
              </a:ext>
            </a:extLst>
          </p:cNvPr>
          <p:cNvSpPr>
            <a:spLocks noGrp="1"/>
          </p:cNvSpPr>
          <p:nvPr/>
        </p:nvSpPr>
        <p:spPr>
          <a:xfrm>
            <a:off x="3069490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8" name="11_all_5063">
            <a:extLst>
              <a:ext uri="{FF2B5EF4-FFF2-40B4-BE49-F238E27FC236}">
                <a16:creationId xmlns:a16="http://schemas.microsoft.com/office/drawing/2014/main" id="{8131B8D3-E013-43AD-80F8-2FAEEED670D6}"/>
              </a:ext>
            </a:extLst>
          </p:cNvPr>
          <p:cNvSpPr>
            <a:spLocks noGrp="1"/>
          </p:cNvSpPr>
          <p:nvPr/>
        </p:nvSpPr>
        <p:spPr>
          <a:xfrm>
            <a:off x="2948614" y="4565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9" name="11_all_5064">
            <a:extLst>
              <a:ext uri="{FF2B5EF4-FFF2-40B4-BE49-F238E27FC236}">
                <a16:creationId xmlns:a16="http://schemas.microsoft.com/office/drawing/2014/main" id="{02D12721-6970-4313-9332-7B0A1CE2BBDA}"/>
              </a:ext>
            </a:extLst>
          </p:cNvPr>
          <p:cNvSpPr>
            <a:spLocks noGrp="1"/>
          </p:cNvSpPr>
          <p:nvPr/>
        </p:nvSpPr>
        <p:spPr>
          <a:xfrm>
            <a:off x="296693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0" name="11_all_5065">
            <a:extLst>
              <a:ext uri="{FF2B5EF4-FFF2-40B4-BE49-F238E27FC236}">
                <a16:creationId xmlns:a16="http://schemas.microsoft.com/office/drawing/2014/main" id="{84598FE8-CF00-4C0C-8D0B-F30DBD157FC8}"/>
              </a:ext>
            </a:extLst>
          </p:cNvPr>
          <p:cNvSpPr>
            <a:spLocks noGrp="1"/>
          </p:cNvSpPr>
          <p:nvPr/>
        </p:nvSpPr>
        <p:spPr>
          <a:xfrm>
            <a:off x="294122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1" name="11_all_5066">
            <a:extLst>
              <a:ext uri="{FF2B5EF4-FFF2-40B4-BE49-F238E27FC236}">
                <a16:creationId xmlns:a16="http://schemas.microsoft.com/office/drawing/2014/main" id="{4513E1B9-35CB-4209-A3E0-DCB2426272EF}"/>
              </a:ext>
            </a:extLst>
          </p:cNvPr>
          <p:cNvSpPr>
            <a:spLocks noGrp="1"/>
          </p:cNvSpPr>
          <p:nvPr/>
        </p:nvSpPr>
        <p:spPr>
          <a:xfrm>
            <a:off x="298437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2" name="11_all_5067">
            <a:extLst>
              <a:ext uri="{FF2B5EF4-FFF2-40B4-BE49-F238E27FC236}">
                <a16:creationId xmlns:a16="http://schemas.microsoft.com/office/drawing/2014/main" id="{071B0DD4-0B71-48C5-88CC-2FB6663EDE4A}"/>
              </a:ext>
            </a:extLst>
          </p:cNvPr>
          <p:cNvSpPr>
            <a:spLocks noGrp="1"/>
          </p:cNvSpPr>
          <p:nvPr/>
        </p:nvSpPr>
        <p:spPr>
          <a:xfrm>
            <a:off x="3009792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3" name="11_all_5068">
            <a:extLst>
              <a:ext uri="{FF2B5EF4-FFF2-40B4-BE49-F238E27FC236}">
                <a16:creationId xmlns:a16="http://schemas.microsoft.com/office/drawing/2014/main" id="{EDC76571-092F-476D-873E-0FFE2D7698C5}"/>
              </a:ext>
            </a:extLst>
          </p:cNvPr>
          <p:cNvSpPr>
            <a:spLocks noGrp="1"/>
          </p:cNvSpPr>
          <p:nvPr/>
        </p:nvSpPr>
        <p:spPr>
          <a:xfrm>
            <a:off x="293857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4" name="11_all_5069">
            <a:extLst>
              <a:ext uri="{FF2B5EF4-FFF2-40B4-BE49-F238E27FC236}">
                <a16:creationId xmlns:a16="http://schemas.microsoft.com/office/drawing/2014/main" id="{80539634-89BA-47EA-BE66-F65DD510DB08}"/>
              </a:ext>
            </a:extLst>
          </p:cNvPr>
          <p:cNvSpPr>
            <a:spLocks noGrp="1"/>
          </p:cNvSpPr>
          <p:nvPr/>
        </p:nvSpPr>
        <p:spPr>
          <a:xfrm>
            <a:off x="306831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5" name="11_all_5070">
            <a:extLst>
              <a:ext uri="{FF2B5EF4-FFF2-40B4-BE49-F238E27FC236}">
                <a16:creationId xmlns:a16="http://schemas.microsoft.com/office/drawing/2014/main" id="{2E6F0252-F096-40F0-BF44-BF851D49D771}"/>
              </a:ext>
            </a:extLst>
          </p:cNvPr>
          <p:cNvSpPr>
            <a:spLocks noGrp="1"/>
          </p:cNvSpPr>
          <p:nvPr/>
        </p:nvSpPr>
        <p:spPr>
          <a:xfrm>
            <a:off x="30700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6" name="11_all_5071">
            <a:extLst>
              <a:ext uri="{FF2B5EF4-FFF2-40B4-BE49-F238E27FC236}">
                <a16:creationId xmlns:a16="http://schemas.microsoft.com/office/drawing/2014/main" id="{90B4AB48-25E1-4696-9A3D-8E4ADDD5F3BB}"/>
              </a:ext>
            </a:extLst>
          </p:cNvPr>
          <p:cNvSpPr>
            <a:spLocks noGrp="1"/>
          </p:cNvSpPr>
          <p:nvPr/>
        </p:nvSpPr>
        <p:spPr>
          <a:xfrm>
            <a:off x="2961172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7" name="11_all_5072">
            <a:extLst>
              <a:ext uri="{FF2B5EF4-FFF2-40B4-BE49-F238E27FC236}">
                <a16:creationId xmlns:a16="http://schemas.microsoft.com/office/drawing/2014/main" id="{F396A493-72CB-4032-9544-8806429E80C0}"/>
              </a:ext>
            </a:extLst>
          </p:cNvPr>
          <p:cNvSpPr>
            <a:spLocks noGrp="1"/>
          </p:cNvSpPr>
          <p:nvPr/>
        </p:nvSpPr>
        <p:spPr>
          <a:xfrm>
            <a:off x="297595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8" name="11_all_5073">
            <a:extLst>
              <a:ext uri="{FF2B5EF4-FFF2-40B4-BE49-F238E27FC236}">
                <a16:creationId xmlns:a16="http://schemas.microsoft.com/office/drawing/2014/main" id="{98AB6172-F528-4BCD-96AE-1DB0522785A7}"/>
              </a:ext>
            </a:extLst>
          </p:cNvPr>
          <p:cNvSpPr>
            <a:spLocks noGrp="1"/>
          </p:cNvSpPr>
          <p:nvPr/>
        </p:nvSpPr>
        <p:spPr>
          <a:xfrm>
            <a:off x="2955838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9" name="11_all_5074">
            <a:extLst>
              <a:ext uri="{FF2B5EF4-FFF2-40B4-BE49-F238E27FC236}">
                <a16:creationId xmlns:a16="http://schemas.microsoft.com/office/drawing/2014/main" id="{EE5CF449-B6C0-471F-BA23-DF27827E2330}"/>
              </a:ext>
            </a:extLst>
          </p:cNvPr>
          <p:cNvSpPr>
            <a:spLocks noGrp="1"/>
          </p:cNvSpPr>
          <p:nvPr/>
        </p:nvSpPr>
        <p:spPr>
          <a:xfrm>
            <a:off x="297609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0" name="11_all_5075">
            <a:extLst>
              <a:ext uri="{FF2B5EF4-FFF2-40B4-BE49-F238E27FC236}">
                <a16:creationId xmlns:a16="http://schemas.microsoft.com/office/drawing/2014/main" id="{C19A2291-FAA0-4F8A-878E-CDB3A2A6CCEB}"/>
              </a:ext>
            </a:extLst>
          </p:cNvPr>
          <p:cNvSpPr>
            <a:spLocks noGrp="1"/>
          </p:cNvSpPr>
          <p:nvPr/>
        </p:nvSpPr>
        <p:spPr>
          <a:xfrm>
            <a:off x="295658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1" name="11_all_5076">
            <a:extLst>
              <a:ext uri="{FF2B5EF4-FFF2-40B4-BE49-F238E27FC236}">
                <a16:creationId xmlns:a16="http://schemas.microsoft.com/office/drawing/2014/main" id="{968855F9-D8B9-40F1-A0E6-DADD587E42B5}"/>
              </a:ext>
            </a:extLst>
          </p:cNvPr>
          <p:cNvSpPr>
            <a:spLocks noGrp="1"/>
          </p:cNvSpPr>
          <p:nvPr/>
        </p:nvSpPr>
        <p:spPr>
          <a:xfrm>
            <a:off x="299758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2" name="11_all_5077">
            <a:extLst>
              <a:ext uri="{FF2B5EF4-FFF2-40B4-BE49-F238E27FC236}">
                <a16:creationId xmlns:a16="http://schemas.microsoft.com/office/drawing/2014/main" id="{692D520F-E91C-469F-8488-7FAFB2401528}"/>
              </a:ext>
            </a:extLst>
          </p:cNvPr>
          <p:cNvSpPr>
            <a:spLocks noGrp="1"/>
          </p:cNvSpPr>
          <p:nvPr/>
        </p:nvSpPr>
        <p:spPr>
          <a:xfrm>
            <a:off x="301402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3" name="11_all_5078">
            <a:extLst>
              <a:ext uri="{FF2B5EF4-FFF2-40B4-BE49-F238E27FC236}">
                <a16:creationId xmlns:a16="http://schemas.microsoft.com/office/drawing/2014/main" id="{B1E7E61D-4B9B-4456-BAD5-B585F640EADB}"/>
              </a:ext>
            </a:extLst>
          </p:cNvPr>
          <p:cNvSpPr>
            <a:spLocks noGrp="1"/>
          </p:cNvSpPr>
          <p:nvPr/>
        </p:nvSpPr>
        <p:spPr>
          <a:xfrm>
            <a:off x="3004602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4" name="11_all_5079">
            <a:extLst>
              <a:ext uri="{FF2B5EF4-FFF2-40B4-BE49-F238E27FC236}">
                <a16:creationId xmlns:a16="http://schemas.microsoft.com/office/drawing/2014/main" id="{CA6D3514-A7A5-42BC-BA92-2CBB2C21D905}"/>
              </a:ext>
            </a:extLst>
          </p:cNvPr>
          <p:cNvSpPr>
            <a:spLocks noGrp="1"/>
          </p:cNvSpPr>
          <p:nvPr/>
        </p:nvSpPr>
        <p:spPr>
          <a:xfrm>
            <a:off x="3003537" y="408055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5" name="11_all_5080">
            <a:extLst>
              <a:ext uri="{FF2B5EF4-FFF2-40B4-BE49-F238E27FC236}">
                <a16:creationId xmlns:a16="http://schemas.microsoft.com/office/drawing/2014/main" id="{C1CA7B2B-93C0-49D9-B7C8-906DACB27777}"/>
              </a:ext>
            </a:extLst>
          </p:cNvPr>
          <p:cNvSpPr>
            <a:spLocks noGrp="1"/>
          </p:cNvSpPr>
          <p:nvPr/>
        </p:nvSpPr>
        <p:spPr>
          <a:xfrm>
            <a:off x="299259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6" name="11_all_5081">
            <a:extLst>
              <a:ext uri="{FF2B5EF4-FFF2-40B4-BE49-F238E27FC236}">
                <a16:creationId xmlns:a16="http://schemas.microsoft.com/office/drawing/2014/main" id="{F1E1CFCC-06A6-4B22-B685-DA6A2AEDBA97}"/>
              </a:ext>
            </a:extLst>
          </p:cNvPr>
          <p:cNvSpPr>
            <a:spLocks noGrp="1"/>
          </p:cNvSpPr>
          <p:nvPr/>
        </p:nvSpPr>
        <p:spPr>
          <a:xfrm>
            <a:off x="296167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7" name="11_all_5082">
            <a:extLst>
              <a:ext uri="{FF2B5EF4-FFF2-40B4-BE49-F238E27FC236}">
                <a16:creationId xmlns:a16="http://schemas.microsoft.com/office/drawing/2014/main" id="{08938884-6F10-450B-9768-F34ADED25368}"/>
              </a:ext>
            </a:extLst>
          </p:cNvPr>
          <p:cNvSpPr>
            <a:spLocks noGrp="1"/>
          </p:cNvSpPr>
          <p:nvPr/>
        </p:nvSpPr>
        <p:spPr>
          <a:xfrm>
            <a:off x="294708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8" name="11_all_5083">
            <a:extLst>
              <a:ext uri="{FF2B5EF4-FFF2-40B4-BE49-F238E27FC236}">
                <a16:creationId xmlns:a16="http://schemas.microsoft.com/office/drawing/2014/main" id="{FA4EDDE7-266A-4F34-9D5C-8A9019722427}"/>
              </a:ext>
            </a:extLst>
          </p:cNvPr>
          <p:cNvSpPr>
            <a:spLocks noGrp="1"/>
          </p:cNvSpPr>
          <p:nvPr/>
        </p:nvSpPr>
        <p:spPr>
          <a:xfrm>
            <a:off x="299071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9" name="11_all_5084">
            <a:extLst>
              <a:ext uri="{FF2B5EF4-FFF2-40B4-BE49-F238E27FC236}">
                <a16:creationId xmlns:a16="http://schemas.microsoft.com/office/drawing/2014/main" id="{C2D76B10-FC52-47A9-92BD-BE0877AD095C}"/>
              </a:ext>
            </a:extLst>
          </p:cNvPr>
          <p:cNvSpPr>
            <a:spLocks noGrp="1"/>
          </p:cNvSpPr>
          <p:nvPr/>
        </p:nvSpPr>
        <p:spPr>
          <a:xfrm>
            <a:off x="293262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0" name="11_all_5085">
            <a:extLst>
              <a:ext uri="{FF2B5EF4-FFF2-40B4-BE49-F238E27FC236}">
                <a16:creationId xmlns:a16="http://schemas.microsoft.com/office/drawing/2014/main" id="{B1012098-CF66-4C68-A208-72E79EFA3BEA}"/>
              </a:ext>
            </a:extLst>
          </p:cNvPr>
          <p:cNvSpPr>
            <a:spLocks noGrp="1"/>
          </p:cNvSpPr>
          <p:nvPr/>
        </p:nvSpPr>
        <p:spPr>
          <a:xfrm>
            <a:off x="304569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1" name="11_all_5086">
            <a:extLst>
              <a:ext uri="{FF2B5EF4-FFF2-40B4-BE49-F238E27FC236}">
                <a16:creationId xmlns:a16="http://schemas.microsoft.com/office/drawing/2014/main" id="{66DF801C-5278-4EAB-AF15-E5750103FC4E}"/>
              </a:ext>
            </a:extLst>
          </p:cNvPr>
          <p:cNvSpPr>
            <a:spLocks noGrp="1"/>
          </p:cNvSpPr>
          <p:nvPr/>
        </p:nvSpPr>
        <p:spPr>
          <a:xfrm>
            <a:off x="2945656" y="408055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2" name="11_all_5087">
            <a:extLst>
              <a:ext uri="{FF2B5EF4-FFF2-40B4-BE49-F238E27FC236}">
                <a16:creationId xmlns:a16="http://schemas.microsoft.com/office/drawing/2014/main" id="{D05812B1-097D-44D0-AB51-54AD3F786440}"/>
              </a:ext>
            </a:extLst>
          </p:cNvPr>
          <p:cNvSpPr>
            <a:spLocks noGrp="1"/>
          </p:cNvSpPr>
          <p:nvPr/>
        </p:nvSpPr>
        <p:spPr>
          <a:xfrm>
            <a:off x="299704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3" name="11_all_5088">
            <a:extLst>
              <a:ext uri="{FF2B5EF4-FFF2-40B4-BE49-F238E27FC236}">
                <a16:creationId xmlns:a16="http://schemas.microsoft.com/office/drawing/2014/main" id="{FF7B6D82-A245-4096-9DFE-6DFB09C94B9C}"/>
              </a:ext>
            </a:extLst>
          </p:cNvPr>
          <p:cNvSpPr>
            <a:spLocks noGrp="1"/>
          </p:cNvSpPr>
          <p:nvPr/>
        </p:nvSpPr>
        <p:spPr>
          <a:xfrm>
            <a:off x="2947614" y="37975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4" name="11_all_5089">
            <a:extLst>
              <a:ext uri="{FF2B5EF4-FFF2-40B4-BE49-F238E27FC236}">
                <a16:creationId xmlns:a16="http://schemas.microsoft.com/office/drawing/2014/main" id="{9A34578B-0E14-44E4-8A39-3C1559D2CB3B}"/>
              </a:ext>
            </a:extLst>
          </p:cNvPr>
          <p:cNvSpPr>
            <a:spLocks noGrp="1"/>
          </p:cNvSpPr>
          <p:nvPr/>
        </p:nvSpPr>
        <p:spPr>
          <a:xfrm>
            <a:off x="30276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5" name="11_all_5090">
            <a:extLst>
              <a:ext uri="{FF2B5EF4-FFF2-40B4-BE49-F238E27FC236}">
                <a16:creationId xmlns:a16="http://schemas.microsoft.com/office/drawing/2014/main" id="{86811E0F-8494-48DC-AA3C-22DA173619D7}"/>
              </a:ext>
            </a:extLst>
          </p:cNvPr>
          <p:cNvSpPr>
            <a:spLocks noGrp="1"/>
          </p:cNvSpPr>
          <p:nvPr/>
        </p:nvSpPr>
        <p:spPr>
          <a:xfrm>
            <a:off x="295398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6" name="11_all_5091">
            <a:extLst>
              <a:ext uri="{FF2B5EF4-FFF2-40B4-BE49-F238E27FC236}">
                <a16:creationId xmlns:a16="http://schemas.microsoft.com/office/drawing/2014/main" id="{2C897154-5029-4090-9E11-A93EDFEB4D84}"/>
              </a:ext>
            </a:extLst>
          </p:cNvPr>
          <p:cNvSpPr>
            <a:spLocks noGrp="1"/>
          </p:cNvSpPr>
          <p:nvPr/>
        </p:nvSpPr>
        <p:spPr>
          <a:xfrm>
            <a:off x="2988073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7" name="11_all_5092">
            <a:extLst>
              <a:ext uri="{FF2B5EF4-FFF2-40B4-BE49-F238E27FC236}">
                <a16:creationId xmlns:a16="http://schemas.microsoft.com/office/drawing/2014/main" id="{E0999273-631C-40AE-94E6-34E999DF81A8}"/>
              </a:ext>
            </a:extLst>
          </p:cNvPr>
          <p:cNvSpPr>
            <a:spLocks noGrp="1"/>
          </p:cNvSpPr>
          <p:nvPr/>
        </p:nvSpPr>
        <p:spPr>
          <a:xfrm>
            <a:off x="293052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8" name="11_all_5093">
            <a:extLst>
              <a:ext uri="{FF2B5EF4-FFF2-40B4-BE49-F238E27FC236}">
                <a16:creationId xmlns:a16="http://schemas.microsoft.com/office/drawing/2014/main" id="{3168E674-A16F-44B1-B799-2DF929A01C7D}"/>
              </a:ext>
            </a:extLst>
          </p:cNvPr>
          <p:cNvSpPr>
            <a:spLocks noGrp="1"/>
          </p:cNvSpPr>
          <p:nvPr/>
        </p:nvSpPr>
        <p:spPr>
          <a:xfrm>
            <a:off x="297394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9" name="11_all_5094">
            <a:extLst>
              <a:ext uri="{FF2B5EF4-FFF2-40B4-BE49-F238E27FC236}">
                <a16:creationId xmlns:a16="http://schemas.microsoft.com/office/drawing/2014/main" id="{0A49A82B-B0F6-4226-94F8-C958FBE0BBBD}"/>
              </a:ext>
            </a:extLst>
          </p:cNvPr>
          <p:cNvSpPr>
            <a:spLocks noGrp="1"/>
          </p:cNvSpPr>
          <p:nvPr/>
        </p:nvSpPr>
        <p:spPr>
          <a:xfrm>
            <a:off x="294507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0" name="11_all_5095">
            <a:extLst>
              <a:ext uri="{FF2B5EF4-FFF2-40B4-BE49-F238E27FC236}">
                <a16:creationId xmlns:a16="http://schemas.microsoft.com/office/drawing/2014/main" id="{A28FA3D8-CF45-4158-A470-04D0D5ED7C50}"/>
              </a:ext>
            </a:extLst>
          </p:cNvPr>
          <p:cNvSpPr>
            <a:spLocks noGrp="1"/>
          </p:cNvSpPr>
          <p:nvPr/>
        </p:nvSpPr>
        <p:spPr>
          <a:xfrm>
            <a:off x="3037242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1" name="11_all_5096">
            <a:extLst>
              <a:ext uri="{FF2B5EF4-FFF2-40B4-BE49-F238E27FC236}">
                <a16:creationId xmlns:a16="http://schemas.microsoft.com/office/drawing/2014/main" id="{9CBCB4BC-9AF6-47BE-A2E2-863334FB799A}"/>
              </a:ext>
            </a:extLst>
          </p:cNvPr>
          <p:cNvSpPr>
            <a:spLocks noGrp="1"/>
          </p:cNvSpPr>
          <p:nvPr/>
        </p:nvSpPr>
        <p:spPr>
          <a:xfrm>
            <a:off x="2984663" y="42385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2" name="11_all_5097">
            <a:extLst>
              <a:ext uri="{FF2B5EF4-FFF2-40B4-BE49-F238E27FC236}">
                <a16:creationId xmlns:a16="http://schemas.microsoft.com/office/drawing/2014/main" id="{3A7E1713-97B6-4A4F-877B-B83918AFB0A7}"/>
              </a:ext>
            </a:extLst>
          </p:cNvPr>
          <p:cNvSpPr>
            <a:spLocks noGrp="1"/>
          </p:cNvSpPr>
          <p:nvPr/>
        </p:nvSpPr>
        <p:spPr>
          <a:xfrm>
            <a:off x="2957045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3" name="11_all_5098">
            <a:extLst>
              <a:ext uri="{FF2B5EF4-FFF2-40B4-BE49-F238E27FC236}">
                <a16:creationId xmlns:a16="http://schemas.microsoft.com/office/drawing/2014/main" id="{668FB320-81FE-4A89-8B63-B4F2F152DCED}"/>
              </a:ext>
            </a:extLst>
          </p:cNvPr>
          <p:cNvSpPr>
            <a:spLocks noGrp="1"/>
          </p:cNvSpPr>
          <p:nvPr/>
        </p:nvSpPr>
        <p:spPr>
          <a:xfrm>
            <a:off x="2981407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4" name="11_all_5099">
            <a:extLst>
              <a:ext uri="{FF2B5EF4-FFF2-40B4-BE49-F238E27FC236}">
                <a16:creationId xmlns:a16="http://schemas.microsoft.com/office/drawing/2014/main" id="{A1D67DCC-11C6-46C7-BBDF-E6A3D28D56B8}"/>
              </a:ext>
            </a:extLst>
          </p:cNvPr>
          <p:cNvSpPr>
            <a:spLocks noGrp="1"/>
          </p:cNvSpPr>
          <p:nvPr/>
        </p:nvSpPr>
        <p:spPr>
          <a:xfrm>
            <a:off x="3007411" y="3362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5" name="11_all_5100">
            <a:extLst>
              <a:ext uri="{FF2B5EF4-FFF2-40B4-BE49-F238E27FC236}">
                <a16:creationId xmlns:a16="http://schemas.microsoft.com/office/drawing/2014/main" id="{9E0F1D3C-716F-4631-B42E-655D3473A794}"/>
              </a:ext>
            </a:extLst>
          </p:cNvPr>
          <p:cNvSpPr>
            <a:spLocks noGrp="1"/>
          </p:cNvSpPr>
          <p:nvPr/>
        </p:nvSpPr>
        <p:spPr>
          <a:xfrm>
            <a:off x="2993262" y="344674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6" name="11_all_5101">
            <a:extLst>
              <a:ext uri="{FF2B5EF4-FFF2-40B4-BE49-F238E27FC236}">
                <a16:creationId xmlns:a16="http://schemas.microsoft.com/office/drawing/2014/main" id="{FB3B1F03-48AD-479F-B479-E5CD0AF8C455}"/>
              </a:ext>
            </a:extLst>
          </p:cNvPr>
          <p:cNvSpPr>
            <a:spLocks noGrp="1"/>
          </p:cNvSpPr>
          <p:nvPr/>
        </p:nvSpPr>
        <p:spPr>
          <a:xfrm>
            <a:off x="3015962" y="44007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7" name="11_all_5102">
            <a:extLst>
              <a:ext uri="{FF2B5EF4-FFF2-40B4-BE49-F238E27FC236}">
                <a16:creationId xmlns:a16="http://schemas.microsoft.com/office/drawing/2014/main" id="{3E74D76C-644F-4E91-AA01-E11D6F666721}"/>
              </a:ext>
            </a:extLst>
          </p:cNvPr>
          <p:cNvSpPr>
            <a:spLocks noGrp="1"/>
          </p:cNvSpPr>
          <p:nvPr/>
        </p:nvSpPr>
        <p:spPr>
          <a:xfrm>
            <a:off x="306302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8" name="11_all_5103">
            <a:extLst>
              <a:ext uri="{FF2B5EF4-FFF2-40B4-BE49-F238E27FC236}">
                <a16:creationId xmlns:a16="http://schemas.microsoft.com/office/drawing/2014/main" id="{AF2468DA-A33A-44A0-B668-1583CD28856B}"/>
              </a:ext>
            </a:extLst>
          </p:cNvPr>
          <p:cNvSpPr>
            <a:spLocks noGrp="1"/>
          </p:cNvSpPr>
          <p:nvPr/>
        </p:nvSpPr>
        <p:spPr>
          <a:xfrm>
            <a:off x="304959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9" name="11_all_5104">
            <a:extLst>
              <a:ext uri="{FF2B5EF4-FFF2-40B4-BE49-F238E27FC236}">
                <a16:creationId xmlns:a16="http://schemas.microsoft.com/office/drawing/2014/main" id="{1B1894C0-D22D-4B99-B59B-CC66FAE83571}"/>
              </a:ext>
            </a:extLst>
          </p:cNvPr>
          <p:cNvSpPr>
            <a:spLocks noGrp="1"/>
          </p:cNvSpPr>
          <p:nvPr/>
        </p:nvSpPr>
        <p:spPr>
          <a:xfrm>
            <a:off x="297546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0" name="11_all_5105">
            <a:extLst>
              <a:ext uri="{FF2B5EF4-FFF2-40B4-BE49-F238E27FC236}">
                <a16:creationId xmlns:a16="http://schemas.microsoft.com/office/drawing/2014/main" id="{7D30E480-ECA8-4D47-AE83-35A5512841D4}"/>
              </a:ext>
            </a:extLst>
          </p:cNvPr>
          <p:cNvSpPr>
            <a:spLocks noGrp="1"/>
          </p:cNvSpPr>
          <p:nvPr/>
        </p:nvSpPr>
        <p:spPr>
          <a:xfrm>
            <a:off x="3032889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1" name="11_all_5106">
            <a:extLst>
              <a:ext uri="{FF2B5EF4-FFF2-40B4-BE49-F238E27FC236}">
                <a16:creationId xmlns:a16="http://schemas.microsoft.com/office/drawing/2014/main" id="{00068065-A9A7-406D-8515-3234CE62968F}"/>
              </a:ext>
            </a:extLst>
          </p:cNvPr>
          <p:cNvSpPr>
            <a:spLocks noGrp="1"/>
          </p:cNvSpPr>
          <p:nvPr/>
        </p:nvSpPr>
        <p:spPr>
          <a:xfrm>
            <a:off x="297374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2" name="11_all_5107">
            <a:extLst>
              <a:ext uri="{FF2B5EF4-FFF2-40B4-BE49-F238E27FC236}">
                <a16:creationId xmlns:a16="http://schemas.microsoft.com/office/drawing/2014/main" id="{76FC4DA8-8BCA-40C0-BB52-C1E99A7DA2D5}"/>
              </a:ext>
            </a:extLst>
          </p:cNvPr>
          <p:cNvSpPr>
            <a:spLocks noGrp="1"/>
          </p:cNvSpPr>
          <p:nvPr/>
        </p:nvSpPr>
        <p:spPr>
          <a:xfrm>
            <a:off x="297893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3" name="11_all_5108">
            <a:extLst>
              <a:ext uri="{FF2B5EF4-FFF2-40B4-BE49-F238E27FC236}">
                <a16:creationId xmlns:a16="http://schemas.microsoft.com/office/drawing/2014/main" id="{7A68DEEA-AD8A-485D-BF59-814BFF3D661E}"/>
              </a:ext>
            </a:extLst>
          </p:cNvPr>
          <p:cNvSpPr>
            <a:spLocks noGrp="1"/>
          </p:cNvSpPr>
          <p:nvPr/>
        </p:nvSpPr>
        <p:spPr>
          <a:xfrm>
            <a:off x="303746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4" name="11_all_5109">
            <a:extLst>
              <a:ext uri="{FF2B5EF4-FFF2-40B4-BE49-F238E27FC236}">
                <a16:creationId xmlns:a16="http://schemas.microsoft.com/office/drawing/2014/main" id="{69FD14BB-0F5B-481D-B996-C7D6AE1DF1D5}"/>
              </a:ext>
            </a:extLst>
          </p:cNvPr>
          <p:cNvSpPr>
            <a:spLocks noGrp="1"/>
          </p:cNvSpPr>
          <p:nvPr/>
        </p:nvSpPr>
        <p:spPr>
          <a:xfrm>
            <a:off x="306956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5" name="11_all_5110">
            <a:extLst>
              <a:ext uri="{FF2B5EF4-FFF2-40B4-BE49-F238E27FC236}">
                <a16:creationId xmlns:a16="http://schemas.microsoft.com/office/drawing/2014/main" id="{355951A3-EFAF-4F23-92A4-33AAC1E13579}"/>
              </a:ext>
            </a:extLst>
          </p:cNvPr>
          <p:cNvSpPr>
            <a:spLocks noGrp="1"/>
          </p:cNvSpPr>
          <p:nvPr/>
        </p:nvSpPr>
        <p:spPr>
          <a:xfrm>
            <a:off x="2937786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6" name="11_all_5111">
            <a:extLst>
              <a:ext uri="{FF2B5EF4-FFF2-40B4-BE49-F238E27FC236}">
                <a16:creationId xmlns:a16="http://schemas.microsoft.com/office/drawing/2014/main" id="{ACB4777B-626D-4503-AE08-21B32C23C138}"/>
              </a:ext>
            </a:extLst>
          </p:cNvPr>
          <p:cNvSpPr>
            <a:spLocks noGrp="1"/>
          </p:cNvSpPr>
          <p:nvPr/>
        </p:nvSpPr>
        <p:spPr>
          <a:xfrm>
            <a:off x="29343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7" name="11_all_5112">
            <a:extLst>
              <a:ext uri="{FF2B5EF4-FFF2-40B4-BE49-F238E27FC236}">
                <a16:creationId xmlns:a16="http://schemas.microsoft.com/office/drawing/2014/main" id="{E6F9F524-CD4A-4741-B7C9-9B0411929AF6}"/>
              </a:ext>
            </a:extLst>
          </p:cNvPr>
          <p:cNvSpPr>
            <a:spLocks noGrp="1"/>
          </p:cNvSpPr>
          <p:nvPr/>
        </p:nvSpPr>
        <p:spPr>
          <a:xfrm>
            <a:off x="305880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8" name="11_all_5113">
            <a:extLst>
              <a:ext uri="{FF2B5EF4-FFF2-40B4-BE49-F238E27FC236}">
                <a16:creationId xmlns:a16="http://schemas.microsoft.com/office/drawing/2014/main" id="{8740CC33-65E7-418E-B3A3-6F4B5AFDE330}"/>
              </a:ext>
            </a:extLst>
          </p:cNvPr>
          <p:cNvSpPr>
            <a:spLocks noGrp="1"/>
          </p:cNvSpPr>
          <p:nvPr/>
        </p:nvSpPr>
        <p:spPr>
          <a:xfrm>
            <a:off x="293367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9" name="11_all_5114">
            <a:extLst>
              <a:ext uri="{FF2B5EF4-FFF2-40B4-BE49-F238E27FC236}">
                <a16:creationId xmlns:a16="http://schemas.microsoft.com/office/drawing/2014/main" id="{74003FD8-5B8B-4C21-A32E-33CF5C7EEABD}"/>
              </a:ext>
            </a:extLst>
          </p:cNvPr>
          <p:cNvSpPr>
            <a:spLocks noGrp="1"/>
          </p:cNvSpPr>
          <p:nvPr/>
        </p:nvSpPr>
        <p:spPr>
          <a:xfrm>
            <a:off x="2980540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0" name="11_all_5115">
            <a:extLst>
              <a:ext uri="{FF2B5EF4-FFF2-40B4-BE49-F238E27FC236}">
                <a16:creationId xmlns:a16="http://schemas.microsoft.com/office/drawing/2014/main" id="{0E7C4B7E-40D9-4625-8A62-69E0C4AA2AD4}"/>
              </a:ext>
            </a:extLst>
          </p:cNvPr>
          <p:cNvSpPr>
            <a:spLocks noGrp="1"/>
          </p:cNvSpPr>
          <p:nvPr/>
        </p:nvSpPr>
        <p:spPr>
          <a:xfrm>
            <a:off x="299738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1" name="11_all_5116">
            <a:extLst>
              <a:ext uri="{FF2B5EF4-FFF2-40B4-BE49-F238E27FC236}">
                <a16:creationId xmlns:a16="http://schemas.microsoft.com/office/drawing/2014/main" id="{107B3DD8-14C9-44F8-BAE6-AFAF9D57E55C}"/>
              </a:ext>
            </a:extLst>
          </p:cNvPr>
          <p:cNvSpPr>
            <a:spLocks noGrp="1"/>
          </p:cNvSpPr>
          <p:nvPr/>
        </p:nvSpPr>
        <p:spPr>
          <a:xfrm>
            <a:off x="2929548" y="42565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2" name="11_all_5117">
            <a:extLst>
              <a:ext uri="{FF2B5EF4-FFF2-40B4-BE49-F238E27FC236}">
                <a16:creationId xmlns:a16="http://schemas.microsoft.com/office/drawing/2014/main" id="{D38E6E68-6303-4AB9-9A9D-99C200A2784D}"/>
              </a:ext>
            </a:extLst>
          </p:cNvPr>
          <p:cNvSpPr>
            <a:spLocks noGrp="1"/>
          </p:cNvSpPr>
          <p:nvPr/>
        </p:nvSpPr>
        <p:spPr>
          <a:xfrm>
            <a:off x="2948772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3" name="11_all_5118">
            <a:extLst>
              <a:ext uri="{FF2B5EF4-FFF2-40B4-BE49-F238E27FC236}">
                <a16:creationId xmlns:a16="http://schemas.microsoft.com/office/drawing/2014/main" id="{235BAB66-FBD7-4275-B1D0-9D7F4BC5CBDC}"/>
              </a:ext>
            </a:extLst>
          </p:cNvPr>
          <p:cNvSpPr>
            <a:spLocks noGrp="1"/>
          </p:cNvSpPr>
          <p:nvPr/>
        </p:nvSpPr>
        <p:spPr>
          <a:xfrm>
            <a:off x="298027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4" name="11_all_5119">
            <a:extLst>
              <a:ext uri="{FF2B5EF4-FFF2-40B4-BE49-F238E27FC236}">
                <a16:creationId xmlns:a16="http://schemas.microsoft.com/office/drawing/2014/main" id="{76FD7439-7C1F-4D3A-98DE-6FD94100186C}"/>
              </a:ext>
            </a:extLst>
          </p:cNvPr>
          <p:cNvSpPr>
            <a:spLocks noGrp="1"/>
          </p:cNvSpPr>
          <p:nvPr/>
        </p:nvSpPr>
        <p:spPr>
          <a:xfrm>
            <a:off x="297272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5" name="11_all_5120">
            <a:extLst>
              <a:ext uri="{FF2B5EF4-FFF2-40B4-BE49-F238E27FC236}">
                <a16:creationId xmlns:a16="http://schemas.microsoft.com/office/drawing/2014/main" id="{A71BC7F0-121D-4789-BBC1-799F606BDCFA}"/>
              </a:ext>
            </a:extLst>
          </p:cNvPr>
          <p:cNvSpPr>
            <a:spLocks noGrp="1"/>
          </p:cNvSpPr>
          <p:nvPr/>
        </p:nvSpPr>
        <p:spPr>
          <a:xfrm>
            <a:off x="306325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6" name="11_all_5121">
            <a:extLst>
              <a:ext uri="{FF2B5EF4-FFF2-40B4-BE49-F238E27FC236}">
                <a16:creationId xmlns:a16="http://schemas.microsoft.com/office/drawing/2014/main" id="{F0F3F5E9-63BF-4C80-94B3-C8E3D93C7E15}"/>
              </a:ext>
            </a:extLst>
          </p:cNvPr>
          <p:cNvSpPr>
            <a:spLocks noGrp="1"/>
          </p:cNvSpPr>
          <p:nvPr/>
        </p:nvSpPr>
        <p:spPr>
          <a:xfrm>
            <a:off x="298346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7" name="11_all_5122">
            <a:extLst>
              <a:ext uri="{FF2B5EF4-FFF2-40B4-BE49-F238E27FC236}">
                <a16:creationId xmlns:a16="http://schemas.microsoft.com/office/drawing/2014/main" id="{ADE471B0-098E-4B07-B79D-0F1D28511E15}"/>
              </a:ext>
            </a:extLst>
          </p:cNvPr>
          <p:cNvSpPr>
            <a:spLocks noGrp="1"/>
          </p:cNvSpPr>
          <p:nvPr/>
        </p:nvSpPr>
        <p:spPr>
          <a:xfrm>
            <a:off x="3013963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8" name="11_all_5123">
            <a:extLst>
              <a:ext uri="{FF2B5EF4-FFF2-40B4-BE49-F238E27FC236}">
                <a16:creationId xmlns:a16="http://schemas.microsoft.com/office/drawing/2014/main" id="{488DC9E0-F17D-45AE-A7B3-E416227940CC}"/>
              </a:ext>
            </a:extLst>
          </p:cNvPr>
          <p:cNvSpPr>
            <a:spLocks noGrp="1"/>
          </p:cNvSpPr>
          <p:nvPr/>
        </p:nvSpPr>
        <p:spPr>
          <a:xfrm>
            <a:off x="2930885" y="346514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9" name="11_all_5124">
            <a:extLst>
              <a:ext uri="{FF2B5EF4-FFF2-40B4-BE49-F238E27FC236}">
                <a16:creationId xmlns:a16="http://schemas.microsoft.com/office/drawing/2014/main" id="{E9CE13C1-25EF-44F1-A592-82BDBF657635}"/>
              </a:ext>
            </a:extLst>
          </p:cNvPr>
          <p:cNvSpPr>
            <a:spLocks noGrp="1"/>
          </p:cNvSpPr>
          <p:nvPr/>
        </p:nvSpPr>
        <p:spPr>
          <a:xfrm>
            <a:off x="293183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0" name="11_all_5125">
            <a:extLst>
              <a:ext uri="{FF2B5EF4-FFF2-40B4-BE49-F238E27FC236}">
                <a16:creationId xmlns:a16="http://schemas.microsoft.com/office/drawing/2014/main" id="{1FA324C0-7CE7-47E3-BE6C-B6796B51CB84}"/>
              </a:ext>
            </a:extLst>
          </p:cNvPr>
          <p:cNvSpPr>
            <a:spLocks noGrp="1"/>
          </p:cNvSpPr>
          <p:nvPr/>
        </p:nvSpPr>
        <p:spPr>
          <a:xfrm>
            <a:off x="301084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1" name="11_all_5126">
            <a:extLst>
              <a:ext uri="{FF2B5EF4-FFF2-40B4-BE49-F238E27FC236}">
                <a16:creationId xmlns:a16="http://schemas.microsoft.com/office/drawing/2014/main" id="{87ABE032-03A6-4FAB-92E8-DE303FC29D6F}"/>
              </a:ext>
            </a:extLst>
          </p:cNvPr>
          <p:cNvSpPr>
            <a:spLocks noGrp="1"/>
          </p:cNvSpPr>
          <p:nvPr/>
        </p:nvSpPr>
        <p:spPr>
          <a:xfrm>
            <a:off x="29929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2" name="11_all_5127">
            <a:extLst>
              <a:ext uri="{FF2B5EF4-FFF2-40B4-BE49-F238E27FC236}">
                <a16:creationId xmlns:a16="http://schemas.microsoft.com/office/drawing/2014/main" id="{11184A04-2D8E-4056-AABA-D795BD2846E7}"/>
              </a:ext>
            </a:extLst>
          </p:cNvPr>
          <p:cNvSpPr>
            <a:spLocks noGrp="1"/>
          </p:cNvSpPr>
          <p:nvPr/>
        </p:nvSpPr>
        <p:spPr>
          <a:xfrm>
            <a:off x="305137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3" name="11_all_5128">
            <a:extLst>
              <a:ext uri="{FF2B5EF4-FFF2-40B4-BE49-F238E27FC236}">
                <a16:creationId xmlns:a16="http://schemas.microsoft.com/office/drawing/2014/main" id="{37FADB17-06DF-4969-8DE3-79F025BC8769}"/>
              </a:ext>
            </a:extLst>
          </p:cNvPr>
          <p:cNvSpPr>
            <a:spLocks noGrp="1"/>
          </p:cNvSpPr>
          <p:nvPr/>
        </p:nvSpPr>
        <p:spPr>
          <a:xfrm>
            <a:off x="305282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4" name="11_all_5129">
            <a:extLst>
              <a:ext uri="{FF2B5EF4-FFF2-40B4-BE49-F238E27FC236}">
                <a16:creationId xmlns:a16="http://schemas.microsoft.com/office/drawing/2014/main" id="{076E1416-CC76-4920-B470-456E82714A96}"/>
              </a:ext>
            </a:extLst>
          </p:cNvPr>
          <p:cNvSpPr>
            <a:spLocks noGrp="1"/>
          </p:cNvSpPr>
          <p:nvPr/>
        </p:nvSpPr>
        <p:spPr>
          <a:xfrm>
            <a:off x="307265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5" name="11_all_5130">
            <a:extLst>
              <a:ext uri="{FF2B5EF4-FFF2-40B4-BE49-F238E27FC236}">
                <a16:creationId xmlns:a16="http://schemas.microsoft.com/office/drawing/2014/main" id="{18008494-67F6-4558-9EAA-4A478452DFC7}"/>
              </a:ext>
            </a:extLst>
          </p:cNvPr>
          <p:cNvSpPr>
            <a:spLocks noGrp="1"/>
          </p:cNvSpPr>
          <p:nvPr/>
        </p:nvSpPr>
        <p:spPr>
          <a:xfrm>
            <a:off x="299113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6" name="11_all_5131">
            <a:extLst>
              <a:ext uri="{FF2B5EF4-FFF2-40B4-BE49-F238E27FC236}">
                <a16:creationId xmlns:a16="http://schemas.microsoft.com/office/drawing/2014/main" id="{1159A8A6-3B34-4EB9-8B1A-0DEBFCA2F499}"/>
              </a:ext>
            </a:extLst>
          </p:cNvPr>
          <p:cNvSpPr>
            <a:spLocks noGrp="1"/>
          </p:cNvSpPr>
          <p:nvPr/>
        </p:nvSpPr>
        <p:spPr>
          <a:xfrm>
            <a:off x="2930983" y="43007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7" name="11_all_5132">
            <a:extLst>
              <a:ext uri="{FF2B5EF4-FFF2-40B4-BE49-F238E27FC236}">
                <a16:creationId xmlns:a16="http://schemas.microsoft.com/office/drawing/2014/main" id="{0651A132-65AB-4BC9-BEB7-BC67DED28CAD}"/>
              </a:ext>
            </a:extLst>
          </p:cNvPr>
          <p:cNvSpPr>
            <a:spLocks noGrp="1"/>
          </p:cNvSpPr>
          <p:nvPr/>
        </p:nvSpPr>
        <p:spPr>
          <a:xfrm>
            <a:off x="294975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8" name="11_all_5133">
            <a:extLst>
              <a:ext uri="{FF2B5EF4-FFF2-40B4-BE49-F238E27FC236}">
                <a16:creationId xmlns:a16="http://schemas.microsoft.com/office/drawing/2014/main" id="{7146C4EA-9D1C-4217-A110-C91C0A26D0FB}"/>
              </a:ext>
            </a:extLst>
          </p:cNvPr>
          <p:cNvSpPr>
            <a:spLocks noGrp="1"/>
          </p:cNvSpPr>
          <p:nvPr/>
        </p:nvSpPr>
        <p:spPr>
          <a:xfrm>
            <a:off x="300143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9" name="11_all_5134">
            <a:extLst>
              <a:ext uri="{FF2B5EF4-FFF2-40B4-BE49-F238E27FC236}">
                <a16:creationId xmlns:a16="http://schemas.microsoft.com/office/drawing/2014/main" id="{2B524B58-5F2F-46B7-A339-69CAC285827F}"/>
              </a:ext>
            </a:extLst>
          </p:cNvPr>
          <p:cNvSpPr>
            <a:spLocks noGrp="1"/>
          </p:cNvSpPr>
          <p:nvPr/>
        </p:nvSpPr>
        <p:spPr>
          <a:xfrm>
            <a:off x="303213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0" name="11_all_5135">
            <a:extLst>
              <a:ext uri="{FF2B5EF4-FFF2-40B4-BE49-F238E27FC236}">
                <a16:creationId xmlns:a16="http://schemas.microsoft.com/office/drawing/2014/main" id="{A48A12CF-E9EB-46FD-8CAB-3926948ED482}"/>
              </a:ext>
            </a:extLst>
          </p:cNvPr>
          <p:cNvSpPr>
            <a:spLocks noGrp="1"/>
          </p:cNvSpPr>
          <p:nvPr/>
        </p:nvSpPr>
        <p:spPr>
          <a:xfrm>
            <a:off x="294915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1" name="11_all_5136">
            <a:extLst>
              <a:ext uri="{FF2B5EF4-FFF2-40B4-BE49-F238E27FC236}">
                <a16:creationId xmlns:a16="http://schemas.microsoft.com/office/drawing/2014/main" id="{D1AE6BB3-CB9C-418B-A055-D62CB0622869}"/>
              </a:ext>
            </a:extLst>
          </p:cNvPr>
          <p:cNvSpPr>
            <a:spLocks noGrp="1"/>
          </p:cNvSpPr>
          <p:nvPr/>
        </p:nvSpPr>
        <p:spPr>
          <a:xfrm>
            <a:off x="306644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2" name="11_all_5137">
            <a:extLst>
              <a:ext uri="{FF2B5EF4-FFF2-40B4-BE49-F238E27FC236}">
                <a16:creationId xmlns:a16="http://schemas.microsoft.com/office/drawing/2014/main" id="{B97E399C-A50D-416C-9E85-A4F46F4A6047}"/>
              </a:ext>
            </a:extLst>
          </p:cNvPr>
          <p:cNvSpPr>
            <a:spLocks noGrp="1"/>
          </p:cNvSpPr>
          <p:nvPr/>
        </p:nvSpPr>
        <p:spPr>
          <a:xfrm>
            <a:off x="303379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3" name="11_all_5138">
            <a:extLst>
              <a:ext uri="{FF2B5EF4-FFF2-40B4-BE49-F238E27FC236}">
                <a16:creationId xmlns:a16="http://schemas.microsoft.com/office/drawing/2014/main" id="{27C39712-E197-44BF-B745-22F80AE02404}"/>
              </a:ext>
            </a:extLst>
          </p:cNvPr>
          <p:cNvSpPr>
            <a:spLocks noGrp="1"/>
          </p:cNvSpPr>
          <p:nvPr/>
        </p:nvSpPr>
        <p:spPr>
          <a:xfrm>
            <a:off x="2975925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4" name="11_all_5139">
            <a:extLst>
              <a:ext uri="{FF2B5EF4-FFF2-40B4-BE49-F238E27FC236}">
                <a16:creationId xmlns:a16="http://schemas.microsoft.com/office/drawing/2014/main" id="{B8C67E7B-7119-4F00-B577-D50341D0D03C}"/>
              </a:ext>
            </a:extLst>
          </p:cNvPr>
          <p:cNvSpPr>
            <a:spLocks noGrp="1"/>
          </p:cNvSpPr>
          <p:nvPr/>
        </p:nvSpPr>
        <p:spPr>
          <a:xfrm>
            <a:off x="2965691" y="44485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5" name="11_all_5140">
            <a:extLst>
              <a:ext uri="{FF2B5EF4-FFF2-40B4-BE49-F238E27FC236}">
                <a16:creationId xmlns:a16="http://schemas.microsoft.com/office/drawing/2014/main" id="{5F59ACBE-24EE-454D-9011-B8262EEE2CDB}"/>
              </a:ext>
            </a:extLst>
          </p:cNvPr>
          <p:cNvSpPr>
            <a:spLocks noGrp="1"/>
          </p:cNvSpPr>
          <p:nvPr/>
        </p:nvSpPr>
        <p:spPr>
          <a:xfrm>
            <a:off x="292835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6" name="11_all_5141">
            <a:extLst>
              <a:ext uri="{FF2B5EF4-FFF2-40B4-BE49-F238E27FC236}">
                <a16:creationId xmlns:a16="http://schemas.microsoft.com/office/drawing/2014/main" id="{0D209822-E845-4E9D-A64D-4E5DDFD453B0}"/>
              </a:ext>
            </a:extLst>
          </p:cNvPr>
          <p:cNvSpPr>
            <a:spLocks noGrp="1"/>
          </p:cNvSpPr>
          <p:nvPr/>
        </p:nvSpPr>
        <p:spPr>
          <a:xfrm>
            <a:off x="305383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7" name="11_all_5142">
            <a:extLst>
              <a:ext uri="{FF2B5EF4-FFF2-40B4-BE49-F238E27FC236}">
                <a16:creationId xmlns:a16="http://schemas.microsoft.com/office/drawing/2014/main" id="{C23FC6A3-F6A2-43BB-B2FC-86882D0A410E}"/>
              </a:ext>
            </a:extLst>
          </p:cNvPr>
          <p:cNvSpPr>
            <a:spLocks noGrp="1"/>
          </p:cNvSpPr>
          <p:nvPr/>
        </p:nvSpPr>
        <p:spPr>
          <a:xfrm>
            <a:off x="306965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8" name="11_all_5143">
            <a:extLst>
              <a:ext uri="{FF2B5EF4-FFF2-40B4-BE49-F238E27FC236}">
                <a16:creationId xmlns:a16="http://schemas.microsoft.com/office/drawing/2014/main" id="{99CCFD85-54E6-4FD7-8ADF-EF0F7139EF99}"/>
              </a:ext>
            </a:extLst>
          </p:cNvPr>
          <p:cNvSpPr>
            <a:spLocks noGrp="1"/>
          </p:cNvSpPr>
          <p:nvPr/>
        </p:nvSpPr>
        <p:spPr>
          <a:xfrm>
            <a:off x="300496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9" name="11_all_5144">
            <a:extLst>
              <a:ext uri="{FF2B5EF4-FFF2-40B4-BE49-F238E27FC236}">
                <a16:creationId xmlns:a16="http://schemas.microsoft.com/office/drawing/2014/main" id="{840F66F9-1AB0-4D06-A145-7762A2E95360}"/>
              </a:ext>
            </a:extLst>
          </p:cNvPr>
          <p:cNvSpPr>
            <a:spLocks noGrp="1"/>
          </p:cNvSpPr>
          <p:nvPr/>
        </p:nvSpPr>
        <p:spPr>
          <a:xfrm>
            <a:off x="304905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0" name="11_all_5145">
            <a:extLst>
              <a:ext uri="{FF2B5EF4-FFF2-40B4-BE49-F238E27FC236}">
                <a16:creationId xmlns:a16="http://schemas.microsoft.com/office/drawing/2014/main" id="{640F0CD0-1A1E-43DF-AB71-1C4F7219D18D}"/>
              </a:ext>
            </a:extLst>
          </p:cNvPr>
          <p:cNvSpPr>
            <a:spLocks noGrp="1"/>
          </p:cNvSpPr>
          <p:nvPr/>
        </p:nvSpPr>
        <p:spPr>
          <a:xfrm>
            <a:off x="304370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1" name="11_all_5146">
            <a:extLst>
              <a:ext uri="{FF2B5EF4-FFF2-40B4-BE49-F238E27FC236}">
                <a16:creationId xmlns:a16="http://schemas.microsoft.com/office/drawing/2014/main" id="{D1419D31-CC9C-45EC-89C6-947C43AFAE2B}"/>
              </a:ext>
            </a:extLst>
          </p:cNvPr>
          <p:cNvSpPr>
            <a:spLocks noGrp="1"/>
          </p:cNvSpPr>
          <p:nvPr/>
        </p:nvSpPr>
        <p:spPr>
          <a:xfrm>
            <a:off x="295149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2" name="11_all_5147">
            <a:extLst>
              <a:ext uri="{FF2B5EF4-FFF2-40B4-BE49-F238E27FC236}">
                <a16:creationId xmlns:a16="http://schemas.microsoft.com/office/drawing/2014/main" id="{3C6763C0-7931-47BC-802C-676B82AF5765}"/>
              </a:ext>
            </a:extLst>
          </p:cNvPr>
          <p:cNvSpPr>
            <a:spLocks noGrp="1"/>
          </p:cNvSpPr>
          <p:nvPr/>
        </p:nvSpPr>
        <p:spPr>
          <a:xfrm>
            <a:off x="303332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3" name="11_all_5148">
            <a:extLst>
              <a:ext uri="{FF2B5EF4-FFF2-40B4-BE49-F238E27FC236}">
                <a16:creationId xmlns:a16="http://schemas.microsoft.com/office/drawing/2014/main" id="{6970D7D9-2DF7-4571-AB82-DAA257D6E29D}"/>
              </a:ext>
            </a:extLst>
          </p:cNvPr>
          <p:cNvSpPr>
            <a:spLocks noGrp="1"/>
          </p:cNvSpPr>
          <p:nvPr/>
        </p:nvSpPr>
        <p:spPr>
          <a:xfrm>
            <a:off x="3012235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4" name="11_all_5149">
            <a:extLst>
              <a:ext uri="{FF2B5EF4-FFF2-40B4-BE49-F238E27FC236}">
                <a16:creationId xmlns:a16="http://schemas.microsoft.com/office/drawing/2014/main" id="{8DE7056B-A5D2-47F1-899C-18DC5C34158F}"/>
              </a:ext>
            </a:extLst>
          </p:cNvPr>
          <p:cNvSpPr>
            <a:spLocks noGrp="1"/>
          </p:cNvSpPr>
          <p:nvPr/>
        </p:nvSpPr>
        <p:spPr>
          <a:xfrm>
            <a:off x="3029177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5" name="11_all_5150">
            <a:extLst>
              <a:ext uri="{FF2B5EF4-FFF2-40B4-BE49-F238E27FC236}">
                <a16:creationId xmlns:a16="http://schemas.microsoft.com/office/drawing/2014/main" id="{CEE06BB2-A3BF-4E13-83D7-E878A1CB36F2}"/>
              </a:ext>
            </a:extLst>
          </p:cNvPr>
          <p:cNvSpPr>
            <a:spLocks noGrp="1"/>
          </p:cNvSpPr>
          <p:nvPr/>
        </p:nvSpPr>
        <p:spPr>
          <a:xfrm>
            <a:off x="302877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6" name="11_all_5151">
            <a:extLst>
              <a:ext uri="{FF2B5EF4-FFF2-40B4-BE49-F238E27FC236}">
                <a16:creationId xmlns:a16="http://schemas.microsoft.com/office/drawing/2014/main" id="{57C28736-268E-4CEC-876B-CC59527902B8}"/>
              </a:ext>
            </a:extLst>
          </p:cNvPr>
          <p:cNvSpPr>
            <a:spLocks noGrp="1"/>
          </p:cNvSpPr>
          <p:nvPr/>
        </p:nvSpPr>
        <p:spPr>
          <a:xfrm>
            <a:off x="301651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7" name="11_all_5152">
            <a:extLst>
              <a:ext uri="{FF2B5EF4-FFF2-40B4-BE49-F238E27FC236}">
                <a16:creationId xmlns:a16="http://schemas.microsoft.com/office/drawing/2014/main" id="{43B72A76-10CF-41F8-A8AD-0C324841A071}"/>
              </a:ext>
            </a:extLst>
          </p:cNvPr>
          <p:cNvSpPr>
            <a:spLocks noGrp="1"/>
          </p:cNvSpPr>
          <p:nvPr/>
        </p:nvSpPr>
        <p:spPr>
          <a:xfrm>
            <a:off x="29522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8" name="11_all_5153">
            <a:extLst>
              <a:ext uri="{FF2B5EF4-FFF2-40B4-BE49-F238E27FC236}">
                <a16:creationId xmlns:a16="http://schemas.microsoft.com/office/drawing/2014/main" id="{E00C4D47-081E-4823-9B95-14594D29DCE1}"/>
              </a:ext>
            </a:extLst>
          </p:cNvPr>
          <p:cNvSpPr>
            <a:spLocks noGrp="1"/>
          </p:cNvSpPr>
          <p:nvPr/>
        </p:nvSpPr>
        <p:spPr>
          <a:xfrm>
            <a:off x="3016625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9" name="11_all_5154">
            <a:extLst>
              <a:ext uri="{FF2B5EF4-FFF2-40B4-BE49-F238E27FC236}">
                <a16:creationId xmlns:a16="http://schemas.microsoft.com/office/drawing/2014/main" id="{3554541F-620D-4CE6-90F1-3FF6013BAAE4}"/>
              </a:ext>
            </a:extLst>
          </p:cNvPr>
          <p:cNvSpPr>
            <a:spLocks noGrp="1"/>
          </p:cNvSpPr>
          <p:nvPr/>
        </p:nvSpPr>
        <p:spPr>
          <a:xfrm>
            <a:off x="305298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0" name="11_all_5155">
            <a:extLst>
              <a:ext uri="{FF2B5EF4-FFF2-40B4-BE49-F238E27FC236}">
                <a16:creationId xmlns:a16="http://schemas.microsoft.com/office/drawing/2014/main" id="{DF6BA1D6-D00F-4740-97A7-A42441762AB3}"/>
              </a:ext>
            </a:extLst>
          </p:cNvPr>
          <p:cNvSpPr>
            <a:spLocks noGrp="1"/>
          </p:cNvSpPr>
          <p:nvPr/>
        </p:nvSpPr>
        <p:spPr>
          <a:xfrm>
            <a:off x="306492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1" name="11_all_5156">
            <a:extLst>
              <a:ext uri="{FF2B5EF4-FFF2-40B4-BE49-F238E27FC236}">
                <a16:creationId xmlns:a16="http://schemas.microsoft.com/office/drawing/2014/main" id="{4E2BD822-3692-4A98-A2AA-0555AC9EF62F}"/>
              </a:ext>
            </a:extLst>
          </p:cNvPr>
          <p:cNvSpPr>
            <a:spLocks noGrp="1"/>
          </p:cNvSpPr>
          <p:nvPr/>
        </p:nvSpPr>
        <p:spPr>
          <a:xfrm>
            <a:off x="306828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2" name="11_all_5157">
            <a:extLst>
              <a:ext uri="{FF2B5EF4-FFF2-40B4-BE49-F238E27FC236}">
                <a16:creationId xmlns:a16="http://schemas.microsoft.com/office/drawing/2014/main" id="{3F59ED05-3750-4F2E-9E01-671902817BD9}"/>
              </a:ext>
            </a:extLst>
          </p:cNvPr>
          <p:cNvSpPr>
            <a:spLocks noGrp="1"/>
          </p:cNvSpPr>
          <p:nvPr/>
        </p:nvSpPr>
        <p:spPr>
          <a:xfrm>
            <a:off x="307352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3" name="11_all_5158">
            <a:extLst>
              <a:ext uri="{FF2B5EF4-FFF2-40B4-BE49-F238E27FC236}">
                <a16:creationId xmlns:a16="http://schemas.microsoft.com/office/drawing/2014/main" id="{958F1F92-5AAC-4B82-B9ED-5CF79E5C6D11}"/>
              </a:ext>
            </a:extLst>
          </p:cNvPr>
          <p:cNvSpPr>
            <a:spLocks noGrp="1"/>
          </p:cNvSpPr>
          <p:nvPr/>
        </p:nvSpPr>
        <p:spPr>
          <a:xfrm>
            <a:off x="306329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4" name="11_all_5159">
            <a:extLst>
              <a:ext uri="{FF2B5EF4-FFF2-40B4-BE49-F238E27FC236}">
                <a16:creationId xmlns:a16="http://schemas.microsoft.com/office/drawing/2014/main" id="{D70CD6A6-8C2E-4D5F-9916-7CFC6808E4A5}"/>
              </a:ext>
            </a:extLst>
          </p:cNvPr>
          <p:cNvSpPr>
            <a:spLocks noGrp="1"/>
          </p:cNvSpPr>
          <p:nvPr/>
        </p:nvSpPr>
        <p:spPr>
          <a:xfrm>
            <a:off x="301683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5" name="11_all_5160">
            <a:extLst>
              <a:ext uri="{FF2B5EF4-FFF2-40B4-BE49-F238E27FC236}">
                <a16:creationId xmlns:a16="http://schemas.microsoft.com/office/drawing/2014/main" id="{DA6E475D-D5A8-4531-AA43-2820461FD7C5}"/>
              </a:ext>
            </a:extLst>
          </p:cNvPr>
          <p:cNvSpPr>
            <a:spLocks noGrp="1"/>
          </p:cNvSpPr>
          <p:nvPr/>
        </p:nvSpPr>
        <p:spPr>
          <a:xfrm>
            <a:off x="3057436" y="43677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6" name="11_all_5161">
            <a:extLst>
              <a:ext uri="{FF2B5EF4-FFF2-40B4-BE49-F238E27FC236}">
                <a16:creationId xmlns:a16="http://schemas.microsoft.com/office/drawing/2014/main" id="{EBEC0D8B-572F-4AAD-AD42-736DD579D003}"/>
              </a:ext>
            </a:extLst>
          </p:cNvPr>
          <p:cNvSpPr>
            <a:spLocks noGrp="1"/>
          </p:cNvSpPr>
          <p:nvPr/>
        </p:nvSpPr>
        <p:spPr>
          <a:xfrm>
            <a:off x="3057925" y="39688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7" name="11_all_5162">
            <a:extLst>
              <a:ext uri="{FF2B5EF4-FFF2-40B4-BE49-F238E27FC236}">
                <a16:creationId xmlns:a16="http://schemas.microsoft.com/office/drawing/2014/main" id="{D4FE174A-C51A-46EE-ACF3-E0CF1042EC85}"/>
              </a:ext>
            </a:extLst>
          </p:cNvPr>
          <p:cNvSpPr>
            <a:spLocks noGrp="1"/>
          </p:cNvSpPr>
          <p:nvPr/>
        </p:nvSpPr>
        <p:spPr>
          <a:xfrm>
            <a:off x="29464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8" name="11_all_5163">
            <a:extLst>
              <a:ext uri="{FF2B5EF4-FFF2-40B4-BE49-F238E27FC236}">
                <a16:creationId xmlns:a16="http://schemas.microsoft.com/office/drawing/2014/main" id="{97F37109-01AC-4A23-87E8-173D7EBBBB38}"/>
              </a:ext>
            </a:extLst>
          </p:cNvPr>
          <p:cNvSpPr>
            <a:spLocks noGrp="1"/>
          </p:cNvSpPr>
          <p:nvPr/>
        </p:nvSpPr>
        <p:spPr>
          <a:xfrm>
            <a:off x="30279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9" name="11_all_5164">
            <a:extLst>
              <a:ext uri="{FF2B5EF4-FFF2-40B4-BE49-F238E27FC236}">
                <a16:creationId xmlns:a16="http://schemas.microsoft.com/office/drawing/2014/main" id="{264DB4EC-03E0-46D4-85C1-02BFF45D71F2}"/>
              </a:ext>
            </a:extLst>
          </p:cNvPr>
          <p:cNvSpPr>
            <a:spLocks noGrp="1"/>
          </p:cNvSpPr>
          <p:nvPr/>
        </p:nvSpPr>
        <p:spPr>
          <a:xfrm>
            <a:off x="299968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0" name="11_all_5165">
            <a:extLst>
              <a:ext uri="{FF2B5EF4-FFF2-40B4-BE49-F238E27FC236}">
                <a16:creationId xmlns:a16="http://schemas.microsoft.com/office/drawing/2014/main" id="{6C8DDB50-D54D-4D16-A9F2-3444DAD21803}"/>
              </a:ext>
            </a:extLst>
          </p:cNvPr>
          <p:cNvSpPr>
            <a:spLocks noGrp="1"/>
          </p:cNvSpPr>
          <p:nvPr/>
        </p:nvSpPr>
        <p:spPr>
          <a:xfrm>
            <a:off x="295693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1" name="11_all_5166">
            <a:extLst>
              <a:ext uri="{FF2B5EF4-FFF2-40B4-BE49-F238E27FC236}">
                <a16:creationId xmlns:a16="http://schemas.microsoft.com/office/drawing/2014/main" id="{59431A7A-2BCC-4302-A45E-B9CD74A42490}"/>
              </a:ext>
            </a:extLst>
          </p:cNvPr>
          <p:cNvSpPr>
            <a:spLocks noGrp="1"/>
          </p:cNvSpPr>
          <p:nvPr/>
        </p:nvSpPr>
        <p:spPr>
          <a:xfrm>
            <a:off x="304390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2" name="11_all_5167">
            <a:extLst>
              <a:ext uri="{FF2B5EF4-FFF2-40B4-BE49-F238E27FC236}">
                <a16:creationId xmlns:a16="http://schemas.microsoft.com/office/drawing/2014/main" id="{B0006A3F-3FAE-476E-A389-FF7C5A09D00C}"/>
              </a:ext>
            </a:extLst>
          </p:cNvPr>
          <p:cNvSpPr>
            <a:spLocks noGrp="1"/>
          </p:cNvSpPr>
          <p:nvPr/>
        </p:nvSpPr>
        <p:spPr>
          <a:xfrm>
            <a:off x="302450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3" name="11_all_5168">
            <a:extLst>
              <a:ext uri="{FF2B5EF4-FFF2-40B4-BE49-F238E27FC236}">
                <a16:creationId xmlns:a16="http://schemas.microsoft.com/office/drawing/2014/main" id="{9FA9E555-7211-43CD-82F8-784063E542CB}"/>
              </a:ext>
            </a:extLst>
          </p:cNvPr>
          <p:cNvSpPr>
            <a:spLocks noGrp="1"/>
          </p:cNvSpPr>
          <p:nvPr/>
        </p:nvSpPr>
        <p:spPr>
          <a:xfrm>
            <a:off x="296435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4" name="11_all_5169">
            <a:extLst>
              <a:ext uri="{FF2B5EF4-FFF2-40B4-BE49-F238E27FC236}">
                <a16:creationId xmlns:a16="http://schemas.microsoft.com/office/drawing/2014/main" id="{40B5AD06-F552-4EDC-90E6-67DD192997E4}"/>
              </a:ext>
            </a:extLst>
          </p:cNvPr>
          <p:cNvSpPr>
            <a:spLocks noGrp="1"/>
          </p:cNvSpPr>
          <p:nvPr/>
        </p:nvSpPr>
        <p:spPr>
          <a:xfrm>
            <a:off x="2947105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5" name="11_all_5170">
            <a:extLst>
              <a:ext uri="{FF2B5EF4-FFF2-40B4-BE49-F238E27FC236}">
                <a16:creationId xmlns:a16="http://schemas.microsoft.com/office/drawing/2014/main" id="{6051F415-D659-4031-BF06-98EE149AC114}"/>
              </a:ext>
            </a:extLst>
          </p:cNvPr>
          <p:cNvSpPr>
            <a:spLocks noGrp="1"/>
          </p:cNvSpPr>
          <p:nvPr/>
        </p:nvSpPr>
        <p:spPr>
          <a:xfrm>
            <a:off x="300833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6" name="11_all_5171">
            <a:extLst>
              <a:ext uri="{FF2B5EF4-FFF2-40B4-BE49-F238E27FC236}">
                <a16:creationId xmlns:a16="http://schemas.microsoft.com/office/drawing/2014/main" id="{33EF3990-41A7-4873-ABE9-E99CDC5C0158}"/>
              </a:ext>
            </a:extLst>
          </p:cNvPr>
          <p:cNvSpPr>
            <a:spLocks noGrp="1"/>
          </p:cNvSpPr>
          <p:nvPr/>
        </p:nvSpPr>
        <p:spPr>
          <a:xfrm>
            <a:off x="3027344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7" name="11_all_5172">
            <a:extLst>
              <a:ext uri="{FF2B5EF4-FFF2-40B4-BE49-F238E27FC236}">
                <a16:creationId xmlns:a16="http://schemas.microsoft.com/office/drawing/2014/main" id="{BFFD7B53-66C5-4CC1-A18F-33B9ACE1CD6F}"/>
              </a:ext>
            </a:extLst>
          </p:cNvPr>
          <p:cNvSpPr>
            <a:spLocks noGrp="1"/>
          </p:cNvSpPr>
          <p:nvPr/>
        </p:nvSpPr>
        <p:spPr>
          <a:xfrm>
            <a:off x="296758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8" name="11_all_5173">
            <a:extLst>
              <a:ext uri="{FF2B5EF4-FFF2-40B4-BE49-F238E27FC236}">
                <a16:creationId xmlns:a16="http://schemas.microsoft.com/office/drawing/2014/main" id="{6BFA751F-3888-478C-9FF4-7FEE193F3151}"/>
              </a:ext>
            </a:extLst>
          </p:cNvPr>
          <p:cNvSpPr>
            <a:spLocks noGrp="1"/>
          </p:cNvSpPr>
          <p:nvPr/>
        </p:nvSpPr>
        <p:spPr>
          <a:xfrm>
            <a:off x="304211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9" name="11_all_5174">
            <a:extLst>
              <a:ext uri="{FF2B5EF4-FFF2-40B4-BE49-F238E27FC236}">
                <a16:creationId xmlns:a16="http://schemas.microsoft.com/office/drawing/2014/main" id="{4903B621-07B1-43F2-93D3-3A4B4BAA6473}"/>
              </a:ext>
            </a:extLst>
          </p:cNvPr>
          <p:cNvSpPr>
            <a:spLocks noGrp="1"/>
          </p:cNvSpPr>
          <p:nvPr/>
        </p:nvSpPr>
        <p:spPr>
          <a:xfrm>
            <a:off x="303722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0" name="11_all_5175">
            <a:extLst>
              <a:ext uri="{FF2B5EF4-FFF2-40B4-BE49-F238E27FC236}">
                <a16:creationId xmlns:a16="http://schemas.microsoft.com/office/drawing/2014/main" id="{ECCB8738-8501-48BB-A361-D750947A2F2C}"/>
              </a:ext>
            </a:extLst>
          </p:cNvPr>
          <p:cNvSpPr>
            <a:spLocks noGrp="1"/>
          </p:cNvSpPr>
          <p:nvPr/>
        </p:nvSpPr>
        <p:spPr>
          <a:xfrm>
            <a:off x="299596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1" name="11_all_5176">
            <a:extLst>
              <a:ext uri="{FF2B5EF4-FFF2-40B4-BE49-F238E27FC236}">
                <a16:creationId xmlns:a16="http://schemas.microsoft.com/office/drawing/2014/main" id="{9B34D54A-C0AC-42ED-86F8-1A8D012EFC7A}"/>
              </a:ext>
            </a:extLst>
          </p:cNvPr>
          <p:cNvSpPr>
            <a:spLocks noGrp="1"/>
          </p:cNvSpPr>
          <p:nvPr/>
        </p:nvSpPr>
        <p:spPr>
          <a:xfrm>
            <a:off x="2999992" y="432983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2" name="11_all_5177">
            <a:extLst>
              <a:ext uri="{FF2B5EF4-FFF2-40B4-BE49-F238E27FC236}">
                <a16:creationId xmlns:a16="http://schemas.microsoft.com/office/drawing/2014/main" id="{F9B86636-A48D-46B8-90F4-0C7CE17D8DC7}"/>
              </a:ext>
            </a:extLst>
          </p:cNvPr>
          <p:cNvSpPr>
            <a:spLocks noGrp="1"/>
          </p:cNvSpPr>
          <p:nvPr/>
        </p:nvSpPr>
        <p:spPr>
          <a:xfrm>
            <a:off x="305780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3" name="11_all_5178">
            <a:extLst>
              <a:ext uri="{FF2B5EF4-FFF2-40B4-BE49-F238E27FC236}">
                <a16:creationId xmlns:a16="http://schemas.microsoft.com/office/drawing/2014/main" id="{F266FC09-2F7F-4F40-9BA7-546AC6461A32}"/>
              </a:ext>
            </a:extLst>
          </p:cNvPr>
          <p:cNvSpPr>
            <a:spLocks noGrp="1"/>
          </p:cNvSpPr>
          <p:nvPr/>
        </p:nvSpPr>
        <p:spPr>
          <a:xfrm>
            <a:off x="301150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4" name="11_all_5179">
            <a:extLst>
              <a:ext uri="{FF2B5EF4-FFF2-40B4-BE49-F238E27FC236}">
                <a16:creationId xmlns:a16="http://schemas.microsoft.com/office/drawing/2014/main" id="{E4F9EE88-D6E2-457E-9DB0-27371BA1A8C0}"/>
              </a:ext>
            </a:extLst>
          </p:cNvPr>
          <p:cNvSpPr>
            <a:spLocks noGrp="1"/>
          </p:cNvSpPr>
          <p:nvPr/>
        </p:nvSpPr>
        <p:spPr>
          <a:xfrm>
            <a:off x="297176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5" name="11_all_5180">
            <a:extLst>
              <a:ext uri="{FF2B5EF4-FFF2-40B4-BE49-F238E27FC236}">
                <a16:creationId xmlns:a16="http://schemas.microsoft.com/office/drawing/2014/main" id="{62FA1C80-9231-44F5-8AC1-281411904F07}"/>
              </a:ext>
            </a:extLst>
          </p:cNvPr>
          <p:cNvSpPr>
            <a:spLocks noGrp="1"/>
          </p:cNvSpPr>
          <p:nvPr/>
        </p:nvSpPr>
        <p:spPr>
          <a:xfrm>
            <a:off x="30654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6" name="11_all_5181">
            <a:extLst>
              <a:ext uri="{FF2B5EF4-FFF2-40B4-BE49-F238E27FC236}">
                <a16:creationId xmlns:a16="http://schemas.microsoft.com/office/drawing/2014/main" id="{F4F8BE7E-46A5-4F41-BF0C-6B74D69EA5D4}"/>
              </a:ext>
            </a:extLst>
          </p:cNvPr>
          <p:cNvSpPr>
            <a:spLocks noGrp="1"/>
          </p:cNvSpPr>
          <p:nvPr/>
        </p:nvSpPr>
        <p:spPr>
          <a:xfrm>
            <a:off x="30449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7" name="11_all_5182">
            <a:extLst>
              <a:ext uri="{FF2B5EF4-FFF2-40B4-BE49-F238E27FC236}">
                <a16:creationId xmlns:a16="http://schemas.microsoft.com/office/drawing/2014/main" id="{A0AA40DB-6BBE-4FDD-B0C9-85A74FA36D92}"/>
              </a:ext>
            </a:extLst>
          </p:cNvPr>
          <p:cNvSpPr>
            <a:spLocks noGrp="1"/>
          </p:cNvSpPr>
          <p:nvPr/>
        </p:nvSpPr>
        <p:spPr>
          <a:xfrm>
            <a:off x="3073354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8" name="11_all_5183">
            <a:extLst>
              <a:ext uri="{FF2B5EF4-FFF2-40B4-BE49-F238E27FC236}">
                <a16:creationId xmlns:a16="http://schemas.microsoft.com/office/drawing/2014/main" id="{BE1F043D-B8D8-4893-AFEC-9E9C4F6CA73D}"/>
              </a:ext>
            </a:extLst>
          </p:cNvPr>
          <p:cNvSpPr>
            <a:spLocks noGrp="1"/>
          </p:cNvSpPr>
          <p:nvPr/>
        </p:nvSpPr>
        <p:spPr>
          <a:xfrm>
            <a:off x="29695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9" name="11_all_5184">
            <a:extLst>
              <a:ext uri="{FF2B5EF4-FFF2-40B4-BE49-F238E27FC236}">
                <a16:creationId xmlns:a16="http://schemas.microsoft.com/office/drawing/2014/main" id="{2EC6169B-0ADA-4B4C-ACD4-54E8B3BC1821}"/>
              </a:ext>
            </a:extLst>
          </p:cNvPr>
          <p:cNvSpPr>
            <a:spLocks noGrp="1"/>
          </p:cNvSpPr>
          <p:nvPr/>
        </p:nvSpPr>
        <p:spPr>
          <a:xfrm>
            <a:off x="300458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0" name="11_all_5185">
            <a:extLst>
              <a:ext uri="{FF2B5EF4-FFF2-40B4-BE49-F238E27FC236}">
                <a16:creationId xmlns:a16="http://schemas.microsoft.com/office/drawing/2014/main" id="{9670159A-52E2-4BF8-8FCC-F1939DBE0E35}"/>
              </a:ext>
            </a:extLst>
          </p:cNvPr>
          <p:cNvSpPr>
            <a:spLocks noGrp="1"/>
          </p:cNvSpPr>
          <p:nvPr/>
        </p:nvSpPr>
        <p:spPr>
          <a:xfrm>
            <a:off x="307334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1" name="11_all_5186">
            <a:extLst>
              <a:ext uri="{FF2B5EF4-FFF2-40B4-BE49-F238E27FC236}">
                <a16:creationId xmlns:a16="http://schemas.microsoft.com/office/drawing/2014/main" id="{90830020-4BE4-4A73-A360-1DA1BAF2F170}"/>
              </a:ext>
            </a:extLst>
          </p:cNvPr>
          <p:cNvSpPr>
            <a:spLocks noGrp="1"/>
          </p:cNvSpPr>
          <p:nvPr/>
        </p:nvSpPr>
        <p:spPr>
          <a:xfrm>
            <a:off x="299300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2" name="11_all_5187">
            <a:extLst>
              <a:ext uri="{FF2B5EF4-FFF2-40B4-BE49-F238E27FC236}">
                <a16:creationId xmlns:a16="http://schemas.microsoft.com/office/drawing/2014/main" id="{90DB4CE9-AD8C-4529-97E0-23A888EC894F}"/>
              </a:ext>
            </a:extLst>
          </p:cNvPr>
          <p:cNvSpPr>
            <a:spLocks noGrp="1"/>
          </p:cNvSpPr>
          <p:nvPr/>
        </p:nvSpPr>
        <p:spPr>
          <a:xfrm>
            <a:off x="300651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3" name="11_all_5188">
            <a:extLst>
              <a:ext uri="{FF2B5EF4-FFF2-40B4-BE49-F238E27FC236}">
                <a16:creationId xmlns:a16="http://schemas.microsoft.com/office/drawing/2014/main" id="{D0F7D8DA-91E2-4F3F-82CE-865AD60AF98C}"/>
              </a:ext>
            </a:extLst>
          </p:cNvPr>
          <p:cNvSpPr>
            <a:spLocks noGrp="1"/>
          </p:cNvSpPr>
          <p:nvPr/>
        </p:nvSpPr>
        <p:spPr>
          <a:xfrm>
            <a:off x="296422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4" name="11_all_5189">
            <a:extLst>
              <a:ext uri="{FF2B5EF4-FFF2-40B4-BE49-F238E27FC236}">
                <a16:creationId xmlns:a16="http://schemas.microsoft.com/office/drawing/2014/main" id="{0117B061-54B3-446E-AE20-9198F9C210F8}"/>
              </a:ext>
            </a:extLst>
          </p:cNvPr>
          <p:cNvSpPr>
            <a:spLocks noGrp="1"/>
          </p:cNvSpPr>
          <p:nvPr/>
        </p:nvSpPr>
        <p:spPr>
          <a:xfrm>
            <a:off x="64800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745" name="11_all_5190">
            <a:extLst>
              <a:ext uri="{FF2B5EF4-FFF2-40B4-BE49-F238E27FC236}">
                <a16:creationId xmlns:a16="http://schemas.microsoft.com/office/drawing/2014/main" id="{1138DCB6-B33C-434D-81E5-0560C398240F}"/>
              </a:ext>
            </a:extLst>
          </p:cNvPr>
          <p:cNvSpPr>
            <a:spLocks noGrp="1"/>
          </p:cNvSpPr>
          <p:nvPr/>
        </p:nvSpPr>
        <p:spPr>
          <a:xfrm>
            <a:off x="648000" y="490608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746" name="text_5191">
            <a:extLst>
              <a:ext uri="{FF2B5EF4-FFF2-40B4-BE49-F238E27FC236}">
                <a16:creationId xmlns:a16="http://schemas.microsoft.com/office/drawing/2014/main" id="{C12689F2-D053-4C68-90D2-517CA4E877B0}"/>
              </a:ext>
            </a:extLst>
          </p:cNvPr>
          <p:cNvSpPr>
            <a:spLocks noGrp="1"/>
          </p:cNvSpPr>
          <p:nvPr/>
        </p:nvSpPr>
        <p:spPr>
          <a:xfrm>
            <a:off x="293625" y="2576267"/>
            <a:ext cx="83312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747" name="text_5192">
            <a:extLst>
              <a:ext uri="{FF2B5EF4-FFF2-40B4-BE49-F238E27FC236}">
                <a16:creationId xmlns:a16="http://schemas.microsoft.com/office/drawing/2014/main" id="{39EC9AD2-F75D-4B2D-B5EF-7FAA1F14A163}"/>
              </a:ext>
            </a:extLst>
          </p:cNvPr>
          <p:cNvSpPr>
            <a:spLocks noGrp="1"/>
          </p:cNvSpPr>
          <p:nvPr/>
        </p:nvSpPr>
        <p:spPr>
          <a:xfrm>
            <a:off x="648000" y="2653059"/>
            <a:ext cx="162643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GT</a:t>
            </a:r>
          </a:p>
        </p:txBody>
      </p:sp>
      <p:sp>
        <p:nvSpPr>
          <p:cNvPr id="748" name="11_all_5193">
            <a:extLst>
              <a:ext uri="{FF2B5EF4-FFF2-40B4-BE49-F238E27FC236}">
                <a16:creationId xmlns:a16="http://schemas.microsoft.com/office/drawing/2014/main" id="{443BAACB-DD7D-4687-B0C0-F146E41ABB0D}"/>
              </a:ext>
            </a:extLst>
          </p:cNvPr>
          <p:cNvSpPr>
            <a:spLocks noGrp="1"/>
          </p:cNvSpPr>
          <p:nvPr/>
        </p:nvSpPr>
        <p:spPr>
          <a:xfrm>
            <a:off x="671437" y="3553544"/>
            <a:ext cx="2343750" cy="1259198"/>
          </a:xfrm>
          <a:custGeom>
            <a:avLst/>
            <a:gdLst/>
            <a:ahLst/>
            <a:cxnLst/>
            <a:rect l="0" t="0" r="0" b="0"/>
            <a:pathLst>
              <a:path w="2343750" h="1259198">
                <a:moveTo>
                  <a:pt x="0" y="1259198"/>
                </a:moveTo>
                <a:lnTo>
                  <a:pt x="20032" y="1257793"/>
                </a:lnTo>
                <a:lnTo>
                  <a:pt x="20380" y="1257592"/>
                </a:lnTo>
                <a:lnTo>
                  <a:pt x="26940" y="1256233"/>
                </a:lnTo>
                <a:lnTo>
                  <a:pt x="27902" y="1255433"/>
                </a:lnTo>
                <a:lnTo>
                  <a:pt x="30048" y="1255433"/>
                </a:lnTo>
                <a:lnTo>
                  <a:pt x="30571" y="1253627"/>
                </a:lnTo>
                <a:lnTo>
                  <a:pt x="38422" y="1252345"/>
                </a:lnTo>
                <a:lnTo>
                  <a:pt x="39063" y="1250435"/>
                </a:lnTo>
                <a:lnTo>
                  <a:pt x="43403" y="1249662"/>
                </a:lnTo>
                <a:lnTo>
                  <a:pt x="44158" y="1246987"/>
                </a:lnTo>
                <a:lnTo>
                  <a:pt x="48828" y="1246746"/>
                </a:lnTo>
                <a:lnTo>
                  <a:pt x="50080" y="1245286"/>
                </a:lnTo>
                <a:lnTo>
                  <a:pt x="52083" y="1245047"/>
                </a:lnTo>
                <a:lnTo>
                  <a:pt x="52649" y="1243808"/>
                </a:lnTo>
                <a:lnTo>
                  <a:pt x="55804" y="1243380"/>
                </a:lnTo>
                <a:lnTo>
                  <a:pt x="56612" y="1239482"/>
                </a:lnTo>
                <a:lnTo>
                  <a:pt x="60877" y="1238077"/>
                </a:lnTo>
                <a:lnTo>
                  <a:pt x="61141" y="1238009"/>
                </a:lnTo>
                <a:lnTo>
                  <a:pt x="65104" y="1237748"/>
                </a:lnTo>
                <a:lnTo>
                  <a:pt x="65104" y="1231635"/>
                </a:lnTo>
                <a:lnTo>
                  <a:pt x="73030" y="1230244"/>
                </a:lnTo>
                <a:lnTo>
                  <a:pt x="74405" y="1229679"/>
                </a:lnTo>
                <a:lnTo>
                  <a:pt x="78125" y="1229418"/>
                </a:lnTo>
                <a:lnTo>
                  <a:pt x="79257" y="1227158"/>
                </a:lnTo>
                <a:lnTo>
                  <a:pt x="83705" y="1226003"/>
                </a:lnTo>
                <a:lnTo>
                  <a:pt x="84918" y="1225078"/>
                </a:lnTo>
                <a:lnTo>
                  <a:pt x="86806" y="1225056"/>
                </a:lnTo>
                <a:lnTo>
                  <a:pt x="87933" y="1220665"/>
                </a:lnTo>
                <a:lnTo>
                  <a:pt x="91146" y="1219362"/>
                </a:lnTo>
                <a:lnTo>
                  <a:pt x="91712" y="1219120"/>
                </a:lnTo>
                <a:lnTo>
                  <a:pt x="97656" y="1219030"/>
                </a:lnTo>
                <a:lnTo>
                  <a:pt x="98079" y="1206166"/>
                </a:lnTo>
                <a:lnTo>
                  <a:pt x="107759" y="1204811"/>
                </a:lnTo>
                <a:lnTo>
                  <a:pt x="108507" y="1204116"/>
                </a:lnTo>
                <a:lnTo>
                  <a:pt x="111607" y="1203960"/>
                </a:lnTo>
                <a:lnTo>
                  <a:pt x="112092" y="1197809"/>
                </a:lnTo>
                <a:lnTo>
                  <a:pt x="117188" y="1197396"/>
                </a:lnTo>
                <a:lnTo>
                  <a:pt x="118371" y="1196112"/>
                </a:lnTo>
                <a:lnTo>
                  <a:pt x="120192" y="1196112"/>
                </a:lnTo>
                <a:lnTo>
                  <a:pt x="120584" y="1193950"/>
                </a:lnTo>
                <a:lnTo>
                  <a:pt x="130208" y="1192869"/>
                </a:lnTo>
                <a:lnTo>
                  <a:pt x="130774" y="1166611"/>
                </a:lnTo>
                <a:lnTo>
                  <a:pt x="142045" y="1165220"/>
                </a:lnTo>
                <a:lnTo>
                  <a:pt x="143229" y="1164053"/>
                </a:lnTo>
                <a:lnTo>
                  <a:pt x="148810" y="1162659"/>
                </a:lnTo>
                <a:lnTo>
                  <a:pt x="148810" y="1162162"/>
                </a:lnTo>
                <a:lnTo>
                  <a:pt x="151210" y="1160803"/>
                </a:lnTo>
                <a:lnTo>
                  <a:pt x="152192" y="1160645"/>
                </a:lnTo>
                <a:lnTo>
                  <a:pt x="156250" y="1160407"/>
                </a:lnTo>
                <a:lnTo>
                  <a:pt x="156250" y="1149781"/>
                </a:lnTo>
                <a:lnTo>
                  <a:pt x="164474" y="1148791"/>
                </a:lnTo>
                <a:lnTo>
                  <a:pt x="165720" y="1148175"/>
                </a:lnTo>
                <a:lnTo>
                  <a:pt x="167411" y="1147981"/>
                </a:lnTo>
                <a:lnTo>
                  <a:pt x="168139" y="1145351"/>
                </a:lnTo>
                <a:lnTo>
                  <a:pt x="173611" y="1144825"/>
                </a:lnTo>
                <a:lnTo>
                  <a:pt x="174932" y="1140457"/>
                </a:lnTo>
                <a:lnTo>
                  <a:pt x="180288" y="1140344"/>
                </a:lnTo>
                <a:lnTo>
                  <a:pt x="180288" y="1138606"/>
                </a:lnTo>
                <a:lnTo>
                  <a:pt x="191916" y="1137216"/>
                </a:lnTo>
                <a:lnTo>
                  <a:pt x="193212" y="1136930"/>
                </a:lnTo>
                <a:lnTo>
                  <a:pt x="195312" y="1136907"/>
                </a:lnTo>
                <a:lnTo>
                  <a:pt x="195312" y="1073866"/>
                </a:lnTo>
                <a:lnTo>
                  <a:pt x="208333" y="1072935"/>
                </a:lnTo>
                <a:lnTo>
                  <a:pt x="208899" y="1072043"/>
                </a:lnTo>
                <a:lnTo>
                  <a:pt x="210337" y="1071931"/>
                </a:lnTo>
                <a:lnTo>
                  <a:pt x="210598" y="1070170"/>
                </a:lnTo>
                <a:lnTo>
                  <a:pt x="217014" y="1068981"/>
                </a:lnTo>
                <a:lnTo>
                  <a:pt x="217391" y="1067799"/>
                </a:lnTo>
                <a:lnTo>
                  <a:pt x="223214" y="1067424"/>
                </a:lnTo>
                <a:lnTo>
                  <a:pt x="224185" y="1059828"/>
                </a:lnTo>
                <a:lnTo>
                  <a:pt x="234375" y="1058995"/>
                </a:lnTo>
                <a:lnTo>
                  <a:pt x="234375" y="1056886"/>
                </a:lnTo>
                <a:lnTo>
                  <a:pt x="240385" y="1056484"/>
                </a:lnTo>
                <a:lnTo>
                  <a:pt x="241168" y="1055124"/>
                </a:lnTo>
                <a:lnTo>
                  <a:pt x="244141" y="1054742"/>
                </a:lnTo>
                <a:lnTo>
                  <a:pt x="244565" y="1052763"/>
                </a:lnTo>
                <a:lnTo>
                  <a:pt x="260417" y="1051816"/>
                </a:lnTo>
                <a:lnTo>
                  <a:pt x="261549" y="973263"/>
                </a:lnTo>
                <a:lnTo>
                  <a:pt x="270433" y="972813"/>
                </a:lnTo>
                <a:lnTo>
                  <a:pt x="271739" y="970924"/>
                </a:lnTo>
                <a:lnTo>
                  <a:pt x="273438" y="970924"/>
                </a:lnTo>
                <a:lnTo>
                  <a:pt x="273438" y="969163"/>
                </a:lnTo>
                <a:lnTo>
                  <a:pt x="279018" y="969140"/>
                </a:lnTo>
                <a:lnTo>
                  <a:pt x="279018" y="966905"/>
                </a:lnTo>
                <a:lnTo>
                  <a:pt x="287829" y="965778"/>
                </a:lnTo>
                <a:lnTo>
                  <a:pt x="288723" y="965207"/>
                </a:lnTo>
                <a:lnTo>
                  <a:pt x="292969" y="965073"/>
                </a:lnTo>
                <a:lnTo>
                  <a:pt x="293818" y="954621"/>
                </a:lnTo>
                <a:lnTo>
                  <a:pt x="300481" y="953546"/>
                </a:lnTo>
                <a:lnTo>
                  <a:pt x="300611" y="952587"/>
                </a:lnTo>
                <a:lnTo>
                  <a:pt x="303819" y="952565"/>
                </a:lnTo>
                <a:lnTo>
                  <a:pt x="304008" y="950225"/>
                </a:lnTo>
                <a:lnTo>
                  <a:pt x="312500" y="950023"/>
                </a:lnTo>
                <a:lnTo>
                  <a:pt x="312500" y="936269"/>
                </a:lnTo>
                <a:lnTo>
                  <a:pt x="325521" y="935488"/>
                </a:lnTo>
                <a:lnTo>
                  <a:pt x="326087" y="929643"/>
                </a:lnTo>
                <a:lnTo>
                  <a:pt x="330529" y="929049"/>
                </a:lnTo>
                <a:lnTo>
                  <a:pt x="331182" y="927288"/>
                </a:lnTo>
                <a:lnTo>
                  <a:pt x="334821" y="927243"/>
                </a:lnTo>
                <a:lnTo>
                  <a:pt x="334821" y="920787"/>
                </a:lnTo>
                <a:lnTo>
                  <a:pt x="341797" y="920283"/>
                </a:lnTo>
                <a:lnTo>
                  <a:pt x="343071" y="918956"/>
                </a:lnTo>
                <a:lnTo>
                  <a:pt x="347222" y="918821"/>
                </a:lnTo>
                <a:lnTo>
                  <a:pt x="347222" y="915345"/>
                </a:lnTo>
                <a:lnTo>
                  <a:pt x="351563" y="915038"/>
                </a:lnTo>
                <a:lnTo>
                  <a:pt x="352823" y="913361"/>
                </a:lnTo>
                <a:lnTo>
                  <a:pt x="360577" y="912300"/>
                </a:lnTo>
                <a:lnTo>
                  <a:pt x="360577" y="910562"/>
                </a:lnTo>
                <a:lnTo>
                  <a:pt x="377155" y="909457"/>
                </a:lnTo>
                <a:lnTo>
                  <a:pt x="378024" y="908812"/>
                </a:lnTo>
                <a:lnTo>
                  <a:pt x="390625" y="908452"/>
                </a:lnTo>
                <a:lnTo>
                  <a:pt x="390625" y="710849"/>
                </a:lnTo>
                <a:lnTo>
                  <a:pt x="409226" y="709782"/>
                </a:lnTo>
                <a:lnTo>
                  <a:pt x="409226" y="709285"/>
                </a:lnTo>
                <a:lnTo>
                  <a:pt x="420673" y="708204"/>
                </a:lnTo>
                <a:lnTo>
                  <a:pt x="421196" y="706042"/>
                </a:lnTo>
                <a:lnTo>
                  <a:pt x="426136" y="705562"/>
                </a:lnTo>
                <a:lnTo>
                  <a:pt x="426136" y="704614"/>
                </a:lnTo>
                <a:lnTo>
                  <a:pt x="434028" y="703705"/>
                </a:lnTo>
                <a:lnTo>
                  <a:pt x="434028" y="700228"/>
                </a:lnTo>
                <a:lnTo>
                  <a:pt x="446429" y="699853"/>
                </a:lnTo>
                <a:lnTo>
                  <a:pt x="446671" y="695609"/>
                </a:lnTo>
                <a:lnTo>
                  <a:pt x="455729" y="694605"/>
                </a:lnTo>
                <a:lnTo>
                  <a:pt x="456861" y="690932"/>
                </a:lnTo>
                <a:lnTo>
                  <a:pt x="468750" y="690445"/>
                </a:lnTo>
                <a:lnTo>
                  <a:pt x="468750" y="682449"/>
                </a:lnTo>
                <a:lnTo>
                  <a:pt x="477431" y="682007"/>
                </a:lnTo>
                <a:lnTo>
                  <a:pt x="477431" y="680848"/>
                </a:lnTo>
                <a:lnTo>
                  <a:pt x="483631" y="679488"/>
                </a:lnTo>
                <a:lnTo>
                  <a:pt x="484914" y="678610"/>
                </a:lnTo>
                <a:lnTo>
                  <a:pt x="488281" y="678475"/>
                </a:lnTo>
                <a:lnTo>
                  <a:pt x="489130" y="672803"/>
                </a:lnTo>
                <a:lnTo>
                  <a:pt x="498188" y="671479"/>
                </a:lnTo>
                <a:lnTo>
                  <a:pt x="499321" y="671306"/>
                </a:lnTo>
                <a:lnTo>
                  <a:pt x="507813" y="670359"/>
                </a:lnTo>
                <a:lnTo>
                  <a:pt x="507813" y="669641"/>
                </a:lnTo>
                <a:lnTo>
                  <a:pt x="520833" y="668679"/>
                </a:lnTo>
                <a:lnTo>
                  <a:pt x="520833" y="604426"/>
                </a:lnTo>
                <a:lnTo>
                  <a:pt x="540865" y="603315"/>
                </a:lnTo>
                <a:lnTo>
                  <a:pt x="540865" y="601978"/>
                </a:lnTo>
                <a:lnTo>
                  <a:pt x="548573" y="600588"/>
                </a:lnTo>
                <a:lnTo>
                  <a:pt x="548573" y="600565"/>
                </a:lnTo>
                <a:lnTo>
                  <a:pt x="558036" y="599688"/>
                </a:lnTo>
                <a:lnTo>
                  <a:pt x="558764" y="594700"/>
                </a:lnTo>
                <a:lnTo>
                  <a:pt x="564236" y="594280"/>
                </a:lnTo>
                <a:lnTo>
                  <a:pt x="564236" y="592542"/>
                </a:lnTo>
                <a:lnTo>
                  <a:pt x="570913" y="591211"/>
                </a:lnTo>
                <a:lnTo>
                  <a:pt x="570913" y="590276"/>
                </a:lnTo>
                <a:lnTo>
                  <a:pt x="585938" y="589614"/>
                </a:lnTo>
                <a:lnTo>
                  <a:pt x="585938" y="558806"/>
                </a:lnTo>
                <a:lnTo>
                  <a:pt x="606318" y="557407"/>
                </a:lnTo>
                <a:lnTo>
                  <a:pt x="606318" y="557384"/>
                </a:lnTo>
                <a:lnTo>
                  <a:pt x="613839" y="556746"/>
                </a:lnTo>
                <a:lnTo>
                  <a:pt x="614810" y="555233"/>
                </a:lnTo>
                <a:lnTo>
                  <a:pt x="625000" y="554356"/>
                </a:lnTo>
                <a:lnTo>
                  <a:pt x="625000" y="546860"/>
                </a:lnTo>
                <a:lnTo>
                  <a:pt x="639205" y="545547"/>
                </a:lnTo>
                <a:lnTo>
                  <a:pt x="639205" y="544599"/>
                </a:lnTo>
                <a:lnTo>
                  <a:pt x="651042" y="543932"/>
                </a:lnTo>
                <a:lnTo>
                  <a:pt x="652174" y="520166"/>
                </a:lnTo>
                <a:lnTo>
                  <a:pt x="669643" y="519449"/>
                </a:lnTo>
                <a:lnTo>
                  <a:pt x="670856" y="516447"/>
                </a:lnTo>
                <a:lnTo>
                  <a:pt x="683594" y="515624"/>
                </a:lnTo>
                <a:lnTo>
                  <a:pt x="684443" y="513863"/>
                </a:lnTo>
                <a:lnTo>
                  <a:pt x="694444" y="513283"/>
                </a:lnTo>
                <a:lnTo>
                  <a:pt x="694444" y="511545"/>
                </a:lnTo>
                <a:lnTo>
                  <a:pt x="710227" y="510877"/>
                </a:lnTo>
                <a:lnTo>
                  <a:pt x="711138" y="509796"/>
                </a:lnTo>
                <a:lnTo>
                  <a:pt x="716146" y="509796"/>
                </a:lnTo>
                <a:lnTo>
                  <a:pt x="716146" y="506146"/>
                </a:lnTo>
                <a:lnTo>
                  <a:pt x="725446" y="505187"/>
                </a:lnTo>
                <a:lnTo>
                  <a:pt x="725446" y="503697"/>
                </a:lnTo>
                <a:lnTo>
                  <a:pt x="781250" y="502363"/>
                </a:lnTo>
                <a:lnTo>
                  <a:pt x="781250" y="99206"/>
                </a:lnTo>
                <a:lnTo>
                  <a:pt x="830078" y="98412"/>
                </a:lnTo>
                <a:lnTo>
                  <a:pt x="830078" y="97760"/>
                </a:lnTo>
                <a:lnTo>
                  <a:pt x="859375" y="96891"/>
                </a:lnTo>
                <a:lnTo>
                  <a:pt x="859375" y="95848"/>
                </a:lnTo>
                <a:lnTo>
                  <a:pt x="878906" y="95848"/>
                </a:lnTo>
                <a:lnTo>
                  <a:pt x="878906" y="94110"/>
                </a:lnTo>
                <a:lnTo>
                  <a:pt x="892857" y="94110"/>
                </a:lnTo>
                <a:lnTo>
                  <a:pt x="892857" y="92620"/>
                </a:lnTo>
                <a:lnTo>
                  <a:pt x="911458" y="92620"/>
                </a:lnTo>
                <a:lnTo>
                  <a:pt x="911458" y="85088"/>
                </a:lnTo>
                <a:lnTo>
                  <a:pt x="937500" y="85088"/>
                </a:lnTo>
                <a:lnTo>
                  <a:pt x="937500" y="83002"/>
                </a:lnTo>
                <a:lnTo>
                  <a:pt x="976563" y="81989"/>
                </a:lnTo>
                <a:lnTo>
                  <a:pt x="976563" y="78730"/>
                </a:lnTo>
                <a:lnTo>
                  <a:pt x="1004464" y="78730"/>
                </a:lnTo>
                <a:lnTo>
                  <a:pt x="1004464" y="75750"/>
                </a:lnTo>
                <a:lnTo>
                  <a:pt x="1041667" y="75098"/>
                </a:lnTo>
                <a:lnTo>
                  <a:pt x="1041667" y="69304"/>
                </a:lnTo>
                <a:lnTo>
                  <a:pt x="1074219" y="69304"/>
                </a:lnTo>
                <a:lnTo>
                  <a:pt x="1074219" y="67349"/>
                </a:lnTo>
                <a:lnTo>
                  <a:pt x="1171875" y="66118"/>
                </a:lnTo>
                <a:lnTo>
                  <a:pt x="1171875" y="28965"/>
                </a:lnTo>
                <a:lnTo>
                  <a:pt x="1302083" y="27748"/>
                </a:lnTo>
                <a:lnTo>
                  <a:pt x="1302083" y="24272"/>
                </a:lnTo>
                <a:lnTo>
                  <a:pt x="1367188" y="23924"/>
                </a:lnTo>
                <a:lnTo>
                  <a:pt x="1367188" y="18710"/>
                </a:lnTo>
                <a:lnTo>
                  <a:pt x="1562500" y="18362"/>
                </a:lnTo>
                <a:lnTo>
                  <a:pt x="1562500" y="14960"/>
                </a:lnTo>
                <a:lnTo>
                  <a:pt x="1953125" y="14960"/>
                </a:lnTo>
                <a:lnTo>
                  <a:pt x="1953125" y="13222"/>
                </a:lnTo>
                <a:lnTo>
                  <a:pt x="2120536" y="11919"/>
                </a:lnTo>
                <a:lnTo>
                  <a:pt x="2120536" y="10429"/>
                </a:lnTo>
                <a:lnTo>
                  <a:pt x="2343750" y="10429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749" name="11_all_5194">
            <a:extLst>
              <a:ext uri="{FF2B5EF4-FFF2-40B4-BE49-F238E27FC236}">
                <a16:creationId xmlns:a16="http://schemas.microsoft.com/office/drawing/2014/main" id="{D483E90F-6A8C-48C5-965C-AEAFCAC8E0E9}"/>
              </a:ext>
            </a:extLst>
          </p:cNvPr>
          <p:cNvSpPr>
            <a:spLocks noGrp="1"/>
          </p:cNvSpPr>
          <p:nvPr/>
        </p:nvSpPr>
        <p:spPr>
          <a:xfrm>
            <a:off x="671437" y="3479339"/>
            <a:ext cx="2343750" cy="1333403"/>
          </a:xfrm>
          <a:custGeom>
            <a:avLst/>
            <a:gdLst/>
            <a:ahLst/>
            <a:cxnLst/>
            <a:rect l="0" t="0" r="0" b="0"/>
            <a:pathLst>
              <a:path w="2343750" h="1333403">
                <a:moveTo>
                  <a:pt x="0" y="1333403"/>
                </a:moveTo>
                <a:lnTo>
                  <a:pt x="260417" y="1333403"/>
                </a:lnTo>
                <a:lnTo>
                  <a:pt x="260417" y="1022275"/>
                </a:lnTo>
                <a:lnTo>
                  <a:pt x="261549" y="1022275"/>
                </a:lnTo>
                <a:lnTo>
                  <a:pt x="270433" y="1022275"/>
                </a:lnTo>
                <a:lnTo>
                  <a:pt x="270433" y="983384"/>
                </a:lnTo>
                <a:lnTo>
                  <a:pt x="271739" y="983384"/>
                </a:lnTo>
                <a:lnTo>
                  <a:pt x="303819" y="983384"/>
                </a:lnTo>
                <a:lnTo>
                  <a:pt x="303819" y="960050"/>
                </a:lnTo>
                <a:lnTo>
                  <a:pt x="304008" y="960050"/>
                </a:lnTo>
                <a:lnTo>
                  <a:pt x="312500" y="960050"/>
                </a:lnTo>
                <a:lnTo>
                  <a:pt x="312500" y="935568"/>
                </a:lnTo>
                <a:lnTo>
                  <a:pt x="325521" y="935568"/>
                </a:lnTo>
                <a:lnTo>
                  <a:pt x="325521" y="918566"/>
                </a:lnTo>
                <a:lnTo>
                  <a:pt x="326087" y="918566"/>
                </a:lnTo>
                <a:lnTo>
                  <a:pt x="334821" y="918566"/>
                </a:lnTo>
                <a:lnTo>
                  <a:pt x="334821" y="866712"/>
                </a:lnTo>
                <a:lnTo>
                  <a:pt x="390625" y="866712"/>
                </a:lnTo>
                <a:lnTo>
                  <a:pt x="390625" y="711148"/>
                </a:lnTo>
                <a:lnTo>
                  <a:pt x="477431" y="711148"/>
                </a:lnTo>
                <a:lnTo>
                  <a:pt x="477431" y="687215"/>
                </a:lnTo>
                <a:lnTo>
                  <a:pt x="480769" y="687215"/>
                </a:lnTo>
                <a:lnTo>
                  <a:pt x="480769" y="680035"/>
                </a:lnTo>
                <a:lnTo>
                  <a:pt x="520833" y="680035"/>
                </a:lnTo>
                <a:lnTo>
                  <a:pt x="520833" y="533361"/>
                </a:lnTo>
                <a:lnTo>
                  <a:pt x="558036" y="533361"/>
                </a:lnTo>
                <a:lnTo>
                  <a:pt x="558036" y="503730"/>
                </a:lnTo>
                <a:lnTo>
                  <a:pt x="558764" y="503730"/>
                </a:lnTo>
                <a:lnTo>
                  <a:pt x="577446" y="503730"/>
                </a:lnTo>
                <a:lnTo>
                  <a:pt x="577446" y="494712"/>
                </a:lnTo>
                <a:lnTo>
                  <a:pt x="585938" y="494712"/>
                </a:lnTo>
                <a:lnTo>
                  <a:pt x="585938" y="400021"/>
                </a:lnTo>
                <a:lnTo>
                  <a:pt x="781250" y="400021"/>
                </a:lnTo>
                <a:lnTo>
                  <a:pt x="781250" y="88893"/>
                </a:lnTo>
                <a:lnTo>
                  <a:pt x="2343750" y="88893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750" name="11_all_5195">
            <a:extLst>
              <a:ext uri="{FF2B5EF4-FFF2-40B4-BE49-F238E27FC236}">
                <a16:creationId xmlns:a16="http://schemas.microsoft.com/office/drawing/2014/main" id="{F307D7FB-483A-4A1C-9B3D-FB90F18E85FB}"/>
              </a:ext>
            </a:extLst>
          </p:cNvPr>
          <p:cNvSpPr>
            <a:spLocks noGrp="1"/>
          </p:cNvSpPr>
          <p:nvPr/>
        </p:nvSpPr>
        <p:spPr>
          <a:xfrm>
            <a:off x="1040473" y="424280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1" name="11_all_5196">
            <a:extLst>
              <a:ext uri="{FF2B5EF4-FFF2-40B4-BE49-F238E27FC236}">
                <a16:creationId xmlns:a16="http://schemas.microsoft.com/office/drawing/2014/main" id="{3C3D5A8B-6350-40ED-A941-970D53D1FDBA}"/>
              </a:ext>
            </a:extLst>
          </p:cNvPr>
          <p:cNvSpPr>
            <a:spLocks noGrp="1"/>
          </p:cNvSpPr>
          <p:nvPr/>
        </p:nvSpPr>
        <p:spPr>
          <a:xfrm>
            <a:off x="1431098" y="3631160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2" name="11_all_5197">
            <a:extLst>
              <a:ext uri="{FF2B5EF4-FFF2-40B4-BE49-F238E27FC236}">
                <a16:creationId xmlns:a16="http://schemas.microsoft.com/office/drawing/2014/main" id="{0C72B68C-C18B-4C54-B260-DBBE9EE17325}"/>
              </a:ext>
            </a:extLst>
          </p:cNvPr>
          <p:cNvSpPr>
            <a:spLocks noGrp="1"/>
          </p:cNvSpPr>
          <p:nvPr/>
        </p:nvSpPr>
        <p:spPr>
          <a:xfrm>
            <a:off x="2212348" y="354691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3" name="11_all_5198">
            <a:extLst>
              <a:ext uri="{FF2B5EF4-FFF2-40B4-BE49-F238E27FC236}">
                <a16:creationId xmlns:a16="http://schemas.microsoft.com/office/drawing/2014/main" id="{752937E7-78C0-4595-8C9A-F1B7FC7546EC}"/>
              </a:ext>
            </a:extLst>
          </p:cNvPr>
          <p:cNvSpPr>
            <a:spLocks noGrp="1"/>
          </p:cNvSpPr>
          <p:nvPr/>
        </p:nvSpPr>
        <p:spPr>
          <a:xfrm>
            <a:off x="2993598" y="3531954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754" name="11_all_5199">
            <a:extLst>
              <a:ext uri="{FF2B5EF4-FFF2-40B4-BE49-F238E27FC236}">
                <a16:creationId xmlns:a16="http://schemas.microsoft.com/office/drawing/2014/main" id="{E27B89F1-6EBF-420B-9876-50A21178647B}"/>
              </a:ext>
            </a:extLst>
          </p:cNvPr>
          <p:cNvSpPr>
            <a:spLocks noGrp="1"/>
          </p:cNvSpPr>
          <p:nvPr/>
        </p:nvSpPr>
        <p:spPr>
          <a:xfrm>
            <a:off x="1026141" y="4154566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55" name="11_all_5200">
            <a:extLst>
              <a:ext uri="{FF2B5EF4-FFF2-40B4-BE49-F238E27FC236}">
                <a16:creationId xmlns:a16="http://schemas.microsoft.com/office/drawing/2014/main" id="{5E7A537D-B0F7-47FA-9FE8-31D029EB551A}"/>
              </a:ext>
            </a:extLst>
          </p:cNvPr>
          <p:cNvSpPr>
            <a:spLocks noGrp="1"/>
          </p:cNvSpPr>
          <p:nvPr/>
        </p:nvSpPr>
        <p:spPr>
          <a:xfrm>
            <a:off x="1416766" y="353231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56" name="11_all_5201">
            <a:extLst>
              <a:ext uri="{FF2B5EF4-FFF2-40B4-BE49-F238E27FC236}">
                <a16:creationId xmlns:a16="http://schemas.microsoft.com/office/drawing/2014/main" id="{30524C65-F690-4F11-B0D4-D3B9F2808C07}"/>
              </a:ext>
            </a:extLst>
          </p:cNvPr>
          <p:cNvSpPr>
            <a:spLocks noGrp="1"/>
          </p:cNvSpPr>
          <p:nvPr/>
        </p:nvSpPr>
        <p:spPr>
          <a:xfrm>
            <a:off x="2198016" y="353231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57" name="11_all_5202">
            <a:extLst>
              <a:ext uri="{FF2B5EF4-FFF2-40B4-BE49-F238E27FC236}">
                <a16:creationId xmlns:a16="http://schemas.microsoft.com/office/drawing/2014/main" id="{4EE94916-525D-4970-8E65-B5ABB39C488F}"/>
              </a:ext>
            </a:extLst>
          </p:cNvPr>
          <p:cNvSpPr>
            <a:spLocks noGrp="1"/>
          </p:cNvSpPr>
          <p:nvPr/>
        </p:nvSpPr>
        <p:spPr>
          <a:xfrm>
            <a:off x="2979266" y="344341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758" name="11_all_5203">
            <a:extLst>
              <a:ext uri="{FF2B5EF4-FFF2-40B4-BE49-F238E27FC236}">
                <a16:creationId xmlns:a16="http://schemas.microsoft.com/office/drawing/2014/main" id="{39FC451E-7D79-41A1-BABB-96F752EBA354}"/>
              </a:ext>
            </a:extLst>
          </p:cNvPr>
          <p:cNvSpPr>
            <a:spLocks noGrp="1"/>
          </p:cNvSpPr>
          <p:nvPr/>
        </p:nvSpPr>
        <p:spPr>
          <a:xfrm>
            <a:off x="3786750" y="2852640"/>
            <a:ext cx="2531250" cy="2053440"/>
          </a:xfrm>
          <a:custGeom>
            <a:avLst/>
            <a:gdLst/>
            <a:ahLst/>
            <a:cxnLst/>
            <a:rect l="0" t="0" r="0" b="0"/>
            <a:pathLst>
              <a:path w="2531250" h="2053440">
                <a:moveTo>
                  <a:pt x="0" y="2053440"/>
                </a:moveTo>
                <a:lnTo>
                  <a:pt x="2531250" y="2053440"/>
                </a:lnTo>
                <a:lnTo>
                  <a:pt x="2531250" y="0"/>
                </a:lnTo>
                <a:lnTo>
                  <a:pt x="0" y="0"/>
                </a:lnTo>
                <a:lnTo>
                  <a:pt x="0" y="205344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759" name="11_all_5204">
            <a:extLst>
              <a:ext uri="{FF2B5EF4-FFF2-40B4-BE49-F238E27FC236}">
                <a16:creationId xmlns:a16="http://schemas.microsoft.com/office/drawing/2014/main" id="{C31B6C29-4E6D-45B0-B979-2BB86CBBCF55}"/>
              </a:ext>
            </a:extLst>
          </p:cNvPr>
          <p:cNvSpPr>
            <a:spLocks noGrp="1"/>
          </p:cNvSpPr>
          <p:nvPr/>
        </p:nvSpPr>
        <p:spPr>
          <a:xfrm>
            <a:off x="4099250" y="2945978"/>
            <a:ext cx="203125" cy="1866764"/>
          </a:xfrm>
          <a:custGeom>
            <a:avLst/>
            <a:gdLst/>
            <a:ahLst/>
            <a:cxnLst/>
            <a:rect l="0" t="0" r="0" b="0"/>
            <a:pathLst>
              <a:path w="203125" h="1866764">
                <a:moveTo>
                  <a:pt x="203125" y="1866764"/>
                </a:moveTo>
                <a:lnTo>
                  <a:pt x="0" y="1866764"/>
                </a:lnTo>
                <a:lnTo>
                  <a:pt x="1045" y="1851207"/>
                </a:lnTo>
                <a:lnTo>
                  <a:pt x="4108" y="1835651"/>
                </a:lnTo>
                <a:lnTo>
                  <a:pt x="8979" y="1820095"/>
                </a:lnTo>
                <a:lnTo>
                  <a:pt x="15333" y="1804538"/>
                </a:lnTo>
                <a:lnTo>
                  <a:pt x="22769" y="1788982"/>
                </a:lnTo>
                <a:lnTo>
                  <a:pt x="30845" y="1773425"/>
                </a:lnTo>
                <a:lnTo>
                  <a:pt x="39123" y="1757869"/>
                </a:lnTo>
                <a:lnTo>
                  <a:pt x="47207" y="1742313"/>
                </a:lnTo>
                <a:lnTo>
                  <a:pt x="54769" y="1726756"/>
                </a:lnTo>
                <a:lnTo>
                  <a:pt x="61565" y="1711200"/>
                </a:lnTo>
                <a:lnTo>
                  <a:pt x="67442" y="1695644"/>
                </a:lnTo>
                <a:lnTo>
                  <a:pt x="72331" y="1680087"/>
                </a:lnTo>
                <a:lnTo>
                  <a:pt x="76238" y="1664531"/>
                </a:lnTo>
                <a:lnTo>
                  <a:pt x="79221" y="1648975"/>
                </a:lnTo>
                <a:lnTo>
                  <a:pt x="81378" y="1633418"/>
                </a:lnTo>
                <a:lnTo>
                  <a:pt x="82823" y="1617862"/>
                </a:lnTo>
                <a:lnTo>
                  <a:pt x="83678" y="1602305"/>
                </a:lnTo>
                <a:lnTo>
                  <a:pt x="84059" y="1586749"/>
                </a:lnTo>
                <a:lnTo>
                  <a:pt x="84069" y="1571193"/>
                </a:lnTo>
                <a:lnTo>
                  <a:pt x="83796" y="1555636"/>
                </a:lnTo>
                <a:lnTo>
                  <a:pt x="83313" y="1540080"/>
                </a:lnTo>
                <a:lnTo>
                  <a:pt x="82679" y="1524524"/>
                </a:lnTo>
                <a:lnTo>
                  <a:pt x="81943" y="1508967"/>
                </a:lnTo>
                <a:lnTo>
                  <a:pt x="81145" y="1493411"/>
                </a:lnTo>
                <a:lnTo>
                  <a:pt x="80316" y="1477855"/>
                </a:lnTo>
                <a:lnTo>
                  <a:pt x="79484" y="1462298"/>
                </a:lnTo>
                <a:lnTo>
                  <a:pt x="78671" y="1446742"/>
                </a:lnTo>
                <a:lnTo>
                  <a:pt x="77898" y="1431185"/>
                </a:lnTo>
                <a:lnTo>
                  <a:pt x="77177" y="1415629"/>
                </a:lnTo>
                <a:lnTo>
                  <a:pt x="76521" y="1400073"/>
                </a:lnTo>
                <a:lnTo>
                  <a:pt x="75936" y="1384516"/>
                </a:lnTo>
                <a:lnTo>
                  <a:pt x="75429" y="1368960"/>
                </a:lnTo>
                <a:lnTo>
                  <a:pt x="75002" y="1353404"/>
                </a:lnTo>
                <a:lnTo>
                  <a:pt x="74660" y="1337847"/>
                </a:lnTo>
                <a:lnTo>
                  <a:pt x="74406" y="1322291"/>
                </a:lnTo>
                <a:lnTo>
                  <a:pt x="74243" y="1306735"/>
                </a:lnTo>
                <a:lnTo>
                  <a:pt x="74175" y="1291178"/>
                </a:lnTo>
                <a:lnTo>
                  <a:pt x="74201" y="1275622"/>
                </a:lnTo>
                <a:lnTo>
                  <a:pt x="74315" y="1260065"/>
                </a:lnTo>
                <a:lnTo>
                  <a:pt x="74505" y="1244509"/>
                </a:lnTo>
                <a:lnTo>
                  <a:pt x="74747" y="1228953"/>
                </a:lnTo>
                <a:lnTo>
                  <a:pt x="75008" y="1213396"/>
                </a:lnTo>
                <a:lnTo>
                  <a:pt x="75241" y="1197840"/>
                </a:lnTo>
                <a:lnTo>
                  <a:pt x="75389" y="1182284"/>
                </a:lnTo>
                <a:lnTo>
                  <a:pt x="75387" y="1166727"/>
                </a:lnTo>
                <a:lnTo>
                  <a:pt x="75166" y="1151171"/>
                </a:lnTo>
                <a:lnTo>
                  <a:pt x="74663" y="1135615"/>
                </a:lnTo>
                <a:lnTo>
                  <a:pt x="73822" y="1120058"/>
                </a:lnTo>
                <a:lnTo>
                  <a:pt x="72608" y="1104502"/>
                </a:lnTo>
                <a:lnTo>
                  <a:pt x="71013" y="1088945"/>
                </a:lnTo>
                <a:lnTo>
                  <a:pt x="69060" y="1073389"/>
                </a:lnTo>
                <a:lnTo>
                  <a:pt x="66812" y="1057833"/>
                </a:lnTo>
                <a:lnTo>
                  <a:pt x="64369" y="1042276"/>
                </a:lnTo>
                <a:lnTo>
                  <a:pt x="61868" y="1026720"/>
                </a:lnTo>
                <a:lnTo>
                  <a:pt x="59473" y="1011164"/>
                </a:lnTo>
                <a:lnTo>
                  <a:pt x="57364" y="995607"/>
                </a:lnTo>
                <a:lnTo>
                  <a:pt x="55718" y="980051"/>
                </a:lnTo>
                <a:lnTo>
                  <a:pt x="54697" y="964495"/>
                </a:lnTo>
                <a:lnTo>
                  <a:pt x="54427" y="948938"/>
                </a:lnTo>
                <a:lnTo>
                  <a:pt x="54986" y="933382"/>
                </a:lnTo>
                <a:lnTo>
                  <a:pt x="56393" y="917825"/>
                </a:lnTo>
                <a:lnTo>
                  <a:pt x="58608" y="902269"/>
                </a:lnTo>
                <a:lnTo>
                  <a:pt x="61535" y="886713"/>
                </a:lnTo>
                <a:lnTo>
                  <a:pt x="65029" y="871156"/>
                </a:lnTo>
                <a:lnTo>
                  <a:pt x="68918" y="855600"/>
                </a:lnTo>
                <a:lnTo>
                  <a:pt x="73015" y="840044"/>
                </a:lnTo>
                <a:lnTo>
                  <a:pt x="77135" y="824487"/>
                </a:lnTo>
                <a:lnTo>
                  <a:pt x="81115" y="808931"/>
                </a:lnTo>
                <a:lnTo>
                  <a:pt x="84822" y="793375"/>
                </a:lnTo>
                <a:lnTo>
                  <a:pt x="88159" y="777818"/>
                </a:lnTo>
                <a:lnTo>
                  <a:pt x="91069" y="762262"/>
                </a:lnTo>
                <a:lnTo>
                  <a:pt x="93530" y="746705"/>
                </a:lnTo>
                <a:lnTo>
                  <a:pt x="95550" y="731149"/>
                </a:lnTo>
                <a:lnTo>
                  <a:pt x="97163" y="715593"/>
                </a:lnTo>
                <a:lnTo>
                  <a:pt x="98416" y="700036"/>
                </a:lnTo>
                <a:lnTo>
                  <a:pt x="99362" y="684480"/>
                </a:lnTo>
                <a:lnTo>
                  <a:pt x="100059" y="668924"/>
                </a:lnTo>
                <a:lnTo>
                  <a:pt x="100558" y="653367"/>
                </a:lnTo>
                <a:lnTo>
                  <a:pt x="100906" y="637811"/>
                </a:lnTo>
                <a:lnTo>
                  <a:pt x="101144" y="622255"/>
                </a:lnTo>
                <a:lnTo>
                  <a:pt x="101301" y="606698"/>
                </a:lnTo>
                <a:lnTo>
                  <a:pt x="101403" y="591142"/>
                </a:lnTo>
                <a:lnTo>
                  <a:pt x="101468" y="575585"/>
                </a:lnTo>
                <a:lnTo>
                  <a:pt x="101507" y="560029"/>
                </a:lnTo>
                <a:lnTo>
                  <a:pt x="101531" y="544473"/>
                </a:lnTo>
                <a:lnTo>
                  <a:pt x="101545" y="528916"/>
                </a:lnTo>
                <a:lnTo>
                  <a:pt x="101553" y="513360"/>
                </a:lnTo>
                <a:lnTo>
                  <a:pt x="101557" y="497804"/>
                </a:lnTo>
                <a:lnTo>
                  <a:pt x="101560" y="482247"/>
                </a:lnTo>
                <a:lnTo>
                  <a:pt x="101561" y="466691"/>
                </a:lnTo>
                <a:lnTo>
                  <a:pt x="101562" y="451135"/>
                </a:lnTo>
                <a:lnTo>
                  <a:pt x="101562" y="435578"/>
                </a:lnTo>
                <a:lnTo>
                  <a:pt x="101562" y="420022"/>
                </a:lnTo>
                <a:lnTo>
                  <a:pt x="101562" y="404465"/>
                </a:lnTo>
                <a:lnTo>
                  <a:pt x="101562" y="388909"/>
                </a:lnTo>
                <a:lnTo>
                  <a:pt x="101562" y="373353"/>
                </a:lnTo>
                <a:lnTo>
                  <a:pt x="101562" y="357796"/>
                </a:lnTo>
                <a:lnTo>
                  <a:pt x="101562" y="342240"/>
                </a:lnTo>
                <a:lnTo>
                  <a:pt x="101562" y="326684"/>
                </a:lnTo>
                <a:lnTo>
                  <a:pt x="101562" y="311127"/>
                </a:lnTo>
                <a:lnTo>
                  <a:pt x="101562" y="295571"/>
                </a:lnTo>
                <a:lnTo>
                  <a:pt x="101562" y="280015"/>
                </a:lnTo>
                <a:lnTo>
                  <a:pt x="101562" y="264458"/>
                </a:lnTo>
                <a:lnTo>
                  <a:pt x="101562" y="248902"/>
                </a:lnTo>
                <a:lnTo>
                  <a:pt x="101562" y="233345"/>
                </a:lnTo>
                <a:lnTo>
                  <a:pt x="101562" y="217789"/>
                </a:lnTo>
                <a:lnTo>
                  <a:pt x="101562" y="202233"/>
                </a:lnTo>
                <a:lnTo>
                  <a:pt x="101562" y="186676"/>
                </a:lnTo>
                <a:lnTo>
                  <a:pt x="101562" y="171120"/>
                </a:lnTo>
                <a:lnTo>
                  <a:pt x="101562" y="155564"/>
                </a:lnTo>
                <a:lnTo>
                  <a:pt x="101562" y="140007"/>
                </a:lnTo>
                <a:lnTo>
                  <a:pt x="101562" y="124451"/>
                </a:lnTo>
                <a:lnTo>
                  <a:pt x="101562" y="108895"/>
                </a:lnTo>
                <a:lnTo>
                  <a:pt x="101562" y="93338"/>
                </a:lnTo>
                <a:lnTo>
                  <a:pt x="101562" y="77782"/>
                </a:lnTo>
                <a:lnTo>
                  <a:pt x="101562" y="62225"/>
                </a:lnTo>
                <a:lnTo>
                  <a:pt x="101562" y="46669"/>
                </a:lnTo>
                <a:lnTo>
                  <a:pt x="101562" y="31113"/>
                </a:lnTo>
                <a:lnTo>
                  <a:pt x="101562" y="15556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15556"/>
                </a:lnTo>
                <a:lnTo>
                  <a:pt x="101562" y="31113"/>
                </a:lnTo>
                <a:lnTo>
                  <a:pt x="101562" y="46669"/>
                </a:lnTo>
                <a:lnTo>
                  <a:pt x="101562" y="62225"/>
                </a:lnTo>
                <a:lnTo>
                  <a:pt x="101562" y="77782"/>
                </a:lnTo>
                <a:lnTo>
                  <a:pt x="101562" y="93338"/>
                </a:lnTo>
                <a:lnTo>
                  <a:pt x="101562" y="108895"/>
                </a:lnTo>
                <a:lnTo>
                  <a:pt x="101562" y="124451"/>
                </a:lnTo>
                <a:lnTo>
                  <a:pt x="101562" y="140007"/>
                </a:lnTo>
                <a:lnTo>
                  <a:pt x="101562" y="155564"/>
                </a:lnTo>
                <a:lnTo>
                  <a:pt x="101562" y="171120"/>
                </a:lnTo>
                <a:lnTo>
                  <a:pt x="101562" y="186676"/>
                </a:lnTo>
                <a:lnTo>
                  <a:pt x="101562" y="202233"/>
                </a:lnTo>
                <a:lnTo>
                  <a:pt x="101562" y="217789"/>
                </a:lnTo>
                <a:lnTo>
                  <a:pt x="101562" y="233345"/>
                </a:lnTo>
                <a:lnTo>
                  <a:pt x="101562" y="248902"/>
                </a:lnTo>
                <a:lnTo>
                  <a:pt x="101562" y="264458"/>
                </a:lnTo>
                <a:lnTo>
                  <a:pt x="101562" y="280015"/>
                </a:lnTo>
                <a:lnTo>
                  <a:pt x="101562" y="295571"/>
                </a:lnTo>
                <a:lnTo>
                  <a:pt x="101562" y="311127"/>
                </a:lnTo>
                <a:lnTo>
                  <a:pt x="101562" y="326684"/>
                </a:lnTo>
                <a:lnTo>
                  <a:pt x="101562" y="342240"/>
                </a:lnTo>
                <a:lnTo>
                  <a:pt x="101562" y="357796"/>
                </a:lnTo>
                <a:lnTo>
                  <a:pt x="101563" y="373353"/>
                </a:lnTo>
                <a:lnTo>
                  <a:pt x="101563" y="388909"/>
                </a:lnTo>
                <a:lnTo>
                  <a:pt x="101563" y="404465"/>
                </a:lnTo>
                <a:lnTo>
                  <a:pt x="101563" y="420022"/>
                </a:lnTo>
                <a:lnTo>
                  <a:pt x="101563" y="435578"/>
                </a:lnTo>
                <a:lnTo>
                  <a:pt x="101563" y="451135"/>
                </a:lnTo>
                <a:lnTo>
                  <a:pt x="101564" y="466691"/>
                </a:lnTo>
                <a:lnTo>
                  <a:pt x="101565" y="482247"/>
                </a:lnTo>
                <a:lnTo>
                  <a:pt x="101568" y="497804"/>
                </a:lnTo>
                <a:lnTo>
                  <a:pt x="101572" y="513360"/>
                </a:lnTo>
                <a:lnTo>
                  <a:pt x="101580" y="528916"/>
                </a:lnTo>
                <a:lnTo>
                  <a:pt x="101594" y="544473"/>
                </a:lnTo>
                <a:lnTo>
                  <a:pt x="101618" y="560029"/>
                </a:lnTo>
                <a:lnTo>
                  <a:pt x="101657" y="575585"/>
                </a:lnTo>
                <a:lnTo>
                  <a:pt x="101722" y="591142"/>
                </a:lnTo>
                <a:lnTo>
                  <a:pt x="101824" y="606698"/>
                </a:lnTo>
                <a:lnTo>
                  <a:pt x="101981" y="622255"/>
                </a:lnTo>
                <a:lnTo>
                  <a:pt x="102219" y="637811"/>
                </a:lnTo>
                <a:lnTo>
                  <a:pt x="102567" y="653367"/>
                </a:lnTo>
                <a:lnTo>
                  <a:pt x="103066" y="668924"/>
                </a:lnTo>
                <a:lnTo>
                  <a:pt x="103763" y="684480"/>
                </a:lnTo>
                <a:lnTo>
                  <a:pt x="104709" y="700036"/>
                </a:lnTo>
                <a:lnTo>
                  <a:pt x="105962" y="715593"/>
                </a:lnTo>
                <a:lnTo>
                  <a:pt x="107575" y="731149"/>
                </a:lnTo>
                <a:lnTo>
                  <a:pt x="109595" y="746705"/>
                </a:lnTo>
                <a:lnTo>
                  <a:pt x="112056" y="762262"/>
                </a:lnTo>
                <a:lnTo>
                  <a:pt x="114966" y="777818"/>
                </a:lnTo>
                <a:lnTo>
                  <a:pt x="118303" y="793375"/>
                </a:lnTo>
                <a:lnTo>
                  <a:pt x="122009" y="808931"/>
                </a:lnTo>
                <a:lnTo>
                  <a:pt x="125990" y="824487"/>
                </a:lnTo>
                <a:lnTo>
                  <a:pt x="130110" y="840044"/>
                </a:lnTo>
                <a:lnTo>
                  <a:pt x="134207" y="855600"/>
                </a:lnTo>
                <a:lnTo>
                  <a:pt x="138096" y="871156"/>
                </a:lnTo>
                <a:lnTo>
                  <a:pt x="141590" y="886713"/>
                </a:lnTo>
                <a:lnTo>
                  <a:pt x="144517" y="902269"/>
                </a:lnTo>
                <a:lnTo>
                  <a:pt x="146732" y="917825"/>
                </a:lnTo>
                <a:lnTo>
                  <a:pt x="148139" y="933382"/>
                </a:lnTo>
                <a:lnTo>
                  <a:pt x="148698" y="948938"/>
                </a:lnTo>
                <a:lnTo>
                  <a:pt x="148428" y="964495"/>
                </a:lnTo>
                <a:lnTo>
                  <a:pt x="147407" y="980051"/>
                </a:lnTo>
                <a:lnTo>
                  <a:pt x="145761" y="995607"/>
                </a:lnTo>
                <a:lnTo>
                  <a:pt x="143652" y="1011164"/>
                </a:lnTo>
                <a:lnTo>
                  <a:pt x="141257" y="1026720"/>
                </a:lnTo>
                <a:lnTo>
                  <a:pt x="138756" y="1042276"/>
                </a:lnTo>
                <a:lnTo>
                  <a:pt x="136313" y="1057833"/>
                </a:lnTo>
                <a:lnTo>
                  <a:pt x="134065" y="1073389"/>
                </a:lnTo>
                <a:lnTo>
                  <a:pt x="132112" y="1088945"/>
                </a:lnTo>
                <a:lnTo>
                  <a:pt x="130517" y="1104502"/>
                </a:lnTo>
                <a:lnTo>
                  <a:pt x="129303" y="1120058"/>
                </a:lnTo>
                <a:lnTo>
                  <a:pt x="128462" y="1135615"/>
                </a:lnTo>
                <a:lnTo>
                  <a:pt x="127959" y="1151171"/>
                </a:lnTo>
                <a:lnTo>
                  <a:pt x="127738" y="1166727"/>
                </a:lnTo>
                <a:lnTo>
                  <a:pt x="127736" y="1182284"/>
                </a:lnTo>
                <a:lnTo>
                  <a:pt x="127884" y="1197840"/>
                </a:lnTo>
                <a:lnTo>
                  <a:pt x="128117" y="1213396"/>
                </a:lnTo>
                <a:lnTo>
                  <a:pt x="128378" y="1228953"/>
                </a:lnTo>
                <a:lnTo>
                  <a:pt x="128620" y="1244509"/>
                </a:lnTo>
                <a:lnTo>
                  <a:pt x="128810" y="1260065"/>
                </a:lnTo>
                <a:lnTo>
                  <a:pt x="128924" y="1275622"/>
                </a:lnTo>
                <a:lnTo>
                  <a:pt x="128950" y="1291178"/>
                </a:lnTo>
                <a:lnTo>
                  <a:pt x="128882" y="1306735"/>
                </a:lnTo>
                <a:lnTo>
                  <a:pt x="128719" y="1322291"/>
                </a:lnTo>
                <a:lnTo>
                  <a:pt x="128465" y="1337847"/>
                </a:lnTo>
                <a:lnTo>
                  <a:pt x="128123" y="1353404"/>
                </a:lnTo>
                <a:lnTo>
                  <a:pt x="127696" y="1368960"/>
                </a:lnTo>
                <a:lnTo>
                  <a:pt x="127189" y="1384516"/>
                </a:lnTo>
                <a:lnTo>
                  <a:pt x="126604" y="1400073"/>
                </a:lnTo>
                <a:lnTo>
                  <a:pt x="125948" y="1415629"/>
                </a:lnTo>
                <a:lnTo>
                  <a:pt x="125227" y="1431185"/>
                </a:lnTo>
                <a:lnTo>
                  <a:pt x="124454" y="1446742"/>
                </a:lnTo>
                <a:lnTo>
                  <a:pt x="123641" y="1462298"/>
                </a:lnTo>
                <a:lnTo>
                  <a:pt x="122809" y="1477855"/>
                </a:lnTo>
                <a:lnTo>
                  <a:pt x="121980" y="1493411"/>
                </a:lnTo>
                <a:lnTo>
                  <a:pt x="121182" y="1508967"/>
                </a:lnTo>
                <a:lnTo>
                  <a:pt x="120446" y="1524524"/>
                </a:lnTo>
                <a:lnTo>
                  <a:pt x="119812" y="1540080"/>
                </a:lnTo>
                <a:lnTo>
                  <a:pt x="119329" y="1555636"/>
                </a:lnTo>
                <a:lnTo>
                  <a:pt x="119056" y="1571193"/>
                </a:lnTo>
                <a:lnTo>
                  <a:pt x="119066" y="1586749"/>
                </a:lnTo>
                <a:lnTo>
                  <a:pt x="119446" y="1602305"/>
                </a:lnTo>
                <a:lnTo>
                  <a:pt x="120302" y="1617862"/>
                </a:lnTo>
                <a:lnTo>
                  <a:pt x="121747" y="1633418"/>
                </a:lnTo>
                <a:lnTo>
                  <a:pt x="123904" y="1648975"/>
                </a:lnTo>
                <a:lnTo>
                  <a:pt x="126887" y="1664531"/>
                </a:lnTo>
                <a:lnTo>
                  <a:pt x="130794" y="1680087"/>
                </a:lnTo>
                <a:lnTo>
                  <a:pt x="135683" y="1695644"/>
                </a:lnTo>
                <a:lnTo>
                  <a:pt x="141560" y="1711200"/>
                </a:lnTo>
                <a:lnTo>
                  <a:pt x="148356" y="1726756"/>
                </a:lnTo>
                <a:lnTo>
                  <a:pt x="155918" y="1742313"/>
                </a:lnTo>
                <a:lnTo>
                  <a:pt x="164002" y="1757869"/>
                </a:lnTo>
                <a:lnTo>
                  <a:pt x="172280" y="1773425"/>
                </a:lnTo>
                <a:lnTo>
                  <a:pt x="180356" y="1788982"/>
                </a:lnTo>
                <a:lnTo>
                  <a:pt x="187792" y="1804538"/>
                </a:lnTo>
                <a:lnTo>
                  <a:pt x="194146" y="1820095"/>
                </a:lnTo>
                <a:lnTo>
                  <a:pt x="199017" y="1835651"/>
                </a:lnTo>
                <a:lnTo>
                  <a:pt x="202080" y="1851207"/>
                </a:lnTo>
                <a:lnTo>
                  <a:pt x="203125" y="1866764"/>
                </a:lnTo>
                <a:lnTo>
                  <a:pt x="203125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60" name="11_all_5205">
            <a:extLst>
              <a:ext uri="{FF2B5EF4-FFF2-40B4-BE49-F238E27FC236}">
                <a16:creationId xmlns:a16="http://schemas.microsoft.com/office/drawing/2014/main" id="{90B746DA-C698-47E8-B124-FC146BFC11D0}"/>
              </a:ext>
            </a:extLst>
          </p:cNvPr>
          <p:cNvSpPr>
            <a:spLocks noGrp="1"/>
          </p:cNvSpPr>
          <p:nvPr/>
        </p:nvSpPr>
        <p:spPr>
          <a:xfrm>
            <a:off x="4489875" y="2945978"/>
            <a:ext cx="203125" cy="1866764"/>
          </a:xfrm>
          <a:custGeom>
            <a:avLst/>
            <a:gdLst/>
            <a:ahLst/>
            <a:cxnLst/>
            <a:rect l="0" t="0" r="0" b="0"/>
            <a:pathLst>
              <a:path w="203125" h="1866764">
                <a:moveTo>
                  <a:pt x="178325" y="1866764"/>
                </a:moveTo>
                <a:lnTo>
                  <a:pt x="24800" y="1866764"/>
                </a:lnTo>
                <a:lnTo>
                  <a:pt x="25555" y="1851207"/>
                </a:lnTo>
                <a:lnTo>
                  <a:pt x="27766" y="1835651"/>
                </a:lnTo>
                <a:lnTo>
                  <a:pt x="31282" y="1820095"/>
                </a:lnTo>
                <a:lnTo>
                  <a:pt x="35866" y="1804538"/>
                </a:lnTo>
                <a:lnTo>
                  <a:pt x="41227" y="1788982"/>
                </a:lnTo>
                <a:lnTo>
                  <a:pt x="47042" y="1773425"/>
                </a:lnTo>
                <a:lnTo>
                  <a:pt x="52992" y="1757869"/>
                </a:lnTo>
                <a:lnTo>
                  <a:pt x="58787" y="1742313"/>
                </a:lnTo>
                <a:lnTo>
                  <a:pt x="64185" y="1726756"/>
                </a:lnTo>
                <a:lnTo>
                  <a:pt x="69006" y="1711200"/>
                </a:lnTo>
                <a:lnTo>
                  <a:pt x="73136" y="1695644"/>
                </a:lnTo>
                <a:lnTo>
                  <a:pt x="76521" y="1680087"/>
                </a:lnTo>
                <a:lnTo>
                  <a:pt x="79164" y="1664531"/>
                </a:lnTo>
                <a:lnTo>
                  <a:pt x="81108" y="1648975"/>
                </a:lnTo>
                <a:lnTo>
                  <a:pt x="82426" y="1633418"/>
                </a:lnTo>
                <a:lnTo>
                  <a:pt x="83207" y="1617862"/>
                </a:lnTo>
                <a:lnTo>
                  <a:pt x="83547" y="1602305"/>
                </a:lnTo>
                <a:lnTo>
                  <a:pt x="83540" y="1586749"/>
                </a:lnTo>
                <a:lnTo>
                  <a:pt x="83272" y="1571193"/>
                </a:lnTo>
                <a:lnTo>
                  <a:pt x="82819" y="1555636"/>
                </a:lnTo>
                <a:lnTo>
                  <a:pt x="82242" y="1540080"/>
                </a:lnTo>
                <a:lnTo>
                  <a:pt x="81593" y="1524524"/>
                </a:lnTo>
                <a:lnTo>
                  <a:pt x="80908" y="1508967"/>
                </a:lnTo>
                <a:lnTo>
                  <a:pt x="80216" y="1493411"/>
                </a:lnTo>
                <a:lnTo>
                  <a:pt x="79531" y="1477855"/>
                </a:lnTo>
                <a:lnTo>
                  <a:pt x="78863" y="1462298"/>
                </a:lnTo>
                <a:lnTo>
                  <a:pt x="78215" y="1446742"/>
                </a:lnTo>
                <a:lnTo>
                  <a:pt x="77583" y="1431185"/>
                </a:lnTo>
                <a:lnTo>
                  <a:pt x="76963" y="1415629"/>
                </a:lnTo>
                <a:lnTo>
                  <a:pt x="76352" y="1400073"/>
                </a:lnTo>
                <a:lnTo>
                  <a:pt x="75748" y="1384516"/>
                </a:lnTo>
                <a:lnTo>
                  <a:pt x="75157" y="1368960"/>
                </a:lnTo>
                <a:lnTo>
                  <a:pt x="74592" y="1353404"/>
                </a:lnTo>
                <a:lnTo>
                  <a:pt x="74072" y="1337847"/>
                </a:lnTo>
                <a:lnTo>
                  <a:pt x="73627" y="1322291"/>
                </a:lnTo>
                <a:lnTo>
                  <a:pt x="73289" y="1306735"/>
                </a:lnTo>
                <a:lnTo>
                  <a:pt x="73096" y="1291178"/>
                </a:lnTo>
                <a:lnTo>
                  <a:pt x="73077" y="1275622"/>
                </a:lnTo>
                <a:lnTo>
                  <a:pt x="73256" y="1260065"/>
                </a:lnTo>
                <a:lnTo>
                  <a:pt x="73640" y="1244509"/>
                </a:lnTo>
                <a:lnTo>
                  <a:pt x="74215" y="1228953"/>
                </a:lnTo>
                <a:lnTo>
                  <a:pt x="74946" y="1213396"/>
                </a:lnTo>
                <a:lnTo>
                  <a:pt x="75773" y="1197840"/>
                </a:lnTo>
                <a:lnTo>
                  <a:pt x="76616" y="1182284"/>
                </a:lnTo>
                <a:lnTo>
                  <a:pt x="77376" y="1166727"/>
                </a:lnTo>
                <a:lnTo>
                  <a:pt x="77947" y="1151171"/>
                </a:lnTo>
                <a:lnTo>
                  <a:pt x="78223" y="1135615"/>
                </a:lnTo>
                <a:lnTo>
                  <a:pt x="78107" y="1120058"/>
                </a:lnTo>
                <a:lnTo>
                  <a:pt x="77525" y="1104502"/>
                </a:lnTo>
                <a:lnTo>
                  <a:pt x="76430" y="1088945"/>
                </a:lnTo>
                <a:lnTo>
                  <a:pt x="74816" y="1073389"/>
                </a:lnTo>
                <a:lnTo>
                  <a:pt x="72718" y="1057833"/>
                </a:lnTo>
                <a:lnTo>
                  <a:pt x="70213" y="1042276"/>
                </a:lnTo>
                <a:lnTo>
                  <a:pt x="67422" y="1026720"/>
                </a:lnTo>
                <a:lnTo>
                  <a:pt x="64497" y="1011164"/>
                </a:lnTo>
                <a:lnTo>
                  <a:pt x="61612" y="995607"/>
                </a:lnTo>
                <a:lnTo>
                  <a:pt x="58948" y="980051"/>
                </a:lnTo>
                <a:lnTo>
                  <a:pt x="56676" y="964495"/>
                </a:lnTo>
                <a:lnTo>
                  <a:pt x="54945" y="948938"/>
                </a:lnTo>
                <a:lnTo>
                  <a:pt x="53860" y="933382"/>
                </a:lnTo>
                <a:lnTo>
                  <a:pt x="53482" y="917825"/>
                </a:lnTo>
                <a:lnTo>
                  <a:pt x="53815" y="902269"/>
                </a:lnTo>
                <a:lnTo>
                  <a:pt x="54809" y="886713"/>
                </a:lnTo>
                <a:lnTo>
                  <a:pt x="56367" y="871156"/>
                </a:lnTo>
                <a:lnTo>
                  <a:pt x="58358" y="855600"/>
                </a:lnTo>
                <a:lnTo>
                  <a:pt x="60623" y="840044"/>
                </a:lnTo>
                <a:lnTo>
                  <a:pt x="62999" y="824487"/>
                </a:lnTo>
                <a:lnTo>
                  <a:pt x="65328" y="808931"/>
                </a:lnTo>
                <a:lnTo>
                  <a:pt x="67470" y="793375"/>
                </a:lnTo>
                <a:lnTo>
                  <a:pt x="69320" y="777818"/>
                </a:lnTo>
                <a:lnTo>
                  <a:pt x="70806" y="762262"/>
                </a:lnTo>
                <a:lnTo>
                  <a:pt x="71898" y="746705"/>
                </a:lnTo>
                <a:lnTo>
                  <a:pt x="72609" y="731149"/>
                </a:lnTo>
                <a:lnTo>
                  <a:pt x="72986" y="715593"/>
                </a:lnTo>
                <a:lnTo>
                  <a:pt x="73106" y="700036"/>
                </a:lnTo>
                <a:lnTo>
                  <a:pt x="73066" y="684480"/>
                </a:lnTo>
                <a:lnTo>
                  <a:pt x="72972" y="668924"/>
                </a:lnTo>
                <a:lnTo>
                  <a:pt x="72928" y="653367"/>
                </a:lnTo>
                <a:lnTo>
                  <a:pt x="73022" y="637811"/>
                </a:lnTo>
                <a:lnTo>
                  <a:pt x="73322" y="622255"/>
                </a:lnTo>
                <a:lnTo>
                  <a:pt x="73866" y="606698"/>
                </a:lnTo>
                <a:lnTo>
                  <a:pt x="74664" y="591142"/>
                </a:lnTo>
                <a:lnTo>
                  <a:pt x="75696" y="575585"/>
                </a:lnTo>
                <a:lnTo>
                  <a:pt x="76921" y="560029"/>
                </a:lnTo>
                <a:lnTo>
                  <a:pt x="78282" y="544473"/>
                </a:lnTo>
                <a:lnTo>
                  <a:pt x="79716" y="528916"/>
                </a:lnTo>
                <a:lnTo>
                  <a:pt x="81162" y="513360"/>
                </a:lnTo>
                <a:lnTo>
                  <a:pt x="82567" y="497804"/>
                </a:lnTo>
                <a:lnTo>
                  <a:pt x="83890" y="482247"/>
                </a:lnTo>
                <a:lnTo>
                  <a:pt x="85106" y="466691"/>
                </a:lnTo>
                <a:lnTo>
                  <a:pt x="86204" y="451135"/>
                </a:lnTo>
                <a:lnTo>
                  <a:pt x="87183" y="435578"/>
                </a:lnTo>
                <a:lnTo>
                  <a:pt x="88051" y="420022"/>
                </a:lnTo>
                <a:lnTo>
                  <a:pt x="88818" y="404465"/>
                </a:lnTo>
                <a:lnTo>
                  <a:pt x="89495" y="388909"/>
                </a:lnTo>
                <a:lnTo>
                  <a:pt x="90086" y="373353"/>
                </a:lnTo>
                <a:lnTo>
                  <a:pt x="90589" y="357796"/>
                </a:lnTo>
                <a:lnTo>
                  <a:pt x="90988" y="342240"/>
                </a:lnTo>
                <a:lnTo>
                  <a:pt x="91259" y="326684"/>
                </a:lnTo>
                <a:lnTo>
                  <a:pt x="91361" y="311127"/>
                </a:lnTo>
                <a:lnTo>
                  <a:pt x="91236" y="295571"/>
                </a:lnTo>
                <a:lnTo>
                  <a:pt x="90813" y="280015"/>
                </a:lnTo>
                <a:lnTo>
                  <a:pt x="90002" y="264458"/>
                </a:lnTo>
                <a:lnTo>
                  <a:pt x="88699" y="248902"/>
                </a:lnTo>
                <a:lnTo>
                  <a:pt x="86789" y="233345"/>
                </a:lnTo>
                <a:lnTo>
                  <a:pt x="84152" y="217789"/>
                </a:lnTo>
                <a:lnTo>
                  <a:pt x="80678" y="202233"/>
                </a:lnTo>
                <a:lnTo>
                  <a:pt x="76275" y="186676"/>
                </a:lnTo>
                <a:lnTo>
                  <a:pt x="70889" y="171120"/>
                </a:lnTo>
                <a:lnTo>
                  <a:pt x="64522" y="155564"/>
                </a:lnTo>
                <a:lnTo>
                  <a:pt x="57251" y="140007"/>
                </a:lnTo>
                <a:lnTo>
                  <a:pt x="49235" y="124451"/>
                </a:lnTo>
                <a:lnTo>
                  <a:pt x="40725" y="108895"/>
                </a:lnTo>
                <a:lnTo>
                  <a:pt x="32055" y="93338"/>
                </a:lnTo>
                <a:lnTo>
                  <a:pt x="23631" y="77782"/>
                </a:lnTo>
                <a:lnTo>
                  <a:pt x="15898" y="62225"/>
                </a:lnTo>
                <a:lnTo>
                  <a:pt x="9302" y="46669"/>
                </a:lnTo>
                <a:lnTo>
                  <a:pt x="4254" y="31113"/>
                </a:lnTo>
                <a:lnTo>
                  <a:pt x="1082" y="15556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2043" y="15556"/>
                </a:lnTo>
                <a:lnTo>
                  <a:pt x="198871" y="31113"/>
                </a:lnTo>
                <a:lnTo>
                  <a:pt x="193823" y="46669"/>
                </a:lnTo>
                <a:lnTo>
                  <a:pt x="187227" y="62225"/>
                </a:lnTo>
                <a:lnTo>
                  <a:pt x="179494" y="77782"/>
                </a:lnTo>
                <a:lnTo>
                  <a:pt x="171070" y="93338"/>
                </a:lnTo>
                <a:lnTo>
                  <a:pt x="162400" y="108895"/>
                </a:lnTo>
                <a:lnTo>
                  <a:pt x="153890" y="124451"/>
                </a:lnTo>
                <a:lnTo>
                  <a:pt x="145874" y="140007"/>
                </a:lnTo>
                <a:lnTo>
                  <a:pt x="138603" y="155564"/>
                </a:lnTo>
                <a:lnTo>
                  <a:pt x="132236" y="171120"/>
                </a:lnTo>
                <a:lnTo>
                  <a:pt x="126850" y="186676"/>
                </a:lnTo>
                <a:lnTo>
                  <a:pt x="122447" y="202233"/>
                </a:lnTo>
                <a:lnTo>
                  <a:pt x="118973" y="217789"/>
                </a:lnTo>
                <a:lnTo>
                  <a:pt x="116336" y="233345"/>
                </a:lnTo>
                <a:lnTo>
                  <a:pt x="114426" y="248902"/>
                </a:lnTo>
                <a:lnTo>
                  <a:pt x="113123" y="264458"/>
                </a:lnTo>
                <a:lnTo>
                  <a:pt x="112312" y="280015"/>
                </a:lnTo>
                <a:lnTo>
                  <a:pt x="111889" y="295571"/>
                </a:lnTo>
                <a:lnTo>
                  <a:pt x="111764" y="311127"/>
                </a:lnTo>
                <a:lnTo>
                  <a:pt x="111866" y="326684"/>
                </a:lnTo>
                <a:lnTo>
                  <a:pt x="112137" y="342240"/>
                </a:lnTo>
                <a:lnTo>
                  <a:pt x="112536" y="357796"/>
                </a:lnTo>
                <a:lnTo>
                  <a:pt x="113039" y="373353"/>
                </a:lnTo>
                <a:lnTo>
                  <a:pt x="113630" y="388909"/>
                </a:lnTo>
                <a:lnTo>
                  <a:pt x="114307" y="404465"/>
                </a:lnTo>
                <a:lnTo>
                  <a:pt x="115074" y="420022"/>
                </a:lnTo>
                <a:lnTo>
                  <a:pt x="115942" y="435578"/>
                </a:lnTo>
                <a:lnTo>
                  <a:pt x="116921" y="451135"/>
                </a:lnTo>
                <a:lnTo>
                  <a:pt x="118019" y="466691"/>
                </a:lnTo>
                <a:lnTo>
                  <a:pt x="119235" y="482247"/>
                </a:lnTo>
                <a:lnTo>
                  <a:pt x="120558" y="497804"/>
                </a:lnTo>
                <a:lnTo>
                  <a:pt x="121963" y="513360"/>
                </a:lnTo>
                <a:lnTo>
                  <a:pt x="123409" y="528916"/>
                </a:lnTo>
                <a:lnTo>
                  <a:pt x="124843" y="544473"/>
                </a:lnTo>
                <a:lnTo>
                  <a:pt x="126204" y="560029"/>
                </a:lnTo>
                <a:lnTo>
                  <a:pt x="127429" y="575585"/>
                </a:lnTo>
                <a:lnTo>
                  <a:pt x="128461" y="591142"/>
                </a:lnTo>
                <a:lnTo>
                  <a:pt x="129259" y="606698"/>
                </a:lnTo>
                <a:lnTo>
                  <a:pt x="129803" y="622255"/>
                </a:lnTo>
                <a:lnTo>
                  <a:pt x="130103" y="637811"/>
                </a:lnTo>
                <a:lnTo>
                  <a:pt x="130197" y="653367"/>
                </a:lnTo>
                <a:lnTo>
                  <a:pt x="130153" y="668924"/>
                </a:lnTo>
                <a:lnTo>
                  <a:pt x="130059" y="684480"/>
                </a:lnTo>
                <a:lnTo>
                  <a:pt x="130019" y="700036"/>
                </a:lnTo>
                <a:lnTo>
                  <a:pt x="130139" y="715593"/>
                </a:lnTo>
                <a:lnTo>
                  <a:pt x="130516" y="731149"/>
                </a:lnTo>
                <a:lnTo>
                  <a:pt x="131227" y="746705"/>
                </a:lnTo>
                <a:lnTo>
                  <a:pt x="132319" y="762262"/>
                </a:lnTo>
                <a:lnTo>
                  <a:pt x="133805" y="777818"/>
                </a:lnTo>
                <a:lnTo>
                  <a:pt x="135655" y="793375"/>
                </a:lnTo>
                <a:lnTo>
                  <a:pt x="137797" y="808931"/>
                </a:lnTo>
                <a:lnTo>
                  <a:pt x="140126" y="824487"/>
                </a:lnTo>
                <a:lnTo>
                  <a:pt x="142502" y="840044"/>
                </a:lnTo>
                <a:lnTo>
                  <a:pt x="144767" y="855600"/>
                </a:lnTo>
                <a:lnTo>
                  <a:pt x="146758" y="871156"/>
                </a:lnTo>
                <a:lnTo>
                  <a:pt x="148316" y="886713"/>
                </a:lnTo>
                <a:lnTo>
                  <a:pt x="149310" y="902269"/>
                </a:lnTo>
                <a:lnTo>
                  <a:pt x="149643" y="917825"/>
                </a:lnTo>
                <a:lnTo>
                  <a:pt x="149265" y="933382"/>
                </a:lnTo>
                <a:lnTo>
                  <a:pt x="148180" y="948938"/>
                </a:lnTo>
                <a:lnTo>
                  <a:pt x="146449" y="964495"/>
                </a:lnTo>
                <a:lnTo>
                  <a:pt x="144177" y="980051"/>
                </a:lnTo>
                <a:lnTo>
                  <a:pt x="141513" y="995607"/>
                </a:lnTo>
                <a:lnTo>
                  <a:pt x="138628" y="1011164"/>
                </a:lnTo>
                <a:lnTo>
                  <a:pt x="135703" y="1026720"/>
                </a:lnTo>
                <a:lnTo>
                  <a:pt x="132912" y="1042276"/>
                </a:lnTo>
                <a:lnTo>
                  <a:pt x="130407" y="1057833"/>
                </a:lnTo>
                <a:lnTo>
                  <a:pt x="128309" y="1073389"/>
                </a:lnTo>
                <a:lnTo>
                  <a:pt x="126695" y="1088945"/>
                </a:lnTo>
                <a:lnTo>
                  <a:pt x="125600" y="1104502"/>
                </a:lnTo>
                <a:lnTo>
                  <a:pt x="125018" y="1120058"/>
                </a:lnTo>
                <a:lnTo>
                  <a:pt x="124902" y="1135615"/>
                </a:lnTo>
                <a:lnTo>
                  <a:pt x="125178" y="1151171"/>
                </a:lnTo>
                <a:lnTo>
                  <a:pt x="125749" y="1166727"/>
                </a:lnTo>
                <a:lnTo>
                  <a:pt x="126509" y="1182284"/>
                </a:lnTo>
                <a:lnTo>
                  <a:pt x="127352" y="1197840"/>
                </a:lnTo>
                <a:lnTo>
                  <a:pt x="128179" y="1213396"/>
                </a:lnTo>
                <a:lnTo>
                  <a:pt x="128910" y="1228953"/>
                </a:lnTo>
                <a:lnTo>
                  <a:pt x="129485" y="1244509"/>
                </a:lnTo>
                <a:lnTo>
                  <a:pt x="129869" y="1260065"/>
                </a:lnTo>
                <a:lnTo>
                  <a:pt x="130048" y="1275622"/>
                </a:lnTo>
                <a:lnTo>
                  <a:pt x="130029" y="1291178"/>
                </a:lnTo>
                <a:lnTo>
                  <a:pt x="129836" y="1306735"/>
                </a:lnTo>
                <a:lnTo>
                  <a:pt x="129498" y="1322291"/>
                </a:lnTo>
                <a:lnTo>
                  <a:pt x="129053" y="1337847"/>
                </a:lnTo>
                <a:lnTo>
                  <a:pt x="128533" y="1353404"/>
                </a:lnTo>
                <a:lnTo>
                  <a:pt x="127968" y="1368960"/>
                </a:lnTo>
                <a:lnTo>
                  <a:pt x="127377" y="1384516"/>
                </a:lnTo>
                <a:lnTo>
                  <a:pt x="126773" y="1400073"/>
                </a:lnTo>
                <a:lnTo>
                  <a:pt x="126162" y="1415629"/>
                </a:lnTo>
                <a:lnTo>
                  <a:pt x="125542" y="1431185"/>
                </a:lnTo>
                <a:lnTo>
                  <a:pt x="124910" y="1446742"/>
                </a:lnTo>
                <a:lnTo>
                  <a:pt x="124261" y="1462298"/>
                </a:lnTo>
                <a:lnTo>
                  <a:pt x="123594" y="1477855"/>
                </a:lnTo>
                <a:lnTo>
                  <a:pt x="122909" y="1493411"/>
                </a:lnTo>
                <a:lnTo>
                  <a:pt x="122217" y="1508967"/>
                </a:lnTo>
                <a:lnTo>
                  <a:pt x="121532" y="1524524"/>
                </a:lnTo>
                <a:lnTo>
                  <a:pt x="120883" y="1540080"/>
                </a:lnTo>
                <a:lnTo>
                  <a:pt x="120306" y="1555636"/>
                </a:lnTo>
                <a:lnTo>
                  <a:pt x="119853" y="1571193"/>
                </a:lnTo>
                <a:lnTo>
                  <a:pt x="119585" y="1586749"/>
                </a:lnTo>
                <a:lnTo>
                  <a:pt x="119578" y="1602305"/>
                </a:lnTo>
                <a:lnTo>
                  <a:pt x="119918" y="1617862"/>
                </a:lnTo>
                <a:lnTo>
                  <a:pt x="120699" y="1633418"/>
                </a:lnTo>
                <a:lnTo>
                  <a:pt x="122017" y="1648975"/>
                </a:lnTo>
                <a:lnTo>
                  <a:pt x="123961" y="1664531"/>
                </a:lnTo>
                <a:lnTo>
                  <a:pt x="126604" y="1680087"/>
                </a:lnTo>
                <a:lnTo>
                  <a:pt x="129989" y="1695644"/>
                </a:lnTo>
                <a:lnTo>
                  <a:pt x="134119" y="1711200"/>
                </a:lnTo>
                <a:lnTo>
                  <a:pt x="138940" y="1726756"/>
                </a:lnTo>
                <a:lnTo>
                  <a:pt x="144338" y="1742313"/>
                </a:lnTo>
                <a:lnTo>
                  <a:pt x="150133" y="1757869"/>
                </a:lnTo>
                <a:lnTo>
                  <a:pt x="156083" y="1773425"/>
                </a:lnTo>
                <a:lnTo>
                  <a:pt x="161898" y="1788982"/>
                </a:lnTo>
                <a:lnTo>
                  <a:pt x="167259" y="1804538"/>
                </a:lnTo>
                <a:lnTo>
                  <a:pt x="171843" y="1820095"/>
                </a:lnTo>
                <a:lnTo>
                  <a:pt x="175359" y="1835651"/>
                </a:lnTo>
                <a:lnTo>
                  <a:pt x="177570" y="1851207"/>
                </a:lnTo>
                <a:lnTo>
                  <a:pt x="178325" y="1866764"/>
                </a:lnTo>
                <a:lnTo>
                  <a:pt x="178325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61" name="11_all_5206">
            <a:extLst>
              <a:ext uri="{FF2B5EF4-FFF2-40B4-BE49-F238E27FC236}">
                <a16:creationId xmlns:a16="http://schemas.microsoft.com/office/drawing/2014/main" id="{3263888F-BD76-4B81-B8B4-6729CCE80068}"/>
              </a:ext>
            </a:extLst>
          </p:cNvPr>
          <p:cNvSpPr>
            <a:spLocks noGrp="1"/>
          </p:cNvSpPr>
          <p:nvPr/>
        </p:nvSpPr>
        <p:spPr>
          <a:xfrm>
            <a:off x="5271125" y="2945978"/>
            <a:ext cx="203125" cy="1866764"/>
          </a:xfrm>
          <a:custGeom>
            <a:avLst/>
            <a:gdLst/>
            <a:ahLst/>
            <a:cxnLst/>
            <a:rect l="0" t="0" r="0" b="0"/>
            <a:pathLst>
              <a:path w="203125" h="1866764">
                <a:moveTo>
                  <a:pt x="147395" y="1866764"/>
                </a:moveTo>
                <a:lnTo>
                  <a:pt x="55730" y="1866764"/>
                </a:lnTo>
                <a:lnTo>
                  <a:pt x="56172" y="1851207"/>
                </a:lnTo>
                <a:lnTo>
                  <a:pt x="57468" y="1835651"/>
                </a:lnTo>
                <a:lnTo>
                  <a:pt x="59528" y="1820095"/>
                </a:lnTo>
                <a:lnTo>
                  <a:pt x="62213" y="1804538"/>
                </a:lnTo>
                <a:lnTo>
                  <a:pt x="65352" y="1788982"/>
                </a:lnTo>
                <a:lnTo>
                  <a:pt x="68754" y="1773425"/>
                </a:lnTo>
                <a:lnTo>
                  <a:pt x="72233" y="1757869"/>
                </a:lnTo>
                <a:lnTo>
                  <a:pt x="75617" y="1742313"/>
                </a:lnTo>
                <a:lnTo>
                  <a:pt x="78765" y="1726756"/>
                </a:lnTo>
                <a:lnTo>
                  <a:pt x="81571" y="1711200"/>
                </a:lnTo>
                <a:lnTo>
                  <a:pt x="83967" y="1695644"/>
                </a:lnTo>
                <a:lnTo>
                  <a:pt x="85923" y="1680087"/>
                </a:lnTo>
                <a:lnTo>
                  <a:pt x="87442" y="1664531"/>
                </a:lnTo>
                <a:lnTo>
                  <a:pt x="88549" y="1648975"/>
                </a:lnTo>
                <a:lnTo>
                  <a:pt x="89291" y="1633418"/>
                </a:lnTo>
                <a:lnTo>
                  <a:pt x="89720" y="1617862"/>
                </a:lnTo>
                <a:lnTo>
                  <a:pt x="89895" y="1602305"/>
                </a:lnTo>
                <a:lnTo>
                  <a:pt x="89875" y="1586749"/>
                </a:lnTo>
                <a:lnTo>
                  <a:pt x="89712" y="1571193"/>
                </a:lnTo>
                <a:lnTo>
                  <a:pt x="89453" y="1555636"/>
                </a:lnTo>
                <a:lnTo>
                  <a:pt x="89137" y="1540080"/>
                </a:lnTo>
                <a:lnTo>
                  <a:pt x="88796" y="1524524"/>
                </a:lnTo>
                <a:lnTo>
                  <a:pt x="88453" y="1508967"/>
                </a:lnTo>
                <a:lnTo>
                  <a:pt x="88126" y="1493411"/>
                </a:lnTo>
                <a:lnTo>
                  <a:pt x="87825" y="1477855"/>
                </a:lnTo>
                <a:lnTo>
                  <a:pt x="87556" y="1462298"/>
                </a:lnTo>
                <a:lnTo>
                  <a:pt x="87319" y="1446742"/>
                </a:lnTo>
                <a:lnTo>
                  <a:pt x="87113" y="1431185"/>
                </a:lnTo>
                <a:lnTo>
                  <a:pt x="86934" y="1415629"/>
                </a:lnTo>
                <a:lnTo>
                  <a:pt x="86777" y="1400073"/>
                </a:lnTo>
                <a:lnTo>
                  <a:pt x="86640" y="1384516"/>
                </a:lnTo>
                <a:lnTo>
                  <a:pt x="86520" y="1368960"/>
                </a:lnTo>
                <a:lnTo>
                  <a:pt x="86420" y="1353404"/>
                </a:lnTo>
                <a:lnTo>
                  <a:pt x="86346" y="1337847"/>
                </a:lnTo>
                <a:lnTo>
                  <a:pt x="86305" y="1322291"/>
                </a:lnTo>
                <a:lnTo>
                  <a:pt x="86311" y="1306735"/>
                </a:lnTo>
                <a:lnTo>
                  <a:pt x="86376" y="1291178"/>
                </a:lnTo>
                <a:lnTo>
                  <a:pt x="86513" y="1275622"/>
                </a:lnTo>
                <a:lnTo>
                  <a:pt x="86731" y="1260065"/>
                </a:lnTo>
                <a:lnTo>
                  <a:pt x="87032" y="1244509"/>
                </a:lnTo>
                <a:lnTo>
                  <a:pt x="87412" y="1228953"/>
                </a:lnTo>
                <a:lnTo>
                  <a:pt x="87854" y="1213396"/>
                </a:lnTo>
                <a:lnTo>
                  <a:pt x="88332" y="1197840"/>
                </a:lnTo>
                <a:lnTo>
                  <a:pt x="88810" y="1182284"/>
                </a:lnTo>
                <a:lnTo>
                  <a:pt x="89243" y="1166727"/>
                </a:lnTo>
                <a:lnTo>
                  <a:pt x="89581" y="1151171"/>
                </a:lnTo>
                <a:lnTo>
                  <a:pt x="89775" y="1135615"/>
                </a:lnTo>
                <a:lnTo>
                  <a:pt x="89776" y="1120058"/>
                </a:lnTo>
                <a:lnTo>
                  <a:pt x="89547" y="1104502"/>
                </a:lnTo>
                <a:lnTo>
                  <a:pt x="89064" y="1088945"/>
                </a:lnTo>
                <a:lnTo>
                  <a:pt x="88319" y="1073389"/>
                </a:lnTo>
                <a:lnTo>
                  <a:pt x="87325" y="1057833"/>
                </a:lnTo>
                <a:lnTo>
                  <a:pt x="86117" y="1042276"/>
                </a:lnTo>
                <a:lnTo>
                  <a:pt x="84748" y="1026720"/>
                </a:lnTo>
                <a:lnTo>
                  <a:pt x="83290" y="1011164"/>
                </a:lnTo>
                <a:lnTo>
                  <a:pt x="81822" y="995607"/>
                </a:lnTo>
                <a:lnTo>
                  <a:pt x="80431" y="980051"/>
                </a:lnTo>
                <a:lnTo>
                  <a:pt x="79198" y="964495"/>
                </a:lnTo>
                <a:lnTo>
                  <a:pt x="78193" y="948938"/>
                </a:lnTo>
                <a:lnTo>
                  <a:pt x="77468" y="933382"/>
                </a:lnTo>
                <a:lnTo>
                  <a:pt x="77052" y="917825"/>
                </a:lnTo>
                <a:lnTo>
                  <a:pt x="76947" y="902269"/>
                </a:lnTo>
                <a:lnTo>
                  <a:pt x="77132" y="886713"/>
                </a:lnTo>
                <a:lnTo>
                  <a:pt x="77560" y="871156"/>
                </a:lnTo>
                <a:lnTo>
                  <a:pt x="78170" y="855600"/>
                </a:lnTo>
                <a:lnTo>
                  <a:pt x="78888" y="840044"/>
                </a:lnTo>
                <a:lnTo>
                  <a:pt x="79637" y="824487"/>
                </a:lnTo>
                <a:lnTo>
                  <a:pt x="80346" y="808931"/>
                </a:lnTo>
                <a:lnTo>
                  <a:pt x="80953" y="793375"/>
                </a:lnTo>
                <a:lnTo>
                  <a:pt x="81414" y="777818"/>
                </a:lnTo>
                <a:lnTo>
                  <a:pt x="81704" y="762262"/>
                </a:lnTo>
                <a:lnTo>
                  <a:pt x="81820" y="746705"/>
                </a:lnTo>
                <a:lnTo>
                  <a:pt x="81783" y="731149"/>
                </a:lnTo>
                <a:lnTo>
                  <a:pt x="81631" y="715593"/>
                </a:lnTo>
                <a:lnTo>
                  <a:pt x="81419" y="700036"/>
                </a:lnTo>
                <a:lnTo>
                  <a:pt x="81212" y="684480"/>
                </a:lnTo>
                <a:lnTo>
                  <a:pt x="81076" y="668924"/>
                </a:lnTo>
                <a:lnTo>
                  <a:pt x="81075" y="653367"/>
                </a:lnTo>
                <a:lnTo>
                  <a:pt x="81259" y="637811"/>
                </a:lnTo>
                <a:lnTo>
                  <a:pt x="81665" y="622255"/>
                </a:lnTo>
                <a:lnTo>
                  <a:pt x="82305" y="606698"/>
                </a:lnTo>
                <a:lnTo>
                  <a:pt x="83175" y="591142"/>
                </a:lnTo>
                <a:lnTo>
                  <a:pt x="84248" y="575585"/>
                </a:lnTo>
                <a:lnTo>
                  <a:pt x="85482" y="560029"/>
                </a:lnTo>
                <a:lnTo>
                  <a:pt x="86825" y="544473"/>
                </a:lnTo>
                <a:lnTo>
                  <a:pt x="88220" y="528916"/>
                </a:lnTo>
                <a:lnTo>
                  <a:pt x="89612" y="513360"/>
                </a:lnTo>
                <a:lnTo>
                  <a:pt x="90950" y="497804"/>
                </a:lnTo>
                <a:lnTo>
                  <a:pt x="92194" y="482247"/>
                </a:lnTo>
                <a:lnTo>
                  <a:pt x="93316" y="466691"/>
                </a:lnTo>
                <a:lnTo>
                  <a:pt x="94299" y="451135"/>
                </a:lnTo>
                <a:lnTo>
                  <a:pt x="95134" y="435578"/>
                </a:lnTo>
                <a:lnTo>
                  <a:pt x="95821" y="420022"/>
                </a:lnTo>
                <a:lnTo>
                  <a:pt x="96365" y="404465"/>
                </a:lnTo>
                <a:lnTo>
                  <a:pt x="96772" y="388909"/>
                </a:lnTo>
                <a:lnTo>
                  <a:pt x="97048" y="373353"/>
                </a:lnTo>
                <a:lnTo>
                  <a:pt x="97192" y="357796"/>
                </a:lnTo>
                <a:lnTo>
                  <a:pt x="97200" y="342240"/>
                </a:lnTo>
                <a:lnTo>
                  <a:pt x="97054" y="326684"/>
                </a:lnTo>
                <a:lnTo>
                  <a:pt x="96725" y="311127"/>
                </a:lnTo>
                <a:lnTo>
                  <a:pt x="96169" y="295571"/>
                </a:lnTo>
                <a:lnTo>
                  <a:pt x="95323" y="280015"/>
                </a:lnTo>
                <a:lnTo>
                  <a:pt x="94107" y="264458"/>
                </a:lnTo>
                <a:lnTo>
                  <a:pt x="92421" y="248902"/>
                </a:lnTo>
                <a:lnTo>
                  <a:pt x="90152" y="233345"/>
                </a:lnTo>
                <a:lnTo>
                  <a:pt x="87181" y="217789"/>
                </a:lnTo>
                <a:lnTo>
                  <a:pt x="83393" y="202233"/>
                </a:lnTo>
                <a:lnTo>
                  <a:pt x="78693" y="186676"/>
                </a:lnTo>
                <a:lnTo>
                  <a:pt x="73021" y="171120"/>
                </a:lnTo>
                <a:lnTo>
                  <a:pt x="66377" y="155564"/>
                </a:lnTo>
                <a:lnTo>
                  <a:pt x="58834" y="140007"/>
                </a:lnTo>
                <a:lnTo>
                  <a:pt x="50551" y="124451"/>
                </a:lnTo>
                <a:lnTo>
                  <a:pt x="41783" y="108895"/>
                </a:lnTo>
                <a:lnTo>
                  <a:pt x="32869" y="93338"/>
                </a:lnTo>
                <a:lnTo>
                  <a:pt x="24219" y="77782"/>
                </a:lnTo>
                <a:lnTo>
                  <a:pt x="16287" y="62225"/>
                </a:lnTo>
                <a:lnTo>
                  <a:pt x="9527" y="46669"/>
                </a:lnTo>
                <a:lnTo>
                  <a:pt x="4355" y="31113"/>
                </a:lnTo>
                <a:lnTo>
                  <a:pt x="1108" y="15556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2017" y="15556"/>
                </a:lnTo>
                <a:lnTo>
                  <a:pt x="198770" y="31113"/>
                </a:lnTo>
                <a:lnTo>
                  <a:pt x="193598" y="46669"/>
                </a:lnTo>
                <a:lnTo>
                  <a:pt x="186838" y="62225"/>
                </a:lnTo>
                <a:lnTo>
                  <a:pt x="178906" y="77782"/>
                </a:lnTo>
                <a:lnTo>
                  <a:pt x="170256" y="93338"/>
                </a:lnTo>
                <a:lnTo>
                  <a:pt x="161342" y="108895"/>
                </a:lnTo>
                <a:lnTo>
                  <a:pt x="152574" y="124451"/>
                </a:lnTo>
                <a:lnTo>
                  <a:pt x="144291" y="140007"/>
                </a:lnTo>
                <a:lnTo>
                  <a:pt x="136748" y="155564"/>
                </a:lnTo>
                <a:lnTo>
                  <a:pt x="130104" y="171120"/>
                </a:lnTo>
                <a:lnTo>
                  <a:pt x="124432" y="186676"/>
                </a:lnTo>
                <a:lnTo>
                  <a:pt x="119732" y="202233"/>
                </a:lnTo>
                <a:lnTo>
                  <a:pt x="115944" y="217789"/>
                </a:lnTo>
                <a:lnTo>
                  <a:pt x="112973" y="233345"/>
                </a:lnTo>
                <a:lnTo>
                  <a:pt x="110704" y="248902"/>
                </a:lnTo>
                <a:lnTo>
                  <a:pt x="109018" y="264458"/>
                </a:lnTo>
                <a:lnTo>
                  <a:pt x="107802" y="280015"/>
                </a:lnTo>
                <a:lnTo>
                  <a:pt x="106956" y="295571"/>
                </a:lnTo>
                <a:lnTo>
                  <a:pt x="106400" y="311127"/>
                </a:lnTo>
                <a:lnTo>
                  <a:pt x="106071" y="326684"/>
                </a:lnTo>
                <a:lnTo>
                  <a:pt x="105925" y="342240"/>
                </a:lnTo>
                <a:lnTo>
                  <a:pt x="105933" y="357796"/>
                </a:lnTo>
                <a:lnTo>
                  <a:pt x="106077" y="373353"/>
                </a:lnTo>
                <a:lnTo>
                  <a:pt x="106353" y="388909"/>
                </a:lnTo>
                <a:lnTo>
                  <a:pt x="106760" y="404465"/>
                </a:lnTo>
                <a:lnTo>
                  <a:pt x="107304" y="420022"/>
                </a:lnTo>
                <a:lnTo>
                  <a:pt x="107991" y="435578"/>
                </a:lnTo>
                <a:lnTo>
                  <a:pt x="108826" y="451135"/>
                </a:lnTo>
                <a:lnTo>
                  <a:pt x="109809" y="466691"/>
                </a:lnTo>
                <a:lnTo>
                  <a:pt x="110931" y="482247"/>
                </a:lnTo>
                <a:lnTo>
                  <a:pt x="112175" y="497804"/>
                </a:lnTo>
                <a:lnTo>
                  <a:pt x="113513" y="513360"/>
                </a:lnTo>
                <a:lnTo>
                  <a:pt x="114905" y="528916"/>
                </a:lnTo>
                <a:lnTo>
                  <a:pt x="116300" y="544473"/>
                </a:lnTo>
                <a:lnTo>
                  <a:pt x="117643" y="560029"/>
                </a:lnTo>
                <a:lnTo>
                  <a:pt x="118877" y="575585"/>
                </a:lnTo>
                <a:lnTo>
                  <a:pt x="119950" y="591142"/>
                </a:lnTo>
                <a:lnTo>
                  <a:pt x="120820" y="606698"/>
                </a:lnTo>
                <a:lnTo>
                  <a:pt x="121460" y="622255"/>
                </a:lnTo>
                <a:lnTo>
                  <a:pt x="121866" y="637811"/>
                </a:lnTo>
                <a:lnTo>
                  <a:pt x="122050" y="653367"/>
                </a:lnTo>
                <a:lnTo>
                  <a:pt x="122049" y="668924"/>
                </a:lnTo>
                <a:lnTo>
                  <a:pt x="121913" y="684480"/>
                </a:lnTo>
                <a:lnTo>
                  <a:pt x="121706" y="700036"/>
                </a:lnTo>
                <a:lnTo>
                  <a:pt x="121494" y="715593"/>
                </a:lnTo>
                <a:lnTo>
                  <a:pt x="121342" y="731149"/>
                </a:lnTo>
                <a:lnTo>
                  <a:pt x="121305" y="746705"/>
                </a:lnTo>
                <a:lnTo>
                  <a:pt x="121421" y="762262"/>
                </a:lnTo>
                <a:lnTo>
                  <a:pt x="121711" y="777818"/>
                </a:lnTo>
                <a:lnTo>
                  <a:pt x="122172" y="793375"/>
                </a:lnTo>
                <a:lnTo>
                  <a:pt x="122779" y="808931"/>
                </a:lnTo>
                <a:lnTo>
                  <a:pt x="123488" y="824487"/>
                </a:lnTo>
                <a:lnTo>
                  <a:pt x="124237" y="840044"/>
                </a:lnTo>
                <a:lnTo>
                  <a:pt x="124955" y="855600"/>
                </a:lnTo>
                <a:lnTo>
                  <a:pt x="125565" y="871156"/>
                </a:lnTo>
                <a:lnTo>
                  <a:pt x="125993" y="886713"/>
                </a:lnTo>
                <a:lnTo>
                  <a:pt x="126178" y="902269"/>
                </a:lnTo>
                <a:lnTo>
                  <a:pt x="126073" y="917825"/>
                </a:lnTo>
                <a:lnTo>
                  <a:pt x="125657" y="933382"/>
                </a:lnTo>
                <a:lnTo>
                  <a:pt x="124932" y="948938"/>
                </a:lnTo>
                <a:lnTo>
                  <a:pt x="123927" y="964495"/>
                </a:lnTo>
                <a:lnTo>
                  <a:pt x="122694" y="980051"/>
                </a:lnTo>
                <a:lnTo>
                  <a:pt x="121303" y="995607"/>
                </a:lnTo>
                <a:lnTo>
                  <a:pt x="119835" y="1011164"/>
                </a:lnTo>
                <a:lnTo>
                  <a:pt x="118376" y="1026720"/>
                </a:lnTo>
                <a:lnTo>
                  <a:pt x="117008" y="1042276"/>
                </a:lnTo>
                <a:lnTo>
                  <a:pt x="115800" y="1057833"/>
                </a:lnTo>
                <a:lnTo>
                  <a:pt x="114806" y="1073389"/>
                </a:lnTo>
                <a:lnTo>
                  <a:pt x="114061" y="1088945"/>
                </a:lnTo>
                <a:lnTo>
                  <a:pt x="113578" y="1104502"/>
                </a:lnTo>
                <a:lnTo>
                  <a:pt x="113349" y="1120058"/>
                </a:lnTo>
                <a:lnTo>
                  <a:pt x="113350" y="1135615"/>
                </a:lnTo>
                <a:lnTo>
                  <a:pt x="113544" y="1151171"/>
                </a:lnTo>
                <a:lnTo>
                  <a:pt x="113882" y="1166727"/>
                </a:lnTo>
                <a:lnTo>
                  <a:pt x="114315" y="1182284"/>
                </a:lnTo>
                <a:lnTo>
                  <a:pt x="114793" y="1197840"/>
                </a:lnTo>
                <a:lnTo>
                  <a:pt x="115271" y="1213396"/>
                </a:lnTo>
                <a:lnTo>
                  <a:pt x="115713" y="1228953"/>
                </a:lnTo>
                <a:lnTo>
                  <a:pt x="116093" y="1244509"/>
                </a:lnTo>
                <a:lnTo>
                  <a:pt x="116394" y="1260065"/>
                </a:lnTo>
                <a:lnTo>
                  <a:pt x="116612" y="1275622"/>
                </a:lnTo>
                <a:lnTo>
                  <a:pt x="116749" y="1291178"/>
                </a:lnTo>
                <a:lnTo>
                  <a:pt x="116814" y="1306735"/>
                </a:lnTo>
                <a:lnTo>
                  <a:pt x="116820" y="1322291"/>
                </a:lnTo>
                <a:lnTo>
                  <a:pt x="116779" y="1337847"/>
                </a:lnTo>
                <a:lnTo>
                  <a:pt x="116705" y="1353404"/>
                </a:lnTo>
                <a:lnTo>
                  <a:pt x="116605" y="1368960"/>
                </a:lnTo>
                <a:lnTo>
                  <a:pt x="116485" y="1384516"/>
                </a:lnTo>
                <a:lnTo>
                  <a:pt x="116348" y="1400073"/>
                </a:lnTo>
                <a:lnTo>
                  <a:pt x="116191" y="1415629"/>
                </a:lnTo>
                <a:lnTo>
                  <a:pt x="116012" y="1431185"/>
                </a:lnTo>
                <a:lnTo>
                  <a:pt x="115806" y="1446742"/>
                </a:lnTo>
                <a:lnTo>
                  <a:pt x="115569" y="1462298"/>
                </a:lnTo>
                <a:lnTo>
                  <a:pt x="115300" y="1477855"/>
                </a:lnTo>
                <a:lnTo>
                  <a:pt x="114999" y="1493411"/>
                </a:lnTo>
                <a:lnTo>
                  <a:pt x="114672" y="1508967"/>
                </a:lnTo>
                <a:lnTo>
                  <a:pt x="114329" y="1524524"/>
                </a:lnTo>
                <a:lnTo>
                  <a:pt x="113988" y="1540080"/>
                </a:lnTo>
                <a:lnTo>
                  <a:pt x="113672" y="1555636"/>
                </a:lnTo>
                <a:lnTo>
                  <a:pt x="113413" y="1571193"/>
                </a:lnTo>
                <a:lnTo>
                  <a:pt x="113250" y="1586749"/>
                </a:lnTo>
                <a:lnTo>
                  <a:pt x="113230" y="1602305"/>
                </a:lnTo>
                <a:lnTo>
                  <a:pt x="113405" y="1617862"/>
                </a:lnTo>
                <a:lnTo>
                  <a:pt x="113834" y="1633418"/>
                </a:lnTo>
                <a:lnTo>
                  <a:pt x="114576" y="1648975"/>
                </a:lnTo>
                <a:lnTo>
                  <a:pt x="115683" y="1664531"/>
                </a:lnTo>
                <a:lnTo>
                  <a:pt x="117202" y="1680087"/>
                </a:lnTo>
                <a:lnTo>
                  <a:pt x="119158" y="1695644"/>
                </a:lnTo>
                <a:lnTo>
                  <a:pt x="121554" y="1711200"/>
                </a:lnTo>
                <a:lnTo>
                  <a:pt x="124360" y="1726756"/>
                </a:lnTo>
                <a:lnTo>
                  <a:pt x="127508" y="1742313"/>
                </a:lnTo>
                <a:lnTo>
                  <a:pt x="130892" y="1757869"/>
                </a:lnTo>
                <a:lnTo>
                  <a:pt x="134371" y="1773425"/>
                </a:lnTo>
                <a:lnTo>
                  <a:pt x="137773" y="1788982"/>
                </a:lnTo>
                <a:lnTo>
                  <a:pt x="140912" y="1804538"/>
                </a:lnTo>
                <a:lnTo>
                  <a:pt x="143597" y="1820095"/>
                </a:lnTo>
                <a:lnTo>
                  <a:pt x="145657" y="1835651"/>
                </a:lnTo>
                <a:lnTo>
                  <a:pt x="146953" y="1851207"/>
                </a:lnTo>
                <a:lnTo>
                  <a:pt x="147395" y="1866764"/>
                </a:lnTo>
                <a:lnTo>
                  <a:pt x="147395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62" name="11_all_5207">
            <a:extLst>
              <a:ext uri="{FF2B5EF4-FFF2-40B4-BE49-F238E27FC236}">
                <a16:creationId xmlns:a16="http://schemas.microsoft.com/office/drawing/2014/main" id="{00A7B497-11EE-4625-A6BE-AF9C3E83D81D}"/>
              </a:ext>
            </a:extLst>
          </p:cNvPr>
          <p:cNvSpPr>
            <a:spLocks noGrp="1"/>
          </p:cNvSpPr>
          <p:nvPr/>
        </p:nvSpPr>
        <p:spPr>
          <a:xfrm>
            <a:off x="6052375" y="2945978"/>
            <a:ext cx="203125" cy="1866764"/>
          </a:xfrm>
          <a:custGeom>
            <a:avLst/>
            <a:gdLst/>
            <a:ahLst/>
            <a:cxnLst/>
            <a:rect l="0" t="0" r="0" b="0"/>
            <a:pathLst>
              <a:path w="203125" h="1866764">
                <a:moveTo>
                  <a:pt x="143021" y="1866764"/>
                </a:moveTo>
                <a:lnTo>
                  <a:pt x="60104" y="1866764"/>
                </a:lnTo>
                <a:lnTo>
                  <a:pt x="60501" y="1851207"/>
                </a:lnTo>
                <a:lnTo>
                  <a:pt x="61665" y="1835651"/>
                </a:lnTo>
                <a:lnTo>
                  <a:pt x="63514" y="1820095"/>
                </a:lnTo>
                <a:lnTo>
                  <a:pt x="65925" y="1804538"/>
                </a:lnTo>
                <a:lnTo>
                  <a:pt x="68742" y="1788982"/>
                </a:lnTo>
                <a:lnTo>
                  <a:pt x="71796" y="1773425"/>
                </a:lnTo>
                <a:lnTo>
                  <a:pt x="74916" y="1757869"/>
                </a:lnTo>
                <a:lnTo>
                  <a:pt x="77951" y="1742313"/>
                </a:lnTo>
                <a:lnTo>
                  <a:pt x="80771" y="1726756"/>
                </a:lnTo>
                <a:lnTo>
                  <a:pt x="83282" y="1711200"/>
                </a:lnTo>
                <a:lnTo>
                  <a:pt x="85424" y="1695644"/>
                </a:lnTo>
                <a:lnTo>
                  <a:pt x="87168" y="1680087"/>
                </a:lnTo>
                <a:lnTo>
                  <a:pt x="88518" y="1664531"/>
                </a:lnTo>
                <a:lnTo>
                  <a:pt x="89497" y="1648975"/>
                </a:lnTo>
                <a:lnTo>
                  <a:pt x="90144" y="1633418"/>
                </a:lnTo>
                <a:lnTo>
                  <a:pt x="90511" y="1617862"/>
                </a:lnTo>
                <a:lnTo>
                  <a:pt x="90648" y="1602305"/>
                </a:lnTo>
                <a:lnTo>
                  <a:pt x="90609" y="1586749"/>
                </a:lnTo>
                <a:lnTo>
                  <a:pt x="90442" y="1571193"/>
                </a:lnTo>
                <a:lnTo>
                  <a:pt x="90189" y="1555636"/>
                </a:lnTo>
                <a:lnTo>
                  <a:pt x="89885" y="1540080"/>
                </a:lnTo>
                <a:lnTo>
                  <a:pt x="89561" y="1524524"/>
                </a:lnTo>
                <a:lnTo>
                  <a:pt x="89236" y="1508967"/>
                </a:lnTo>
                <a:lnTo>
                  <a:pt x="88926" y="1493411"/>
                </a:lnTo>
                <a:lnTo>
                  <a:pt x="88642" y="1477855"/>
                </a:lnTo>
                <a:lnTo>
                  <a:pt x="88388" y="1462298"/>
                </a:lnTo>
                <a:lnTo>
                  <a:pt x="88165" y="1446742"/>
                </a:lnTo>
                <a:lnTo>
                  <a:pt x="87971" y="1431185"/>
                </a:lnTo>
                <a:lnTo>
                  <a:pt x="87803" y="1415629"/>
                </a:lnTo>
                <a:lnTo>
                  <a:pt x="87656" y="1400073"/>
                </a:lnTo>
                <a:lnTo>
                  <a:pt x="87526" y="1384516"/>
                </a:lnTo>
                <a:lnTo>
                  <a:pt x="87414" y="1368960"/>
                </a:lnTo>
                <a:lnTo>
                  <a:pt x="87320" y="1353404"/>
                </a:lnTo>
                <a:lnTo>
                  <a:pt x="87250" y="1337847"/>
                </a:lnTo>
                <a:lnTo>
                  <a:pt x="87213" y="1322291"/>
                </a:lnTo>
                <a:lnTo>
                  <a:pt x="87219" y="1306735"/>
                </a:lnTo>
                <a:lnTo>
                  <a:pt x="87282" y="1291178"/>
                </a:lnTo>
                <a:lnTo>
                  <a:pt x="87414" y="1275622"/>
                </a:lnTo>
                <a:lnTo>
                  <a:pt x="87622" y="1260065"/>
                </a:lnTo>
                <a:lnTo>
                  <a:pt x="87912" y="1244509"/>
                </a:lnTo>
                <a:lnTo>
                  <a:pt x="88279" y="1228953"/>
                </a:lnTo>
                <a:lnTo>
                  <a:pt x="88708" y="1213396"/>
                </a:lnTo>
                <a:lnTo>
                  <a:pt x="89178" y="1197840"/>
                </a:lnTo>
                <a:lnTo>
                  <a:pt x="89656" y="1182284"/>
                </a:lnTo>
                <a:lnTo>
                  <a:pt x="90101" y="1166727"/>
                </a:lnTo>
                <a:lnTo>
                  <a:pt x="90470" y="1151171"/>
                </a:lnTo>
                <a:lnTo>
                  <a:pt x="90716" y="1135615"/>
                </a:lnTo>
                <a:lnTo>
                  <a:pt x="90799" y="1120058"/>
                </a:lnTo>
                <a:lnTo>
                  <a:pt x="90683" y="1104502"/>
                </a:lnTo>
                <a:lnTo>
                  <a:pt x="90346" y="1088945"/>
                </a:lnTo>
                <a:lnTo>
                  <a:pt x="89781" y="1073389"/>
                </a:lnTo>
                <a:lnTo>
                  <a:pt x="88998" y="1057833"/>
                </a:lnTo>
                <a:lnTo>
                  <a:pt x="88027" y="1042276"/>
                </a:lnTo>
                <a:lnTo>
                  <a:pt x="86912" y="1026720"/>
                </a:lnTo>
                <a:lnTo>
                  <a:pt x="85715" y="1011164"/>
                </a:lnTo>
                <a:lnTo>
                  <a:pt x="84505" y="995607"/>
                </a:lnTo>
                <a:lnTo>
                  <a:pt x="83355" y="980051"/>
                </a:lnTo>
                <a:lnTo>
                  <a:pt x="82336" y="964495"/>
                </a:lnTo>
                <a:lnTo>
                  <a:pt x="81507" y="948938"/>
                </a:lnTo>
                <a:lnTo>
                  <a:pt x="80914" y="933382"/>
                </a:lnTo>
                <a:lnTo>
                  <a:pt x="80580" y="917825"/>
                </a:lnTo>
                <a:lnTo>
                  <a:pt x="80509" y="902269"/>
                </a:lnTo>
                <a:lnTo>
                  <a:pt x="80678" y="886713"/>
                </a:lnTo>
                <a:lnTo>
                  <a:pt x="81050" y="871156"/>
                </a:lnTo>
                <a:lnTo>
                  <a:pt x="81569" y="855600"/>
                </a:lnTo>
                <a:lnTo>
                  <a:pt x="82170" y="840044"/>
                </a:lnTo>
                <a:lnTo>
                  <a:pt x="82787" y="824487"/>
                </a:lnTo>
                <a:lnTo>
                  <a:pt x="83357" y="808931"/>
                </a:lnTo>
                <a:lnTo>
                  <a:pt x="83826" y="793375"/>
                </a:lnTo>
                <a:lnTo>
                  <a:pt x="84155" y="777818"/>
                </a:lnTo>
                <a:lnTo>
                  <a:pt x="84324" y="762262"/>
                </a:lnTo>
                <a:lnTo>
                  <a:pt x="84331" y="746705"/>
                </a:lnTo>
                <a:lnTo>
                  <a:pt x="84196" y="731149"/>
                </a:lnTo>
                <a:lnTo>
                  <a:pt x="83953" y="715593"/>
                </a:lnTo>
                <a:lnTo>
                  <a:pt x="83653" y="700036"/>
                </a:lnTo>
                <a:lnTo>
                  <a:pt x="83353" y="684480"/>
                </a:lnTo>
                <a:lnTo>
                  <a:pt x="83116" y="668924"/>
                </a:lnTo>
                <a:lnTo>
                  <a:pt x="82998" y="653367"/>
                </a:lnTo>
                <a:lnTo>
                  <a:pt x="83048" y="637811"/>
                </a:lnTo>
                <a:lnTo>
                  <a:pt x="83298" y="622255"/>
                </a:lnTo>
                <a:lnTo>
                  <a:pt x="83763" y="606698"/>
                </a:lnTo>
                <a:lnTo>
                  <a:pt x="84442" y="591142"/>
                </a:lnTo>
                <a:lnTo>
                  <a:pt x="85312" y="575585"/>
                </a:lnTo>
                <a:lnTo>
                  <a:pt x="86339" y="560029"/>
                </a:lnTo>
                <a:lnTo>
                  <a:pt x="87476" y="544473"/>
                </a:lnTo>
                <a:lnTo>
                  <a:pt x="88674" y="528916"/>
                </a:lnTo>
                <a:lnTo>
                  <a:pt x="89881" y="513360"/>
                </a:lnTo>
                <a:lnTo>
                  <a:pt x="91052" y="497804"/>
                </a:lnTo>
                <a:lnTo>
                  <a:pt x="92150" y="482247"/>
                </a:lnTo>
                <a:lnTo>
                  <a:pt x="93144" y="466691"/>
                </a:lnTo>
                <a:lnTo>
                  <a:pt x="94018" y="451135"/>
                </a:lnTo>
                <a:lnTo>
                  <a:pt x="94761" y="435578"/>
                </a:lnTo>
                <a:lnTo>
                  <a:pt x="95372" y="420022"/>
                </a:lnTo>
                <a:lnTo>
                  <a:pt x="95855" y="404465"/>
                </a:lnTo>
                <a:lnTo>
                  <a:pt x="96216" y="388909"/>
                </a:lnTo>
                <a:lnTo>
                  <a:pt x="96461" y="373353"/>
                </a:lnTo>
                <a:lnTo>
                  <a:pt x="96593" y="357796"/>
                </a:lnTo>
                <a:lnTo>
                  <a:pt x="96607" y="342240"/>
                </a:lnTo>
                <a:lnTo>
                  <a:pt x="96490" y="326684"/>
                </a:lnTo>
                <a:lnTo>
                  <a:pt x="96214" y="311127"/>
                </a:lnTo>
                <a:lnTo>
                  <a:pt x="95736" y="295571"/>
                </a:lnTo>
                <a:lnTo>
                  <a:pt x="94993" y="280015"/>
                </a:lnTo>
                <a:lnTo>
                  <a:pt x="93899" y="264458"/>
                </a:lnTo>
                <a:lnTo>
                  <a:pt x="92351" y="248902"/>
                </a:lnTo>
                <a:lnTo>
                  <a:pt x="90230" y="233345"/>
                </a:lnTo>
                <a:lnTo>
                  <a:pt x="87407" y="217789"/>
                </a:lnTo>
                <a:lnTo>
                  <a:pt x="83757" y="202233"/>
                </a:lnTo>
                <a:lnTo>
                  <a:pt x="79176" y="186676"/>
                </a:lnTo>
                <a:lnTo>
                  <a:pt x="73597" y="171120"/>
                </a:lnTo>
                <a:lnTo>
                  <a:pt x="67010" y="155564"/>
                </a:lnTo>
                <a:lnTo>
                  <a:pt x="59486" y="140007"/>
                </a:lnTo>
                <a:lnTo>
                  <a:pt x="51183" y="124451"/>
                </a:lnTo>
                <a:lnTo>
                  <a:pt x="42358" y="108895"/>
                </a:lnTo>
                <a:lnTo>
                  <a:pt x="33357" y="93338"/>
                </a:lnTo>
                <a:lnTo>
                  <a:pt x="24602" y="77782"/>
                </a:lnTo>
                <a:lnTo>
                  <a:pt x="16556" y="62225"/>
                </a:lnTo>
                <a:lnTo>
                  <a:pt x="9690" y="46669"/>
                </a:lnTo>
                <a:lnTo>
                  <a:pt x="4432" y="31113"/>
                </a:lnTo>
                <a:lnTo>
                  <a:pt x="1127" y="15556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98" y="15556"/>
                </a:lnTo>
                <a:lnTo>
                  <a:pt x="198693" y="31113"/>
                </a:lnTo>
                <a:lnTo>
                  <a:pt x="193435" y="46669"/>
                </a:lnTo>
                <a:lnTo>
                  <a:pt x="186569" y="62225"/>
                </a:lnTo>
                <a:lnTo>
                  <a:pt x="178523" y="77782"/>
                </a:lnTo>
                <a:lnTo>
                  <a:pt x="169768" y="93338"/>
                </a:lnTo>
                <a:lnTo>
                  <a:pt x="160767" y="108895"/>
                </a:lnTo>
                <a:lnTo>
                  <a:pt x="151942" y="124451"/>
                </a:lnTo>
                <a:lnTo>
                  <a:pt x="143639" y="140007"/>
                </a:lnTo>
                <a:lnTo>
                  <a:pt x="136115" y="155564"/>
                </a:lnTo>
                <a:lnTo>
                  <a:pt x="129528" y="171120"/>
                </a:lnTo>
                <a:lnTo>
                  <a:pt x="123949" y="186676"/>
                </a:lnTo>
                <a:lnTo>
                  <a:pt x="119368" y="202233"/>
                </a:lnTo>
                <a:lnTo>
                  <a:pt x="115718" y="217789"/>
                </a:lnTo>
                <a:lnTo>
                  <a:pt x="112895" y="233345"/>
                </a:lnTo>
                <a:lnTo>
                  <a:pt x="110774" y="248902"/>
                </a:lnTo>
                <a:lnTo>
                  <a:pt x="109226" y="264458"/>
                </a:lnTo>
                <a:lnTo>
                  <a:pt x="108132" y="280015"/>
                </a:lnTo>
                <a:lnTo>
                  <a:pt x="107389" y="295571"/>
                </a:lnTo>
                <a:lnTo>
                  <a:pt x="106911" y="311127"/>
                </a:lnTo>
                <a:lnTo>
                  <a:pt x="106635" y="326684"/>
                </a:lnTo>
                <a:lnTo>
                  <a:pt x="106518" y="342240"/>
                </a:lnTo>
                <a:lnTo>
                  <a:pt x="106532" y="357796"/>
                </a:lnTo>
                <a:lnTo>
                  <a:pt x="106664" y="373353"/>
                </a:lnTo>
                <a:lnTo>
                  <a:pt x="106909" y="388909"/>
                </a:lnTo>
                <a:lnTo>
                  <a:pt x="107270" y="404465"/>
                </a:lnTo>
                <a:lnTo>
                  <a:pt x="107753" y="420022"/>
                </a:lnTo>
                <a:lnTo>
                  <a:pt x="108364" y="435578"/>
                </a:lnTo>
                <a:lnTo>
                  <a:pt x="109107" y="451135"/>
                </a:lnTo>
                <a:lnTo>
                  <a:pt x="109981" y="466691"/>
                </a:lnTo>
                <a:lnTo>
                  <a:pt x="110975" y="482247"/>
                </a:lnTo>
                <a:lnTo>
                  <a:pt x="112073" y="497804"/>
                </a:lnTo>
                <a:lnTo>
                  <a:pt x="113244" y="513360"/>
                </a:lnTo>
                <a:lnTo>
                  <a:pt x="114451" y="528916"/>
                </a:lnTo>
                <a:lnTo>
                  <a:pt x="115649" y="544473"/>
                </a:lnTo>
                <a:lnTo>
                  <a:pt x="116786" y="560029"/>
                </a:lnTo>
                <a:lnTo>
                  <a:pt x="117813" y="575585"/>
                </a:lnTo>
                <a:lnTo>
                  <a:pt x="118683" y="591142"/>
                </a:lnTo>
                <a:lnTo>
                  <a:pt x="119362" y="606698"/>
                </a:lnTo>
                <a:lnTo>
                  <a:pt x="119827" y="622255"/>
                </a:lnTo>
                <a:lnTo>
                  <a:pt x="120077" y="637811"/>
                </a:lnTo>
                <a:lnTo>
                  <a:pt x="120127" y="653367"/>
                </a:lnTo>
                <a:lnTo>
                  <a:pt x="120009" y="668924"/>
                </a:lnTo>
                <a:lnTo>
                  <a:pt x="119772" y="684480"/>
                </a:lnTo>
                <a:lnTo>
                  <a:pt x="119472" y="700036"/>
                </a:lnTo>
                <a:lnTo>
                  <a:pt x="119172" y="715593"/>
                </a:lnTo>
                <a:lnTo>
                  <a:pt x="118929" y="731149"/>
                </a:lnTo>
                <a:lnTo>
                  <a:pt x="118794" y="746705"/>
                </a:lnTo>
                <a:lnTo>
                  <a:pt x="118801" y="762262"/>
                </a:lnTo>
                <a:lnTo>
                  <a:pt x="118970" y="777818"/>
                </a:lnTo>
                <a:lnTo>
                  <a:pt x="119299" y="793375"/>
                </a:lnTo>
                <a:lnTo>
                  <a:pt x="119768" y="808931"/>
                </a:lnTo>
                <a:lnTo>
                  <a:pt x="120338" y="824487"/>
                </a:lnTo>
                <a:lnTo>
                  <a:pt x="120955" y="840044"/>
                </a:lnTo>
                <a:lnTo>
                  <a:pt x="121556" y="855600"/>
                </a:lnTo>
                <a:lnTo>
                  <a:pt x="122075" y="871156"/>
                </a:lnTo>
                <a:lnTo>
                  <a:pt x="122447" y="886713"/>
                </a:lnTo>
                <a:lnTo>
                  <a:pt x="122616" y="902269"/>
                </a:lnTo>
                <a:lnTo>
                  <a:pt x="122545" y="917825"/>
                </a:lnTo>
                <a:lnTo>
                  <a:pt x="122211" y="933382"/>
                </a:lnTo>
                <a:lnTo>
                  <a:pt x="121618" y="948938"/>
                </a:lnTo>
                <a:lnTo>
                  <a:pt x="120789" y="964495"/>
                </a:lnTo>
                <a:lnTo>
                  <a:pt x="119770" y="980051"/>
                </a:lnTo>
                <a:lnTo>
                  <a:pt x="118620" y="995607"/>
                </a:lnTo>
                <a:lnTo>
                  <a:pt x="117410" y="1011164"/>
                </a:lnTo>
                <a:lnTo>
                  <a:pt x="116213" y="1026720"/>
                </a:lnTo>
                <a:lnTo>
                  <a:pt x="115098" y="1042276"/>
                </a:lnTo>
                <a:lnTo>
                  <a:pt x="114127" y="1057833"/>
                </a:lnTo>
                <a:lnTo>
                  <a:pt x="113344" y="1073389"/>
                </a:lnTo>
                <a:lnTo>
                  <a:pt x="112779" y="1088945"/>
                </a:lnTo>
                <a:lnTo>
                  <a:pt x="112442" y="1104502"/>
                </a:lnTo>
                <a:lnTo>
                  <a:pt x="112326" y="1120058"/>
                </a:lnTo>
                <a:lnTo>
                  <a:pt x="112409" y="1135615"/>
                </a:lnTo>
                <a:lnTo>
                  <a:pt x="112655" y="1151171"/>
                </a:lnTo>
                <a:lnTo>
                  <a:pt x="113024" y="1166727"/>
                </a:lnTo>
                <a:lnTo>
                  <a:pt x="113469" y="1182284"/>
                </a:lnTo>
                <a:lnTo>
                  <a:pt x="113947" y="1197840"/>
                </a:lnTo>
                <a:lnTo>
                  <a:pt x="114417" y="1213396"/>
                </a:lnTo>
                <a:lnTo>
                  <a:pt x="114846" y="1228953"/>
                </a:lnTo>
                <a:lnTo>
                  <a:pt x="115213" y="1244509"/>
                </a:lnTo>
                <a:lnTo>
                  <a:pt x="115503" y="1260065"/>
                </a:lnTo>
                <a:lnTo>
                  <a:pt x="115711" y="1275622"/>
                </a:lnTo>
                <a:lnTo>
                  <a:pt x="115843" y="1291178"/>
                </a:lnTo>
                <a:lnTo>
                  <a:pt x="115906" y="1306735"/>
                </a:lnTo>
                <a:lnTo>
                  <a:pt x="115912" y="1322291"/>
                </a:lnTo>
                <a:lnTo>
                  <a:pt x="115875" y="1337847"/>
                </a:lnTo>
                <a:lnTo>
                  <a:pt x="115805" y="1353404"/>
                </a:lnTo>
                <a:lnTo>
                  <a:pt x="115711" y="1368960"/>
                </a:lnTo>
                <a:lnTo>
                  <a:pt x="115599" y="1384516"/>
                </a:lnTo>
                <a:lnTo>
                  <a:pt x="115469" y="1400073"/>
                </a:lnTo>
                <a:lnTo>
                  <a:pt x="115322" y="1415629"/>
                </a:lnTo>
                <a:lnTo>
                  <a:pt x="115154" y="1431185"/>
                </a:lnTo>
                <a:lnTo>
                  <a:pt x="114960" y="1446742"/>
                </a:lnTo>
                <a:lnTo>
                  <a:pt x="114737" y="1462298"/>
                </a:lnTo>
                <a:lnTo>
                  <a:pt x="114483" y="1477855"/>
                </a:lnTo>
                <a:lnTo>
                  <a:pt x="114199" y="1493411"/>
                </a:lnTo>
                <a:lnTo>
                  <a:pt x="113889" y="1508967"/>
                </a:lnTo>
                <a:lnTo>
                  <a:pt x="113564" y="1524524"/>
                </a:lnTo>
                <a:lnTo>
                  <a:pt x="113240" y="1540080"/>
                </a:lnTo>
                <a:lnTo>
                  <a:pt x="112936" y="1555636"/>
                </a:lnTo>
                <a:lnTo>
                  <a:pt x="112683" y="1571193"/>
                </a:lnTo>
                <a:lnTo>
                  <a:pt x="112516" y="1586749"/>
                </a:lnTo>
                <a:lnTo>
                  <a:pt x="112477" y="1602305"/>
                </a:lnTo>
                <a:lnTo>
                  <a:pt x="112614" y="1617862"/>
                </a:lnTo>
                <a:lnTo>
                  <a:pt x="112981" y="1633418"/>
                </a:lnTo>
                <a:lnTo>
                  <a:pt x="113628" y="1648975"/>
                </a:lnTo>
                <a:lnTo>
                  <a:pt x="114607" y="1664531"/>
                </a:lnTo>
                <a:lnTo>
                  <a:pt x="115957" y="1680087"/>
                </a:lnTo>
                <a:lnTo>
                  <a:pt x="117701" y="1695644"/>
                </a:lnTo>
                <a:lnTo>
                  <a:pt x="119843" y="1711200"/>
                </a:lnTo>
                <a:lnTo>
                  <a:pt x="122354" y="1726756"/>
                </a:lnTo>
                <a:lnTo>
                  <a:pt x="125174" y="1742313"/>
                </a:lnTo>
                <a:lnTo>
                  <a:pt x="128209" y="1757869"/>
                </a:lnTo>
                <a:lnTo>
                  <a:pt x="131329" y="1773425"/>
                </a:lnTo>
                <a:lnTo>
                  <a:pt x="134383" y="1788982"/>
                </a:lnTo>
                <a:lnTo>
                  <a:pt x="137200" y="1804538"/>
                </a:lnTo>
                <a:lnTo>
                  <a:pt x="139611" y="1820095"/>
                </a:lnTo>
                <a:lnTo>
                  <a:pt x="141460" y="1835651"/>
                </a:lnTo>
                <a:lnTo>
                  <a:pt x="142624" y="1851207"/>
                </a:lnTo>
                <a:lnTo>
                  <a:pt x="143021" y="1866764"/>
                </a:lnTo>
                <a:lnTo>
                  <a:pt x="143021" y="1866764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763" name="11_all_5208">
            <a:extLst>
              <a:ext uri="{FF2B5EF4-FFF2-40B4-BE49-F238E27FC236}">
                <a16:creationId xmlns:a16="http://schemas.microsoft.com/office/drawing/2014/main" id="{0B832E3F-AE4A-49CC-A102-C4DD732F027A}"/>
              </a:ext>
            </a:extLst>
          </p:cNvPr>
          <p:cNvSpPr>
            <a:spLocks noGrp="1"/>
          </p:cNvSpPr>
          <p:nvPr/>
        </p:nvSpPr>
        <p:spPr>
          <a:xfrm>
            <a:off x="3810188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64" name="text_5209">
            <a:extLst>
              <a:ext uri="{FF2B5EF4-FFF2-40B4-BE49-F238E27FC236}">
                <a16:creationId xmlns:a16="http://schemas.microsoft.com/office/drawing/2014/main" id="{722D3ACD-778C-404D-8D9E-96A5A011BD05}"/>
              </a:ext>
            </a:extLst>
          </p:cNvPr>
          <p:cNvSpPr>
            <a:spLocks noGrp="1"/>
          </p:cNvSpPr>
          <p:nvPr/>
        </p:nvSpPr>
        <p:spPr>
          <a:xfrm>
            <a:off x="3784414" y="4975399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65" name="11_all_5210">
            <a:extLst>
              <a:ext uri="{FF2B5EF4-FFF2-40B4-BE49-F238E27FC236}">
                <a16:creationId xmlns:a16="http://schemas.microsoft.com/office/drawing/2014/main" id="{11EC9FB2-EAC0-435F-B1F1-71FE920B979E}"/>
              </a:ext>
            </a:extLst>
          </p:cNvPr>
          <p:cNvSpPr>
            <a:spLocks noGrp="1"/>
          </p:cNvSpPr>
          <p:nvPr/>
        </p:nvSpPr>
        <p:spPr>
          <a:xfrm>
            <a:off x="4200813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66" name="text_5211">
            <a:extLst>
              <a:ext uri="{FF2B5EF4-FFF2-40B4-BE49-F238E27FC236}">
                <a16:creationId xmlns:a16="http://schemas.microsoft.com/office/drawing/2014/main" id="{8B705D23-CF97-4EB5-B697-75D0B251EB80}"/>
              </a:ext>
            </a:extLst>
          </p:cNvPr>
          <p:cNvSpPr>
            <a:spLocks noGrp="1"/>
          </p:cNvSpPr>
          <p:nvPr/>
        </p:nvSpPr>
        <p:spPr>
          <a:xfrm>
            <a:off x="4149266" y="4975399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767" name="11_all_5212">
            <a:extLst>
              <a:ext uri="{FF2B5EF4-FFF2-40B4-BE49-F238E27FC236}">
                <a16:creationId xmlns:a16="http://schemas.microsoft.com/office/drawing/2014/main" id="{8C6BC121-2811-4AF9-8497-A618C7CC4170}"/>
              </a:ext>
            </a:extLst>
          </p:cNvPr>
          <p:cNvSpPr>
            <a:spLocks noGrp="1"/>
          </p:cNvSpPr>
          <p:nvPr/>
        </p:nvSpPr>
        <p:spPr>
          <a:xfrm>
            <a:off x="4591438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68" name="text_5213">
            <a:extLst>
              <a:ext uri="{FF2B5EF4-FFF2-40B4-BE49-F238E27FC236}">
                <a16:creationId xmlns:a16="http://schemas.microsoft.com/office/drawing/2014/main" id="{E69F324C-CA9E-4DE0-9497-1B299736C97A}"/>
              </a:ext>
            </a:extLst>
          </p:cNvPr>
          <p:cNvSpPr>
            <a:spLocks noGrp="1"/>
          </p:cNvSpPr>
          <p:nvPr/>
        </p:nvSpPr>
        <p:spPr>
          <a:xfrm>
            <a:off x="4514117" y="497539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69" name="11_all_5214">
            <a:extLst>
              <a:ext uri="{FF2B5EF4-FFF2-40B4-BE49-F238E27FC236}">
                <a16:creationId xmlns:a16="http://schemas.microsoft.com/office/drawing/2014/main" id="{DD01A005-3DD4-4E5D-A1C3-060A41EC6428}"/>
              </a:ext>
            </a:extLst>
          </p:cNvPr>
          <p:cNvSpPr>
            <a:spLocks noGrp="1"/>
          </p:cNvSpPr>
          <p:nvPr/>
        </p:nvSpPr>
        <p:spPr>
          <a:xfrm>
            <a:off x="5372688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70" name="text_5215">
            <a:extLst>
              <a:ext uri="{FF2B5EF4-FFF2-40B4-BE49-F238E27FC236}">
                <a16:creationId xmlns:a16="http://schemas.microsoft.com/office/drawing/2014/main" id="{C613E656-0BDF-4430-8293-BABA9449C53C}"/>
              </a:ext>
            </a:extLst>
          </p:cNvPr>
          <p:cNvSpPr>
            <a:spLocks noGrp="1"/>
          </p:cNvSpPr>
          <p:nvPr/>
        </p:nvSpPr>
        <p:spPr>
          <a:xfrm>
            <a:off x="5295367" y="497539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771" name="11_all_5216">
            <a:extLst>
              <a:ext uri="{FF2B5EF4-FFF2-40B4-BE49-F238E27FC236}">
                <a16:creationId xmlns:a16="http://schemas.microsoft.com/office/drawing/2014/main" id="{6F8BEBE0-39C7-4776-8116-060D7FDBF5B9}"/>
              </a:ext>
            </a:extLst>
          </p:cNvPr>
          <p:cNvSpPr>
            <a:spLocks noGrp="1"/>
          </p:cNvSpPr>
          <p:nvPr/>
        </p:nvSpPr>
        <p:spPr>
          <a:xfrm>
            <a:off x="6153938" y="490608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72" name="text_5217">
            <a:extLst>
              <a:ext uri="{FF2B5EF4-FFF2-40B4-BE49-F238E27FC236}">
                <a16:creationId xmlns:a16="http://schemas.microsoft.com/office/drawing/2014/main" id="{C6891303-F04C-4808-9BC1-8E244D074FE2}"/>
              </a:ext>
            </a:extLst>
          </p:cNvPr>
          <p:cNvSpPr>
            <a:spLocks noGrp="1"/>
          </p:cNvSpPr>
          <p:nvPr/>
        </p:nvSpPr>
        <p:spPr>
          <a:xfrm>
            <a:off x="6076617" y="497539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773" name="text_5218">
            <a:extLst>
              <a:ext uri="{FF2B5EF4-FFF2-40B4-BE49-F238E27FC236}">
                <a16:creationId xmlns:a16="http://schemas.microsoft.com/office/drawing/2014/main" id="{9962F49E-8BB5-4CE9-B14F-1B49B3BE3101}"/>
              </a:ext>
            </a:extLst>
          </p:cNvPr>
          <p:cNvSpPr>
            <a:spLocks noGrp="1"/>
          </p:cNvSpPr>
          <p:nvPr/>
        </p:nvSpPr>
        <p:spPr>
          <a:xfrm>
            <a:off x="4422760" y="513696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774" name="11_all_5219">
            <a:extLst>
              <a:ext uri="{FF2B5EF4-FFF2-40B4-BE49-F238E27FC236}">
                <a16:creationId xmlns:a16="http://schemas.microsoft.com/office/drawing/2014/main" id="{F4C777F6-0F70-42BB-A2E5-0446A5EA2417}"/>
              </a:ext>
            </a:extLst>
          </p:cNvPr>
          <p:cNvSpPr>
            <a:spLocks noGrp="1"/>
          </p:cNvSpPr>
          <p:nvPr/>
        </p:nvSpPr>
        <p:spPr>
          <a:xfrm>
            <a:off x="3786750" y="4812742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775" name="11_all_5220">
            <a:extLst>
              <a:ext uri="{FF2B5EF4-FFF2-40B4-BE49-F238E27FC236}">
                <a16:creationId xmlns:a16="http://schemas.microsoft.com/office/drawing/2014/main" id="{D8120EAA-A2EB-4AAE-9F11-0CE31C4BB91E}"/>
              </a:ext>
            </a:extLst>
          </p:cNvPr>
          <p:cNvSpPr>
            <a:spLocks noGrp="1"/>
          </p:cNvSpPr>
          <p:nvPr/>
        </p:nvSpPr>
        <p:spPr>
          <a:xfrm>
            <a:off x="3748650" y="481274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76" name="text_5221">
            <a:extLst>
              <a:ext uri="{FF2B5EF4-FFF2-40B4-BE49-F238E27FC236}">
                <a16:creationId xmlns:a16="http://schemas.microsoft.com/office/drawing/2014/main" id="{3D90F8B2-902B-4448-B7C9-2801D0AB5A85}"/>
              </a:ext>
            </a:extLst>
          </p:cNvPr>
          <p:cNvSpPr>
            <a:spLocks noGrp="1"/>
          </p:cNvSpPr>
          <p:nvPr/>
        </p:nvSpPr>
        <p:spPr>
          <a:xfrm>
            <a:off x="3659003" y="4772681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777" name="11_all_5222">
            <a:extLst>
              <a:ext uri="{FF2B5EF4-FFF2-40B4-BE49-F238E27FC236}">
                <a16:creationId xmlns:a16="http://schemas.microsoft.com/office/drawing/2014/main" id="{871EF76A-3387-4DDD-BFB2-5639CAEF3AB9}"/>
              </a:ext>
            </a:extLst>
          </p:cNvPr>
          <p:cNvSpPr>
            <a:spLocks noGrp="1"/>
          </p:cNvSpPr>
          <p:nvPr/>
        </p:nvSpPr>
        <p:spPr>
          <a:xfrm>
            <a:off x="3786750" y="387936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778" name="11_all_5223">
            <a:extLst>
              <a:ext uri="{FF2B5EF4-FFF2-40B4-BE49-F238E27FC236}">
                <a16:creationId xmlns:a16="http://schemas.microsoft.com/office/drawing/2014/main" id="{6DC9F05A-1871-4EDF-916E-F91391480A48}"/>
              </a:ext>
            </a:extLst>
          </p:cNvPr>
          <p:cNvSpPr>
            <a:spLocks noGrp="1"/>
          </p:cNvSpPr>
          <p:nvPr/>
        </p:nvSpPr>
        <p:spPr>
          <a:xfrm>
            <a:off x="3748650" y="387936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79" name="text_5224">
            <a:extLst>
              <a:ext uri="{FF2B5EF4-FFF2-40B4-BE49-F238E27FC236}">
                <a16:creationId xmlns:a16="http://schemas.microsoft.com/office/drawing/2014/main" id="{DB6881BA-4AF1-4FDA-82F7-A28FD0BD64D2}"/>
              </a:ext>
            </a:extLst>
          </p:cNvPr>
          <p:cNvSpPr>
            <a:spLocks noGrp="1"/>
          </p:cNvSpPr>
          <p:nvPr/>
        </p:nvSpPr>
        <p:spPr>
          <a:xfrm>
            <a:off x="3607456" y="3839299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780" name="11_all_5225">
            <a:extLst>
              <a:ext uri="{FF2B5EF4-FFF2-40B4-BE49-F238E27FC236}">
                <a16:creationId xmlns:a16="http://schemas.microsoft.com/office/drawing/2014/main" id="{6783E62C-30C1-4FDA-96AE-2858ACBD51F9}"/>
              </a:ext>
            </a:extLst>
          </p:cNvPr>
          <p:cNvSpPr>
            <a:spLocks noGrp="1"/>
          </p:cNvSpPr>
          <p:nvPr/>
        </p:nvSpPr>
        <p:spPr>
          <a:xfrm>
            <a:off x="3786750" y="2945978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781" name="11_all_5226">
            <a:extLst>
              <a:ext uri="{FF2B5EF4-FFF2-40B4-BE49-F238E27FC236}">
                <a16:creationId xmlns:a16="http://schemas.microsoft.com/office/drawing/2014/main" id="{E976A391-24FF-4803-B849-F658CACDD913}"/>
              </a:ext>
            </a:extLst>
          </p:cNvPr>
          <p:cNvSpPr>
            <a:spLocks noGrp="1"/>
          </p:cNvSpPr>
          <p:nvPr/>
        </p:nvSpPr>
        <p:spPr>
          <a:xfrm>
            <a:off x="3748650" y="294597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82" name="text_5227">
            <a:extLst>
              <a:ext uri="{FF2B5EF4-FFF2-40B4-BE49-F238E27FC236}">
                <a16:creationId xmlns:a16="http://schemas.microsoft.com/office/drawing/2014/main" id="{4C7D372B-FB25-47F3-BB87-1B0D72CE6CE0}"/>
              </a:ext>
            </a:extLst>
          </p:cNvPr>
          <p:cNvSpPr>
            <a:spLocks noGrp="1"/>
          </p:cNvSpPr>
          <p:nvPr/>
        </p:nvSpPr>
        <p:spPr>
          <a:xfrm>
            <a:off x="3555910" y="2905917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83" name="11_all_5228">
            <a:extLst>
              <a:ext uri="{FF2B5EF4-FFF2-40B4-BE49-F238E27FC236}">
                <a16:creationId xmlns:a16="http://schemas.microsoft.com/office/drawing/2014/main" id="{23CFD9C0-A603-48BB-9A98-0A81EF8AD665}"/>
              </a:ext>
            </a:extLst>
          </p:cNvPr>
          <p:cNvSpPr>
            <a:spLocks noGrp="1"/>
          </p:cNvSpPr>
          <p:nvPr/>
        </p:nvSpPr>
        <p:spPr>
          <a:xfrm>
            <a:off x="4162244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4" name="11_all_5229">
            <a:extLst>
              <a:ext uri="{FF2B5EF4-FFF2-40B4-BE49-F238E27FC236}">
                <a16:creationId xmlns:a16="http://schemas.microsoft.com/office/drawing/2014/main" id="{AC4B0A1E-EE3D-4859-AECE-4C976533363C}"/>
              </a:ext>
            </a:extLst>
          </p:cNvPr>
          <p:cNvSpPr>
            <a:spLocks noGrp="1"/>
          </p:cNvSpPr>
          <p:nvPr/>
        </p:nvSpPr>
        <p:spPr>
          <a:xfrm>
            <a:off x="4236410" y="40207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5" name="11_all_5230">
            <a:extLst>
              <a:ext uri="{FF2B5EF4-FFF2-40B4-BE49-F238E27FC236}">
                <a16:creationId xmlns:a16="http://schemas.microsoft.com/office/drawing/2014/main" id="{AD8013EA-491C-455B-A91F-E31626C5DF28}"/>
              </a:ext>
            </a:extLst>
          </p:cNvPr>
          <p:cNvSpPr>
            <a:spLocks noGrp="1"/>
          </p:cNvSpPr>
          <p:nvPr/>
        </p:nvSpPr>
        <p:spPr>
          <a:xfrm>
            <a:off x="422330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6" name="11_all_5231">
            <a:extLst>
              <a:ext uri="{FF2B5EF4-FFF2-40B4-BE49-F238E27FC236}">
                <a16:creationId xmlns:a16="http://schemas.microsoft.com/office/drawing/2014/main" id="{77CDA528-A728-4FFF-8779-BA40E3B5F4BB}"/>
              </a:ext>
            </a:extLst>
          </p:cNvPr>
          <p:cNvSpPr>
            <a:spLocks noGrp="1"/>
          </p:cNvSpPr>
          <p:nvPr/>
        </p:nvSpPr>
        <p:spPr>
          <a:xfrm>
            <a:off x="423939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7" name="11_all_5232">
            <a:extLst>
              <a:ext uri="{FF2B5EF4-FFF2-40B4-BE49-F238E27FC236}">
                <a16:creationId xmlns:a16="http://schemas.microsoft.com/office/drawing/2014/main" id="{E3D2E140-9873-479C-8F2A-23252B099ADE}"/>
              </a:ext>
            </a:extLst>
          </p:cNvPr>
          <p:cNvSpPr>
            <a:spLocks noGrp="1"/>
          </p:cNvSpPr>
          <p:nvPr/>
        </p:nvSpPr>
        <p:spPr>
          <a:xfrm>
            <a:off x="417106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8" name="11_all_5233">
            <a:extLst>
              <a:ext uri="{FF2B5EF4-FFF2-40B4-BE49-F238E27FC236}">
                <a16:creationId xmlns:a16="http://schemas.microsoft.com/office/drawing/2014/main" id="{458582B9-D6DC-4E30-BA0C-3548BF8D5B76}"/>
              </a:ext>
            </a:extLst>
          </p:cNvPr>
          <p:cNvSpPr>
            <a:spLocks noGrp="1"/>
          </p:cNvSpPr>
          <p:nvPr/>
        </p:nvSpPr>
        <p:spPr>
          <a:xfrm>
            <a:off x="418360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9" name="11_all_5234">
            <a:extLst>
              <a:ext uri="{FF2B5EF4-FFF2-40B4-BE49-F238E27FC236}">
                <a16:creationId xmlns:a16="http://schemas.microsoft.com/office/drawing/2014/main" id="{BF6238E8-78DC-4D4D-8BF3-CCC11A44EEBF}"/>
              </a:ext>
            </a:extLst>
          </p:cNvPr>
          <p:cNvSpPr>
            <a:spLocks noGrp="1"/>
          </p:cNvSpPr>
          <p:nvPr/>
        </p:nvSpPr>
        <p:spPr>
          <a:xfrm>
            <a:off x="415417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0" name="11_all_5235">
            <a:extLst>
              <a:ext uri="{FF2B5EF4-FFF2-40B4-BE49-F238E27FC236}">
                <a16:creationId xmlns:a16="http://schemas.microsoft.com/office/drawing/2014/main" id="{BBC42A74-DCC9-4D77-B453-C3FEC19E221E}"/>
              </a:ext>
            </a:extLst>
          </p:cNvPr>
          <p:cNvSpPr>
            <a:spLocks noGrp="1"/>
          </p:cNvSpPr>
          <p:nvPr/>
        </p:nvSpPr>
        <p:spPr>
          <a:xfrm>
            <a:off x="4182870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1" name="11_all_5236">
            <a:extLst>
              <a:ext uri="{FF2B5EF4-FFF2-40B4-BE49-F238E27FC236}">
                <a16:creationId xmlns:a16="http://schemas.microsoft.com/office/drawing/2014/main" id="{EC3447DC-0C8F-4F54-ADAE-0589757831B8}"/>
              </a:ext>
            </a:extLst>
          </p:cNvPr>
          <p:cNvSpPr>
            <a:spLocks noGrp="1"/>
          </p:cNvSpPr>
          <p:nvPr/>
        </p:nvSpPr>
        <p:spPr>
          <a:xfrm>
            <a:off x="413699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2" name="11_all_5237">
            <a:extLst>
              <a:ext uri="{FF2B5EF4-FFF2-40B4-BE49-F238E27FC236}">
                <a16:creationId xmlns:a16="http://schemas.microsoft.com/office/drawing/2014/main" id="{3A09E23A-8B6C-4DB6-A5BD-5C58054B31CF}"/>
              </a:ext>
            </a:extLst>
          </p:cNvPr>
          <p:cNvSpPr>
            <a:spLocks noGrp="1"/>
          </p:cNvSpPr>
          <p:nvPr/>
        </p:nvSpPr>
        <p:spPr>
          <a:xfrm>
            <a:off x="419158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3" name="11_all_5238">
            <a:extLst>
              <a:ext uri="{FF2B5EF4-FFF2-40B4-BE49-F238E27FC236}">
                <a16:creationId xmlns:a16="http://schemas.microsoft.com/office/drawing/2014/main" id="{9BA68D1A-BF75-4EBB-80F1-497BA115A523}"/>
              </a:ext>
            </a:extLst>
          </p:cNvPr>
          <p:cNvSpPr>
            <a:spLocks noGrp="1"/>
          </p:cNvSpPr>
          <p:nvPr/>
        </p:nvSpPr>
        <p:spPr>
          <a:xfrm>
            <a:off x="419839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4" name="11_all_5239">
            <a:extLst>
              <a:ext uri="{FF2B5EF4-FFF2-40B4-BE49-F238E27FC236}">
                <a16:creationId xmlns:a16="http://schemas.microsoft.com/office/drawing/2014/main" id="{13DD1EDE-469E-4B85-9C8E-932FE2B2A638}"/>
              </a:ext>
            </a:extLst>
          </p:cNvPr>
          <p:cNvSpPr>
            <a:spLocks noGrp="1"/>
          </p:cNvSpPr>
          <p:nvPr/>
        </p:nvSpPr>
        <p:spPr>
          <a:xfrm>
            <a:off x="4258457" y="4565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5" name="11_all_5240">
            <a:extLst>
              <a:ext uri="{FF2B5EF4-FFF2-40B4-BE49-F238E27FC236}">
                <a16:creationId xmlns:a16="http://schemas.microsoft.com/office/drawing/2014/main" id="{BC1386E1-7E83-4965-A05F-3A0C8CEF22FF}"/>
              </a:ext>
            </a:extLst>
          </p:cNvPr>
          <p:cNvSpPr>
            <a:spLocks noGrp="1"/>
          </p:cNvSpPr>
          <p:nvPr/>
        </p:nvSpPr>
        <p:spPr>
          <a:xfrm>
            <a:off x="424333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6" name="11_all_5241">
            <a:extLst>
              <a:ext uri="{FF2B5EF4-FFF2-40B4-BE49-F238E27FC236}">
                <a16:creationId xmlns:a16="http://schemas.microsoft.com/office/drawing/2014/main" id="{1DE353EC-5A71-48F6-9FB7-CEAD69A5D276}"/>
              </a:ext>
            </a:extLst>
          </p:cNvPr>
          <p:cNvSpPr>
            <a:spLocks noGrp="1"/>
          </p:cNvSpPr>
          <p:nvPr/>
        </p:nvSpPr>
        <p:spPr>
          <a:xfrm>
            <a:off x="425689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7" name="11_all_5242">
            <a:extLst>
              <a:ext uri="{FF2B5EF4-FFF2-40B4-BE49-F238E27FC236}">
                <a16:creationId xmlns:a16="http://schemas.microsoft.com/office/drawing/2014/main" id="{1872BDA5-3A56-490E-AA9A-139D757461ED}"/>
              </a:ext>
            </a:extLst>
          </p:cNvPr>
          <p:cNvSpPr>
            <a:spLocks noGrp="1"/>
          </p:cNvSpPr>
          <p:nvPr/>
        </p:nvSpPr>
        <p:spPr>
          <a:xfrm>
            <a:off x="417760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8" name="11_all_5243">
            <a:extLst>
              <a:ext uri="{FF2B5EF4-FFF2-40B4-BE49-F238E27FC236}">
                <a16:creationId xmlns:a16="http://schemas.microsoft.com/office/drawing/2014/main" id="{795A6A01-85F9-4434-9F9F-C1E19287FBFE}"/>
              </a:ext>
            </a:extLst>
          </p:cNvPr>
          <p:cNvSpPr>
            <a:spLocks noGrp="1"/>
          </p:cNvSpPr>
          <p:nvPr/>
        </p:nvSpPr>
        <p:spPr>
          <a:xfrm>
            <a:off x="4169133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9" name="11_all_5244">
            <a:extLst>
              <a:ext uri="{FF2B5EF4-FFF2-40B4-BE49-F238E27FC236}">
                <a16:creationId xmlns:a16="http://schemas.microsoft.com/office/drawing/2014/main" id="{4F638C5D-35CA-45C8-814B-D64F9B275F6E}"/>
              </a:ext>
            </a:extLst>
          </p:cNvPr>
          <p:cNvSpPr>
            <a:spLocks noGrp="1"/>
          </p:cNvSpPr>
          <p:nvPr/>
        </p:nvSpPr>
        <p:spPr>
          <a:xfrm>
            <a:off x="4129368" y="40843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0" name="11_all_5245">
            <a:extLst>
              <a:ext uri="{FF2B5EF4-FFF2-40B4-BE49-F238E27FC236}">
                <a16:creationId xmlns:a16="http://schemas.microsoft.com/office/drawing/2014/main" id="{00D1FDC4-C6A1-4003-9804-D191EEA7A9AE}"/>
              </a:ext>
            </a:extLst>
          </p:cNvPr>
          <p:cNvSpPr>
            <a:spLocks noGrp="1"/>
          </p:cNvSpPr>
          <p:nvPr/>
        </p:nvSpPr>
        <p:spPr>
          <a:xfrm>
            <a:off x="4259777" y="414517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1" name="11_all_5246">
            <a:extLst>
              <a:ext uri="{FF2B5EF4-FFF2-40B4-BE49-F238E27FC236}">
                <a16:creationId xmlns:a16="http://schemas.microsoft.com/office/drawing/2014/main" id="{47E349E8-3F9B-471B-AFA8-202FFCDD0241}"/>
              </a:ext>
            </a:extLst>
          </p:cNvPr>
          <p:cNvSpPr>
            <a:spLocks noGrp="1"/>
          </p:cNvSpPr>
          <p:nvPr/>
        </p:nvSpPr>
        <p:spPr>
          <a:xfrm>
            <a:off x="415325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2" name="11_all_5247">
            <a:extLst>
              <a:ext uri="{FF2B5EF4-FFF2-40B4-BE49-F238E27FC236}">
                <a16:creationId xmlns:a16="http://schemas.microsoft.com/office/drawing/2014/main" id="{47B1FCE9-2D9D-464D-B6F0-7FE10FA3F148}"/>
              </a:ext>
            </a:extLst>
          </p:cNvPr>
          <p:cNvSpPr>
            <a:spLocks noGrp="1"/>
          </p:cNvSpPr>
          <p:nvPr/>
        </p:nvSpPr>
        <p:spPr>
          <a:xfrm>
            <a:off x="420292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3" name="11_all_5248">
            <a:extLst>
              <a:ext uri="{FF2B5EF4-FFF2-40B4-BE49-F238E27FC236}">
                <a16:creationId xmlns:a16="http://schemas.microsoft.com/office/drawing/2014/main" id="{954909C4-218A-4DD1-818B-027D0089F728}"/>
              </a:ext>
            </a:extLst>
          </p:cNvPr>
          <p:cNvSpPr>
            <a:spLocks noGrp="1"/>
          </p:cNvSpPr>
          <p:nvPr/>
        </p:nvSpPr>
        <p:spPr>
          <a:xfrm>
            <a:off x="4222787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4" name="11_all_5249">
            <a:extLst>
              <a:ext uri="{FF2B5EF4-FFF2-40B4-BE49-F238E27FC236}">
                <a16:creationId xmlns:a16="http://schemas.microsoft.com/office/drawing/2014/main" id="{4C800AA8-23FC-413F-BD36-9954384D4095}"/>
              </a:ext>
            </a:extLst>
          </p:cNvPr>
          <p:cNvSpPr>
            <a:spLocks noGrp="1"/>
          </p:cNvSpPr>
          <p:nvPr/>
        </p:nvSpPr>
        <p:spPr>
          <a:xfrm>
            <a:off x="4229398" y="391428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5" name="11_all_5250">
            <a:extLst>
              <a:ext uri="{FF2B5EF4-FFF2-40B4-BE49-F238E27FC236}">
                <a16:creationId xmlns:a16="http://schemas.microsoft.com/office/drawing/2014/main" id="{F45E42E7-975A-480E-93C3-2325ECD088DB}"/>
              </a:ext>
            </a:extLst>
          </p:cNvPr>
          <p:cNvSpPr>
            <a:spLocks noGrp="1"/>
          </p:cNvSpPr>
          <p:nvPr/>
        </p:nvSpPr>
        <p:spPr>
          <a:xfrm>
            <a:off x="412144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6" name="11_all_5251">
            <a:extLst>
              <a:ext uri="{FF2B5EF4-FFF2-40B4-BE49-F238E27FC236}">
                <a16:creationId xmlns:a16="http://schemas.microsoft.com/office/drawing/2014/main" id="{4E6A7247-160C-4A0A-BD73-E063A9790EF5}"/>
              </a:ext>
            </a:extLst>
          </p:cNvPr>
          <p:cNvSpPr>
            <a:spLocks noGrp="1"/>
          </p:cNvSpPr>
          <p:nvPr/>
        </p:nvSpPr>
        <p:spPr>
          <a:xfrm>
            <a:off x="413684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7" name="11_all_5252">
            <a:extLst>
              <a:ext uri="{FF2B5EF4-FFF2-40B4-BE49-F238E27FC236}">
                <a16:creationId xmlns:a16="http://schemas.microsoft.com/office/drawing/2014/main" id="{26D6B208-4086-43CC-AAE2-0D95EE61640B}"/>
              </a:ext>
            </a:extLst>
          </p:cNvPr>
          <p:cNvSpPr>
            <a:spLocks noGrp="1"/>
          </p:cNvSpPr>
          <p:nvPr/>
        </p:nvSpPr>
        <p:spPr>
          <a:xfrm>
            <a:off x="4169110" y="44355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8" name="11_all_5253">
            <a:extLst>
              <a:ext uri="{FF2B5EF4-FFF2-40B4-BE49-F238E27FC236}">
                <a16:creationId xmlns:a16="http://schemas.microsoft.com/office/drawing/2014/main" id="{10D91A94-C044-4304-A83C-A89D88B0DDA6}"/>
              </a:ext>
            </a:extLst>
          </p:cNvPr>
          <p:cNvSpPr>
            <a:spLocks noGrp="1"/>
          </p:cNvSpPr>
          <p:nvPr/>
        </p:nvSpPr>
        <p:spPr>
          <a:xfrm>
            <a:off x="4176959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9" name="11_all_5254">
            <a:extLst>
              <a:ext uri="{FF2B5EF4-FFF2-40B4-BE49-F238E27FC236}">
                <a16:creationId xmlns:a16="http://schemas.microsoft.com/office/drawing/2014/main" id="{14FFB17E-18EC-45C1-815B-027E68396592}"/>
              </a:ext>
            </a:extLst>
          </p:cNvPr>
          <p:cNvSpPr>
            <a:spLocks noGrp="1"/>
          </p:cNvSpPr>
          <p:nvPr/>
        </p:nvSpPr>
        <p:spPr>
          <a:xfrm>
            <a:off x="415744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0" name="11_all_5255">
            <a:extLst>
              <a:ext uri="{FF2B5EF4-FFF2-40B4-BE49-F238E27FC236}">
                <a16:creationId xmlns:a16="http://schemas.microsoft.com/office/drawing/2014/main" id="{E9CCF4FE-18DC-4587-AE54-0EE6D38DC4BD}"/>
              </a:ext>
            </a:extLst>
          </p:cNvPr>
          <p:cNvSpPr>
            <a:spLocks noGrp="1"/>
          </p:cNvSpPr>
          <p:nvPr/>
        </p:nvSpPr>
        <p:spPr>
          <a:xfrm>
            <a:off x="418602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1" name="11_all_5256">
            <a:extLst>
              <a:ext uri="{FF2B5EF4-FFF2-40B4-BE49-F238E27FC236}">
                <a16:creationId xmlns:a16="http://schemas.microsoft.com/office/drawing/2014/main" id="{5BC28A0B-E4FB-49C1-8E79-31BC4AAE865E}"/>
              </a:ext>
            </a:extLst>
          </p:cNvPr>
          <p:cNvSpPr>
            <a:spLocks noGrp="1"/>
          </p:cNvSpPr>
          <p:nvPr/>
        </p:nvSpPr>
        <p:spPr>
          <a:xfrm>
            <a:off x="412577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2" name="11_all_5257">
            <a:extLst>
              <a:ext uri="{FF2B5EF4-FFF2-40B4-BE49-F238E27FC236}">
                <a16:creationId xmlns:a16="http://schemas.microsoft.com/office/drawing/2014/main" id="{CDA3F9FB-4F86-485C-BF1F-00EFE9DBA248}"/>
              </a:ext>
            </a:extLst>
          </p:cNvPr>
          <p:cNvSpPr>
            <a:spLocks noGrp="1"/>
          </p:cNvSpPr>
          <p:nvPr/>
        </p:nvSpPr>
        <p:spPr>
          <a:xfrm>
            <a:off x="417083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3" name="11_all_5258">
            <a:extLst>
              <a:ext uri="{FF2B5EF4-FFF2-40B4-BE49-F238E27FC236}">
                <a16:creationId xmlns:a16="http://schemas.microsoft.com/office/drawing/2014/main" id="{376C2B3B-7D11-4B81-8776-DCE6D38EEABB}"/>
              </a:ext>
            </a:extLst>
          </p:cNvPr>
          <p:cNvSpPr>
            <a:spLocks noGrp="1"/>
          </p:cNvSpPr>
          <p:nvPr/>
        </p:nvSpPr>
        <p:spPr>
          <a:xfrm>
            <a:off x="422468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4" name="11_all_5259">
            <a:extLst>
              <a:ext uri="{FF2B5EF4-FFF2-40B4-BE49-F238E27FC236}">
                <a16:creationId xmlns:a16="http://schemas.microsoft.com/office/drawing/2014/main" id="{C8CB6C1F-705C-4D44-9584-811740BFEA5A}"/>
              </a:ext>
            </a:extLst>
          </p:cNvPr>
          <p:cNvSpPr>
            <a:spLocks noGrp="1"/>
          </p:cNvSpPr>
          <p:nvPr/>
        </p:nvSpPr>
        <p:spPr>
          <a:xfrm>
            <a:off x="413277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5" name="11_all_5260">
            <a:extLst>
              <a:ext uri="{FF2B5EF4-FFF2-40B4-BE49-F238E27FC236}">
                <a16:creationId xmlns:a16="http://schemas.microsoft.com/office/drawing/2014/main" id="{3455F284-34AF-4FAB-B2F4-9612C0B9CDE7}"/>
              </a:ext>
            </a:extLst>
          </p:cNvPr>
          <p:cNvSpPr>
            <a:spLocks noGrp="1"/>
          </p:cNvSpPr>
          <p:nvPr/>
        </p:nvSpPr>
        <p:spPr>
          <a:xfrm>
            <a:off x="4129603" y="4760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6" name="11_all_5261">
            <a:extLst>
              <a:ext uri="{FF2B5EF4-FFF2-40B4-BE49-F238E27FC236}">
                <a16:creationId xmlns:a16="http://schemas.microsoft.com/office/drawing/2014/main" id="{C0271C9E-7E0A-4463-8E2D-B26813AC5159}"/>
              </a:ext>
            </a:extLst>
          </p:cNvPr>
          <p:cNvSpPr>
            <a:spLocks noGrp="1"/>
          </p:cNvSpPr>
          <p:nvPr/>
        </p:nvSpPr>
        <p:spPr>
          <a:xfrm>
            <a:off x="4201171" y="39096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7" name="11_all_5262">
            <a:extLst>
              <a:ext uri="{FF2B5EF4-FFF2-40B4-BE49-F238E27FC236}">
                <a16:creationId xmlns:a16="http://schemas.microsoft.com/office/drawing/2014/main" id="{2A842A5F-B3AD-4196-ADD5-CAE0BB631F88}"/>
              </a:ext>
            </a:extLst>
          </p:cNvPr>
          <p:cNvSpPr>
            <a:spLocks noGrp="1"/>
          </p:cNvSpPr>
          <p:nvPr/>
        </p:nvSpPr>
        <p:spPr>
          <a:xfrm>
            <a:off x="419404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8" name="11_all_5263">
            <a:extLst>
              <a:ext uri="{FF2B5EF4-FFF2-40B4-BE49-F238E27FC236}">
                <a16:creationId xmlns:a16="http://schemas.microsoft.com/office/drawing/2014/main" id="{B3F8DB3B-0D8E-4697-A1D2-07DD98308DEC}"/>
              </a:ext>
            </a:extLst>
          </p:cNvPr>
          <p:cNvSpPr>
            <a:spLocks noGrp="1"/>
          </p:cNvSpPr>
          <p:nvPr/>
        </p:nvSpPr>
        <p:spPr>
          <a:xfrm>
            <a:off x="4144653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9" name="11_all_5264">
            <a:extLst>
              <a:ext uri="{FF2B5EF4-FFF2-40B4-BE49-F238E27FC236}">
                <a16:creationId xmlns:a16="http://schemas.microsoft.com/office/drawing/2014/main" id="{FF9199AD-0B35-4DC1-B97E-B0F7588D29B4}"/>
              </a:ext>
            </a:extLst>
          </p:cNvPr>
          <p:cNvSpPr>
            <a:spLocks noGrp="1"/>
          </p:cNvSpPr>
          <p:nvPr/>
        </p:nvSpPr>
        <p:spPr>
          <a:xfrm>
            <a:off x="417071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0" name="11_all_5265">
            <a:extLst>
              <a:ext uri="{FF2B5EF4-FFF2-40B4-BE49-F238E27FC236}">
                <a16:creationId xmlns:a16="http://schemas.microsoft.com/office/drawing/2014/main" id="{5557A998-E43E-49B8-94DD-7B57827D5160}"/>
              </a:ext>
            </a:extLst>
          </p:cNvPr>
          <p:cNvSpPr>
            <a:spLocks noGrp="1"/>
          </p:cNvSpPr>
          <p:nvPr/>
        </p:nvSpPr>
        <p:spPr>
          <a:xfrm>
            <a:off x="414091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1" name="11_all_5266">
            <a:extLst>
              <a:ext uri="{FF2B5EF4-FFF2-40B4-BE49-F238E27FC236}">
                <a16:creationId xmlns:a16="http://schemas.microsoft.com/office/drawing/2014/main" id="{1844C579-3D4B-4B8B-A8F7-302EFFA6FFB5}"/>
              </a:ext>
            </a:extLst>
          </p:cNvPr>
          <p:cNvSpPr>
            <a:spLocks noGrp="1"/>
          </p:cNvSpPr>
          <p:nvPr/>
        </p:nvSpPr>
        <p:spPr>
          <a:xfrm>
            <a:off x="4230636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2" name="11_all_5267">
            <a:extLst>
              <a:ext uri="{FF2B5EF4-FFF2-40B4-BE49-F238E27FC236}">
                <a16:creationId xmlns:a16="http://schemas.microsoft.com/office/drawing/2014/main" id="{EF5642A1-D041-4574-83A4-856E183306F7}"/>
              </a:ext>
            </a:extLst>
          </p:cNvPr>
          <p:cNvSpPr>
            <a:spLocks noGrp="1"/>
          </p:cNvSpPr>
          <p:nvPr/>
        </p:nvSpPr>
        <p:spPr>
          <a:xfrm>
            <a:off x="4168321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3" name="11_all_5268">
            <a:extLst>
              <a:ext uri="{FF2B5EF4-FFF2-40B4-BE49-F238E27FC236}">
                <a16:creationId xmlns:a16="http://schemas.microsoft.com/office/drawing/2014/main" id="{1CFF5D16-E86D-4174-8D49-B07556C2753B}"/>
              </a:ext>
            </a:extLst>
          </p:cNvPr>
          <p:cNvSpPr>
            <a:spLocks noGrp="1"/>
          </p:cNvSpPr>
          <p:nvPr/>
        </p:nvSpPr>
        <p:spPr>
          <a:xfrm>
            <a:off x="425199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4" name="11_all_5269">
            <a:extLst>
              <a:ext uri="{FF2B5EF4-FFF2-40B4-BE49-F238E27FC236}">
                <a16:creationId xmlns:a16="http://schemas.microsoft.com/office/drawing/2014/main" id="{14A51849-1C14-4339-BC45-05F1E5DC973D}"/>
              </a:ext>
            </a:extLst>
          </p:cNvPr>
          <p:cNvSpPr>
            <a:spLocks noGrp="1"/>
          </p:cNvSpPr>
          <p:nvPr/>
        </p:nvSpPr>
        <p:spPr>
          <a:xfrm>
            <a:off x="415912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5" name="11_all_5270">
            <a:extLst>
              <a:ext uri="{FF2B5EF4-FFF2-40B4-BE49-F238E27FC236}">
                <a16:creationId xmlns:a16="http://schemas.microsoft.com/office/drawing/2014/main" id="{EBB4523A-D649-4386-A7EF-07BB07A8D405}"/>
              </a:ext>
            </a:extLst>
          </p:cNvPr>
          <p:cNvSpPr>
            <a:spLocks noGrp="1"/>
          </p:cNvSpPr>
          <p:nvPr/>
        </p:nvSpPr>
        <p:spPr>
          <a:xfrm>
            <a:off x="425487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6" name="11_all_5271">
            <a:extLst>
              <a:ext uri="{FF2B5EF4-FFF2-40B4-BE49-F238E27FC236}">
                <a16:creationId xmlns:a16="http://schemas.microsoft.com/office/drawing/2014/main" id="{8CD0AF25-AC77-410B-9EA9-7FD701335A7E}"/>
              </a:ext>
            </a:extLst>
          </p:cNvPr>
          <p:cNvSpPr>
            <a:spLocks noGrp="1"/>
          </p:cNvSpPr>
          <p:nvPr/>
        </p:nvSpPr>
        <p:spPr>
          <a:xfrm>
            <a:off x="416349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7" name="11_all_5272">
            <a:extLst>
              <a:ext uri="{FF2B5EF4-FFF2-40B4-BE49-F238E27FC236}">
                <a16:creationId xmlns:a16="http://schemas.microsoft.com/office/drawing/2014/main" id="{94B9C89D-8152-451F-99E3-A6B899BCB81F}"/>
              </a:ext>
            </a:extLst>
          </p:cNvPr>
          <p:cNvSpPr>
            <a:spLocks noGrp="1"/>
          </p:cNvSpPr>
          <p:nvPr/>
        </p:nvSpPr>
        <p:spPr>
          <a:xfrm>
            <a:off x="4131695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8" name="11_all_5273">
            <a:extLst>
              <a:ext uri="{FF2B5EF4-FFF2-40B4-BE49-F238E27FC236}">
                <a16:creationId xmlns:a16="http://schemas.microsoft.com/office/drawing/2014/main" id="{197D1141-9BE5-464F-A53C-5B5B5258A383}"/>
              </a:ext>
            </a:extLst>
          </p:cNvPr>
          <p:cNvSpPr>
            <a:spLocks noGrp="1"/>
          </p:cNvSpPr>
          <p:nvPr/>
        </p:nvSpPr>
        <p:spPr>
          <a:xfrm>
            <a:off x="417771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9" name="11_all_5274">
            <a:extLst>
              <a:ext uri="{FF2B5EF4-FFF2-40B4-BE49-F238E27FC236}">
                <a16:creationId xmlns:a16="http://schemas.microsoft.com/office/drawing/2014/main" id="{0215ACFB-6A7E-4666-A5FA-9A7FA97B519E}"/>
              </a:ext>
            </a:extLst>
          </p:cNvPr>
          <p:cNvSpPr>
            <a:spLocks noGrp="1"/>
          </p:cNvSpPr>
          <p:nvPr/>
        </p:nvSpPr>
        <p:spPr>
          <a:xfrm>
            <a:off x="4175553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0" name="11_all_5275">
            <a:extLst>
              <a:ext uri="{FF2B5EF4-FFF2-40B4-BE49-F238E27FC236}">
                <a16:creationId xmlns:a16="http://schemas.microsoft.com/office/drawing/2014/main" id="{97BBDB3A-0C5F-4946-9EA5-38B0C4265BC5}"/>
              </a:ext>
            </a:extLst>
          </p:cNvPr>
          <p:cNvSpPr>
            <a:spLocks noGrp="1"/>
          </p:cNvSpPr>
          <p:nvPr/>
        </p:nvSpPr>
        <p:spPr>
          <a:xfrm>
            <a:off x="4182028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1" name="11_all_5276">
            <a:extLst>
              <a:ext uri="{FF2B5EF4-FFF2-40B4-BE49-F238E27FC236}">
                <a16:creationId xmlns:a16="http://schemas.microsoft.com/office/drawing/2014/main" id="{F95BA0DD-3EAB-462A-A458-DC268EBA3194}"/>
              </a:ext>
            </a:extLst>
          </p:cNvPr>
          <p:cNvSpPr>
            <a:spLocks noGrp="1"/>
          </p:cNvSpPr>
          <p:nvPr/>
        </p:nvSpPr>
        <p:spPr>
          <a:xfrm>
            <a:off x="421007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2" name="11_all_5277">
            <a:extLst>
              <a:ext uri="{FF2B5EF4-FFF2-40B4-BE49-F238E27FC236}">
                <a16:creationId xmlns:a16="http://schemas.microsoft.com/office/drawing/2014/main" id="{3388741A-390D-48E3-A0C1-F1E1603F2019}"/>
              </a:ext>
            </a:extLst>
          </p:cNvPr>
          <p:cNvSpPr>
            <a:spLocks noGrp="1"/>
          </p:cNvSpPr>
          <p:nvPr/>
        </p:nvSpPr>
        <p:spPr>
          <a:xfrm>
            <a:off x="4232251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3" name="11_all_5278">
            <a:extLst>
              <a:ext uri="{FF2B5EF4-FFF2-40B4-BE49-F238E27FC236}">
                <a16:creationId xmlns:a16="http://schemas.microsoft.com/office/drawing/2014/main" id="{631502D3-15D2-4F83-9916-261D5145914B}"/>
              </a:ext>
            </a:extLst>
          </p:cNvPr>
          <p:cNvSpPr>
            <a:spLocks noGrp="1"/>
          </p:cNvSpPr>
          <p:nvPr/>
        </p:nvSpPr>
        <p:spPr>
          <a:xfrm>
            <a:off x="420749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4" name="11_all_5279">
            <a:extLst>
              <a:ext uri="{FF2B5EF4-FFF2-40B4-BE49-F238E27FC236}">
                <a16:creationId xmlns:a16="http://schemas.microsoft.com/office/drawing/2014/main" id="{7BC69D69-D3AA-4EC6-BA7B-2E3C66E9E00D}"/>
              </a:ext>
            </a:extLst>
          </p:cNvPr>
          <p:cNvSpPr>
            <a:spLocks noGrp="1"/>
          </p:cNvSpPr>
          <p:nvPr/>
        </p:nvSpPr>
        <p:spPr>
          <a:xfrm>
            <a:off x="418160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5" name="11_all_5280">
            <a:extLst>
              <a:ext uri="{FF2B5EF4-FFF2-40B4-BE49-F238E27FC236}">
                <a16:creationId xmlns:a16="http://schemas.microsoft.com/office/drawing/2014/main" id="{298D06EB-C096-4362-8DAC-AA805AB3399D}"/>
              </a:ext>
            </a:extLst>
          </p:cNvPr>
          <p:cNvSpPr>
            <a:spLocks noGrp="1"/>
          </p:cNvSpPr>
          <p:nvPr/>
        </p:nvSpPr>
        <p:spPr>
          <a:xfrm>
            <a:off x="4255115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6" name="11_all_5281">
            <a:extLst>
              <a:ext uri="{FF2B5EF4-FFF2-40B4-BE49-F238E27FC236}">
                <a16:creationId xmlns:a16="http://schemas.microsoft.com/office/drawing/2014/main" id="{83CA7A95-59E7-48A9-9835-7C18CE651E9A}"/>
              </a:ext>
            </a:extLst>
          </p:cNvPr>
          <p:cNvSpPr>
            <a:spLocks noGrp="1"/>
          </p:cNvSpPr>
          <p:nvPr/>
        </p:nvSpPr>
        <p:spPr>
          <a:xfrm>
            <a:off x="413423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7" name="11_all_5282">
            <a:extLst>
              <a:ext uri="{FF2B5EF4-FFF2-40B4-BE49-F238E27FC236}">
                <a16:creationId xmlns:a16="http://schemas.microsoft.com/office/drawing/2014/main" id="{9C15C83C-898E-47EC-ACF2-2DEA174E2163}"/>
              </a:ext>
            </a:extLst>
          </p:cNvPr>
          <p:cNvSpPr>
            <a:spLocks noGrp="1"/>
          </p:cNvSpPr>
          <p:nvPr/>
        </p:nvSpPr>
        <p:spPr>
          <a:xfrm>
            <a:off x="4152561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8" name="11_all_5283">
            <a:extLst>
              <a:ext uri="{FF2B5EF4-FFF2-40B4-BE49-F238E27FC236}">
                <a16:creationId xmlns:a16="http://schemas.microsoft.com/office/drawing/2014/main" id="{92B48E8A-FC4B-49A9-8C7D-3CF23AE3DC13}"/>
              </a:ext>
            </a:extLst>
          </p:cNvPr>
          <p:cNvSpPr>
            <a:spLocks noGrp="1"/>
          </p:cNvSpPr>
          <p:nvPr/>
        </p:nvSpPr>
        <p:spPr>
          <a:xfrm>
            <a:off x="4126854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9" name="11_all_5284">
            <a:extLst>
              <a:ext uri="{FF2B5EF4-FFF2-40B4-BE49-F238E27FC236}">
                <a16:creationId xmlns:a16="http://schemas.microsoft.com/office/drawing/2014/main" id="{A8D44ABE-2CD9-4977-863F-3EB0F632D6B0}"/>
              </a:ext>
            </a:extLst>
          </p:cNvPr>
          <p:cNvSpPr>
            <a:spLocks noGrp="1"/>
          </p:cNvSpPr>
          <p:nvPr/>
        </p:nvSpPr>
        <p:spPr>
          <a:xfrm>
            <a:off x="416999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0" name="11_all_5285">
            <a:extLst>
              <a:ext uri="{FF2B5EF4-FFF2-40B4-BE49-F238E27FC236}">
                <a16:creationId xmlns:a16="http://schemas.microsoft.com/office/drawing/2014/main" id="{5D150B9B-FE9B-4719-BDAF-15B4CA1B77EF}"/>
              </a:ext>
            </a:extLst>
          </p:cNvPr>
          <p:cNvSpPr>
            <a:spLocks noGrp="1"/>
          </p:cNvSpPr>
          <p:nvPr/>
        </p:nvSpPr>
        <p:spPr>
          <a:xfrm>
            <a:off x="4195417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1" name="11_all_5286">
            <a:extLst>
              <a:ext uri="{FF2B5EF4-FFF2-40B4-BE49-F238E27FC236}">
                <a16:creationId xmlns:a16="http://schemas.microsoft.com/office/drawing/2014/main" id="{71299831-6753-4B90-9332-AB5AB10F2F9D}"/>
              </a:ext>
            </a:extLst>
          </p:cNvPr>
          <p:cNvSpPr>
            <a:spLocks noGrp="1"/>
          </p:cNvSpPr>
          <p:nvPr/>
        </p:nvSpPr>
        <p:spPr>
          <a:xfrm>
            <a:off x="4124198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2" name="11_all_5287">
            <a:extLst>
              <a:ext uri="{FF2B5EF4-FFF2-40B4-BE49-F238E27FC236}">
                <a16:creationId xmlns:a16="http://schemas.microsoft.com/office/drawing/2014/main" id="{36F82F6D-61E5-40A5-9364-7790A2EBA1D5}"/>
              </a:ext>
            </a:extLst>
          </p:cNvPr>
          <p:cNvSpPr>
            <a:spLocks noGrp="1"/>
          </p:cNvSpPr>
          <p:nvPr/>
        </p:nvSpPr>
        <p:spPr>
          <a:xfrm>
            <a:off x="4253942" y="39688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3" name="11_all_5288">
            <a:extLst>
              <a:ext uri="{FF2B5EF4-FFF2-40B4-BE49-F238E27FC236}">
                <a16:creationId xmlns:a16="http://schemas.microsoft.com/office/drawing/2014/main" id="{CA3CA179-F8AE-46AA-A052-9F35CC6230B7}"/>
              </a:ext>
            </a:extLst>
          </p:cNvPr>
          <p:cNvSpPr>
            <a:spLocks noGrp="1"/>
          </p:cNvSpPr>
          <p:nvPr/>
        </p:nvSpPr>
        <p:spPr>
          <a:xfrm>
            <a:off x="4255713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4" name="11_all_5289">
            <a:extLst>
              <a:ext uri="{FF2B5EF4-FFF2-40B4-BE49-F238E27FC236}">
                <a16:creationId xmlns:a16="http://schemas.microsoft.com/office/drawing/2014/main" id="{D0F4B71D-517A-468D-82A5-2F16E6D3B5FB}"/>
              </a:ext>
            </a:extLst>
          </p:cNvPr>
          <p:cNvSpPr>
            <a:spLocks noGrp="1"/>
          </p:cNvSpPr>
          <p:nvPr/>
        </p:nvSpPr>
        <p:spPr>
          <a:xfrm>
            <a:off x="4146797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5" name="11_all_5290">
            <a:extLst>
              <a:ext uri="{FF2B5EF4-FFF2-40B4-BE49-F238E27FC236}">
                <a16:creationId xmlns:a16="http://schemas.microsoft.com/office/drawing/2014/main" id="{A7EA4DE2-38B3-492C-B232-3FC3F011A34C}"/>
              </a:ext>
            </a:extLst>
          </p:cNvPr>
          <p:cNvSpPr>
            <a:spLocks noGrp="1"/>
          </p:cNvSpPr>
          <p:nvPr/>
        </p:nvSpPr>
        <p:spPr>
          <a:xfrm>
            <a:off x="4161576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6" name="11_all_5291">
            <a:extLst>
              <a:ext uri="{FF2B5EF4-FFF2-40B4-BE49-F238E27FC236}">
                <a16:creationId xmlns:a16="http://schemas.microsoft.com/office/drawing/2014/main" id="{E538CCF1-9897-4A60-8207-5EFBD9C69F69}"/>
              </a:ext>
            </a:extLst>
          </p:cNvPr>
          <p:cNvSpPr>
            <a:spLocks noGrp="1"/>
          </p:cNvSpPr>
          <p:nvPr/>
        </p:nvSpPr>
        <p:spPr>
          <a:xfrm>
            <a:off x="4141463" y="42385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7" name="11_all_5292">
            <a:extLst>
              <a:ext uri="{FF2B5EF4-FFF2-40B4-BE49-F238E27FC236}">
                <a16:creationId xmlns:a16="http://schemas.microsoft.com/office/drawing/2014/main" id="{82DC5AFF-9AB6-41FE-ADF7-9D5F0BB798B5}"/>
              </a:ext>
            </a:extLst>
          </p:cNvPr>
          <p:cNvSpPr>
            <a:spLocks noGrp="1"/>
          </p:cNvSpPr>
          <p:nvPr/>
        </p:nvSpPr>
        <p:spPr>
          <a:xfrm>
            <a:off x="416171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8" name="11_all_5293">
            <a:extLst>
              <a:ext uri="{FF2B5EF4-FFF2-40B4-BE49-F238E27FC236}">
                <a16:creationId xmlns:a16="http://schemas.microsoft.com/office/drawing/2014/main" id="{3D8A976E-2B02-4FF7-8AC1-752DFB9F9C00}"/>
              </a:ext>
            </a:extLst>
          </p:cNvPr>
          <p:cNvSpPr>
            <a:spLocks noGrp="1"/>
          </p:cNvSpPr>
          <p:nvPr/>
        </p:nvSpPr>
        <p:spPr>
          <a:xfrm>
            <a:off x="4142213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9" name="11_all_5294">
            <a:extLst>
              <a:ext uri="{FF2B5EF4-FFF2-40B4-BE49-F238E27FC236}">
                <a16:creationId xmlns:a16="http://schemas.microsoft.com/office/drawing/2014/main" id="{705F4510-6651-4A7A-AAF1-4AB2EB9969EA}"/>
              </a:ext>
            </a:extLst>
          </p:cNvPr>
          <p:cNvSpPr>
            <a:spLocks noGrp="1"/>
          </p:cNvSpPr>
          <p:nvPr/>
        </p:nvSpPr>
        <p:spPr>
          <a:xfrm>
            <a:off x="418320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0" name="11_all_5295">
            <a:extLst>
              <a:ext uri="{FF2B5EF4-FFF2-40B4-BE49-F238E27FC236}">
                <a16:creationId xmlns:a16="http://schemas.microsoft.com/office/drawing/2014/main" id="{E376CD6E-9192-471F-96E7-1017D40673EF}"/>
              </a:ext>
            </a:extLst>
          </p:cNvPr>
          <p:cNvSpPr>
            <a:spLocks noGrp="1"/>
          </p:cNvSpPr>
          <p:nvPr/>
        </p:nvSpPr>
        <p:spPr>
          <a:xfrm>
            <a:off x="419965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1" name="11_all_5296">
            <a:extLst>
              <a:ext uri="{FF2B5EF4-FFF2-40B4-BE49-F238E27FC236}">
                <a16:creationId xmlns:a16="http://schemas.microsoft.com/office/drawing/2014/main" id="{B0DBBD04-EA19-4CB5-887D-E66E92CD01A8}"/>
              </a:ext>
            </a:extLst>
          </p:cNvPr>
          <p:cNvSpPr>
            <a:spLocks noGrp="1"/>
          </p:cNvSpPr>
          <p:nvPr/>
        </p:nvSpPr>
        <p:spPr>
          <a:xfrm>
            <a:off x="4190227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2" name="11_all_5297">
            <a:extLst>
              <a:ext uri="{FF2B5EF4-FFF2-40B4-BE49-F238E27FC236}">
                <a16:creationId xmlns:a16="http://schemas.microsoft.com/office/drawing/2014/main" id="{170E410B-00D9-4375-8B30-E7FAD9656358}"/>
              </a:ext>
            </a:extLst>
          </p:cNvPr>
          <p:cNvSpPr>
            <a:spLocks noGrp="1"/>
          </p:cNvSpPr>
          <p:nvPr/>
        </p:nvSpPr>
        <p:spPr>
          <a:xfrm>
            <a:off x="4189162" y="42241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3" name="11_all_5298">
            <a:extLst>
              <a:ext uri="{FF2B5EF4-FFF2-40B4-BE49-F238E27FC236}">
                <a16:creationId xmlns:a16="http://schemas.microsoft.com/office/drawing/2014/main" id="{0BF528EB-B8C3-4BDD-96A5-462817A53032}"/>
              </a:ext>
            </a:extLst>
          </p:cNvPr>
          <p:cNvSpPr>
            <a:spLocks noGrp="1"/>
          </p:cNvSpPr>
          <p:nvPr/>
        </p:nvSpPr>
        <p:spPr>
          <a:xfrm>
            <a:off x="417821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4" name="11_all_5299">
            <a:extLst>
              <a:ext uri="{FF2B5EF4-FFF2-40B4-BE49-F238E27FC236}">
                <a16:creationId xmlns:a16="http://schemas.microsoft.com/office/drawing/2014/main" id="{C3F6B467-8746-44E7-B192-845CC7EA6706}"/>
              </a:ext>
            </a:extLst>
          </p:cNvPr>
          <p:cNvSpPr>
            <a:spLocks noGrp="1"/>
          </p:cNvSpPr>
          <p:nvPr/>
        </p:nvSpPr>
        <p:spPr>
          <a:xfrm>
            <a:off x="4147300" y="411972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5" name="11_all_5300">
            <a:extLst>
              <a:ext uri="{FF2B5EF4-FFF2-40B4-BE49-F238E27FC236}">
                <a16:creationId xmlns:a16="http://schemas.microsoft.com/office/drawing/2014/main" id="{B7FD7616-F293-490D-A705-CCAB893F3B7C}"/>
              </a:ext>
            </a:extLst>
          </p:cNvPr>
          <p:cNvSpPr>
            <a:spLocks noGrp="1"/>
          </p:cNvSpPr>
          <p:nvPr/>
        </p:nvSpPr>
        <p:spPr>
          <a:xfrm>
            <a:off x="413271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6" name="11_all_5301">
            <a:extLst>
              <a:ext uri="{FF2B5EF4-FFF2-40B4-BE49-F238E27FC236}">
                <a16:creationId xmlns:a16="http://schemas.microsoft.com/office/drawing/2014/main" id="{459CC9C3-755F-48A3-8053-AE782412A4E8}"/>
              </a:ext>
            </a:extLst>
          </p:cNvPr>
          <p:cNvSpPr>
            <a:spLocks noGrp="1"/>
          </p:cNvSpPr>
          <p:nvPr/>
        </p:nvSpPr>
        <p:spPr>
          <a:xfrm>
            <a:off x="417634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7" name="11_all_5302">
            <a:extLst>
              <a:ext uri="{FF2B5EF4-FFF2-40B4-BE49-F238E27FC236}">
                <a16:creationId xmlns:a16="http://schemas.microsoft.com/office/drawing/2014/main" id="{DFD70B66-02FD-4169-BAF5-5DADFE41A6CE}"/>
              </a:ext>
            </a:extLst>
          </p:cNvPr>
          <p:cNvSpPr>
            <a:spLocks noGrp="1"/>
          </p:cNvSpPr>
          <p:nvPr/>
        </p:nvSpPr>
        <p:spPr>
          <a:xfrm>
            <a:off x="411824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8" name="11_all_5303">
            <a:extLst>
              <a:ext uri="{FF2B5EF4-FFF2-40B4-BE49-F238E27FC236}">
                <a16:creationId xmlns:a16="http://schemas.microsoft.com/office/drawing/2014/main" id="{488E2E74-0E76-4365-85AB-80AE7D3460FB}"/>
              </a:ext>
            </a:extLst>
          </p:cNvPr>
          <p:cNvSpPr>
            <a:spLocks noGrp="1"/>
          </p:cNvSpPr>
          <p:nvPr/>
        </p:nvSpPr>
        <p:spPr>
          <a:xfrm>
            <a:off x="4231321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9" name="11_all_5304">
            <a:extLst>
              <a:ext uri="{FF2B5EF4-FFF2-40B4-BE49-F238E27FC236}">
                <a16:creationId xmlns:a16="http://schemas.microsoft.com/office/drawing/2014/main" id="{99E0A6EA-DF19-48A1-AC34-1055BCFD8BCC}"/>
              </a:ext>
            </a:extLst>
          </p:cNvPr>
          <p:cNvSpPr>
            <a:spLocks noGrp="1"/>
          </p:cNvSpPr>
          <p:nvPr/>
        </p:nvSpPr>
        <p:spPr>
          <a:xfrm>
            <a:off x="4131281" y="43677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0" name="11_all_5305">
            <a:extLst>
              <a:ext uri="{FF2B5EF4-FFF2-40B4-BE49-F238E27FC236}">
                <a16:creationId xmlns:a16="http://schemas.microsoft.com/office/drawing/2014/main" id="{06C4FDC8-A746-4F88-B7DD-8083760D382A}"/>
              </a:ext>
            </a:extLst>
          </p:cNvPr>
          <p:cNvSpPr>
            <a:spLocks noGrp="1"/>
          </p:cNvSpPr>
          <p:nvPr/>
        </p:nvSpPr>
        <p:spPr>
          <a:xfrm>
            <a:off x="4182671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1" name="11_all_5306">
            <a:extLst>
              <a:ext uri="{FF2B5EF4-FFF2-40B4-BE49-F238E27FC236}">
                <a16:creationId xmlns:a16="http://schemas.microsoft.com/office/drawing/2014/main" id="{205B8189-6EB5-4200-A626-93771F697703}"/>
              </a:ext>
            </a:extLst>
          </p:cNvPr>
          <p:cNvSpPr>
            <a:spLocks noGrp="1"/>
          </p:cNvSpPr>
          <p:nvPr/>
        </p:nvSpPr>
        <p:spPr>
          <a:xfrm>
            <a:off x="4133239" y="43115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2" name="11_all_5307">
            <a:extLst>
              <a:ext uri="{FF2B5EF4-FFF2-40B4-BE49-F238E27FC236}">
                <a16:creationId xmlns:a16="http://schemas.microsoft.com/office/drawing/2014/main" id="{483D0358-06B7-4F19-AE65-15824B09E288}"/>
              </a:ext>
            </a:extLst>
          </p:cNvPr>
          <p:cNvSpPr>
            <a:spLocks noGrp="1"/>
          </p:cNvSpPr>
          <p:nvPr/>
        </p:nvSpPr>
        <p:spPr>
          <a:xfrm>
            <a:off x="421324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3" name="11_all_5308">
            <a:extLst>
              <a:ext uri="{FF2B5EF4-FFF2-40B4-BE49-F238E27FC236}">
                <a16:creationId xmlns:a16="http://schemas.microsoft.com/office/drawing/2014/main" id="{235665AE-3D69-4690-9964-C0078E28D90E}"/>
              </a:ext>
            </a:extLst>
          </p:cNvPr>
          <p:cNvSpPr>
            <a:spLocks noGrp="1"/>
          </p:cNvSpPr>
          <p:nvPr/>
        </p:nvSpPr>
        <p:spPr>
          <a:xfrm>
            <a:off x="4139613" y="42151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4" name="11_all_5309">
            <a:extLst>
              <a:ext uri="{FF2B5EF4-FFF2-40B4-BE49-F238E27FC236}">
                <a16:creationId xmlns:a16="http://schemas.microsoft.com/office/drawing/2014/main" id="{0BA8BAD7-2838-49B2-88D0-ED59E624D3A4}"/>
              </a:ext>
            </a:extLst>
          </p:cNvPr>
          <p:cNvSpPr>
            <a:spLocks noGrp="1"/>
          </p:cNvSpPr>
          <p:nvPr/>
        </p:nvSpPr>
        <p:spPr>
          <a:xfrm>
            <a:off x="4173698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5" name="11_all_5310">
            <a:extLst>
              <a:ext uri="{FF2B5EF4-FFF2-40B4-BE49-F238E27FC236}">
                <a16:creationId xmlns:a16="http://schemas.microsoft.com/office/drawing/2014/main" id="{B4C53C09-C185-455D-B020-42BBD023A2BD}"/>
              </a:ext>
            </a:extLst>
          </p:cNvPr>
          <p:cNvSpPr>
            <a:spLocks noGrp="1"/>
          </p:cNvSpPr>
          <p:nvPr/>
        </p:nvSpPr>
        <p:spPr>
          <a:xfrm>
            <a:off x="4116146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6" name="11_all_5311">
            <a:extLst>
              <a:ext uri="{FF2B5EF4-FFF2-40B4-BE49-F238E27FC236}">
                <a16:creationId xmlns:a16="http://schemas.microsoft.com/office/drawing/2014/main" id="{810DC375-8D22-48DF-818D-E84951BF79BE}"/>
              </a:ext>
            </a:extLst>
          </p:cNvPr>
          <p:cNvSpPr>
            <a:spLocks noGrp="1"/>
          </p:cNvSpPr>
          <p:nvPr/>
        </p:nvSpPr>
        <p:spPr>
          <a:xfrm>
            <a:off x="415957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7" name="11_all_5312">
            <a:extLst>
              <a:ext uri="{FF2B5EF4-FFF2-40B4-BE49-F238E27FC236}">
                <a16:creationId xmlns:a16="http://schemas.microsoft.com/office/drawing/2014/main" id="{590E8B20-0836-4E7D-8D29-034C8D0CAF73}"/>
              </a:ext>
            </a:extLst>
          </p:cNvPr>
          <p:cNvSpPr>
            <a:spLocks noGrp="1"/>
          </p:cNvSpPr>
          <p:nvPr/>
        </p:nvSpPr>
        <p:spPr>
          <a:xfrm>
            <a:off x="4130703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8" name="11_all_5313">
            <a:extLst>
              <a:ext uri="{FF2B5EF4-FFF2-40B4-BE49-F238E27FC236}">
                <a16:creationId xmlns:a16="http://schemas.microsoft.com/office/drawing/2014/main" id="{A21292F8-2B0E-449E-A547-D6B3909F24F4}"/>
              </a:ext>
            </a:extLst>
          </p:cNvPr>
          <p:cNvSpPr>
            <a:spLocks noGrp="1"/>
          </p:cNvSpPr>
          <p:nvPr/>
        </p:nvSpPr>
        <p:spPr>
          <a:xfrm>
            <a:off x="422286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9" name="11_all_5314">
            <a:extLst>
              <a:ext uri="{FF2B5EF4-FFF2-40B4-BE49-F238E27FC236}">
                <a16:creationId xmlns:a16="http://schemas.microsoft.com/office/drawing/2014/main" id="{B43221C3-AFF6-44CE-8452-AFC2C77495F7}"/>
              </a:ext>
            </a:extLst>
          </p:cNvPr>
          <p:cNvSpPr>
            <a:spLocks noGrp="1"/>
          </p:cNvSpPr>
          <p:nvPr/>
        </p:nvSpPr>
        <p:spPr>
          <a:xfrm>
            <a:off x="417028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0" name="11_all_5315">
            <a:extLst>
              <a:ext uri="{FF2B5EF4-FFF2-40B4-BE49-F238E27FC236}">
                <a16:creationId xmlns:a16="http://schemas.microsoft.com/office/drawing/2014/main" id="{395DB256-018B-4D59-A42C-9326F10DB741}"/>
              </a:ext>
            </a:extLst>
          </p:cNvPr>
          <p:cNvSpPr>
            <a:spLocks noGrp="1"/>
          </p:cNvSpPr>
          <p:nvPr/>
        </p:nvSpPr>
        <p:spPr>
          <a:xfrm>
            <a:off x="414267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1" name="11_all_5316">
            <a:extLst>
              <a:ext uri="{FF2B5EF4-FFF2-40B4-BE49-F238E27FC236}">
                <a16:creationId xmlns:a16="http://schemas.microsoft.com/office/drawing/2014/main" id="{1F0923D4-C46E-4F12-A1C1-C54B0BD12C87}"/>
              </a:ext>
            </a:extLst>
          </p:cNvPr>
          <p:cNvSpPr>
            <a:spLocks noGrp="1"/>
          </p:cNvSpPr>
          <p:nvPr/>
        </p:nvSpPr>
        <p:spPr>
          <a:xfrm>
            <a:off x="4167032" y="45911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2" name="11_all_5317">
            <a:extLst>
              <a:ext uri="{FF2B5EF4-FFF2-40B4-BE49-F238E27FC236}">
                <a16:creationId xmlns:a16="http://schemas.microsoft.com/office/drawing/2014/main" id="{5F72582B-02E9-4BE4-8EDB-0A96A51C9887}"/>
              </a:ext>
            </a:extLst>
          </p:cNvPr>
          <p:cNvSpPr>
            <a:spLocks noGrp="1"/>
          </p:cNvSpPr>
          <p:nvPr/>
        </p:nvSpPr>
        <p:spPr>
          <a:xfrm>
            <a:off x="419303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3" name="11_all_5318">
            <a:extLst>
              <a:ext uri="{FF2B5EF4-FFF2-40B4-BE49-F238E27FC236}">
                <a16:creationId xmlns:a16="http://schemas.microsoft.com/office/drawing/2014/main" id="{31E1F2EB-F884-4510-A570-39A764643256}"/>
              </a:ext>
            </a:extLst>
          </p:cNvPr>
          <p:cNvSpPr>
            <a:spLocks noGrp="1"/>
          </p:cNvSpPr>
          <p:nvPr/>
        </p:nvSpPr>
        <p:spPr>
          <a:xfrm>
            <a:off x="4178887" y="402608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4" name="11_all_5319">
            <a:extLst>
              <a:ext uri="{FF2B5EF4-FFF2-40B4-BE49-F238E27FC236}">
                <a16:creationId xmlns:a16="http://schemas.microsoft.com/office/drawing/2014/main" id="{2EDEA34B-418E-4C82-8095-3DEAECF5F564}"/>
              </a:ext>
            </a:extLst>
          </p:cNvPr>
          <p:cNvSpPr>
            <a:spLocks noGrp="1"/>
          </p:cNvSpPr>
          <p:nvPr/>
        </p:nvSpPr>
        <p:spPr>
          <a:xfrm>
            <a:off x="4201587" y="443131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5" name="11_all_5320">
            <a:extLst>
              <a:ext uri="{FF2B5EF4-FFF2-40B4-BE49-F238E27FC236}">
                <a16:creationId xmlns:a16="http://schemas.microsoft.com/office/drawing/2014/main" id="{E7A5943A-DD61-48AC-B739-CF836611C8C2}"/>
              </a:ext>
            </a:extLst>
          </p:cNvPr>
          <p:cNvSpPr>
            <a:spLocks noGrp="1"/>
          </p:cNvSpPr>
          <p:nvPr/>
        </p:nvSpPr>
        <p:spPr>
          <a:xfrm>
            <a:off x="424864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6" name="11_all_5321">
            <a:extLst>
              <a:ext uri="{FF2B5EF4-FFF2-40B4-BE49-F238E27FC236}">
                <a16:creationId xmlns:a16="http://schemas.microsoft.com/office/drawing/2014/main" id="{9B25F8F4-07E6-456F-86FB-AA51A0FF8AB0}"/>
              </a:ext>
            </a:extLst>
          </p:cNvPr>
          <p:cNvSpPr>
            <a:spLocks noGrp="1"/>
          </p:cNvSpPr>
          <p:nvPr/>
        </p:nvSpPr>
        <p:spPr>
          <a:xfrm>
            <a:off x="423522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7" name="11_all_5322">
            <a:extLst>
              <a:ext uri="{FF2B5EF4-FFF2-40B4-BE49-F238E27FC236}">
                <a16:creationId xmlns:a16="http://schemas.microsoft.com/office/drawing/2014/main" id="{2DC4E942-6F3D-45CA-BDA8-9F6873BF0830}"/>
              </a:ext>
            </a:extLst>
          </p:cNvPr>
          <p:cNvSpPr>
            <a:spLocks noGrp="1"/>
          </p:cNvSpPr>
          <p:nvPr/>
        </p:nvSpPr>
        <p:spPr>
          <a:xfrm>
            <a:off x="416108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8" name="11_all_5323">
            <a:extLst>
              <a:ext uri="{FF2B5EF4-FFF2-40B4-BE49-F238E27FC236}">
                <a16:creationId xmlns:a16="http://schemas.microsoft.com/office/drawing/2014/main" id="{29AE931E-4BE0-4531-9331-AA61F60BA8DC}"/>
              </a:ext>
            </a:extLst>
          </p:cNvPr>
          <p:cNvSpPr>
            <a:spLocks noGrp="1"/>
          </p:cNvSpPr>
          <p:nvPr/>
        </p:nvSpPr>
        <p:spPr>
          <a:xfrm>
            <a:off x="4218514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9" name="11_all_5324">
            <a:extLst>
              <a:ext uri="{FF2B5EF4-FFF2-40B4-BE49-F238E27FC236}">
                <a16:creationId xmlns:a16="http://schemas.microsoft.com/office/drawing/2014/main" id="{A558D75D-7B82-4A8B-9853-E5645AEE9761}"/>
              </a:ext>
            </a:extLst>
          </p:cNvPr>
          <p:cNvSpPr>
            <a:spLocks noGrp="1"/>
          </p:cNvSpPr>
          <p:nvPr/>
        </p:nvSpPr>
        <p:spPr>
          <a:xfrm>
            <a:off x="415936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0" name="11_all_5325">
            <a:extLst>
              <a:ext uri="{FF2B5EF4-FFF2-40B4-BE49-F238E27FC236}">
                <a16:creationId xmlns:a16="http://schemas.microsoft.com/office/drawing/2014/main" id="{4F00E4E8-E951-4787-A627-4A342511A813}"/>
              </a:ext>
            </a:extLst>
          </p:cNvPr>
          <p:cNvSpPr>
            <a:spLocks noGrp="1"/>
          </p:cNvSpPr>
          <p:nvPr/>
        </p:nvSpPr>
        <p:spPr>
          <a:xfrm>
            <a:off x="4164558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1" name="11_all_5326">
            <a:extLst>
              <a:ext uri="{FF2B5EF4-FFF2-40B4-BE49-F238E27FC236}">
                <a16:creationId xmlns:a16="http://schemas.microsoft.com/office/drawing/2014/main" id="{AAC9E5B2-5A73-44CB-A327-330CAA457013}"/>
              </a:ext>
            </a:extLst>
          </p:cNvPr>
          <p:cNvSpPr>
            <a:spLocks noGrp="1"/>
          </p:cNvSpPr>
          <p:nvPr/>
        </p:nvSpPr>
        <p:spPr>
          <a:xfrm>
            <a:off x="422308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2" name="11_all_5327">
            <a:extLst>
              <a:ext uri="{FF2B5EF4-FFF2-40B4-BE49-F238E27FC236}">
                <a16:creationId xmlns:a16="http://schemas.microsoft.com/office/drawing/2014/main" id="{5C9AF7ED-673D-446F-B589-167AC5803E24}"/>
              </a:ext>
            </a:extLst>
          </p:cNvPr>
          <p:cNvSpPr>
            <a:spLocks noGrp="1"/>
          </p:cNvSpPr>
          <p:nvPr/>
        </p:nvSpPr>
        <p:spPr>
          <a:xfrm>
            <a:off x="425519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3" name="11_all_5328">
            <a:extLst>
              <a:ext uri="{FF2B5EF4-FFF2-40B4-BE49-F238E27FC236}">
                <a16:creationId xmlns:a16="http://schemas.microsoft.com/office/drawing/2014/main" id="{7FE1F766-2DEA-441C-98F7-52B7DB33D726}"/>
              </a:ext>
            </a:extLst>
          </p:cNvPr>
          <p:cNvSpPr>
            <a:spLocks noGrp="1"/>
          </p:cNvSpPr>
          <p:nvPr/>
        </p:nvSpPr>
        <p:spPr>
          <a:xfrm>
            <a:off x="412341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4" name="11_all_5329">
            <a:extLst>
              <a:ext uri="{FF2B5EF4-FFF2-40B4-BE49-F238E27FC236}">
                <a16:creationId xmlns:a16="http://schemas.microsoft.com/office/drawing/2014/main" id="{9382EE7E-234B-4565-90D6-9B0CCB1189C2}"/>
              </a:ext>
            </a:extLst>
          </p:cNvPr>
          <p:cNvSpPr>
            <a:spLocks noGrp="1"/>
          </p:cNvSpPr>
          <p:nvPr/>
        </p:nvSpPr>
        <p:spPr>
          <a:xfrm>
            <a:off x="411994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5" name="11_all_5330">
            <a:extLst>
              <a:ext uri="{FF2B5EF4-FFF2-40B4-BE49-F238E27FC236}">
                <a16:creationId xmlns:a16="http://schemas.microsoft.com/office/drawing/2014/main" id="{4028B717-24A3-402F-A73C-BFBFA8D018B9}"/>
              </a:ext>
            </a:extLst>
          </p:cNvPr>
          <p:cNvSpPr>
            <a:spLocks noGrp="1"/>
          </p:cNvSpPr>
          <p:nvPr/>
        </p:nvSpPr>
        <p:spPr>
          <a:xfrm>
            <a:off x="424443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6" name="11_all_5331">
            <a:extLst>
              <a:ext uri="{FF2B5EF4-FFF2-40B4-BE49-F238E27FC236}">
                <a16:creationId xmlns:a16="http://schemas.microsoft.com/office/drawing/2014/main" id="{1C05EA31-DA31-47FC-AEAD-31E3CB5F6C41}"/>
              </a:ext>
            </a:extLst>
          </p:cNvPr>
          <p:cNvSpPr>
            <a:spLocks noGrp="1"/>
          </p:cNvSpPr>
          <p:nvPr/>
        </p:nvSpPr>
        <p:spPr>
          <a:xfrm>
            <a:off x="4119296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7" name="11_all_5332">
            <a:extLst>
              <a:ext uri="{FF2B5EF4-FFF2-40B4-BE49-F238E27FC236}">
                <a16:creationId xmlns:a16="http://schemas.microsoft.com/office/drawing/2014/main" id="{C44D9BA8-B4C7-4125-BC37-637BD32749DA}"/>
              </a:ext>
            </a:extLst>
          </p:cNvPr>
          <p:cNvSpPr>
            <a:spLocks noGrp="1"/>
          </p:cNvSpPr>
          <p:nvPr/>
        </p:nvSpPr>
        <p:spPr>
          <a:xfrm>
            <a:off x="4166165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8" name="11_all_5333">
            <a:extLst>
              <a:ext uri="{FF2B5EF4-FFF2-40B4-BE49-F238E27FC236}">
                <a16:creationId xmlns:a16="http://schemas.microsoft.com/office/drawing/2014/main" id="{D97BD455-75CE-4C77-90C6-F004E9B4F59F}"/>
              </a:ext>
            </a:extLst>
          </p:cNvPr>
          <p:cNvSpPr>
            <a:spLocks noGrp="1"/>
          </p:cNvSpPr>
          <p:nvPr/>
        </p:nvSpPr>
        <p:spPr>
          <a:xfrm>
            <a:off x="418300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9" name="11_all_5334">
            <a:extLst>
              <a:ext uri="{FF2B5EF4-FFF2-40B4-BE49-F238E27FC236}">
                <a16:creationId xmlns:a16="http://schemas.microsoft.com/office/drawing/2014/main" id="{2E72A633-E86F-423D-833C-3E4513692137}"/>
              </a:ext>
            </a:extLst>
          </p:cNvPr>
          <p:cNvSpPr>
            <a:spLocks noGrp="1"/>
          </p:cNvSpPr>
          <p:nvPr/>
        </p:nvSpPr>
        <p:spPr>
          <a:xfrm>
            <a:off x="4115173" y="45375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0" name="11_all_5335">
            <a:extLst>
              <a:ext uri="{FF2B5EF4-FFF2-40B4-BE49-F238E27FC236}">
                <a16:creationId xmlns:a16="http://schemas.microsoft.com/office/drawing/2014/main" id="{45DC9F11-42A1-4356-8D23-27FEE903AB90}"/>
              </a:ext>
            </a:extLst>
          </p:cNvPr>
          <p:cNvSpPr>
            <a:spLocks noGrp="1"/>
          </p:cNvSpPr>
          <p:nvPr/>
        </p:nvSpPr>
        <p:spPr>
          <a:xfrm>
            <a:off x="4134397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1" name="11_all_5336">
            <a:extLst>
              <a:ext uri="{FF2B5EF4-FFF2-40B4-BE49-F238E27FC236}">
                <a16:creationId xmlns:a16="http://schemas.microsoft.com/office/drawing/2014/main" id="{5D3BAFE2-8183-4319-9493-61EDDE7F7444}"/>
              </a:ext>
            </a:extLst>
          </p:cNvPr>
          <p:cNvSpPr>
            <a:spLocks noGrp="1"/>
          </p:cNvSpPr>
          <p:nvPr/>
        </p:nvSpPr>
        <p:spPr>
          <a:xfrm>
            <a:off x="416589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2" name="11_all_5337">
            <a:extLst>
              <a:ext uri="{FF2B5EF4-FFF2-40B4-BE49-F238E27FC236}">
                <a16:creationId xmlns:a16="http://schemas.microsoft.com/office/drawing/2014/main" id="{ACB81E79-875A-47E1-A4EC-B8BA65A8C905}"/>
              </a:ext>
            </a:extLst>
          </p:cNvPr>
          <p:cNvSpPr>
            <a:spLocks noGrp="1"/>
          </p:cNvSpPr>
          <p:nvPr/>
        </p:nvSpPr>
        <p:spPr>
          <a:xfrm>
            <a:off x="415835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3" name="11_all_5338">
            <a:extLst>
              <a:ext uri="{FF2B5EF4-FFF2-40B4-BE49-F238E27FC236}">
                <a16:creationId xmlns:a16="http://schemas.microsoft.com/office/drawing/2014/main" id="{D4196140-6E53-4B50-B50B-317A9034CE18}"/>
              </a:ext>
            </a:extLst>
          </p:cNvPr>
          <p:cNvSpPr>
            <a:spLocks noGrp="1"/>
          </p:cNvSpPr>
          <p:nvPr/>
        </p:nvSpPr>
        <p:spPr>
          <a:xfrm>
            <a:off x="4248884" y="405183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4" name="11_all_5339">
            <a:extLst>
              <a:ext uri="{FF2B5EF4-FFF2-40B4-BE49-F238E27FC236}">
                <a16:creationId xmlns:a16="http://schemas.microsoft.com/office/drawing/2014/main" id="{BF209C07-5DDC-4E96-AAFE-4BD3A03DDBAF}"/>
              </a:ext>
            </a:extLst>
          </p:cNvPr>
          <p:cNvSpPr>
            <a:spLocks noGrp="1"/>
          </p:cNvSpPr>
          <p:nvPr/>
        </p:nvSpPr>
        <p:spPr>
          <a:xfrm>
            <a:off x="416909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5" name="11_all_5340">
            <a:extLst>
              <a:ext uri="{FF2B5EF4-FFF2-40B4-BE49-F238E27FC236}">
                <a16:creationId xmlns:a16="http://schemas.microsoft.com/office/drawing/2014/main" id="{8F0A15B2-123A-4FA4-9457-316A14511D09}"/>
              </a:ext>
            </a:extLst>
          </p:cNvPr>
          <p:cNvSpPr>
            <a:spLocks noGrp="1"/>
          </p:cNvSpPr>
          <p:nvPr/>
        </p:nvSpPr>
        <p:spPr>
          <a:xfrm>
            <a:off x="4199588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6" name="11_all_5341">
            <a:extLst>
              <a:ext uri="{FF2B5EF4-FFF2-40B4-BE49-F238E27FC236}">
                <a16:creationId xmlns:a16="http://schemas.microsoft.com/office/drawing/2014/main" id="{40EF91B0-AA8B-4672-90B0-161302024151}"/>
              </a:ext>
            </a:extLst>
          </p:cNvPr>
          <p:cNvSpPr>
            <a:spLocks noGrp="1"/>
          </p:cNvSpPr>
          <p:nvPr/>
        </p:nvSpPr>
        <p:spPr>
          <a:xfrm>
            <a:off x="4116510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7" name="11_all_5342">
            <a:extLst>
              <a:ext uri="{FF2B5EF4-FFF2-40B4-BE49-F238E27FC236}">
                <a16:creationId xmlns:a16="http://schemas.microsoft.com/office/drawing/2014/main" id="{44DE38D7-E72A-4A99-83CE-27A2F0ABE6AF}"/>
              </a:ext>
            </a:extLst>
          </p:cNvPr>
          <p:cNvSpPr>
            <a:spLocks noGrp="1"/>
          </p:cNvSpPr>
          <p:nvPr/>
        </p:nvSpPr>
        <p:spPr>
          <a:xfrm>
            <a:off x="411746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8" name="11_all_5343">
            <a:extLst>
              <a:ext uri="{FF2B5EF4-FFF2-40B4-BE49-F238E27FC236}">
                <a16:creationId xmlns:a16="http://schemas.microsoft.com/office/drawing/2014/main" id="{A14CE38C-15EC-4245-9EF3-76E7CDB88BB5}"/>
              </a:ext>
            </a:extLst>
          </p:cNvPr>
          <p:cNvSpPr>
            <a:spLocks noGrp="1"/>
          </p:cNvSpPr>
          <p:nvPr/>
        </p:nvSpPr>
        <p:spPr>
          <a:xfrm>
            <a:off x="419647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9" name="11_all_5344">
            <a:extLst>
              <a:ext uri="{FF2B5EF4-FFF2-40B4-BE49-F238E27FC236}">
                <a16:creationId xmlns:a16="http://schemas.microsoft.com/office/drawing/2014/main" id="{32D9723F-0174-4F2F-8FCE-BAB57A504892}"/>
              </a:ext>
            </a:extLst>
          </p:cNvPr>
          <p:cNvSpPr>
            <a:spLocks noGrp="1"/>
          </p:cNvSpPr>
          <p:nvPr/>
        </p:nvSpPr>
        <p:spPr>
          <a:xfrm>
            <a:off x="4178563" y="408295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0" name="11_all_5345">
            <a:extLst>
              <a:ext uri="{FF2B5EF4-FFF2-40B4-BE49-F238E27FC236}">
                <a16:creationId xmlns:a16="http://schemas.microsoft.com/office/drawing/2014/main" id="{765BA261-3B81-48CA-B5CC-C6FECC292D50}"/>
              </a:ext>
            </a:extLst>
          </p:cNvPr>
          <p:cNvSpPr>
            <a:spLocks noGrp="1"/>
          </p:cNvSpPr>
          <p:nvPr/>
        </p:nvSpPr>
        <p:spPr>
          <a:xfrm>
            <a:off x="423700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1" name="11_all_5346">
            <a:extLst>
              <a:ext uri="{FF2B5EF4-FFF2-40B4-BE49-F238E27FC236}">
                <a16:creationId xmlns:a16="http://schemas.microsoft.com/office/drawing/2014/main" id="{FE1A8182-2BE6-4D4A-875F-4E857C8F0DB5}"/>
              </a:ext>
            </a:extLst>
          </p:cNvPr>
          <p:cNvSpPr>
            <a:spLocks noGrp="1"/>
          </p:cNvSpPr>
          <p:nvPr/>
        </p:nvSpPr>
        <p:spPr>
          <a:xfrm>
            <a:off x="423845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2" name="11_all_5347">
            <a:extLst>
              <a:ext uri="{FF2B5EF4-FFF2-40B4-BE49-F238E27FC236}">
                <a16:creationId xmlns:a16="http://schemas.microsoft.com/office/drawing/2014/main" id="{25B59FDE-3E6B-4F03-A9C0-CCD7B2F0358F}"/>
              </a:ext>
            </a:extLst>
          </p:cNvPr>
          <p:cNvSpPr>
            <a:spLocks noGrp="1"/>
          </p:cNvSpPr>
          <p:nvPr/>
        </p:nvSpPr>
        <p:spPr>
          <a:xfrm>
            <a:off x="425827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3" name="11_all_5348">
            <a:extLst>
              <a:ext uri="{FF2B5EF4-FFF2-40B4-BE49-F238E27FC236}">
                <a16:creationId xmlns:a16="http://schemas.microsoft.com/office/drawing/2014/main" id="{B39140DD-55C4-4519-B3C3-F08273A51D75}"/>
              </a:ext>
            </a:extLst>
          </p:cNvPr>
          <p:cNvSpPr>
            <a:spLocks noGrp="1"/>
          </p:cNvSpPr>
          <p:nvPr/>
        </p:nvSpPr>
        <p:spPr>
          <a:xfrm>
            <a:off x="417676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4" name="11_all_5349">
            <a:extLst>
              <a:ext uri="{FF2B5EF4-FFF2-40B4-BE49-F238E27FC236}">
                <a16:creationId xmlns:a16="http://schemas.microsoft.com/office/drawing/2014/main" id="{4DA90295-7DD9-49C7-A291-E1B33E7FC7A5}"/>
              </a:ext>
            </a:extLst>
          </p:cNvPr>
          <p:cNvSpPr>
            <a:spLocks noGrp="1"/>
          </p:cNvSpPr>
          <p:nvPr/>
        </p:nvSpPr>
        <p:spPr>
          <a:xfrm>
            <a:off x="4116608" y="43007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5" name="11_all_5350">
            <a:extLst>
              <a:ext uri="{FF2B5EF4-FFF2-40B4-BE49-F238E27FC236}">
                <a16:creationId xmlns:a16="http://schemas.microsoft.com/office/drawing/2014/main" id="{9BCD6F56-FEFE-4378-A4DF-09F22DC93550}"/>
              </a:ext>
            </a:extLst>
          </p:cNvPr>
          <p:cNvSpPr>
            <a:spLocks noGrp="1"/>
          </p:cNvSpPr>
          <p:nvPr/>
        </p:nvSpPr>
        <p:spPr>
          <a:xfrm>
            <a:off x="4135380" y="46429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6" name="11_all_5351">
            <a:extLst>
              <a:ext uri="{FF2B5EF4-FFF2-40B4-BE49-F238E27FC236}">
                <a16:creationId xmlns:a16="http://schemas.microsoft.com/office/drawing/2014/main" id="{B49AD2F7-A09B-4539-A48F-FA62E5440E6D}"/>
              </a:ext>
            </a:extLst>
          </p:cNvPr>
          <p:cNvSpPr>
            <a:spLocks noGrp="1"/>
          </p:cNvSpPr>
          <p:nvPr/>
        </p:nvSpPr>
        <p:spPr>
          <a:xfrm>
            <a:off x="418706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7" name="11_all_5352">
            <a:extLst>
              <a:ext uri="{FF2B5EF4-FFF2-40B4-BE49-F238E27FC236}">
                <a16:creationId xmlns:a16="http://schemas.microsoft.com/office/drawing/2014/main" id="{33B12F2C-FBEA-40B7-990A-A12CE3882E5E}"/>
              </a:ext>
            </a:extLst>
          </p:cNvPr>
          <p:cNvSpPr>
            <a:spLocks noGrp="1"/>
          </p:cNvSpPr>
          <p:nvPr/>
        </p:nvSpPr>
        <p:spPr>
          <a:xfrm>
            <a:off x="421775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8" name="11_all_5353">
            <a:extLst>
              <a:ext uri="{FF2B5EF4-FFF2-40B4-BE49-F238E27FC236}">
                <a16:creationId xmlns:a16="http://schemas.microsoft.com/office/drawing/2014/main" id="{0F30651C-C04B-47C8-B9D3-94664EDA5FC5}"/>
              </a:ext>
            </a:extLst>
          </p:cNvPr>
          <p:cNvSpPr>
            <a:spLocks noGrp="1"/>
          </p:cNvSpPr>
          <p:nvPr/>
        </p:nvSpPr>
        <p:spPr>
          <a:xfrm>
            <a:off x="413477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9" name="11_all_5354">
            <a:extLst>
              <a:ext uri="{FF2B5EF4-FFF2-40B4-BE49-F238E27FC236}">
                <a16:creationId xmlns:a16="http://schemas.microsoft.com/office/drawing/2014/main" id="{779E345E-DD14-4D6F-A942-D03FA890FBA9}"/>
              </a:ext>
            </a:extLst>
          </p:cNvPr>
          <p:cNvSpPr>
            <a:spLocks noGrp="1"/>
          </p:cNvSpPr>
          <p:nvPr/>
        </p:nvSpPr>
        <p:spPr>
          <a:xfrm>
            <a:off x="425207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0" name="11_all_5355">
            <a:extLst>
              <a:ext uri="{FF2B5EF4-FFF2-40B4-BE49-F238E27FC236}">
                <a16:creationId xmlns:a16="http://schemas.microsoft.com/office/drawing/2014/main" id="{8E7526C9-B81A-43FC-B989-1FA3EBF5EADE}"/>
              </a:ext>
            </a:extLst>
          </p:cNvPr>
          <p:cNvSpPr>
            <a:spLocks noGrp="1"/>
          </p:cNvSpPr>
          <p:nvPr/>
        </p:nvSpPr>
        <p:spPr>
          <a:xfrm>
            <a:off x="421942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1" name="11_all_5356">
            <a:extLst>
              <a:ext uri="{FF2B5EF4-FFF2-40B4-BE49-F238E27FC236}">
                <a16:creationId xmlns:a16="http://schemas.microsoft.com/office/drawing/2014/main" id="{C3C644DE-0D5A-41BC-AF18-FF2B47B5A7FD}"/>
              </a:ext>
            </a:extLst>
          </p:cNvPr>
          <p:cNvSpPr>
            <a:spLocks noGrp="1"/>
          </p:cNvSpPr>
          <p:nvPr/>
        </p:nvSpPr>
        <p:spPr>
          <a:xfrm>
            <a:off x="416155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2" name="11_all_5357">
            <a:extLst>
              <a:ext uri="{FF2B5EF4-FFF2-40B4-BE49-F238E27FC236}">
                <a16:creationId xmlns:a16="http://schemas.microsoft.com/office/drawing/2014/main" id="{701B2243-96EA-4C1B-B1C3-B698ED999E0F}"/>
              </a:ext>
            </a:extLst>
          </p:cNvPr>
          <p:cNvSpPr>
            <a:spLocks noGrp="1"/>
          </p:cNvSpPr>
          <p:nvPr/>
        </p:nvSpPr>
        <p:spPr>
          <a:xfrm>
            <a:off x="4151316" y="4565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3" name="11_all_5358">
            <a:extLst>
              <a:ext uri="{FF2B5EF4-FFF2-40B4-BE49-F238E27FC236}">
                <a16:creationId xmlns:a16="http://schemas.microsoft.com/office/drawing/2014/main" id="{006F4B98-3483-42E3-8A61-C9793421FAD8}"/>
              </a:ext>
            </a:extLst>
          </p:cNvPr>
          <p:cNvSpPr>
            <a:spLocks noGrp="1"/>
          </p:cNvSpPr>
          <p:nvPr/>
        </p:nvSpPr>
        <p:spPr>
          <a:xfrm>
            <a:off x="4113978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4" name="11_all_5359">
            <a:extLst>
              <a:ext uri="{FF2B5EF4-FFF2-40B4-BE49-F238E27FC236}">
                <a16:creationId xmlns:a16="http://schemas.microsoft.com/office/drawing/2014/main" id="{AAC76784-E859-42F3-A261-EC443AAA5AD7}"/>
              </a:ext>
            </a:extLst>
          </p:cNvPr>
          <p:cNvSpPr>
            <a:spLocks noGrp="1"/>
          </p:cNvSpPr>
          <p:nvPr/>
        </p:nvSpPr>
        <p:spPr>
          <a:xfrm>
            <a:off x="423946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5" name="11_all_5360">
            <a:extLst>
              <a:ext uri="{FF2B5EF4-FFF2-40B4-BE49-F238E27FC236}">
                <a16:creationId xmlns:a16="http://schemas.microsoft.com/office/drawing/2014/main" id="{A6FCBF40-D44C-49DB-B537-7B62E7DF52AF}"/>
              </a:ext>
            </a:extLst>
          </p:cNvPr>
          <p:cNvSpPr>
            <a:spLocks noGrp="1"/>
          </p:cNvSpPr>
          <p:nvPr/>
        </p:nvSpPr>
        <p:spPr>
          <a:xfrm>
            <a:off x="425528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6" name="11_all_5361">
            <a:extLst>
              <a:ext uri="{FF2B5EF4-FFF2-40B4-BE49-F238E27FC236}">
                <a16:creationId xmlns:a16="http://schemas.microsoft.com/office/drawing/2014/main" id="{421A6C5C-1857-4F9C-831C-47E09026A949}"/>
              </a:ext>
            </a:extLst>
          </p:cNvPr>
          <p:cNvSpPr>
            <a:spLocks noGrp="1"/>
          </p:cNvSpPr>
          <p:nvPr/>
        </p:nvSpPr>
        <p:spPr>
          <a:xfrm>
            <a:off x="419059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7" name="11_all_5362">
            <a:extLst>
              <a:ext uri="{FF2B5EF4-FFF2-40B4-BE49-F238E27FC236}">
                <a16:creationId xmlns:a16="http://schemas.microsoft.com/office/drawing/2014/main" id="{1F584CF7-0CDA-4741-9C68-033E85578A45}"/>
              </a:ext>
            </a:extLst>
          </p:cNvPr>
          <p:cNvSpPr>
            <a:spLocks noGrp="1"/>
          </p:cNvSpPr>
          <p:nvPr/>
        </p:nvSpPr>
        <p:spPr>
          <a:xfrm>
            <a:off x="423467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8" name="11_all_5363">
            <a:extLst>
              <a:ext uri="{FF2B5EF4-FFF2-40B4-BE49-F238E27FC236}">
                <a16:creationId xmlns:a16="http://schemas.microsoft.com/office/drawing/2014/main" id="{10C142FB-E40F-4CF3-B164-7F0D15998E39}"/>
              </a:ext>
            </a:extLst>
          </p:cNvPr>
          <p:cNvSpPr>
            <a:spLocks noGrp="1"/>
          </p:cNvSpPr>
          <p:nvPr/>
        </p:nvSpPr>
        <p:spPr>
          <a:xfrm>
            <a:off x="422932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9" name="11_all_5364">
            <a:extLst>
              <a:ext uri="{FF2B5EF4-FFF2-40B4-BE49-F238E27FC236}">
                <a16:creationId xmlns:a16="http://schemas.microsoft.com/office/drawing/2014/main" id="{7A8F520F-C336-4BFA-86C6-18918438CBAF}"/>
              </a:ext>
            </a:extLst>
          </p:cNvPr>
          <p:cNvSpPr>
            <a:spLocks noGrp="1"/>
          </p:cNvSpPr>
          <p:nvPr/>
        </p:nvSpPr>
        <p:spPr>
          <a:xfrm>
            <a:off x="413711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0" name="11_all_5365">
            <a:extLst>
              <a:ext uri="{FF2B5EF4-FFF2-40B4-BE49-F238E27FC236}">
                <a16:creationId xmlns:a16="http://schemas.microsoft.com/office/drawing/2014/main" id="{170048A9-91DC-4B55-BB3A-FEA97E657369}"/>
              </a:ext>
            </a:extLst>
          </p:cNvPr>
          <p:cNvSpPr>
            <a:spLocks noGrp="1"/>
          </p:cNvSpPr>
          <p:nvPr/>
        </p:nvSpPr>
        <p:spPr>
          <a:xfrm>
            <a:off x="421894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1" name="11_all_5366">
            <a:extLst>
              <a:ext uri="{FF2B5EF4-FFF2-40B4-BE49-F238E27FC236}">
                <a16:creationId xmlns:a16="http://schemas.microsoft.com/office/drawing/2014/main" id="{2E0E723B-00B5-4FD4-A349-9050AF90B201}"/>
              </a:ext>
            </a:extLst>
          </p:cNvPr>
          <p:cNvSpPr>
            <a:spLocks noGrp="1"/>
          </p:cNvSpPr>
          <p:nvPr/>
        </p:nvSpPr>
        <p:spPr>
          <a:xfrm>
            <a:off x="4197860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2" name="11_all_5367">
            <a:extLst>
              <a:ext uri="{FF2B5EF4-FFF2-40B4-BE49-F238E27FC236}">
                <a16:creationId xmlns:a16="http://schemas.microsoft.com/office/drawing/2014/main" id="{2AF96E73-49B9-469A-B54F-905F080DBE2D}"/>
              </a:ext>
            </a:extLst>
          </p:cNvPr>
          <p:cNvSpPr>
            <a:spLocks noGrp="1"/>
          </p:cNvSpPr>
          <p:nvPr/>
        </p:nvSpPr>
        <p:spPr>
          <a:xfrm>
            <a:off x="4214802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3" name="11_all_5368">
            <a:extLst>
              <a:ext uri="{FF2B5EF4-FFF2-40B4-BE49-F238E27FC236}">
                <a16:creationId xmlns:a16="http://schemas.microsoft.com/office/drawing/2014/main" id="{4B616995-34F9-44AB-89C2-DA993384E33D}"/>
              </a:ext>
            </a:extLst>
          </p:cNvPr>
          <p:cNvSpPr>
            <a:spLocks noGrp="1"/>
          </p:cNvSpPr>
          <p:nvPr/>
        </p:nvSpPr>
        <p:spPr>
          <a:xfrm>
            <a:off x="421439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4" name="11_all_5369">
            <a:extLst>
              <a:ext uri="{FF2B5EF4-FFF2-40B4-BE49-F238E27FC236}">
                <a16:creationId xmlns:a16="http://schemas.microsoft.com/office/drawing/2014/main" id="{3570A781-248E-49D8-AEA6-6E805B28D093}"/>
              </a:ext>
            </a:extLst>
          </p:cNvPr>
          <p:cNvSpPr>
            <a:spLocks noGrp="1"/>
          </p:cNvSpPr>
          <p:nvPr/>
        </p:nvSpPr>
        <p:spPr>
          <a:xfrm>
            <a:off x="4202139" y="39688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5" name="11_all_5370">
            <a:extLst>
              <a:ext uri="{FF2B5EF4-FFF2-40B4-BE49-F238E27FC236}">
                <a16:creationId xmlns:a16="http://schemas.microsoft.com/office/drawing/2014/main" id="{1B6E9CA3-4D0F-48FA-AF8A-4D0855A217B4}"/>
              </a:ext>
            </a:extLst>
          </p:cNvPr>
          <p:cNvSpPr>
            <a:spLocks noGrp="1"/>
          </p:cNvSpPr>
          <p:nvPr/>
        </p:nvSpPr>
        <p:spPr>
          <a:xfrm>
            <a:off x="413782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6" name="11_all_5371">
            <a:extLst>
              <a:ext uri="{FF2B5EF4-FFF2-40B4-BE49-F238E27FC236}">
                <a16:creationId xmlns:a16="http://schemas.microsoft.com/office/drawing/2014/main" id="{4F451383-2B31-4E92-9840-2DB904253752}"/>
              </a:ext>
            </a:extLst>
          </p:cNvPr>
          <p:cNvSpPr>
            <a:spLocks noGrp="1"/>
          </p:cNvSpPr>
          <p:nvPr/>
        </p:nvSpPr>
        <p:spPr>
          <a:xfrm>
            <a:off x="4202250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7" name="11_all_5372">
            <a:extLst>
              <a:ext uri="{FF2B5EF4-FFF2-40B4-BE49-F238E27FC236}">
                <a16:creationId xmlns:a16="http://schemas.microsoft.com/office/drawing/2014/main" id="{06691E52-7B64-4BCE-8FCB-CA937FCDE1A8}"/>
              </a:ext>
            </a:extLst>
          </p:cNvPr>
          <p:cNvSpPr>
            <a:spLocks noGrp="1"/>
          </p:cNvSpPr>
          <p:nvPr/>
        </p:nvSpPr>
        <p:spPr>
          <a:xfrm>
            <a:off x="423861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8" name="11_all_5373">
            <a:extLst>
              <a:ext uri="{FF2B5EF4-FFF2-40B4-BE49-F238E27FC236}">
                <a16:creationId xmlns:a16="http://schemas.microsoft.com/office/drawing/2014/main" id="{7302970E-F686-4CE0-AD4C-17EE31EEB04B}"/>
              </a:ext>
            </a:extLst>
          </p:cNvPr>
          <p:cNvSpPr>
            <a:spLocks noGrp="1"/>
          </p:cNvSpPr>
          <p:nvPr/>
        </p:nvSpPr>
        <p:spPr>
          <a:xfrm>
            <a:off x="425055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9" name="11_all_5374">
            <a:extLst>
              <a:ext uri="{FF2B5EF4-FFF2-40B4-BE49-F238E27FC236}">
                <a16:creationId xmlns:a16="http://schemas.microsoft.com/office/drawing/2014/main" id="{149DFF7E-A05D-47CC-89C3-50746CF634F3}"/>
              </a:ext>
            </a:extLst>
          </p:cNvPr>
          <p:cNvSpPr>
            <a:spLocks noGrp="1"/>
          </p:cNvSpPr>
          <p:nvPr/>
        </p:nvSpPr>
        <p:spPr>
          <a:xfrm>
            <a:off x="4253909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0" name="11_all_5375">
            <a:extLst>
              <a:ext uri="{FF2B5EF4-FFF2-40B4-BE49-F238E27FC236}">
                <a16:creationId xmlns:a16="http://schemas.microsoft.com/office/drawing/2014/main" id="{120FB20D-A56B-474E-A45A-D21DEC8630F7}"/>
              </a:ext>
            </a:extLst>
          </p:cNvPr>
          <p:cNvSpPr>
            <a:spLocks noGrp="1"/>
          </p:cNvSpPr>
          <p:nvPr/>
        </p:nvSpPr>
        <p:spPr>
          <a:xfrm>
            <a:off x="425914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1" name="11_all_5376">
            <a:extLst>
              <a:ext uri="{FF2B5EF4-FFF2-40B4-BE49-F238E27FC236}">
                <a16:creationId xmlns:a16="http://schemas.microsoft.com/office/drawing/2014/main" id="{A2305F18-6F92-4A73-BCE1-1D749ED89920}"/>
              </a:ext>
            </a:extLst>
          </p:cNvPr>
          <p:cNvSpPr>
            <a:spLocks noGrp="1"/>
          </p:cNvSpPr>
          <p:nvPr/>
        </p:nvSpPr>
        <p:spPr>
          <a:xfrm>
            <a:off x="4248923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2" name="11_all_5377">
            <a:extLst>
              <a:ext uri="{FF2B5EF4-FFF2-40B4-BE49-F238E27FC236}">
                <a16:creationId xmlns:a16="http://schemas.microsoft.com/office/drawing/2014/main" id="{36FF7866-7F7E-4C03-B354-497232AC69F7}"/>
              </a:ext>
            </a:extLst>
          </p:cNvPr>
          <p:cNvSpPr>
            <a:spLocks noGrp="1"/>
          </p:cNvSpPr>
          <p:nvPr/>
        </p:nvSpPr>
        <p:spPr>
          <a:xfrm>
            <a:off x="420246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3" name="11_all_5378">
            <a:extLst>
              <a:ext uri="{FF2B5EF4-FFF2-40B4-BE49-F238E27FC236}">
                <a16:creationId xmlns:a16="http://schemas.microsoft.com/office/drawing/2014/main" id="{E9C48AF2-5F45-437F-9B8A-B6275D18F334}"/>
              </a:ext>
            </a:extLst>
          </p:cNvPr>
          <p:cNvSpPr>
            <a:spLocks noGrp="1"/>
          </p:cNvSpPr>
          <p:nvPr/>
        </p:nvSpPr>
        <p:spPr>
          <a:xfrm>
            <a:off x="4243061" y="465494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4" name="11_all_5379">
            <a:extLst>
              <a:ext uri="{FF2B5EF4-FFF2-40B4-BE49-F238E27FC236}">
                <a16:creationId xmlns:a16="http://schemas.microsoft.com/office/drawing/2014/main" id="{872B3FAD-312F-4322-92C3-3552BBFEE2A3}"/>
              </a:ext>
            </a:extLst>
          </p:cNvPr>
          <p:cNvSpPr>
            <a:spLocks noGrp="1"/>
          </p:cNvSpPr>
          <p:nvPr/>
        </p:nvSpPr>
        <p:spPr>
          <a:xfrm>
            <a:off x="4243550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5" name="11_all_5380">
            <a:extLst>
              <a:ext uri="{FF2B5EF4-FFF2-40B4-BE49-F238E27FC236}">
                <a16:creationId xmlns:a16="http://schemas.microsoft.com/office/drawing/2014/main" id="{02C41F1D-3622-4092-A4FE-64DFE709155F}"/>
              </a:ext>
            </a:extLst>
          </p:cNvPr>
          <p:cNvSpPr>
            <a:spLocks noGrp="1"/>
          </p:cNvSpPr>
          <p:nvPr/>
        </p:nvSpPr>
        <p:spPr>
          <a:xfrm>
            <a:off x="4132113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6" name="11_all_5381">
            <a:extLst>
              <a:ext uri="{FF2B5EF4-FFF2-40B4-BE49-F238E27FC236}">
                <a16:creationId xmlns:a16="http://schemas.microsoft.com/office/drawing/2014/main" id="{3A690E36-04A4-40B5-BE32-7B4849312B54}"/>
              </a:ext>
            </a:extLst>
          </p:cNvPr>
          <p:cNvSpPr>
            <a:spLocks noGrp="1"/>
          </p:cNvSpPr>
          <p:nvPr/>
        </p:nvSpPr>
        <p:spPr>
          <a:xfrm>
            <a:off x="4213528" y="39369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7" name="11_all_5382">
            <a:extLst>
              <a:ext uri="{FF2B5EF4-FFF2-40B4-BE49-F238E27FC236}">
                <a16:creationId xmlns:a16="http://schemas.microsoft.com/office/drawing/2014/main" id="{03A3D726-EC5D-4BF0-81C9-63B90CCBB4B5}"/>
              </a:ext>
            </a:extLst>
          </p:cNvPr>
          <p:cNvSpPr>
            <a:spLocks noGrp="1"/>
          </p:cNvSpPr>
          <p:nvPr/>
        </p:nvSpPr>
        <p:spPr>
          <a:xfrm>
            <a:off x="418530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8" name="11_all_5383">
            <a:extLst>
              <a:ext uri="{FF2B5EF4-FFF2-40B4-BE49-F238E27FC236}">
                <a16:creationId xmlns:a16="http://schemas.microsoft.com/office/drawing/2014/main" id="{6B221C18-0051-4640-BAA0-A9438DD8AC27}"/>
              </a:ext>
            </a:extLst>
          </p:cNvPr>
          <p:cNvSpPr>
            <a:spLocks noGrp="1"/>
          </p:cNvSpPr>
          <p:nvPr/>
        </p:nvSpPr>
        <p:spPr>
          <a:xfrm>
            <a:off x="4142560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9" name="11_all_5384">
            <a:extLst>
              <a:ext uri="{FF2B5EF4-FFF2-40B4-BE49-F238E27FC236}">
                <a16:creationId xmlns:a16="http://schemas.microsoft.com/office/drawing/2014/main" id="{60C9CFF5-7BCE-4E2D-BF7C-2FA0D960A3F5}"/>
              </a:ext>
            </a:extLst>
          </p:cNvPr>
          <p:cNvSpPr>
            <a:spLocks noGrp="1"/>
          </p:cNvSpPr>
          <p:nvPr/>
        </p:nvSpPr>
        <p:spPr>
          <a:xfrm>
            <a:off x="422953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0" name="11_all_5385">
            <a:extLst>
              <a:ext uri="{FF2B5EF4-FFF2-40B4-BE49-F238E27FC236}">
                <a16:creationId xmlns:a16="http://schemas.microsoft.com/office/drawing/2014/main" id="{124C5FC9-3761-4F6D-9300-61F41D61F3E1}"/>
              </a:ext>
            </a:extLst>
          </p:cNvPr>
          <p:cNvSpPr>
            <a:spLocks noGrp="1"/>
          </p:cNvSpPr>
          <p:nvPr/>
        </p:nvSpPr>
        <p:spPr>
          <a:xfrm>
            <a:off x="4210134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1" name="11_all_5386">
            <a:extLst>
              <a:ext uri="{FF2B5EF4-FFF2-40B4-BE49-F238E27FC236}">
                <a16:creationId xmlns:a16="http://schemas.microsoft.com/office/drawing/2014/main" id="{32949795-297F-44B5-91E8-0AFCBBF1CADD}"/>
              </a:ext>
            </a:extLst>
          </p:cNvPr>
          <p:cNvSpPr>
            <a:spLocks noGrp="1"/>
          </p:cNvSpPr>
          <p:nvPr/>
        </p:nvSpPr>
        <p:spPr>
          <a:xfrm>
            <a:off x="414998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2" name="11_all_5387">
            <a:extLst>
              <a:ext uri="{FF2B5EF4-FFF2-40B4-BE49-F238E27FC236}">
                <a16:creationId xmlns:a16="http://schemas.microsoft.com/office/drawing/2014/main" id="{D9796E87-4D9D-48B9-95FA-0304F1437218}"/>
              </a:ext>
            </a:extLst>
          </p:cNvPr>
          <p:cNvSpPr>
            <a:spLocks noGrp="1"/>
          </p:cNvSpPr>
          <p:nvPr/>
        </p:nvSpPr>
        <p:spPr>
          <a:xfrm>
            <a:off x="4132730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3" name="11_all_5388">
            <a:extLst>
              <a:ext uri="{FF2B5EF4-FFF2-40B4-BE49-F238E27FC236}">
                <a16:creationId xmlns:a16="http://schemas.microsoft.com/office/drawing/2014/main" id="{921880EB-6779-44C2-855E-3BCD806C8A26}"/>
              </a:ext>
            </a:extLst>
          </p:cNvPr>
          <p:cNvSpPr>
            <a:spLocks noGrp="1"/>
          </p:cNvSpPr>
          <p:nvPr/>
        </p:nvSpPr>
        <p:spPr>
          <a:xfrm>
            <a:off x="419396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4" name="11_all_5389">
            <a:extLst>
              <a:ext uri="{FF2B5EF4-FFF2-40B4-BE49-F238E27FC236}">
                <a16:creationId xmlns:a16="http://schemas.microsoft.com/office/drawing/2014/main" id="{27CB13F3-8B64-4DAA-80FD-5A51FD6080F5}"/>
              </a:ext>
            </a:extLst>
          </p:cNvPr>
          <p:cNvSpPr>
            <a:spLocks noGrp="1"/>
          </p:cNvSpPr>
          <p:nvPr/>
        </p:nvSpPr>
        <p:spPr>
          <a:xfrm>
            <a:off x="421296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5" name="11_all_5390">
            <a:extLst>
              <a:ext uri="{FF2B5EF4-FFF2-40B4-BE49-F238E27FC236}">
                <a16:creationId xmlns:a16="http://schemas.microsoft.com/office/drawing/2014/main" id="{8F7BD95B-ED7C-4F91-856A-9F44AA680C4B}"/>
              </a:ext>
            </a:extLst>
          </p:cNvPr>
          <p:cNvSpPr>
            <a:spLocks noGrp="1"/>
          </p:cNvSpPr>
          <p:nvPr/>
        </p:nvSpPr>
        <p:spPr>
          <a:xfrm>
            <a:off x="415321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6" name="11_all_5391">
            <a:extLst>
              <a:ext uri="{FF2B5EF4-FFF2-40B4-BE49-F238E27FC236}">
                <a16:creationId xmlns:a16="http://schemas.microsoft.com/office/drawing/2014/main" id="{2EC64708-120D-479E-B247-134BC660D4DB}"/>
              </a:ext>
            </a:extLst>
          </p:cNvPr>
          <p:cNvSpPr>
            <a:spLocks noGrp="1"/>
          </p:cNvSpPr>
          <p:nvPr/>
        </p:nvSpPr>
        <p:spPr>
          <a:xfrm>
            <a:off x="4227744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7" name="11_all_5392">
            <a:extLst>
              <a:ext uri="{FF2B5EF4-FFF2-40B4-BE49-F238E27FC236}">
                <a16:creationId xmlns:a16="http://schemas.microsoft.com/office/drawing/2014/main" id="{88314CE8-A020-4C31-B381-EE735DE0625F}"/>
              </a:ext>
            </a:extLst>
          </p:cNvPr>
          <p:cNvSpPr>
            <a:spLocks noGrp="1"/>
          </p:cNvSpPr>
          <p:nvPr/>
        </p:nvSpPr>
        <p:spPr>
          <a:xfrm>
            <a:off x="422285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8" name="11_all_5393">
            <a:extLst>
              <a:ext uri="{FF2B5EF4-FFF2-40B4-BE49-F238E27FC236}">
                <a16:creationId xmlns:a16="http://schemas.microsoft.com/office/drawing/2014/main" id="{BF3345AF-7C3E-4822-8FC6-7CFAE8848D1F}"/>
              </a:ext>
            </a:extLst>
          </p:cNvPr>
          <p:cNvSpPr>
            <a:spLocks noGrp="1"/>
          </p:cNvSpPr>
          <p:nvPr/>
        </p:nvSpPr>
        <p:spPr>
          <a:xfrm>
            <a:off x="418159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9" name="11_all_5394">
            <a:extLst>
              <a:ext uri="{FF2B5EF4-FFF2-40B4-BE49-F238E27FC236}">
                <a16:creationId xmlns:a16="http://schemas.microsoft.com/office/drawing/2014/main" id="{4D4ED233-3CD5-423C-AB56-80D3E7AA13FA}"/>
              </a:ext>
            </a:extLst>
          </p:cNvPr>
          <p:cNvSpPr>
            <a:spLocks noGrp="1"/>
          </p:cNvSpPr>
          <p:nvPr/>
        </p:nvSpPr>
        <p:spPr>
          <a:xfrm>
            <a:off x="4185617" y="42086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0" name="11_all_5395">
            <a:extLst>
              <a:ext uri="{FF2B5EF4-FFF2-40B4-BE49-F238E27FC236}">
                <a16:creationId xmlns:a16="http://schemas.microsoft.com/office/drawing/2014/main" id="{69D6161A-08B0-4A42-9B4A-E80CBC2E28B4}"/>
              </a:ext>
            </a:extLst>
          </p:cNvPr>
          <p:cNvSpPr>
            <a:spLocks noGrp="1"/>
          </p:cNvSpPr>
          <p:nvPr/>
        </p:nvSpPr>
        <p:spPr>
          <a:xfrm>
            <a:off x="424342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1" name="11_all_5396">
            <a:extLst>
              <a:ext uri="{FF2B5EF4-FFF2-40B4-BE49-F238E27FC236}">
                <a16:creationId xmlns:a16="http://schemas.microsoft.com/office/drawing/2014/main" id="{F9FC2BDA-8C3F-40ED-8AF2-66FAC7F7ABBF}"/>
              </a:ext>
            </a:extLst>
          </p:cNvPr>
          <p:cNvSpPr>
            <a:spLocks noGrp="1"/>
          </p:cNvSpPr>
          <p:nvPr/>
        </p:nvSpPr>
        <p:spPr>
          <a:xfrm>
            <a:off x="419713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2" name="11_all_5397">
            <a:extLst>
              <a:ext uri="{FF2B5EF4-FFF2-40B4-BE49-F238E27FC236}">
                <a16:creationId xmlns:a16="http://schemas.microsoft.com/office/drawing/2014/main" id="{4E302D4B-D305-41D1-A560-3C95B6E94F24}"/>
              </a:ext>
            </a:extLst>
          </p:cNvPr>
          <p:cNvSpPr>
            <a:spLocks noGrp="1"/>
          </p:cNvSpPr>
          <p:nvPr/>
        </p:nvSpPr>
        <p:spPr>
          <a:xfrm>
            <a:off x="415739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3" name="11_all_5398">
            <a:extLst>
              <a:ext uri="{FF2B5EF4-FFF2-40B4-BE49-F238E27FC236}">
                <a16:creationId xmlns:a16="http://schemas.microsoft.com/office/drawing/2014/main" id="{BDDA837B-9391-4750-B388-C0D19FCD086B}"/>
              </a:ext>
            </a:extLst>
          </p:cNvPr>
          <p:cNvSpPr>
            <a:spLocks noGrp="1"/>
          </p:cNvSpPr>
          <p:nvPr/>
        </p:nvSpPr>
        <p:spPr>
          <a:xfrm>
            <a:off x="425109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4" name="11_all_5399">
            <a:extLst>
              <a:ext uri="{FF2B5EF4-FFF2-40B4-BE49-F238E27FC236}">
                <a16:creationId xmlns:a16="http://schemas.microsoft.com/office/drawing/2014/main" id="{23B6B603-1106-41CC-AC08-703D15F8A891}"/>
              </a:ext>
            </a:extLst>
          </p:cNvPr>
          <p:cNvSpPr>
            <a:spLocks noGrp="1"/>
          </p:cNvSpPr>
          <p:nvPr/>
        </p:nvSpPr>
        <p:spPr>
          <a:xfrm>
            <a:off x="423054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5" name="11_all_5400">
            <a:extLst>
              <a:ext uri="{FF2B5EF4-FFF2-40B4-BE49-F238E27FC236}">
                <a16:creationId xmlns:a16="http://schemas.microsoft.com/office/drawing/2014/main" id="{2E11CD2A-5D42-4B84-AE0C-FF894F60D53B}"/>
              </a:ext>
            </a:extLst>
          </p:cNvPr>
          <p:cNvSpPr>
            <a:spLocks noGrp="1"/>
          </p:cNvSpPr>
          <p:nvPr/>
        </p:nvSpPr>
        <p:spPr>
          <a:xfrm>
            <a:off x="4258979" y="467409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6" name="11_all_5401">
            <a:extLst>
              <a:ext uri="{FF2B5EF4-FFF2-40B4-BE49-F238E27FC236}">
                <a16:creationId xmlns:a16="http://schemas.microsoft.com/office/drawing/2014/main" id="{F635B18F-A1CC-4357-9A35-7A7BA02A0B06}"/>
              </a:ext>
            </a:extLst>
          </p:cNvPr>
          <p:cNvSpPr>
            <a:spLocks noGrp="1"/>
          </p:cNvSpPr>
          <p:nvPr/>
        </p:nvSpPr>
        <p:spPr>
          <a:xfrm>
            <a:off x="415514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7" name="11_all_5402">
            <a:extLst>
              <a:ext uri="{FF2B5EF4-FFF2-40B4-BE49-F238E27FC236}">
                <a16:creationId xmlns:a16="http://schemas.microsoft.com/office/drawing/2014/main" id="{3B52696D-33E3-4E5B-B29C-00D1C9C87580}"/>
              </a:ext>
            </a:extLst>
          </p:cNvPr>
          <p:cNvSpPr>
            <a:spLocks noGrp="1"/>
          </p:cNvSpPr>
          <p:nvPr/>
        </p:nvSpPr>
        <p:spPr>
          <a:xfrm>
            <a:off x="419021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8" name="11_all_5403">
            <a:extLst>
              <a:ext uri="{FF2B5EF4-FFF2-40B4-BE49-F238E27FC236}">
                <a16:creationId xmlns:a16="http://schemas.microsoft.com/office/drawing/2014/main" id="{D5A3F1A2-B45E-456E-A96B-25C85DC44D02}"/>
              </a:ext>
            </a:extLst>
          </p:cNvPr>
          <p:cNvSpPr>
            <a:spLocks noGrp="1"/>
          </p:cNvSpPr>
          <p:nvPr/>
        </p:nvSpPr>
        <p:spPr>
          <a:xfrm>
            <a:off x="425896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9" name="11_all_5404">
            <a:extLst>
              <a:ext uri="{FF2B5EF4-FFF2-40B4-BE49-F238E27FC236}">
                <a16:creationId xmlns:a16="http://schemas.microsoft.com/office/drawing/2014/main" id="{D1EE6A58-062D-4C76-8025-A4306063ECBA}"/>
              </a:ext>
            </a:extLst>
          </p:cNvPr>
          <p:cNvSpPr>
            <a:spLocks noGrp="1"/>
          </p:cNvSpPr>
          <p:nvPr/>
        </p:nvSpPr>
        <p:spPr>
          <a:xfrm>
            <a:off x="417862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0" name="11_all_5405">
            <a:extLst>
              <a:ext uri="{FF2B5EF4-FFF2-40B4-BE49-F238E27FC236}">
                <a16:creationId xmlns:a16="http://schemas.microsoft.com/office/drawing/2014/main" id="{3AEFDA98-98DB-4D9C-8BE0-5BDC9DEB22D4}"/>
              </a:ext>
            </a:extLst>
          </p:cNvPr>
          <p:cNvSpPr>
            <a:spLocks noGrp="1"/>
          </p:cNvSpPr>
          <p:nvPr/>
        </p:nvSpPr>
        <p:spPr>
          <a:xfrm>
            <a:off x="4192143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1" name="11_all_5406">
            <a:extLst>
              <a:ext uri="{FF2B5EF4-FFF2-40B4-BE49-F238E27FC236}">
                <a16:creationId xmlns:a16="http://schemas.microsoft.com/office/drawing/2014/main" id="{51298DE3-8D69-4C2E-89D1-66D878A42A9E}"/>
              </a:ext>
            </a:extLst>
          </p:cNvPr>
          <p:cNvSpPr>
            <a:spLocks noGrp="1"/>
          </p:cNvSpPr>
          <p:nvPr/>
        </p:nvSpPr>
        <p:spPr>
          <a:xfrm>
            <a:off x="4149848" y="473187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2" name="11_all_5407">
            <a:extLst>
              <a:ext uri="{FF2B5EF4-FFF2-40B4-BE49-F238E27FC236}">
                <a16:creationId xmlns:a16="http://schemas.microsoft.com/office/drawing/2014/main" id="{FC310343-32F9-42A5-8DA8-A4C93F23E99D}"/>
              </a:ext>
            </a:extLst>
          </p:cNvPr>
          <p:cNvSpPr>
            <a:spLocks noGrp="1"/>
          </p:cNvSpPr>
          <p:nvPr/>
        </p:nvSpPr>
        <p:spPr>
          <a:xfrm>
            <a:off x="4552869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3" name="11_all_5408">
            <a:extLst>
              <a:ext uri="{FF2B5EF4-FFF2-40B4-BE49-F238E27FC236}">
                <a16:creationId xmlns:a16="http://schemas.microsoft.com/office/drawing/2014/main" id="{8D3C595A-F6B3-4F0A-8ADF-0D652EA14142}"/>
              </a:ext>
            </a:extLst>
          </p:cNvPr>
          <p:cNvSpPr>
            <a:spLocks noGrp="1"/>
          </p:cNvSpPr>
          <p:nvPr/>
        </p:nvSpPr>
        <p:spPr>
          <a:xfrm>
            <a:off x="462703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4" name="11_all_5409">
            <a:extLst>
              <a:ext uri="{FF2B5EF4-FFF2-40B4-BE49-F238E27FC236}">
                <a16:creationId xmlns:a16="http://schemas.microsoft.com/office/drawing/2014/main" id="{98FEEDF5-6855-46A2-93AC-A129904F20E4}"/>
              </a:ext>
            </a:extLst>
          </p:cNvPr>
          <p:cNvSpPr>
            <a:spLocks noGrp="1"/>
          </p:cNvSpPr>
          <p:nvPr/>
        </p:nvSpPr>
        <p:spPr>
          <a:xfrm>
            <a:off x="461392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5" name="11_all_5410">
            <a:extLst>
              <a:ext uri="{FF2B5EF4-FFF2-40B4-BE49-F238E27FC236}">
                <a16:creationId xmlns:a16="http://schemas.microsoft.com/office/drawing/2014/main" id="{CAB8CF6E-A176-43A7-B3B3-DD59551453E1}"/>
              </a:ext>
            </a:extLst>
          </p:cNvPr>
          <p:cNvSpPr>
            <a:spLocks noGrp="1"/>
          </p:cNvSpPr>
          <p:nvPr/>
        </p:nvSpPr>
        <p:spPr>
          <a:xfrm>
            <a:off x="4630023" y="30873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6" name="11_all_5411">
            <a:extLst>
              <a:ext uri="{FF2B5EF4-FFF2-40B4-BE49-F238E27FC236}">
                <a16:creationId xmlns:a16="http://schemas.microsoft.com/office/drawing/2014/main" id="{0CCE5F35-1485-4B12-A395-02485234A4C3}"/>
              </a:ext>
            </a:extLst>
          </p:cNvPr>
          <p:cNvSpPr>
            <a:spLocks noGrp="1"/>
          </p:cNvSpPr>
          <p:nvPr/>
        </p:nvSpPr>
        <p:spPr>
          <a:xfrm>
            <a:off x="456169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7" name="11_all_5412">
            <a:extLst>
              <a:ext uri="{FF2B5EF4-FFF2-40B4-BE49-F238E27FC236}">
                <a16:creationId xmlns:a16="http://schemas.microsoft.com/office/drawing/2014/main" id="{01EC2DF3-4662-4271-A294-21528995D0E6}"/>
              </a:ext>
            </a:extLst>
          </p:cNvPr>
          <p:cNvSpPr>
            <a:spLocks noGrp="1"/>
          </p:cNvSpPr>
          <p:nvPr/>
        </p:nvSpPr>
        <p:spPr>
          <a:xfrm>
            <a:off x="4574230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8" name="11_all_5413">
            <a:extLst>
              <a:ext uri="{FF2B5EF4-FFF2-40B4-BE49-F238E27FC236}">
                <a16:creationId xmlns:a16="http://schemas.microsoft.com/office/drawing/2014/main" id="{9020463C-C8DA-49F4-8F91-0F1A1DA23306}"/>
              </a:ext>
            </a:extLst>
          </p:cNvPr>
          <p:cNvSpPr>
            <a:spLocks noGrp="1"/>
          </p:cNvSpPr>
          <p:nvPr/>
        </p:nvSpPr>
        <p:spPr>
          <a:xfrm>
            <a:off x="454480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9" name="11_all_5414">
            <a:extLst>
              <a:ext uri="{FF2B5EF4-FFF2-40B4-BE49-F238E27FC236}">
                <a16:creationId xmlns:a16="http://schemas.microsoft.com/office/drawing/2014/main" id="{CEEF5035-3C50-4F46-8B3A-55B38ED3E9B5}"/>
              </a:ext>
            </a:extLst>
          </p:cNvPr>
          <p:cNvSpPr>
            <a:spLocks noGrp="1"/>
          </p:cNvSpPr>
          <p:nvPr/>
        </p:nvSpPr>
        <p:spPr>
          <a:xfrm>
            <a:off x="457349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0" name="11_all_5415">
            <a:extLst>
              <a:ext uri="{FF2B5EF4-FFF2-40B4-BE49-F238E27FC236}">
                <a16:creationId xmlns:a16="http://schemas.microsoft.com/office/drawing/2014/main" id="{2F5F4587-EB32-414C-8BB5-F0F0B81A24CB}"/>
              </a:ext>
            </a:extLst>
          </p:cNvPr>
          <p:cNvSpPr>
            <a:spLocks noGrp="1"/>
          </p:cNvSpPr>
          <p:nvPr/>
        </p:nvSpPr>
        <p:spPr>
          <a:xfrm>
            <a:off x="452761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1" name="11_all_5416">
            <a:extLst>
              <a:ext uri="{FF2B5EF4-FFF2-40B4-BE49-F238E27FC236}">
                <a16:creationId xmlns:a16="http://schemas.microsoft.com/office/drawing/2014/main" id="{60E1532D-42ED-49E7-A149-702C6C21F71A}"/>
              </a:ext>
            </a:extLst>
          </p:cNvPr>
          <p:cNvSpPr>
            <a:spLocks noGrp="1"/>
          </p:cNvSpPr>
          <p:nvPr/>
        </p:nvSpPr>
        <p:spPr>
          <a:xfrm>
            <a:off x="458221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2" name="11_all_5417">
            <a:extLst>
              <a:ext uri="{FF2B5EF4-FFF2-40B4-BE49-F238E27FC236}">
                <a16:creationId xmlns:a16="http://schemas.microsoft.com/office/drawing/2014/main" id="{B0ECF56F-FBD9-482D-B917-69A0DC1B5969}"/>
              </a:ext>
            </a:extLst>
          </p:cNvPr>
          <p:cNvSpPr>
            <a:spLocks noGrp="1"/>
          </p:cNvSpPr>
          <p:nvPr/>
        </p:nvSpPr>
        <p:spPr>
          <a:xfrm>
            <a:off x="458902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3" name="11_all_5418">
            <a:extLst>
              <a:ext uri="{FF2B5EF4-FFF2-40B4-BE49-F238E27FC236}">
                <a16:creationId xmlns:a16="http://schemas.microsoft.com/office/drawing/2014/main" id="{D2347C43-D463-4C4C-8230-0314A0FDF311}"/>
              </a:ext>
            </a:extLst>
          </p:cNvPr>
          <p:cNvSpPr>
            <a:spLocks noGrp="1"/>
          </p:cNvSpPr>
          <p:nvPr/>
        </p:nvSpPr>
        <p:spPr>
          <a:xfrm>
            <a:off x="464908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4" name="11_all_5419">
            <a:extLst>
              <a:ext uri="{FF2B5EF4-FFF2-40B4-BE49-F238E27FC236}">
                <a16:creationId xmlns:a16="http://schemas.microsoft.com/office/drawing/2014/main" id="{B2F70E4B-2E5B-4BAF-B50F-95E1F7CBA0AF}"/>
              </a:ext>
            </a:extLst>
          </p:cNvPr>
          <p:cNvSpPr>
            <a:spLocks noGrp="1"/>
          </p:cNvSpPr>
          <p:nvPr/>
        </p:nvSpPr>
        <p:spPr>
          <a:xfrm>
            <a:off x="463395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5" name="11_all_5420">
            <a:extLst>
              <a:ext uri="{FF2B5EF4-FFF2-40B4-BE49-F238E27FC236}">
                <a16:creationId xmlns:a16="http://schemas.microsoft.com/office/drawing/2014/main" id="{A9E6B1BE-A041-4C00-98AF-EC812E820A09}"/>
              </a:ext>
            </a:extLst>
          </p:cNvPr>
          <p:cNvSpPr>
            <a:spLocks noGrp="1"/>
          </p:cNvSpPr>
          <p:nvPr/>
        </p:nvSpPr>
        <p:spPr>
          <a:xfrm>
            <a:off x="464752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6" name="11_all_5421">
            <a:extLst>
              <a:ext uri="{FF2B5EF4-FFF2-40B4-BE49-F238E27FC236}">
                <a16:creationId xmlns:a16="http://schemas.microsoft.com/office/drawing/2014/main" id="{8C9AE339-4C6C-4CEE-8291-F2D49C22BDAF}"/>
              </a:ext>
            </a:extLst>
          </p:cNvPr>
          <p:cNvSpPr>
            <a:spLocks noGrp="1"/>
          </p:cNvSpPr>
          <p:nvPr/>
        </p:nvSpPr>
        <p:spPr>
          <a:xfrm>
            <a:off x="456822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7" name="11_all_5422">
            <a:extLst>
              <a:ext uri="{FF2B5EF4-FFF2-40B4-BE49-F238E27FC236}">
                <a16:creationId xmlns:a16="http://schemas.microsoft.com/office/drawing/2014/main" id="{D1E1E08B-3D91-4995-B158-B3D0B6EF33BA}"/>
              </a:ext>
            </a:extLst>
          </p:cNvPr>
          <p:cNvSpPr>
            <a:spLocks noGrp="1"/>
          </p:cNvSpPr>
          <p:nvPr/>
        </p:nvSpPr>
        <p:spPr>
          <a:xfrm>
            <a:off x="4559758" y="37614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8" name="11_all_5423">
            <a:extLst>
              <a:ext uri="{FF2B5EF4-FFF2-40B4-BE49-F238E27FC236}">
                <a16:creationId xmlns:a16="http://schemas.microsoft.com/office/drawing/2014/main" id="{B00059C8-1093-4C4A-9588-06447FC42D09}"/>
              </a:ext>
            </a:extLst>
          </p:cNvPr>
          <p:cNvSpPr>
            <a:spLocks noGrp="1"/>
          </p:cNvSpPr>
          <p:nvPr/>
        </p:nvSpPr>
        <p:spPr>
          <a:xfrm>
            <a:off x="4519993" y="37231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9" name="11_all_5424">
            <a:extLst>
              <a:ext uri="{FF2B5EF4-FFF2-40B4-BE49-F238E27FC236}">
                <a16:creationId xmlns:a16="http://schemas.microsoft.com/office/drawing/2014/main" id="{C1E613D9-6FFE-4459-A418-D91EE1AE395F}"/>
              </a:ext>
            </a:extLst>
          </p:cNvPr>
          <p:cNvSpPr>
            <a:spLocks noGrp="1"/>
          </p:cNvSpPr>
          <p:nvPr/>
        </p:nvSpPr>
        <p:spPr>
          <a:xfrm>
            <a:off x="4650402" y="377182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0" name="11_all_5425">
            <a:extLst>
              <a:ext uri="{FF2B5EF4-FFF2-40B4-BE49-F238E27FC236}">
                <a16:creationId xmlns:a16="http://schemas.microsoft.com/office/drawing/2014/main" id="{DDEBF6ED-2F01-4D95-AEDA-10D0FCC343BD}"/>
              </a:ext>
            </a:extLst>
          </p:cNvPr>
          <p:cNvSpPr>
            <a:spLocks noGrp="1"/>
          </p:cNvSpPr>
          <p:nvPr/>
        </p:nvSpPr>
        <p:spPr>
          <a:xfrm>
            <a:off x="454387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1" name="11_all_5426">
            <a:extLst>
              <a:ext uri="{FF2B5EF4-FFF2-40B4-BE49-F238E27FC236}">
                <a16:creationId xmlns:a16="http://schemas.microsoft.com/office/drawing/2014/main" id="{AEC1B864-A2CA-4B35-83CF-7F3733372264}"/>
              </a:ext>
            </a:extLst>
          </p:cNvPr>
          <p:cNvSpPr>
            <a:spLocks noGrp="1"/>
          </p:cNvSpPr>
          <p:nvPr/>
        </p:nvSpPr>
        <p:spPr>
          <a:xfrm>
            <a:off x="459355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2" name="11_all_5427">
            <a:extLst>
              <a:ext uri="{FF2B5EF4-FFF2-40B4-BE49-F238E27FC236}">
                <a16:creationId xmlns:a16="http://schemas.microsoft.com/office/drawing/2014/main" id="{A85E7F63-2F94-4942-99D9-F8FEE804D5E2}"/>
              </a:ext>
            </a:extLst>
          </p:cNvPr>
          <p:cNvSpPr>
            <a:spLocks noGrp="1"/>
          </p:cNvSpPr>
          <p:nvPr/>
        </p:nvSpPr>
        <p:spPr>
          <a:xfrm>
            <a:off x="4613412" y="37095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3" name="11_all_5428">
            <a:extLst>
              <a:ext uri="{FF2B5EF4-FFF2-40B4-BE49-F238E27FC236}">
                <a16:creationId xmlns:a16="http://schemas.microsoft.com/office/drawing/2014/main" id="{97D9C942-21B8-457B-A592-E904F2DCC848}"/>
              </a:ext>
            </a:extLst>
          </p:cNvPr>
          <p:cNvSpPr>
            <a:spLocks noGrp="1"/>
          </p:cNvSpPr>
          <p:nvPr/>
        </p:nvSpPr>
        <p:spPr>
          <a:xfrm>
            <a:off x="4620023" y="38160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4" name="11_all_5429">
            <a:extLst>
              <a:ext uri="{FF2B5EF4-FFF2-40B4-BE49-F238E27FC236}">
                <a16:creationId xmlns:a16="http://schemas.microsoft.com/office/drawing/2014/main" id="{B8598CDB-CF80-4368-8D7B-05B3F99A93FC}"/>
              </a:ext>
            </a:extLst>
          </p:cNvPr>
          <p:cNvSpPr>
            <a:spLocks noGrp="1"/>
          </p:cNvSpPr>
          <p:nvPr/>
        </p:nvSpPr>
        <p:spPr>
          <a:xfrm>
            <a:off x="451206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5" name="11_all_5430">
            <a:extLst>
              <a:ext uri="{FF2B5EF4-FFF2-40B4-BE49-F238E27FC236}">
                <a16:creationId xmlns:a16="http://schemas.microsoft.com/office/drawing/2014/main" id="{3A8C8D8E-8D15-496C-966A-E04AEF2CF119}"/>
              </a:ext>
            </a:extLst>
          </p:cNvPr>
          <p:cNvSpPr>
            <a:spLocks noGrp="1"/>
          </p:cNvSpPr>
          <p:nvPr/>
        </p:nvSpPr>
        <p:spPr>
          <a:xfrm>
            <a:off x="452746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6" name="11_all_5431">
            <a:extLst>
              <a:ext uri="{FF2B5EF4-FFF2-40B4-BE49-F238E27FC236}">
                <a16:creationId xmlns:a16="http://schemas.microsoft.com/office/drawing/2014/main" id="{3122CB98-1DA4-4D7F-92A0-0AD8D8CDC7E2}"/>
              </a:ext>
            </a:extLst>
          </p:cNvPr>
          <p:cNvSpPr>
            <a:spLocks noGrp="1"/>
          </p:cNvSpPr>
          <p:nvPr/>
        </p:nvSpPr>
        <p:spPr>
          <a:xfrm>
            <a:off x="4559735" y="44355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7" name="11_all_5432">
            <a:extLst>
              <a:ext uri="{FF2B5EF4-FFF2-40B4-BE49-F238E27FC236}">
                <a16:creationId xmlns:a16="http://schemas.microsoft.com/office/drawing/2014/main" id="{7EE4A340-A71C-480F-A26B-7C51C5E7CFBE}"/>
              </a:ext>
            </a:extLst>
          </p:cNvPr>
          <p:cNvSpPr>
            <a:spLocks noGrp="1"/>
          </p:cNvSpPr>
          <p:nvPr/>
        </p:nvSpPr>
        <p:spPr>
          <a:xfrm>
            <a:off x="4567584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8" name="11_all_5433">
            <a:extLst>
              <a:ext uri="{FF2B5EF4-FFF2-40B4-BE49-F238E27FC236}">
                <a16:creationId xmlns:a16="http://schemas.microsoft.com/office/drawing/2014/main" id="{409AC8AE-EF5B-4A14-AEA4-E0BD78824D45}"/>
              </a:ext>
            </a:extLst>
          </p:cNvPr>
          <p:cNvSpPr>
            <a:spLocks noGrp="1"/>
          </p:cNvSpPr>
          <p:nvPr/>
        </p:nvSpPr>
        <p:spPr>
          <a:xfrm>
            <a:off x="454807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9" name="11_all_5434">
            <a:extLst>
              <a:ext uri="{FF2B5EF4-FFF2-40B4-BE49-F238E27FC236}">
                <a16:creationId xmlns:a16="http://schemas.microsoft.com/office/drawing/2014/main" id="{2C6DFFAB-D48D-4F97-B762-82EFCCBBB5D4}"/>
              </a:ext>
            </a:extLst>
          </p:cNvPr>
          <p:cNvSpPr>
            <a:spLocks noGrp="1"/>
          </p:cNvSpPr>
          <p:nvPr/>
        </p:nvSpPr>
        <p:spPr>
          <a:xfrm>
            <a:off x="457664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0" name="11_all_5435">
            <a:extLst>
              <a:ext uri="{FF2B5EF4-FFF2-40B4-BE49-F238E27FC236}">
                <a16:creationId xmlns:a16="http://schemas.microsoft.com/office/drawing/2014/main" id="{335AB5E6-1A70-43DC-BA11-E324FBE942BA}"/>
              </a:ext>
            </a:extLst>
          </p:cNvPr>
          <p:cNvSpPr>
            <a:spLocks noGrp="1"/>
          </p:cNvSpPr>
          <p:nvPr/>
        </p:nvSpPr>
        <p:spPr>
          <a:xfrm>
            <a:off x="4516402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1" name="11_all_5436">
            <a:extLst>
              <a:ext uri="{FF2B5EF4-FFF2-40B4-BE49-F238E27FC236}">
                <a16:creationId xmlns:a16="http://schemas.microsoft.com/office/drawing/2014/main" id="{19145F04-EF9D-4E30-8A54-FE12DBCA7F46}"/>
              </a:ext>
            </a:extLst>
          </p:cNvPr>
          <p:cNvSpPr>
            <a:spLocks noGrp="1"/>
          </p:cNvSpPr>
          <p:nvPr/>
        </p:nvSpPr>
        <p:spPr>
          <a:xfrm>
            <a:off x="456146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2" name="11_all_5437">
            <a:extLst>
              <a:ext uri="{FF2B5EF4-FFF2-40B4-BE49-F238E27FC236}">
                <a16:creationId xmlns:a16="http://schemas.microsoft.com/office/drawing/2014/main" id="{89402C1A-2A9C-43F1-AF4D-531BF6520F68}"/>
              </a:ext>
            </a:extLst>
          </p:cNvPr>
          <p:cNvSpPr>
            <a:spLocks noGrp="1"/>
          </p:cNvSpPr>
          <p:nvPr/>
        </p:nvSpPr>
        <p:spPr>
          <a:xfrm>
            <a:off x="461531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3" name="11_all_5438">
            <a:extLst>
              <a:ext uri="{FF2B5EF4-FFF2-40B4-BE49-F238E27FC236}">
                <a16:creationId xmlns:a16="http://schemas.microsoft.com/office/drawing/2014/main" id="{C5CDE19B-F7FC-44FF-82D8-1CCAA62C306F}"/>
              </a:ext>
            </a:extLst>
          </p:cNvPr>
          <p:cNvSpPr>
            <a:spLocks noGrp="1"/>
          </p:cNvSpPr>
          <p:nvPr/>
        </p:nvSpPr>
        <p:spPr>
          <a:xfrm>
            <a:off x="452340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4" name="11_all_5439">
            <a:extLst>
              <a:ext uri="{FF2B5EF4-FFF2-40B4-BE49-F238E27FC236}">
                <a16:creationId xmlns:a16="http://schemas.microsoft.com/office/drawing/2014/main" id="{8F52E3D0-2512-49FA-944B-EC098A5D326C}"/>
              </a:ext>
            </a:extLst>
          </p:cNvPr>
          <p:cNvSpPr>
            <a:spLocks noGrp="1"/>
          </p:cNvSpPr>
          <p:nvPr/>
        </p:nvSpPr>
        <p:spPr>
          <a:xfrm>
            <a:off x="4520228" y="4760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5" name="11_all_5440">
            <a:extLst>
              <a:ext uri="{FF2B5EF4-FFF2-40B4-BE49-F238E27FC236}">
                <a16:creationId xmlns:a16="http://schemas.microsoft.com/office/drawing/2014/main" id="{E93A42BB-A646-435B-9CAA-10A719B698BD}"/>
              </a:ext>
            </a:extLst>
          </p:cNvPr>
          <p:cNvSpPr>
            <a:spLocks noGrp="1"/>
          </p:cNvSpPr>
          <p:nvPr/>
        </p:nvSpPr>
        <p:spPr>
          <a:xfrm>
            <a:off x="459179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6" name="11_all_5441">
            <a:extLst>
              <a:ext uri="{FF2B5EF4-FFF2-40B4-BE49-F238E27FC236}">
                <a16:creationId xmlns:a16="http://schemas.microsoft.com/office/drawing/2014/main" id="{F9EE48D3-0E5E-4F46-93DD-0E19563C0749}"/>
              </a:ext>
            </a:extLst>
          </p:cNvPr>
          <p:cNvSpPr>
            <a:spLocks noGrp="1"/>
          </p:cNvSpPr>
          <p:nvPr/>
        </p:nvSpPr>
        <p:spPr>
          <a:xfrm>
            <a:off x="458466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7" name="11_all_5442">
            <a:extLst>
              <a:ext uri="{FF2B5EF4-FFF2-40B4-BE49-F238E27FC236}">
                <a16:creationId xmlns:a16="http://schemas.microsoft.com/office/drawing/2014/main" id="{1064D780-E7CD-450B-B0C1-B973F8348BC3}"/>
              </a:ext>
            </a:extLst>
          </p:cNvPr>
          <p:cNvSpPr>
            <a:spLocks noGrp="1"/>
          </p:cNvSpPr>
          <p:nvPr/>
        </p:nvSpPr>
        <p:spPr>
          <a:xfrm>
            <a:off x="453527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8" name="11_all_5443">
            <a:extLst>
              <a:ext uri="{FF2B5EF4-FFF2-40B4-BE49-F238E27FC236}">
                <a16:creationId xmlns:a16="http://schemas.microsoft.com/office/drawing/2014/main" id="{D015BC96-B9D7-4986-8E7C-4F8ACEA7035B}"/>
              </a:ext>
            </a:extLst>
          </p:cNvPr>
          <p:cNvSpPr>
            <a:spLocks noGrp="1"/>
          </p:cNvSpPr>
          <p:nvPr/>
        </p:nvSpPr>
        <p:spPr>
          <a:xfrm>
            <a:off x="456133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9" name="11_all_5444">
            <a:extLst>
              <a:ext uri="{FF2B5EF4-FFF2-40B4-BE49-F238E27FC236}">
                <a16:creationId xmlns:a16="http://schemas.microsoft.com/office/drawing/2014/main" id="{0E1299DF-09FB-4BB1-875E-FF93761D6242}"/>
              </a:ext>
            </a:extLst>
          </p:cNvPr>
          <p:cNvSpPr>
            <a:spLocks noGrp="1"/>
          </p:cNvSpPr>
          <p:nvPr/>
        </p:nvSpPr>
        <p:spPr>
          <a:xfrm>
            <a:off x="453153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0" name="11_all_5445">
            <a:extLst>
              <a:ext uri="{FF2B5EF4-FFF2-40B4-BE49-F238E27FC236}">
                <a16:creationId xmlns:a16="http://schemas.microsoft.com/office/drawing/2014/main" id="{C93F0F0A-AD15-48E5-B397-FBC6254AF0C3}"/>
              </a:ext>
            </a:extLst>
          </p:cNvPr>
          <p:cNvSpPr>
            <a:spLocks noGrp="1"/>
          </p:cNvSpPr>
          <p:nvPr/>
        </p:nvSpPr>
        <p:spPr>
          <a:xfrm>
            <a:off x="4621261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1" name="11_all_5446">
            <a:extLst>
              <a:ext uri="{FF2B5EF4-FFF2-40B4-BE49-F238E27FC236}">
                <a16:creationId xmlns:a16="http://schemas.microsoft.com/office/drawing/2014/main" id="{7FDDB77C-B4CF-4298-B6F0-62D42E191A6D}"/>
              </a:ext>
            </a:extLst>
          </p:cNvPr>
          <p:cNvSpPr>
            <a:spLocks noGrp="1"/>
          </p:cNvSpPr>
          <p:nvPr/>
        </p:nvSpPr>
        <p:spPr>
          <a:xfrm>
            <a:off x="455894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2" name="11_all_5447">
            <a:extLst>
              <a:ext uri="{FF2B5EF4-FFF2-40B4-BE49-F238E27FC236}">
                <a16:creationId xmlns:a16="http://schemas.microsoft.com/office/drawing/2014/main" id="{655231DD-EF48-4A4B-BA15-EC76E012A58A}"/>
              </a:ext>
            </a:extLst>
          </p:cNvPr>
          <p:cNvSpPr>
            <a:spLocks noGrp="1"/>
          </p:cNvSpPr>
          <p:nvPr/>
        </p:nvSpPr>
        <p:spPr>
          <a:xfrm>
            <a:off x="464262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3" name="11_all_5448">
            <a:extLst>
              <a:ext uri="{FF2B5EF4-FFF2-40B4-BE49-F238E27FC236}">
                <a16:creationId xmlns:a16="http://schemas.microsoft.com/office/drawing/2014/main" id="{5CBBA556-2A08-4783-905C-DEB037293A72}"/>
              </a:ext>
            </a:extLst>
          </p:cNvPr>
          <p:cNvSpPr>
            <a:spLocks noGrp="1"/>
          </p:cNvSpPr>
          <p:nvPr/>
        </p:nvSpPr>
        <p:spPr>
          <a:xfrm>
            <a:off x="45497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4" name="11_all_5449">
            <a:extLst>
              <a:ext uri="{FF2B5EF4-FFF2-40B4-BE49-F238E27FC236}">
                <a16:creationId xmlns:a16="http://schemas.microsoft.com/office/drawing/2014/main" id="{C30E2170-68F9-4EA5-ABB4-2B04C13E6AA4}"/>
              </a:ext>
            </a:extLst>
          </p:cNvPr>
          <p:cNvSpPr>
            <a:spLocks noGrp="1"/>
          </p:cNvSpPr>
          <p:nvPr/>
        </p:nvSpPr>
        <p:spPr>
          <a:xfrm>
            <a:off x="464549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5" name="11_all_5450">
            <a:extLst>
              <a:ext uri="{FF2B5EF4-FFF2-40B4-BE49-F238E27FC236}">
                <a16:creationId xmlns:a16="http://schemas.microsoft.com/office/drawing/2014/main" id="{947A2BAE-15A6-4808-ADE4-47F58BCB550A}"/>
              </a:ext>
            </a:extLst>
          </p:cNvPr>
          <p:cNvSpPr>
            <a:spLocks noGrp="1"/>
          </p:cNvSpPr>
          <p:nvPr/>
        </p:nvSpPr>
        <p:spPr>
          <a:xfrm>
            <a:off x="45541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6" name="11_all_5451">
            <a:extLst>
              <a:ext uri="{FF2B5EF4-FFF2-40B4-BE49-F238E27FC236}">
                <a16:creationId xmlns:a16="http://schemas.microsoft.com/office/drawing/2014/main" id="{83A702E3-8E33-48C5-9A4E-3143C33CE414}"/>
              </a:ext>
            </a:extLst>
          </p:cNvPr>
          <p:cNvSpPr>
            <a:spLocks noGrp="1"/>
          </p:cNvSpPr>
          <p:nvPr/>
        </p:nvSpPr>
        <p:spPr>
          <a:xfrm>
            <a:off x="4522320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7" name="11_all_5452">
            <a:extLst>
              <a:ext uri="{FF2B5EF4-FFF2-40B4-BE49-F238E27FC236}">
                <a16:creationId xmlns:a16="http://schemas.microsoft.com/office/drawing/2014/main" id="{1592DE76-E73E-4634-B6FD-46D471864D72}"/>
              </a:ext>
            </a:extLst>
          </p:cNvPr>
          <p:cNvSpPr>
            <a:spLocks noGrp="1"/>
          </p:cNvSpPr>
          <p:nvPr/>
        </p:nvSpPr>
        <p:spPr>
          <a:xfrm>
            <a:off x="456833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8" name="11_all_5453">
            <a:extLst>
              <a:ext uri="{FF2B5EF4-FFF2-40B4-BE49-F238E27FC236}">
                <a16:creationId xmlns:a16="http://schemas.microsoft.com/office/drawing/2014/main" id="{B9947FFD-74A5-4BDD-A403-1D33ECA48A8B}"/>
              </a:ext>
            </a:extLst>
          </p:cNvPr>
          <p:cNvSpPr>
            <a:spLocks noGrp="1"/>
          </p:cNvSpPr>
          <p:nvPr/>
        </p:nvSpPr>
        <p:spPr>
          <a:xfrm>
            <a:off x="4566178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9" name="11_all_5454">
            <a:extLst>
              <a:ext uri="{FF2B5EF4-FFF2-40B4-BE49-F238E27FC236}">
                <a16:creationId xmlns:a16="http://schemas.microsoft.com/office/drawing/2014/main" id="{DE467C7A-B791-4422-86EC-98E8558220B2}"/>
              </a:ext>
            </a:extLst>
          </p:cNvPr>
          <p:cNvSpPr>
            <a:spLocks noGrp="1"/>
          </p:cNvSpPr>
          <p:nvPr/>
        </p:nvSpPr>
        <p:spPr>
          <a:xfrm>
            <a:off x="4572653" y="330513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0" name="11_all_5455">
            <a:extLst>
              <a:ext uri="{FF2B5EF4-FFF2-40B4-BE49-F238E27FC236}">
                <a16:creationId xmlns:a16="http://schemas.microsoft.com/office/drawing/2014/main" id="{1AA1E57D-2603-48FD-83A3-2266DA7FF00F}"/>
              </a:ext>
            </a:extLst>
          </p:cNvPr>
          <p:cNvSpPr>
            <a:spLocks noGrp="1"/>
          </p:cNvSpPr>
          <p:nvPr/>
        </p:nvSpPr>
        <p:spPr>
          <a:xfrm>
            <a:off x="460069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1" name="11_all_5456">
            <a:extLst>
              <a:ext uri="{FF2B5EF4-FFF2-40B4-BE49-F238E27FC236}">
                <a16:creationId xmlns:a16="http://schemas.microsoft.com/office/drawing/2014/main" id="{3A8E1A22-4164-45FB-A256-8748968A5499}"/>
              </a:ext>
            </a:extLst>
          </p:cNvPr>
          <p:cNvSpPr>
            <a:spLocks noGrp="1"/>
          </p:cNvSpPr>
          <p:nvPr/>
        </p:nvSpPr>
        <p:spPr>
          <a:xfrm>
            <a:off x="4622876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2" name="11_all_5457">
            <a:extLst>
              <a:ext uri="{FF2B5EF4-FFF2-40B4-BE49-F238E27FC236}">
                <a16:creationId xmlns:a16="http://schemas.microsoft.com/office/drawing/2014/main" id="{CAE2A32E-A3F5-4AB0-AAC4-0F3983377861}"/>
              </a:ext>
            </a:extLst>
          </p:cNvPr>
          <p:cNvSpPr>
            <a:spLocks noGrp="1"/>
          </p:cNvSpPr>
          <p:nvPr/>
        </p:nvSpPr>
        <p:spPr>
          <a:xfrm>
            <a:off x="459812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3" name="11_all_5458">
            <a:extLst>
              <a:ext uri="{FF2B5EF4-FFF2-40B4-BE49-F238E27FC236}">
                <a16:creationId xmlns:a16="http://schemas.microsoft.com/office/drawing/2014/main" id="{2FD7D33D-95B9-4C81-AE37-4A682CE8EDBE}"/>
              </a:ext>
            </a:extLst>
          </p:cNvPr>
          <p:cNvSpPr>
            <a:spLocks noGrp="1"/>
          </p:cNvSpPr>
          <p:nvPr/>
        </p:nvSpPr>
        <p:spPr>
          <a:xfrm>
            <a:off x="457223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4" name="11_all_5459">
            <a:extLst>
              <a:ext uri="{FF2B5EF4-FFF2-40B4-BE49-F238E27FC236}">
                <a16:creationId xmlns:a16="http://schemas.microsoft.com/office/drawing/2014/main" id="{9D2D65B3-F521-48BD-9091-2B3004816359}"/>
              </a:ext>
            </a:extLst>
          </p:cNvPr>
          <p:cNvSpPr>
            <a:spLocks noGrp="1"/>
          </p:cNvSpPr>
          <p:nvPr/>
        </p:nvSpPr>
        <p:spPr>
          <a:xfrm>
            <a:off x="4645740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5" name="11_all_5460">
            <a:extLst>
              <a:ext uri="{FF2B5EF4-FFF2-40B4-BE49-F238E27FC236}">
                <a16:creationId xmlns:a16="http://schemas.microsoft.com/office/drawing/2014/main" id="{F66DA9BB-BC86-4926-B82D-CE1E89BD0371}"/>
              </a:ext>
            </a:extLst>
          </p:cNvPr>
          <p:cNvSpPr>
            <a:spLocks noGrp="1"/>
          </p:cNvSpPr>
          <p:nvPr/>
        </p:nvSpPr>
        <p:spPr>
          <a:xfrm>
            <a:off x="452486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6" name="11_all_5461">
            <a:extLst>
              <a:ext uri="{FF2B5EF4-FFF2-40B4-BE49-F238E27FC236}">
                <a16:creationId xmlns:a16="http://schemas.microsoft.com/office/drawing/2014/main" id="{6A45AD40-FFAA-44C4-9C19-0C0DEAED4D30}"/>
              </a:ext>
            </a:extLst>
          </p:cNvPr>
          <p:cNvSpPr>
            <a:spLocks noGrp="1"/>
          </p:cNvSpPr>
          <p:nvPr/>
        </p:nvSpPr>
        <p:spPr>
          <a:xfrm>
            <a:off x="454318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7" name="11_all_5462">
            <a:extLst>
              <a:ext uri="{FF2B5EF4-FFF2-40B4-BE49-F238E27FC236}">
                <a16:creationId xmlns:a16="http://schemas.microsoft.com/office/drawing/2014/main" id="{86DFE475-2114-427A-9879-09EBF37BC99F}"/>
              </a:ext>
            </a:extLst>
          </p:cNvPr>
          <p:cNvSpPr>
            <a:spLocks noGrp="1"/>
          </p:cNvSpPr>
          <p:nvPr/>
        </p:nvSpPr>
        <p:spPr>
          <a:xfrm>
            <a:off x="451747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8" name="11_all_5463">
            <a:extLst>
              <a:ext uri="{FF2B5EF4-FFF2-40B4-BE49-F238E27FC236}">
                <a16:creationId xmlns:a16="http://schemas.microsoft.com/office/drawing/2014/main" id="{D3DAF9E0-A637-41D6-89FE-516478ADBA3E}"/>
              </a:ext>
            </a:extLst>
          </p:cNvPr>
          <p:cNvSpPr>
            <a:spLocks noGrp="1"/>
          </p:cNvSpPr>
          <p:nvPr/>
        </p:nvSpPr>
        <p:spPr>
          <a:xfrm>
            <a:off x="45606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9" name="11_all_5464">
            <a:extLst>
              <a:ext uri="{FF2B5EF4-FFF2-40B4-BE49-F238E27FC236}">
                <a16:creationId xmlns:a16="http://schemas.microsoft.com/office/drawing/2014/main" id="{044C2757-89C0-459B-AC54-B5F9C76F0C7B}"/>
              </a:ext>
            </a:extLst>
          </p:cNvPr>
          <p:cNvSpPr>
            <a:spLocks noGrp="1"/>
          </p:cNvSpPr>
          <p:nvPr/>
        </p:nvSpPr>
        <p:spPr>
          <a:xfrm>
            <a:off x="4586042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0" name="11_all_5465">
            <a:extLst>
              <a:ext uri="{FF2B5EF4-FFF2-40B4-BE49-F238E27FC236}">
                <a16:creationId xmlns:a16="http://schemas.microsoft.com/office/drawing/2014/main" id="{2164229D-E023-4CC4-9C68-3B5F277CAEF8}"/>
              </a:ext>
            </a:extLst>
          </p:cNvPr>
          <p:cNvSpPr>
            <a:spLocks noGrp="1"/>
          </p:cNvSpPr>
          <p:nvPr/>
        </p:nvSpPr>
        <p:spPr>
          <a:xfrm>
            <a:off x="4514823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1" name="11_all_5466">
            <a:extLst>
              <a:ext uri="{FF2B5EF4-FFF2-40B4-BE49-F238E27FC236}">
                <a16:creationId xmlns:a16="http://schemas.microsoft.com/office/drawing/2014/main" id="{5630995C-B054-4C18-A2C0-0A303BE29CE6}"/>
              </a:ext>
            </a:extLst>
          </p:cNvPr>
          <p:cNvSpPr>
            <a:spLocks noGrp="1"/>
          </p:cNvSpPr>
          <p:nvPr/>
        </p:nvSpPr>
        <p:spPr>
          <a:xfrm>
            <a:off x="464456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2" name="11_all_5467">
            <a:extLst>
              <a:ext uri="{FF2B5EF4-FFF2-40B4-BE49-F238E27FC236}">
                <a16:creationId xmlns:a16="http://schemas.microsoft.com/office/drawing/2014/main" id="{F315CEFE-5AED-4C3A-A2F6-79B58877FE64}"/>
              </a:ext>
            </a:extLst>
          </p:cNvPr>
          <p:cNvSpPr>
            <a:spLocks noGrp="1"/>
          </p:cNvSpPr>
          <p:nvPr/>
        </p:nvSpPr>
        <p:spPr>
          <a:xfrm>
            <a:off x="46463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3" name="11_all_5468">
            <a:extLst>
              <a:ext uri="{FF2B5EF4-FFF2-40B4-BE49-F238E27FC236}">
                <a16:creationId xmlns:a16="http://schemas.microsoft.com/office/drawing/2014/main" id="{D9DCD7BD-F308-47AE-835D-481965A24FD4}"/>
              </a:ext>
            </a:extLst>
          </p:cNvPr>
          <p:cNvSpPr>
            <a:spLocks noGrp="1"/>
          </p:cNvSpPr>
          <p:nvPr/>
        </p:nvSpPr>
        <p:spPr>
          <a:xfrm>
            <a:off x="4537422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4" name="11_all_5469">
            <a:extLst>
              <a:ext uri="{FF2B5EF4-FFF2-40B4-BE49-F238E27FC236}">
                <a16:creationId xmlns:a16="http://schemas.microsoft.com/office/drawing/2014/main" id="{3FB54908-A9CA-43D3-9574-283CA7894171}"/>
              </a:ext>
            </a:extLst>
          </p:cNvPr>
          <p:cNvSpPr>
            <a:spLocks noGrp="1"/>
          </p:cNvSpPr>
          <p:nvPr/>
        </p:nvSpPr>
        <p:spPr>
          <a:xfrm>
            <a:off x="455220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5" name="11_all_5470">
            <a:extLst>
              <a:ext uri="{FF2B5EF4-FFF2-40B4-BE49-F238E27FC236}">
                <a16:creationId xmlns:a16="http://schemas.microsoft.com/office/drawing/2014/main" id="{AB05FD84-8702-4FE6-AB4E-FC29B5D82BCB}"/>
              </a:ext>
            </a:extLst>
          </p:cNvPr>
          <p:cNvSpPr>
            <a:spLocks noGrp="1"/>
          </p:cNvSpPr>
          <p:nvPr/>
        </p:nvSpPr>
        <p:spPr>
          <a:xfrm>
            <a:off x="4532088" y="414517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6" name="11_all_5471">
            <a:extLst>
              <a:ext uri="{FF2B5EF4-FFF2-40B4-BE49-F238E27FC236}">
                <a16:creationId xmlns:a16="http://schemas.microsoft.com/office/drawing/2014/main" id="{38A595D3-CB21-4021-8A4A-91C7891AE492}"/>
              </a:ext>
            </a:extLst>
          </p:cNvPr>
          <p:cNvSpPr>
            <a:spLocks noGrp="1"/>
          </p:cNvSpPr>
          <p:nvPr/>
        </p:nvSpPr>
        <p:spPr>
          <a:xfrm>
            <a:off x="455234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7" name="11_all_5472">
            <a:extLst>
              <a:ext uri="{FF2B5EF4-FFF2-40B4-BE49-F238E27FC236}">
                <a16:creationId xmlns:a16="http://schemas.microsoft.com/office/drawing/2014/main" id="{C01FDCBF-A428-42F7-B656-935C73657265}"/>
              </a:ext>
            </a:extLst>
          </p:cNvPr>
          <p:cNvSpPr>
            <a:spLocks noGrp="1"/>
          </p:cNvSpPr>
          <p:nvPr/>
        </p:nvSpPr>
        <p:spPr>
          <a:xfrm>
            <a:off x="453283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8" name="11_all_5473">
            <a:extLst>
              <a:ext uri="{FF2B5EF4-FFF2-40B4-BE49-F238E27FC236}">
                <a16:creationId xmlns:a16="http://schemas.microsoft.com/office/drawing/2014/main" id="{77DCB4AA-11A8-4B3F-8CD2-E2C925680174}"/>
              </a:ext>
            </a:extLst>
          </p:cNvPr>
          <p:cNvSpPr>
            <a:spLocks noGrp="1"/>
          </p:cNvSpPr>
          <p:nvPr/>
        </p:nvSpPr>
        <p:spPr>
          <a:xfrm>
            <a:off x="457383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9" name="11_all_5474">
            <a:extLst>
              <a:ext uri="{FF2B5EF4-FFF2-40B4-BE49-F238E27FC236}">
                <a16:creationId xmlns:a16="http://schemas.microsoft.com/office/drawing/2014/main" id="{02430B69-C8C5-49BF-BDA2-9CFCEA739AEC}"/>
              </a:ext>
            </a:extLst>
          </p:cNvPr>
          <p:cNvSpPr>
            <a:spLocks noGrp="1"/>
          </p:cNvSpPr>
          <p:nvPr/>
        </p:nvSpPr>
        <p:spPr>
          <a:xfrm>
            <a:off x="459027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0" name="11_all_5475">
            <a:extLst>
              <a:ext uri="{FF2B5EF4-FFF2-40B4-BE49-F238E27FC236}">
                <a16:creationId xmlns:a16="http://schemas.microsoft.com/office/drawing/2014/main" id="{7D3D8547-39A0-491C-8D4F-79B8F230D4DE}"/>
              </a:ext>
            </a:extLst>
          </p:cNvPr>
          <p:cNvSpPr>
            <a:spLocks noGrp="1"/>
          </p:cNvSpPr>
          <p:nvPr/>
        </p:nvSpPr>
        <p:spPr>
          <a:xfrm>
            <a:off x="4580852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1" name="11_all_5476">
            <a:extLst>
              <a:ext uri="{FF2B5EF4-FFF2-40B4-BE49-F238E27FC236}">
                <a16:creationId xmlns:a16="http://schemas.microsoft.com/office/drawing/2014/main" id="{3F31D497-29FB-4B23-BF4D-563714C946F1}"/>
              </a:ext>
            </a:extLst>
          </p:cNvPr>
          <p:cNvSpPr>
            <a:spLocks noGrp="1"/>
          </p:cNvSpPr>
          <p:nvPr/>
        </p:nvSpPr>
        <p:spPr>
          <a:xfrm>
            <a:off x="4579787" y="41523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2" name="11_all_5477">
            <a:extLst>
              <a:ext uri="{FF2B5EF4-FFF2-40B4-BE49-F238E27FC236}">
                <a16:creationId xmlns:a16="http://schemas.microsoft.com/office/drawing/2014/main" id="{9EB30F57-517E-4A3F-A6FA-FF0CB67FB8C7}"/>
              </a:ext>
            </a:extLst>
          </p:cNvPr>
          <p:cNvSpPr>
            <a:spLocks noGrp="1"/>
          </p:cNvSpPr>
          <p:nvPr/>
        </p:nvSpPr>
        <p:spPr>
          <a:xfrm>
            <a:off x="4568842" y="3139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3" name="11_all_5478">
            <a:extLst>
              <a:ext uri="{FF2B5EF4-FFF2-40B4-BE49-F238E27FC236}">
                <a16:creationId xmlns:a16="http://schemas.microsoft.com/office/drawing/2014/main" id="{8DFDC0F5-87AF-4E4A-9A32-075C4065B718}"/>
              </a:ext>
            </a:extLst>
          </p:cNvPr>
          <p:cNvSpPr>
            <a:spLocks noGrp="1"/>
          </p:cNvSpPr>
          <p:nvPr/>
        </p:nvSpPr>
        <p:spPr>
          <a:xfrm>
            <a:off x="4537925" y="310148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4" name="11_all_5479">
            <a:extLst>
              <a:ext uri="{FF2B5EF4-FFF2-40B4-BE49-F238E27FC236}">
                <a16:creationId xmlns:a16="http://schemas.microsoft.com/office/drawing/2014/main" id="{0E63992A-2243-4911-AA56-589228A2EC0E}"/>
              </a:ext>
            </a:extLst>
          </p:cNvPr>
          <p:cNvSpPr>
            <a:spLocks noGrp="1"/>
          </p:cNvSpPr>
          <p:nvPr/>
        </p:nvSpPr>
        <p:spPr>
          <a:xfrm>
            <a:off x="452333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5" name="11_all_5480">
            <a:extLst>
              <a:ext uri="{FF2B5EF4-FFF2-40B4-BE49-F238E27FC236}">
                <a16:creationId xmlns:a16="http://schemas.microsoft.com/office/drawing/2014/main" id="{EE14EF1A-97DC-4B70-87BC-B0B3ACD3A890}"/>
              </a:ext>
            </a:extLst>
          </p:cNvPr>
          <p:cNvSpPr>
            <a:spLocks noGrp="1"/>
          </p:cNvSpPr>
          <p:nvPr/>
        </p:nvSpPr>
        <p:spPr>
          <a:xfrm>
            <a:off x="456696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6" name="11_all_5481">
            <a:extLst>
              <a:ext uri="{FF2B5EF4-FFF2-40B4-BE49-F238E27FC236}">
                <a16:creationId xmlns:a16="http://schemas.microsoft.com/office/drawing/2014/main" id="{10734B77-A035-419C-B93A-D8A960A12EAF}"/>
              </a:ext>
            </a:extLst>
          </p:cNvPr>
          <p:cNvSpPr>
            <a:spLocks noGrp="1"/>
          </p:cNvSpPr>
          <p:nvPr/>
        </p:nvSpPr>
        <p:spPr>
          <a:xfrm>
            <a:off x="450887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7" name="11_all_5482">
            <a:extLst>
              <a:ext uri="{FF2B5EF4-FFF2-40B4-BE49-F238E27FC236}">
                <a16:creationId xmlns:a16="http://schemas.microsoft.com/office/drawing/2014/main" id="{E2E6A3AA-C510-41CB-BE06-71FAF8B50A0C}"/>
              </a:ext>
            </a:extLst>
          </p:cNvPr>
          <p:cNvSpPr>
            <a:spLocks noGrp="1"/>
          </p:cNvSpPr>
          <p:nvPr/>
        </p:nvSpPr>
        <p:spPr>
          <a:xfrm>
            <a:off x="462194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8" name="11_all_5483">
            <a:extLst>
              <a:ext uri="{FF2B5EF4-FFF2-40B4-BE49-F238E27FC236}">
                <a16:creationId xmlns:a16="http://schemas.microsoft.com/office/drawing/2014/main" id="{4681354A-91D6-48B1-A03D-30FF37024E34}"/>
              </a:ext>
            </a:extLst>
          </p:cNvPr>
          <p:cNvSpPr>
            <a:spLocks noGrp="1"/>
          </p:cNvSpPr>
          <p:nvPr/>
        </p:nvSpPr>
        <p:spPr>
          <a:xfrm>
            <a:off x="4521906" y="42241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9" name="11_all_5484">
            <a:extLst>
              <a:ext uri="{FF2B5EF4-FFF2-40B4-BE49-F238E27FC236}">
                <a16:creationId xmlns:a16="http://schemas.microsoft.com/office/drawing/2014/main" id="{106D8BFE-7E34-4C69-9E8E-5467FF5A7F95}"/>
              </a:ext>
            </a:extLst>
          </p:cNvPr>
          <p:cNvSpPr>
            <a:spLocks noGrp="1"/>
          </p:cNvSpPr>
          <p:nvPr/>
        </p:nvSpPr>
        <p:spPr>
          <a:xfrm>
            <a:off x="457329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0" name="11_all_5485">
            <a:extLst>
              <a:ext uri="{FF2B5EF4-FFF2-40B4-BE49-F238E27FC236}">
                <a16:creationId xmlns:a16="http://schemas.microsoft.com/office/drawing/2014/main" id="{A4972CD5-16F9-42B9-AA9B-A47A67A7853A}"/>
              </a:ext>
            </a:extLst>
          </p:cNvPr>
          <p:cNvSpPr>
            <a:spLocks noGrp="1"/>
          </p:cNvSpPr>
          <p:nvPr/>
        </p:nvSpPr>
        <p:spPr>
          <a:xfrm>
            <a:off x="4523864" y="41492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1" name="11_all_5486">
            <a:extLst>
              <a:ext uri="{FF2B5EF4-FFF2-40B4-BE49-F238E27FC236}">
                <a16:creationId xmlns:a16="http://schemas.microsoft.com/office/drawing/2014/main" id="{C75F6E0B-BFDD-4C1F-8C50-66D3A368405E}"/>
              </a:ext>
            </a:extLst>
          </p:cNvPr>
          <p:cNvSpPr>
            <a:spLocks noGrp="1"/>
          </p:cNvSpPr>
          <p:nvPr/>
        </p:nvSpPr>
        <p:spPr>
          <a:xfrm>
            <a:off x="460386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2" name="11_all_5487">
            <a:extLst>
              <a:ext uri="{FF2B5EF4-FFF2-40B4-BE49-F238E27FC236}">
                <a16:creationId xmlns:a16="http://schemas.microsoft.com/office/drawing/2014/main" id="{09B7B6F8-C30C-4300-B748-0538458826CE}"/>
              </a:ext>
            </a:extLst>
          </p:cNvPr>
          <p:cNvSpPr>
            <a:spLocks noGrp="1"/>
          </p:cNvSpPr>
          <p:nvPr/>
        </p:nvSpPr>
        <p:spPr>
          <a:xfrm>
            <a:off x="4530238" y="42151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3" name="11_all_5488">
            <a:extLst>
              <a:ext uri="{FF2B5EF4-FFF2-40B4-BE49-F238E27FC236}">
                <a16:creationId xmlns:a16="http://schemas.microsoft.com/office/drawing/2014/main" id="{7872C7A9-7207-4838-8E56-9A5FCBEF4B41}"/>
              </a:ext>
            </a:extLst>
          </p:cNvPr>
          <p:cNvSpPr>
            <a:spLocks noGrp="1"/>
          </p:cNvSpPr>
          <p:nvPr/>
        </p:nvSpPr>
        <p:spPr>
          <a:xfrm>
            <a:off x="4564323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4" name="11_all_5489">
            <a:extLst>
              <a:ext uri="{FF2B5EF4-FFF2-40B4-BE49-F238E27FC236}">
                <a16:creationId xmlns:a16="http://schemas.microsoft.com/office/drawing/2014/main" id="{9AF51153-1B8C-4A0F-9A4C-0D8B4CDE3AEB}"/>
              </a:ext>
            </a:extLst>
          </p:cNvPr>
          <p:cNvSpPr>
            <a:spLocks noGrp="1"/>
          </p:cNvSpPr>
          <p:nvPr/>
        </p:nvSpPr>
        <p:spPr>
          <a:xfrm>
            <a:off x="4506771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5" name="11_all_5490">
            <a:extLst>
              <a:ext uri="{FF2B5EF4-FFF2-40B4-BE49-F238E27FC236}">
                <a16:creationId xmlns:a16="http://schemas.microsoft.com/office/drawing/2014/main" id="{BFF86A6C-5630-445A-A92D-75AE8BD876DA}"/>
              </a:ext>
            </a:extLst>
          </p:cNvPr>
          <p:cNvSpPr>
            <a:spLocks noGrp="1"/>
          </p:cNvSpPr>
          <p:nvPr/>
        </p:nvSpPr>
        <p:spPr>
          <a:xfrm>
            <a:off x="4550197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6" name="11_all_5491">
            <a:extLst>
              <a:ext uri="{FF2B5EF4-FFF2-40B4-BE49-F238E27FC236}">
                <a16:creationId xmlns:a16="http://schemas.microsoft.com/office/drawing/2014/main" id="{52913DD7-9A16-441C-8EC5-BE0586FCF34F}"/>
              </a:ext>
            </a:extLst>
          </p:cNvPr>
          <p:cNvSpPr>
            <a:spLocks noGrp="1"/>
          </p:cNvSpPr>
          <p:nvPr/>
        </p:nvSpPr>
        <p:spPr>
          <a:xfrm>
            <a:off x="4521328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7" name="11_all_5492">
            <a:extLst>
              <a:ext uri="{FF2B5EF4-FFF2-40B4-BE49-F238E27FC236}">
                <a16:creationId xmlns:a16="http://schemas.microsoft.com/office/drawing/2014/main" id="{801E3938-56B9-4DD7-B322-8A8241CE606D}"/>
              </a:ext>
            </a:extLst>
          </p:cNvPr>
          <p:cNvSpPr>
            <a:spLocks noGrp="1"/>
          </p:cNvSpPr>
          <p:nvPr/>
        </p:nvSpPr>
        <p:spPr>
          <a:xfrm>
            <a:off x="4613492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8" name="11_all_5493">
            <a:extLst>
              <a:ext uri="{FF2B5EF4-FFF2-40B4-BE49-F238E27FC236}">
                <a16:creationId xmlns:a16="http://schemas.microsoft.com/office/drawing/2014/main" id="{A8E50ABE-2749-4523-A077-78BE5EA6DDD6}"/>
              </a:ext>
            </a:extLst>
          </p:cNvPr>
          <p:cNvSpPr>
            <a:spLocks noGrp="1"/>
          </p:cNvSpPr>
          <p:nvPr/>
        </p:nvSpPr>
        <p:spPr>
          <a:xfrm>
            <a:off x="4560913" y="46118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9" name="11_all_5494">
            <a:extLst>
              <a:ext uri="{FF2B5EF4-FFF2-40B4-BE49-F238E27FC236}">
                <a16:creationId xmlns:a16="http://schemas.microsoft.com/office/drawing/2014/main" id="{BE7B0188-B39B-4EF2-8530-0FE38C230B9B}"/>
              </a:ext>
            </a:extLst>
          </p:cNvPr>
          <p:cNvSpPr>
            <a:spLocks noGrp="1"/>
          </p:cNvSpPr>
          <p:nvPr/>
        </p:nvSpPr>
        <p:spPr>
          <a:xfrm>
            <a:off x="453329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0" name="11_all_5495">
            <a:extLst>
              <a:ext uri="{FF2B5EF4-FFF2-40B4-BE49-F238E27FC236}">
                <a16:creationId xmlns:a16="http://schemas.microsoft.com/office/drawing/2014/main" id="{EDFC3B80-FEB0-41FB-A13B-AF39ABABDA39}"/>
              </a:ext>
            </a:extLst>
          </p:cNvPr>
          <p:cNvSpPr>
            <a:spLocks noGrp="1"/>
          </p:cNvSpPr>
          <p:nvPr/>
        </p:nvSpPr>
        <p:spPr>
          <a:xfrm>
            <a:off x="4557657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1" name="11_all_5496">
            <a:extLst>
              <a:ext uri="{FF2B5EF4-FFF2-40B4-BE49-F238E27FC236}">
                <a16:creationId xmlns:a16="http://schemas.microsoft.com/office/drawing/2014/main" id="{7FFB6014-8909-4BD0-93B6-534DB68CAA82}"/>
              </a:ext>
            </a:extLst>
          </p:cNvPr>
          <p:cNvSpPr>
            <a:spLocks noGrp="1"/>
          </p:cNvSpPr>
          <p:nvPr/>
        </p:nvSpPr>
        <p:spPr>
          <a:xfrm>
            <a:off x="4583661" y="3362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2" name="11_all_5497">
            <a:extLst>
              <a:ext uri="{FF2B5EF4-FFF2-40B4-BE49-F238E27FC236}">
                <a16:creationId xmlns:a16="http://schemas.microsoft.com/office/drawing/2014/main" id="{58B558F4-9987-459F-926D-D9A6AC6E2397}"/>
              </a:ext>
            </a:extLst>
          </p:cNvPr>
          <p:cNvSpPr>
            <a:spLocks noGrp="1"/>
          </p:cNvSpPr>
          <p:nvPr/>
        </p:nvSpPr>
        <p:spPr>
          <a:xfrm>
            <a:off x="4569512" y="376860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3" name="11_all_5498">
            <a:extLst>
              <a:ext uri="{FF2B5EF4-FFF2-40B4-BE49-F238E27FC236}">
                <a16:creationId xmlns:a16="http://schemas.microsoft.com/office/drawing/2014/main" id="{F2B3EBB6-B821-4D36-AEE1-369D738B0C33}"/>
              </a:ext>
            </a:extLst>
          </p:cNvPr>
          <p:cNvSpPr>
            <a:spLocks noGrp="1"/>
          </p:cNvSpPr>
          <p:nvPr/>
        </p:nvSpPr>
        <p:spPr>
          <a:xfrm>
            <a:off x="4592212" y="443131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4" name="11_all_5499">
            <a:extLst>
              <a:ext uri="{FF2B5EF4-FFF2-40B4-BE49-F238E27FC236}">
                <a16:creationId xmlns:a16="http://schemas.microsoft.com/office/drawing/2014/main" id="{F2E58F54-03BE-4FCF-A9A0-78534B271DFE}"/>
              </a:ext>
            </a:extLst>
          </p:cNvPr>
          <p:cNvSpPr>
            <a:spLocks noGrp="1"/>
          </p:cNvSpPr>
          <p:nvPr/>
        </p:nvSpPr>
        <p:spPr>
          <a:xfrm>
            <a:off x="463927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5" name="11_all_5500">
            <a:extLst>
              <a:ext uri="{FF2B5EF4-FFF2-40B4-BE49-F238E27FC236}">
                <a16:creationId xmlns:a16="http://schemas.microsoft.com/office/drawing/2014/main" id="{6216408C-7C44-4AF1-B6B7-32457D5704A1}"/>
              </a:ext>
            </a:extLst>
          </p:cNvPr>
          <p:cNvSpPr>
            <a:spLocks noGrp="1"/>
          </p:cNvSpPr>
          <p:nvPr/>
        </p:nvSpPr>
        <p:spPr>
          <a:xfrm>
            <a:off x="462584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6" name="11_all_5501">
            <a:extLst>
              <a:ext uri="{FF2B5EF4-FFF2-40B4-BE49-F238E27FC236}">
                <a16:creationId xmlns:a16="http://schemas.microsoft.com/office/drawing/2014/main" id="{7CA78EA0-F947-4F87-ADCB-4E77C70AA26D}"/>
              </a:ext>
            </a:extLst>
          </p:cNvPr>
          <p:cNvSpPr>
            <a:spLocks noGrp="1"/>
          </p:cNvSpPr>
          <p:nvPr/>
        </p:nvSpPr>
        <p:spPr>
          <a:xfrm>
            <a:off x="455171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7" name="11_all_5502">
            <a:extLst>
              <a:ext uri="{FF2B5EF4-FFF2-40B4-BE49-F238E27FC236}">
                <a16:creationId xmlns:a16="http://schemas.microsoft.com/office/drawing/2014/main" id="{C3E7880E-E39A-480C-BB34-67BB21E5EEF3}"/>
              </a:ext>
            </a:extLst>
          </p:cNvPr>
          <p:cNvSpPr>
            <a:spLocks noGrp="1"/>
          </p:cNvSpPr>
          <p:nvPr/>
        </p:nvSpPr>
        <p:spPr>
          <a:xfrm>
            <a:off x="4609139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8" name="11_all_5503">
            <a:extLst>
              <a:ext uri="{FF2B5EF4-FFF2-40B4-BE49-F238E27FC236}">
                <a16:creationId xmlns:a16="http://schemas.microsoft.com/office/drawing/2014/main" id="{8872F8E2-37E8-4074-B819-6A74F4B53BE3}"/>
              </a:ext>
            </a:extLst>
          </p:cNvPr>
          <p:cNvSpPr>
            <a:spLocks noGrp="1"/>
          </p:cNvSpPr>
          <p:nvPr/>
        </p:nvSpPr>
        <p:spPr>
          <a:xfrm>
            <a:off x="454999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9" name="11_all_5504">
            <a:extLst>
              <a:ext uri="{FF2B5EF4-FFF2-40B4-BE49-F238E27FC236}">
                <a16:creationId xmlns:a16="http://schemas.microsoft.com/office/drawing/2014/main" id="{7988D8FD-8AC9-4377-837D-F1AFA1C05B95}"/>
              </a:ext>
            </a:extLst>
          </p:cNvPr>
          <p:cNvSpPr>
            <a:spLocks noGrp="1"/>
          </p:cNvSpPr>
          <p:nvPr/>
        </p:nvSpPr>
        <p:spPr>
          <a:xfrm>
            <a:off x="455518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0" name="11_all_5505">
            <a:extLst>
              <a:ext uri="{FF2B5EF4-FFF2-40B4-BE49-F238E27FC236}">
                <a16:creationId xmlns:a16="http://schemas.microsoft.com/office/drawing/2014/main" id="{E2281C59-D729-40FC-8A1B-EAE7F3BB1770}"/>
              </a:ext>
            </a:extLst>
          </p:cNvPr>
          <p:cNvSpPr>
            <a:spLocks noGrp="1"/>
          </p:cNvSpPr>
          <p:nvPr/>
        </p:nvSpPr>
        <p:spPr>
          <a:xfrm>
            <a:off x="461371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1" name="11_all_5506">
            <a:extLst>
              <a:ext uri="{FF2B5EF4-FFF2-40B4-BE49-F238E27FC236}">
                <a16:creationId xmlns:a16="http://schemas.microsoft.com/office/drawing/2014/main" id="{2F2C739A-3BD6-441E-9942-561CE17EB69F}"/>
              </a:ext>
            </a:extLst>
          </p:cNvPr>
          <p:cNvSpPr>
            <a:spLocks noGrp="1"/>
          </p:cNvSpPr>
          <p:nvPr/>
        </p:nvSpPr>
        <p:spPr>
          <a:xfrm>
            <a:off x="464581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2" name="11_all_5507">
            <a:extLst>
              <a:ext uri="{FF2B5EF4-FFF2-40B4-BE49-F238E27FC236}">
                <a16:creationId xmlns:a16="http://schemas.microsoft.com/office/drawing/2014/main" id="{F4F5BBCE-6F4F-4992-9237-B31F98EB75ED}"/>
              </a:ext>
            </a:extLst>
          </p:cNvPr>
          <p:cNvSpPr>
            <a:spLocks noGrp="1"/>
          </p:cNvSpPr>
          <p:nvPr/>
        </p:nvSpPr>
        <p:spPr>
          <a:xfrm>
            <a:off x="4514036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3" name="11_all_5508">
            <a:extLst>
              <a:ext uri="{FF2B5EF4-FFF2-40B4-BE49-F238E27FC236}">
                <a16:creationId xmlns:a16="http://schemas.microsoft.com/office/drawing/2014/main" id="{EF325C0F-E768-474A-9B45-9484ABFAB083}"/>
              </a:ext>
            </a:extLst>
          </p:cNvPr>
          <p:cNvSpPr>
            <a:spLocks noGrp="1"/>
          </p:cNvSpPr>
          <p:nvPr/>
        </p:nvSpPr>
        <p:spPr>
          <a:xfrm>
            <a:off x="451057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4" name="11_all_5509">
            <a:extLst>
              <a:ext uri="{FF2B5EF4-FFF2-40B4-BE49-F238E27FC236}">
                <a16:creationId xmlns:a16="http://schemas.microsoft.com/office/drawing/2014/main" id="{E4F1E61E-5CB0-4B6F-B217-6661A43527E1}"/>
              </a:ext>
            </a:extLst>
          </p:cNvPr>
          <p:cNvSpPr>
            <a:spLocks noGrp="1"/>
          </p:cNvSpPr>
          <p:nvPr/>
        </p:nvSpPr>
        <p:spPr>
          <a:xfrm>
            <a:off x="463505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5" name="11_all_5510">
            <a:extLst>
              <a:ext uri="{FF2B5EF4-FFF2-40B4-BE49-F238E27FC236}">
                <a16:creationId xmlns:a16="http://schemas.microsoft.com/office/drawing/2014/main" id="{FAA696DE-DEA6-4626-B7C5-2AE06B80CCE6}"/>
              </a:ext>
            </a:extLst>
          </p:cNvPr>
          <p:cNvSpPr>
            <a:spLocks noGrp="1"/>
          </p:cNvSpPr>
          <p:nvPr/>
        </p:nvSpPr>
        <p:spPr>
          <a:xfrm>
            <a:off x="450992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6" name="11_all_5511">
            <a:extLst>
              <a:ext uri="{FF2B5EF4-FFF2-40B4-BE49-F238E27FC236}">
                <a16:creationId xmlns:a16="http://schemas.microsoft.com/office/drawing/2014/main" id="{98F2F7D7-D47E-489D-9546-98FC7B4816ED}"/>
              </a:ext>
            </a:extLst>
          </p:cNvPr>
          <p:cNvSpPr>
            <a:spLocks noGrp="1"/>
          </p:cNvSpPr>
          <p:nvPr/>
        </p:nvSpPr>
        <p:spPr>
          <a:xfrm>
            <a:off x="4556790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7" name="11_all_5512">
            <a:extLst>
              <a:ext uri="{FF2B5EF4-FFF2-40B4-BE49-F238E27FC236}">
                <a16:creationId xmlns:a16="http://schemas.microsoft.com/office/drawing/2014/main" id="{7D22EA4E-3710-4480-BDDC-F030C97BD364}"/>
              </a:ext>
            </a:extLst>
          </p:cNvPr>
          <p:cNvSpPr>
            <a:spLocks noGrp="1"/>
          </p:cNvSpPr>
          <p:nvPr/>
        </p:nvSpPr>
        <p:spPr>
          <a:xfrm>
            <a:off x="457363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8" name="11_all_5513">
            <a:extLst>
              <a:ext uri="{FF2B5EF4-FFF2-40B4-BE49-F238E27FC236}">
                <a16:creationId xmlns:a16="http://schemas.microsoft.com/office/drawing/2014/main" id="{5D6B1040-7719-40E2-8F65-23D2E8387187}"/>
              </a:ext>
            </a:extLst>
          </p:cNvPr>
          <p:cNvSpPr>
            <a:spLocks noGrp="1"/>
          </p:cNvSpPr>
          <p:nvPr/>
        </p:nvSpPr>
        <p:spPr>
          <a:xfrm>
            <a:off x="4505798" y="42967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9" name="11_all_5514">
            <a:extLst>
              <a:ext uri="{FF2B5EF4-FFF2-40B4-BE49-F238E27FC236}">
                <a16:creationId xmlns:a16="http://schemas.microsoft.com/office/drawing/2014/main" id="{C9C963B0-43BF-40FC-B9E4-E80F6B08AAB9}"/>
              </a:ext>
            </a:extLst>
          </p:cNvPr>
          <p:cNvSpPr>
            <a:spLocks noGrp="1"/>
          </p:cNvSpPr>
          <p:nvPr/>
        </p:nvSpPr>
        <p:spPr>
          <a:xfrm>
            <a:off x="4525022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0" name="11_all_5515">
            <a:extLst>
              <a:ext uri="{FF2B5EF4-FFF2-40B4-BE49-F238E27FC236}">
                <a16:creationId xmlns:a16="http://schemas.microsoft.com/office/drawing/2014/main" id="{AE6A4E5D-EEBA-445A-8EAC-BFE1B341BE52}"/>
              </a:ext>
            </a:extLst>
          </p:cNvPr>
          <p:cNvSpPr>
            <a:spLocks noGrp="1"/>
          </p:cNvSpPr>
          <p:nvPr/>
        </p:nvSpPr>
        <p:spPr>
          <a:xfrm>
            <a:off x="455652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1" name="11_all_5516">
            <a:extLst>
              <a:ext uri="{FF2B5EF4-FFF2-40B4-BE49-F238E27FC236}">
                <a16:creationId xmlns:a16="http://schemas.microsoft.com/office/drawing/2014/main" id="{20AA2A96-A458-49E9-9E31-E93A9170903B}"/>
              </a:ext>
            </a:extLst>
          </p:cNvPr>
          <p:cNvSpPr>
            <a:spLocks noGrp="1"/>
          </p:cNvSpPr>
          <p:nvPr/>
        </p:nvSpPr>
        <p:spPr>
          <a:xfrm>
            <a:off x="454897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2" name="11_all_5517">
            <a:extLst>
              <a:ext uri="{FF2B5EF4-FFF2-40B4-BE49-F238E27FC236}">
                <a16:creationId xmlns:a16="http://schemas.microsoft.com/office/drawing/2014/main" id="{1EAE5B8B-8097-47BA-9F77-A59C0E667FFF}"/>
              </a:ext>
            </a:extLst>
          </p:cNvPr>
          <p:cNvSpPr>
            <a:spLocks noGrp="1"/>
          </p:cNvSpPr>
          <p:nvPr/>
        </p:nvSpPr>
        <p:spPr>
          <a:xfrm>
            <a:off x="4639509" y="330513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3" name="11_all_5518">
            <a:extLst>
              <a:ext uri="{FF2B5EF4-FFF2-40B4-BE49-F238E27FC236}">
                <a16:creationId xmlns:a16="http://schemas.microsoft.com/office/drawing/2014/main" id="{A86D8E0A-F4AC-4767-8755-3AA698B891CA}"/>
              </a:ext>
            </a:extLst>
          </p:cNvPr>
          <p:cNvSpPr>
            <a:spLocks noGrp="1"/>
          </p:cNvSpPr>
          <p:nvPr/>
        </p:nvSpPr>
        <p:spPr>
          <a:xfrm>
            <a:off x="45597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4" name="11_all_5519">
            <a:extLst>
              <a:ext uri="{FF2B5EF4-FFF2-40B4-BE49-F238E27FC236}">
                <a16:creationId xmlns:a16="http://schemas.microsoft.com/office/drawing/2014/main" id="{7E89D634-7B72-4D81-8395-8326D8A3F583}"/>
              </a:ext>
            </a:extLst>
          </p:cNvPr>
          <p:cNvSpPr>
            <a:spLocks noGrp="1"/>
          </p:cNvSpPr>
          <p:nvPr/>
        </p:nvSpPr>
        <p:spPr>
          <a:xfrm>
            <a:off x="4590213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5" name="11_all_5520">
            <a:extLst>
              <a:ext uri="{FF2B5EF4-FFF2-40B4-BE49-F238E27FC236}">
                <a16:creationId xmlns:a16="http://schemas.microsoft.com/office/drawing/2014/main" id="{E9A36B56-9D3D-4EE1-B244-A65933A965A8}"/>
              </a:ext>
            </a:extLst>
          </p:cNvPr>
          <p:cNvSpPr>
            <a:spLocks noGrp="1"/>
          </p:cNvSpPr>
          <p:nvPr/>
        </p:nvSpPr>
        <p:spPr>
          <a:xfrm>
            <a:off x="4507135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6" name="11_all_5521">
            <a:extLst>
              <a:ext uri="{FF2B5EF4-FFF2-40B4-BE49-F238E27FC236}">
                <a16:creationId xmlns:a16="http://schemas.microsoft.com/office/drawing/2014/main" id="{D1FA34D1-04EE-471A-BE16-1A3E04F761B3}"/>
              </a:ext>
            </a:extLst>
          </p:cNvPr>
          <p:cNvSpPr>
            <a:spLocks noGrp="1"/>
          </p:cNvSpPr>
          <p:nvPr/>
        </p:nvSpPr>
        <p:spPr>
          <a:xfrm>
            <a:off x="450808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7" name="11_all_5522">
            <a:extLst>
              <a:ext uri="{FF2B5EF4-FFF2-40B4-BE49-F238E27FC236}">
                <a16:creationId xmlns:a16="http://schemas.microsoft.com/office/drawing/2014/main" id="{9FB48C95-D2D2-4243-A981-750DAE47114F}"/>
              </a:ext>
            </a:extLst>
          </p:cNvPr>
          <p:cNvSpPr>
            <a:spLocks noGrp="1"/>
          </p:cNvSpPr>
          <p:nvPr/>
        </p:nvSpPr>
        <p:spPr>
          <a:xfrm>
            <a:off x="458709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8" name="11_all_5523">
            <a:extLst>
              <a:ext uri="{FF2B5EF4-FFF2-40B4-BE49-F238E27FC236}">
                <a16:creationId xmlns:a16="http://schemas.microsoft.com/office/drawing/2014/main" id="{9E565F36-03B3-4CB4-AF1A-EFB3284B0D6D}"/>
              </a:ext>
            </a:extLst>
          </p:cNvPr>
          <p:cNvSpPr>
            <a:spLocks noGrp="1"/>
          </p:cNvSpPr>
          <p:nvPr/>
        </p:nvSpPr>
        <p:spPr>
          <a:xfrm>
            <a:off x="456918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9" name="11_all_5524">
            <a:extLst>
              <a:ext uri="{FF2B5EF4-FFF2-40B4-BE49-F238E27FC236}">
                <a16:creationId xmlns:a16="http://schemas.microsoft.com/office/drawing/2014/main" id="{45ED2A89-E616-4F7E-854B-A1D0D68D0AD4}"/>
              </a:ext>
            </a:extLst>
          </p:cNvPr>
          <p:cNvSpPr>
            <a:spLocks noGrp="1"/>
          </p:cNvSpPr>
          <p:nvPr/>
        </p:nvSpPr>
        <p:spPr>
          <a:xfrm>
            <a:off x="462762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0" name="11_all_5525">
            <a:extLst>
              <a:ext uri="{FF2B5EF4-FFF2-40B4-BE49-F238E27FC236}">
                <a16:creationId xmlns:a16="http://schemas.microsoft.com/office/drawing/2014/main" id="{2C5A8CE2-5253-4E4A-822D-8B1A4DEF57A0}"/>
              </a:ext>
            </a:extLst>
          </p:cNvPr>
          <p:cNvSpPr>
            <a:spLocks noGrp="1"/>
          </p:cNvSpPr>
          <p:nvPr/>
        </p:nvSpPr>
        <p:spPr>
          <a:xfrm>
            <a:off x="462907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1" name="11_all_5526">
            <a:extLst>
              <a:ext uri="{FF2B5EF4-FFF2-40B4-BE49-F238E27FC236}">
                <a16:creationId xmlns:a16="http://schemas.microsoft.com/office/drawing/2014/main" id="{0B902414-7346-4B36-93F4-8637CFCCDC04}"/>
              </a:ext>
            </a:extLst>
          </p:cNvPr>
          <p:cNvSpPr>
            <a:spLocks noGrp="1"/>
          </p:cNvSpPr>
          <p:nvPr/>
        </p:nvSpPr>
        <p:spPr>
          <a:xfrm>
            <a:off x="464890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2" name="11_all_5527">
            <a:extLst>
              <a:ext uri="{FF2B5EF4-FFF2-40B4-BE49-F238E27FC236}">
                <a16:creationId xmlns:a16="http://schemas.microsoft.com/office/drawing/2014/main" id="{2B506B51-3390-4DC0-A0BA-A02025EC8AAA}"/>
              </a:ext>
            </a:extLst>
          </p:cNvPr>
          <p:cNvSpPr>
            <a:spLocks noGrp="1"/>
          </p:cNvSpPr>
          <p:nvPr/>
        </p:nvSpPr>
        <p:spPr>
          <a:xfrm>
            <a:off x="456738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3" name="11_all_5528">
            <a:extLst>
              <a:ext uri="{FF2B5EF4-FFF2-40B4-BE49-F238E27FC236}">
                <a16:creationId xmlns:a16="http://schemas.microsoft.com/office/drawing/2014/main" id="{B43199BB-F11A-407C-888E-52E337F0C0C7}"/>
              </a:ext>
            </a:extLst>
          </p:cNvPr>
          <p:cNvSpPr>
            <a:spLocks noGrp="1"/>
          </p:cNvSpPr>
          <p:nvPr/>
        </p:nvSpPr>
        <p:spPr>
          <a:xfrm>
            <a:off x="4507233" y="43007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4" name="11_all_5529">
            <a:extLst>
              <a:ext uri="{FF2B5EF4-FFF2-40B4-BE49-F238E27FC236}">
                <a16:creationId xmlns:a16="http://schemas.microsoft.com/office/drawing/2014/main" id="{1210BE14-6B6E-42E5-A558-E9D066BE33FC}"/>
              </a:ext>
            </a:extLst>
          </p:cNvPr>
          <p:cNvSpPr>
            <a:spLocks noGrp="1"/>
          </p:cNvSpPr>
          <p:nvPr/>
        </p:nvSpPr>
        <p:spPr>
          <a:xfrm>
            <a:off x="452600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5" name="11_all_5530">
            <a:extLst>
              <a:ext uri="{FF2B5EF4-FFF2-40B4-BE49-F238E27FC236}">
                <a16:creationId xmlns:a16="http://schemas.microsoft.com/office/drawing/2014/main" id="{A845AD3C-A431-4B46-AC14-1EAAEB709C96}"/>
              </a:ext>
            </a:extLst>
          </p:cNvPr>
          <p:cNvSpPr>
            <a:spLocks noGrp="1"/>
          </p:cNvSpPr>
          <p:nvPr/>
        </p:nvSpPr>
        <p:spPr>
          <a:xfrm>
            <a:off x="457768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6" name="11_all_5531">
            <a:extLst>
              <a:ext uri="{FF2B5EF4-FFF2-40B4-BE49-F238E27FC236}">
                <a16:creationId xmlns:a16="http://schemas.microsoft.com/office/drawing/2014/main" id="{1C7437CD-4551-4531-AE35-E25B2020FD2E}"/>
              </a:ext>
            </a:extLst>
          </p:cNvPr>
          <p:cNvSpPr>
            <a:spLocks noGrp="1"/>
          </p:cNvSpPr>
          <p:nvPr/>
        </p:nvSpPr>
        <p:spPr>
          <a:xfrm>
            <a:off x="460838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7" name="11_all_5532">
            <a:extLst>
              <a:ext uri="{FF2B5EF4-FFF2-40B4-BE49-F238E27FC236}">
                <a16:creationId xmlns:a16="http://schemas.microsoft.com/office/drawing/2014/main" id="{1A6A1275-05F1-4D54-AD81-6B4FB60C733F}"/>
              </a:ext>
            </a:extLst>
          </p:cNvPr>
          <p:cNvSpPr>
            <a:spLocks noGrp="1"/>
          </p:cNvSpPr>
          <p:nvPr/>
        </p:nvSpPr>
        <p:spPr>
          <a:xfrm>
            <a:off x="452540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8" name="11_all_5533">
            <a:extLst>
              <a:ext uri="{FF2B5EF4-FFF2-40B4-BE49-F238E27FC236}">
                <a16:creationId xmlns:a16="http://schemas.microsoft.com/office/drawing/2014/main" id="{33140FCF-1DC0-4EB3-A2DA-B0D42826D71B}"/>
              </a:ext>
            </a:extLst>
          </p:cNvPr>
          <p:cNvSpPr>
            <a:spLocks noGrp="1"/>
          </p:cNvSpPr>
          <p:nvPr/>
        </p:nvSpPr>
        <p:spPr>
          <a:xfrm>
            <a:off x="464269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9" name="11_all_5534">
            <a:extLst>
              <a:ext uri="{FF2B5EF4-FFF2-40B4-BE49-F238E27FC236}">
                <a16:creationId xmlns:a16="http://schemas.microsoft.com/office/drawing/2014/main" id="{CE9AE471-38B1-4B45-8125-F911FBBE7A49}"/>
              </a:ext>
            </a:extLst>
          </p:cNvPr>
          <p:cNvSpPr>
            <a:spLocks noGrp="1"/>
          </p:cNvSpPr>
          <p:nvPr/>
        </p:nvSpPr>
        <p:spPr>
          <a:xfrm>
            <a:off x="461004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0" name="11_all_5535">
            <a:extLst>
              <a:ext uri="{FF2B5EF4-FFF2-40B4-BE49-F238E27FC236}">
                <a16:creationId xmlns:a16="http://schemas.microsoft.com/office/drawing/2014/main" id="{EBC1BE89-4F6B-4827-B0DA-CD2168068075}"/>
              </a:ext>
            </a:extLst>
          </p:cNvPr>
          <p:cNvSpPr>
            <a:spLocks noGrp="1"/>
          </p:cNvSpPr>
          <p:nvPr/>
        </p:nvSpPr>
        <p:spPr>
          <a:xfrm>
            <a:off x="4552175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1" name="11_all_5536">
            <a:extLst>
              <a:ext uri="{FF2B5EF4-FFF2-40B4-BE49-F238E27FC236}">
                <a16:creationId xmlns:a16="http://schemas.microsoft.com/office/drawing/2014/main" id="{4B5D016F-2702-4B05-A53C-2D022771F707}"/>
              </a:ext>
            </a:extLst>
          </p:cNvPr>
          <p:cNvSpPr>
            <a:spLocks noGrp="1"/>
          </p:cNvSpPr>
          <p:nvPr/>
        </p:nvSpPr>
        <p:spPr>
          <a:xfrm>
            <a:off x="4541941" y="4565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2" name="11_all_5537">
            <a:extLst>
              <a:ext uri="{FF2B5EF4-FFF2-40B4-BE49-F238E27FC236}">
                <a16:creationId xmlns:a16="http://schemas.microsoft.com/office/drawing/2014/main" id="{EA12336D-6C69-4479-94D3-1E251EEEA87F}"/>
              </a:ext>
            </a:extLst>
          </p:cNvPr>
          <p:cNvSpPr>
            <a:spLocks noGrp="1"/>
          </p:cNvSpPr>
          <p:nvPr/>
        </p:nvSpPr>
        <p:spPr>
          <a:xfrm>
            <a:off x="450460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3" name="11_all_5538">
            <a:extLst>
              <a:ext uri="{FF2B5EF4-FFF2-40B4-BE49-F238E27FC236}">
                <a16:creationId xmlns:a16="http://schemas.microsoft.com/office/drawing/2014/main" id="{3383C47E-44D9-4F5B-BD5F-E4EBC980704A}"/>
              </a:ext>
            </a:extLst>
          </p:cNvPr>
          <p:cNvSpPr>
            <a:spLocks noGrp="1"/>
          </p:cNvSpPr>
          <p:nvPr/>
        </p:nvSpPr>
        <p:spPr>
          <a:xfrm>
            <a:off x="463008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4" name="11_all_5539">
            <a:extLst>
              <a:ext uri="{FF2B5EF4-FFF2-40B4-BE49-F238E27FC236}">
                <a16:creationId xmlns:a16="http://schemas.microsoft.com/office/drawing/2014/main" id="{4A207ECD-3B87-434C-AEF4-E6C682243AF3}"/>
              </a:ext>
            </a:extLst>
          </p:cNvPr>
          <p:cNvSpPr>
            <a:spLocks noGrp="1"/>
          </p:cNvSpPr>
          <p:nvPr/>
        </p:nvSpPr>
        <p:spPr>
          <a:xfrm>
            <a:off x="464590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5" name="11_all_5540">
            <a:extLst>
              <a:ext uri="{FF2B5EF4-FFF2-40B4-BE49-F238E27FC236}">
                <a16:creationId xmlns:a16="http://schemas.microsoft.com/office/drawing/2014/main" id="{214D6726-3E2B-4630-A4EA-F586FD318081}"/>
              </a:ext>
            </a:extLst>
          </p:cNvPr>
          <p:cNvSpPr>
            <a:spLocks noGrp="1"/>
          </p:cNvSpPr>
          <p:nvPr/>
        </p:nvSpPr>
        <p:spPr>
          <a:xfrm>
            <a:off x="458121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6" name="11_all_5541">
            <a:extLst>
              <a:ext uri="{FF2B5EF4-FFF2-40B4-BE49-F238E27FC236}">
                <a16:creationId xmlns:a16="http://schemas.microsoft.com/office/drawing/2014/main" id="{52717AAA-B283-4B8A-85A2-72A991B11D4D}"/>
              </a:ext>
            </a:extLst>
          </p:cNvPr>
          <p:cNvSpPr>
            <a:spLocks noGrp="1"/>
          </p:cNvSpPr>
          <p:nvPr/>
        </p:nvSpPr>
        <p:spPr>
          <a:xfrm>
            <a:off x="462530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7" name="11_all_5542">
            <a:extLst>
              <a:ext uri="{FF2B5EF4-FFF2-40B4-BE49-F238E27FC236}">
                <a16:creationId xmlns:a16="http://schemas.microsoft.com/office/drawing/2014/main" id="{40D68357-3C70-4897-A448-30083030CDEC}"/>
              </a:ext>
            </a:extLst>
          </p:cNvPr>
          <p:cNvSpPr>
            <a:spLocks noGrp="1"/>
          </p:cNvSpPr>
          <p:nvPr/>
        </p:nvSpPr>
        <p:spPr>
          <a:xfrm>
            <a:off x="461995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8" name="11_all_5543">
            <a:extLst>
              <a:ext uri="{FF2B5EF4-FFF2-40B4-BE49-F238E27FC236}">
                <a16:creationId xmlns:a16="http://schemas.microsoft.com/office/drawing/2014/main" id="{746FF56C-C819-4E2C-849B-6B8C9E41CFF8}"/>
              </a:ext>
            </a:extLst>
          </p:cNvPr>
          <p:cNvSpPr>
            <a:spLocks noGrp="1"/>
          </p:cNvSpPr>
          <p:nvPr/>
        </p:nvSpPr>
        <p:spPr>
          <a:xfrm>
            <a:off x="452774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9" name="11_all_5544">
            <a:extLst>
              <a:ext uri="{FF2B5EF4-FFF2-40B4-BE49-F238E27FC236}">
                <a16:creationId xmlns:a16="http://schemas.microsoft.com/office/drawing/2014/main" id="{C9992211-66FF-426B-8868-525072FFCC20}"/>
              </a:ext>
            </a:extLst>
          </p:cNvPr>
          <p:cNvSpPr>
            <a:spLocks noGrp="1"/>
          </p:cNvSpPr>
          <p:nvPr/>
        </p:nvSpPr>
        <p:spPr>
          <a:xfrm>
            <a:off x="460957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0" name="11_all_5545">
            <a:extLst>
              <a:ext uri="{FF2B5EF4-FFF2-40B4-BE49-F238E27FC236}">
                <a16:creationId xmlns:a16="http://schemas.microsoft.com/office/drawing/2014/main" id="{C4702D54-170C-4E94-87C3-E690A334215D}"/>
              </a:ext>
            </a:extLst>
          </p:cNvPr>
          <p:cNvSpPr>
            <a:spLocks noGrp="1"/>
          </p:cNvSpPr>
          <p:nvPr/>
        </p:nvSpPr>
        <p:spPr>
          <a:xfrm>
            <a:off x="4588485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1" name="11_all_5546">
            <a:extLst>
              <a:ext uri="{FF2B5EF4-FFF2-40B4-BE49-F238E27FC236}">
                <a16:creationId xmlns:a16="http://schemas.microsoft.com/office/drawing/2014/main" id="{D5306681-61EA-4034-A46B-B70DE6D32813}"/>
              </a:ext>
            </a:extLst>
          </p:cNvPr>
          <p:cNvSpPr>
            <a:spLocks noGrp="1"/>
          </p:cNvSpPr>
          <p:nvPr/>
        </p:nvSpPr>
        <p:spPr>
          <a:xfrm>
            <a:off x="460542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2" name="11_all_5547">
            <a:extLst>
              <a:ext uri="{FF2B5EF4-FFF2-40B4-BE49-F238E27FC236}">
                <a16:creationId xmlns:a16="http://schemas.microsoft.com/office/drawing/2014/main" id="{877BD9F4-C124-419F-956D-15FA6CB06FD2}"/>
              </a:ext>
            </a:extLst>
          </p:cNvPr>
          <p:cNvSpPr>
            <a:spLocks noGrp="1"/>
          </p:cNvSpPr>
          <p:nvPr/>
        </p:nvSpPr>
        <p:spPr>
          <a:xfrm>
            <a:off x="460502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3" name="11_all_5548">
            <a:extLst>
              <a:ext uri="{FF2B5EF4-FFF2-40B4-BE49-F238E27FC236}">
                <a16:creationId xmlns:a16="http://schemas.microsoft.com/office/drawing/2014/main" id="{7724BAE8-5087-4A42-8D8D-8A92DA29C5B5}"/>
              </a:ext>
            </a:extLst>
          </p:cNvPr>
          <p:cNvSpPr>
            <a:spLocks noGrp="1"/>
          </p:cNvSpPr>
          <p:nvPr/>
        </p:nvSpPr>
        <p:spPr>
          <a:xfrm>
            <a:off x="459276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4" name="11_all_5549">
            <a:extLst>
              <a:ext uri="{FF2B5EF4-FFF2-40B4-BE49-F238E27FC236}">
                <a16:creationId xmlns:a16="http://schemas.microsoft.com/office/drawing/2014/main" id="{CE0AD94A-765A-496A-B46B-7C520312A2F4}"/>
              </a:ext>
            </a:extLst>
          </p:cNvPr>
          <p:cNvSpPr>
            <a:spLocks noGrp="1"/>
          </p:cNvSpPr>
          <p:nvPr/>
        </p:nvSpPr>
        <p:spPr>
          <a:xfrm>
            <a:off x="45284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5" name="11_all_5550">
            <a:extLst>
              <a:ext uri="{FF2B5EF4-FFF2-40B4-BE49-F238E27FC236}">
                <a16:creationId xmlns:a16="http://schemas.microsoft.com/office/drawing/2014/main" id="{061AC801-C58B-4302-ADEE-9C209F88189F}"/>
              </a:ext>
            </a:extLst>
          </p:cNvPr>
          <p:cNvSpPr>
            <a:spLocks noGrp="1"/>
          </p:cNvSpPr>
          <p:nvPr/>
        </p:nvSpPr>
        <p:spPr>
          <a:xfrm>
            <a:off x="4592875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6" name="11_all_5551">
            <a:extLst>
              <a:ext uri="{FF2B5EF4-FFF2-40B4-BE49-F238E27FC236}">
                <a16:creationId xmlns:a16="http://schemas.microsoft.com/office/drawing/2014/main" id="{547C0BBB-73B4-445A-A0C5-19EFEC04A158}"/>
              </a:ext>
            </a:extLst>
          </p:cNvPr>
          <p:cNvSpPr>
            <a:spLocks noGrp="1"/>
          </p:cNvSpPr>
          <p:nvPr/>
        </p:nvSpPr>
        <p:spPr>
          <a:xfrm>
            <a:off x="4629236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7" name="11_all_5552">
            <a:extLst>
              <a:ext uri="{FF2B5EF4-FFF2-40B4-BE49-F238E27FC236}">
                <a16:creationId xmlns:a16="http://schemas.microsoft.com/office/drawing/2014/main" id="{B5F1033D-9B45-431B-AEA5-A7AC249772FA}"/>
              </a:ext>
            </a:extLst>
          </p:cNvPr>
          <p:cNvSpPr>
            <a:spLocks noGrp="1"/>
          </p:cNvSpPr>
          <p:nvPr/>
        </p:nvSpPr>
        <p:spPr>
          <a:xfrm>
            <a:off x="464117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8" name="11_all_5553">
            <a:extLst>
              <a:ext uri="{FF2B5EF4-FFF2-40B4-BE49-F238E27FC236}">
                <a16:creationId xmlns:a16="http://schemas.microsoft.com/office/drawing/2014/main" id="{D2A7C26F-17B9-40F5-9655-90CF17B32487}"/>
              </a:ext>
            </a:extLst>
          </p:cNvPr>
          <p:cNvSpPr>
            <a:spLocks noGrp="1"/>
          </p:cNvSpPr>
          <p:nvPr/>
        </p:nvSpPr>
        <p:spPr>
          <a:xfrm>
            <a:off x="464453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9" name="11_all_5554">
            <a:extLst>
              <a:ext uri="{FF2B5EF4-FFF2-40B4-BE49-F238E27FC236}">
                <a16:creationId xmlns:a16="http://schemas.microsoft.com/office/drawing/2014/main" id="{05BBEDC1-CA04-4F3F-B968-FF91C3D7A5D7}"/>
              </a:ext>
            </a:extLst>
          </p:cNvPr>
          <p:cNvSpPr>
            <a:spLocks noGrp="1"/>
          </p:cNvSpPr>
          <p:nvPr/>
        </p:nvSpPr>
        <p:spPr>
          <a:xfrm>
            <a:off x="464977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0" name="11_all_5555">
            <a:extLst>
              <a:ext uri="{FF2B5EF4-FFF2-40B4-BE49-F238E27FC236}">
                <a16:creationId xmlns:a16="http://schemas.microsoft.com/office/drawing/2014/main" id="{0815A2A5-1022-42A7-B89C-81D78AA6C824}"/>
              </a:ext>
            </a:extLst>
          </p:cNvPr>
          <p:cNvSpPr>
            <a:spLocks noGrp="1"/>
          </p:cNvSpPr>
          <p:nvPr/>
        </p:nvSpPr>
        <p:spPr>
          <a:xfrm>
            <a:off x="463954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1" name="11_all_5556">
            <a:extLst>
              <a:ext uri="{FF2B5EF4-FFF2-40B4-BE49-F238E27FC236}">
                <a16:creationId xmlns:a16="http://schemas.microsoft.com/office/drawing/2014/main" id="{2795CEB1-EA88-4003-9B91-28DAC1630EC3}"/>
              </a:ext>
            </a:extLst>
          </p:cNvPr>
          <p:cNvSpPr>
            <a:spLocks noGrp="1"/>
          </p:cNvSpPr>
          <p:nvPr/>
        </p:nvSpPr>
        <p:spPr>
          <a:xfrm>
            <a:off x="459308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2" name="11_all_5557">
            <a:extLst>
              <a:ext uri="{FF2B5EF4-FFF2-40B4-BE49-F238E27FC236}">
                <a16:creationId xmlns:a16="http://schemas.microsoft.com/office/drawing/2014/main" id="{903CC430-61B6-4AB7-AF1A-FB17102C39A1}"/>
              </a:ext>
            </a:extLst>
          </p:cNvPr>
          <p:cNvSpPr>
            <a:spLocks noGrp="1"/>
          </p:cNvSpPr>
          <p:nvPr/>
        </p:nvSpPr>
        <p:spPr>
          <a:xfrm>
            <a:off x="4633686" y="45831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3" name="11_all_5558">
            <a:extLst>
              <a:ext uri="{FF2B5EF4-FFF2-40B4-BE49-F238E27FC236}">
                <a16:creationId xmlns:a16="http://schemas.microsoft.com/office/drawing/2014/main" id="{5CBEF1C2-CCD1-4E8E-A51F-26EC7F19C7DC}"/>
              </a:ext>
            </a:extLst>
          </p:cNvPr>
          <p:cNvSpPr>
            <a:spLocks noGrp="1"/>
          </p:cNvSpPr>
          <p:nvPr/>
        </p:nvSpPr>
        <p:spPr>
          <a:xfrm>
            <a:off x="463417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4" name="11_all_5559">
            <a:extLst>
              <a:ext uri="{FF2B5EF4-FFF2-40B4-BE49-F238E27FC236}">
                <a16:creationId xmlns:a16="http://schemas.microsoft.com/office/drawing/2014/main" id="{A1A21DB4-F1AF-4DF9-94CC-F3980E4A38D4}"/>
              </a:ext>
            </a:extLst>
          </p:cNvPr>
          <p:cNvSpPr>
            <a:spLocks noGrp="1"/>
          </p:cNvSpPr>
          <p:nvPr/>
        </p:nvSpPr>
        <p:spPr>
          <a:xfrm>
            <a:off x="45227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5" name="11_all_5560">
            <a:extLst>
              <a:ext uri="{FF2B5EF4-FFF2-40B4-BE49-F238E27FC236}">
                <a16:creationId xmlns:a16="http://schemas.microsoft.com/office/drawing/2014/main" id="{10671EF4-F170-4091-B61A-D6B17BBD3A8A}"/>
              </a:ext>
            </a:extLst>
          </p:cNvPr>
          <p:cNvSpPr>
            <a:spLocks noGrp="1"/>
          </p:cNvSpPr>
          <p:nvPr/>
        </p:nvSpPr>
        <p:spPr>
          <a:xfrm>
            <a:off x="4604153" y="30035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6" name="11_all_5561">
            <a:extLst>
              <a:ext uri="{FF2B5EF4-FFF2-40B4-BE49-F238E27FC236}">
                <a16:creationId xmlns:a16="http://schemas.microsoft.com/office/drawing/2014/main" id="{CF9D6262-77DA-4D64-B3F1-3BC0FAD4CEEE}"/>
              </a:ext>
            </a:extLst>
          </p:cNvPr>
          <p:cNvSpPr>
            <a:spLocks noGrp="1"/>
          </p:cNvSpPr>
          <p:nvPr/>
        </p:nvSpPr>
        <p:spPr>
          <a:xfrm>
            <a:off x="457593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7" name="11_all_5562">
            <a:extLst>
              <a:ext uri="{FF2B5EF4-FFF2-40B4-BE49-F238E27FC236}">
                <a16:creationId xmlns:a16="http://schemas.microsoft.com/office/drawing/2014/main" id="{EAD406E7-BE43-4FD7-BE84-53B47BC90AFF}"/>
              </a:ext>
            </a:extLst>
          </p:cNvPr>
          <p:cNvSpPr>
            <a:spLocks noGrp="1"/>
          </p:cNvSpPr>
          <p:nvPr/>
        </p:nvSpPr>
        <p:spPr>
          <a:xfrm>
            <a:off x="453318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8" name="11_all_5563">
            <a:extLst>
              <a:ext uri="{FF2B5EF4-FFF2-40B4-BE49-F238E27FC236}">
                <a16:creationId xmlns:a16="http://schemas.microsoft.com/office/drawing/2014/main" id="{015AA4A7-95C8-4353-B403-30AE13CD9DBA}"/>
              </a:ext>
            </a:extLst>
          </p:cNvPr>
          <p:cNvSpPr>
            <a:spLocks noGrp="1"/>
          </p:cNvSpPr>
          <p:nvPr/>
        </p:nvSpPr>
        <p:spPr>
          <a:xfrm>
            <a:off x="462015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9" name="11_all_5564">
            <a:extLst>
              <a:ext uri="{FF2B5EF4-FFF2-40B4-BE49-F238E27FC236}">
                <a16:creationId xmlns:a16="http://schemas.microsoft.com/office/drawing/2014/main" id="{4C8A7243-2875-437C-9EEE-13E6D182568C}"/>
              </a:ext>
            </a:extLst>
          </p:cNvPr>
          <p:cNvSpPr>
            <a:spLocks noGrp="1"/>
          </p:cNvSpPr>
          <p:nvPr/>
        </p:nvSpPr>
        <p:spPr>
          <a:xfrm>
            <a:off x="4600759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0" name="11_all_5565">
            <a:extLst>
              <a:ext uri="{FF2B5EF4-FFF2-40B4-BE49-F238E27FC236}">
                <a16:creationId xmlns:a16="http://schemas.microsoft.com/office/drawing/2014/main" id="{CBA3D402-A6BD-47B4-BE1E-2AB670803A0D}"/>
              </a:ext>
            </a:extLst>
          </p:cNvPr>
          <p:cNvSpPr>
            <a:spLocks noGrp="1"/>
          </p:cNvSpPr>
          <p:nvPr/>
        </p:nvSpPr>
        <p:spPr>
          <a:xfrm>
            <a:off x="454060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1" name="11_all_5566">
            <a:extLst>
              <a:ext uri="{FF2B5EF4-FFF2-40B4-BE49-F238E27FC236}">
                <a16:creationId xmlns:a16="http://schemas.microsoft.com/office/drawing/2014/main" id="{F7292431-411E-43AB-920F-8CD03F560435}"/>
              </a:ext>
            </a:extLst>
          </p:cNvPr>
          <p:cNvSpPr>
            <a:spLocks noGrp="1"/>
          </p:cNvSpPr>
          <p:nvPr/>
        </p:nvSpPr>
        <p:spPr>
          <a:xfrm>
            <a:off x="4523355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2" name="11_all_5567">
            <a:extLst>
              <a:ext uri="{FF2B5EF4-FFF2-40B4-BE49-F238E27FC236}">
                <a16:creationId xmlns:a16="http://schemas.microsoft.com/office/drawing/2014/main" id="{593AF7AC-F0B8-493C-98A5-9188E50D347B}"/>
              </a:ext>
            </a:extLst>
          </p:cNvPr>
          <p:cNvSpPr>
            <a:spLocks noGrp="1"/>
          </p:cNvSpPr>
          <p:nvPr/>
        </p:nvSpPr>
        <p:spPr>
          <a:xfrm>
            <a:off x="458458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3" name="11_all_5568">
            <a:extLst>
              <a:ext uri="{FF2B5EF4-FFF2-40B4-BE49-F238E27FC236}">
                <a16:creationId xmlns:a16="http://schemas.microsoft.com/office/drawing/2014/main" id="{41620A3E-4260-4D7B-A5BB-6295064E021E}"/>
              </a:ext>
            </a:extLst>
          </p:cNvPr>
          <p:cNvSpPr>
            <a:spLocks noGrp="1"/>
          </p:cNvSpPr>
          <p:nvPr/>
        </p:nvSpPr>
        <p:spPr>
          <a:xfrm>
            <a:off x="4603594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4" name="11_all_5569">
            <a:extLst>
              <a:ext uri="{FF2B5EF4-FFF2-40B4-BE49-F238E27FC236}">
                <a16:creationId xmlns:a16="http://schemas.microsoft.com/office/drawing/2014/main" id="{42AD4D23-5360-442F-AF1C-562F7E77B935}"/>
              </a:ext>
            </a:extLst>
          </p:cNvPr>
          <p:cNvSpPr>
            <a:spLocks noGrp="1"/>
          </p:cNvSpPr>
          <p:nvPr/>
        </p:nvSpPr>
        <p:spPr>
          <a:xfrm>
            <a:off x="454383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5" name="11_all_5570">
            <a:extLst>
              <a:ext uri="{FF2B5EF4-FFF2-40B4-BE49-F238E27FC236}">
                <a16:creationId xmlns:a16="http://schemas.microsoft.com/office/drawing/2014/main" id="{06A43DDF-F48D-4BF9-A333-BE4C7FED34D7}"/>
              </a:ext>
            </a:extLst>
          </p:cNvPr>
          <p:cNvSpPr>
            <a:spLocks noGrp="1"/>
          </p:cNvSpPr>
          <p:nvPr/>
        </p:nvSpPr>
        <p:spPr>
          <a:xfrm>
            <a:off x="461836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6" name="11_all_5571">
            <a:extLst>
              <a:ext uri="{FF2B5EF4-FFF2-40B4-BE49-F238E27FC236}">
                <a16:creationId xmlns:a16="http://schemas.microsoft.com/office/drawing/2014/main" id="{69286B75-5D1C-46A9-82A8-F3C787E0A2D9}"/>
              </a:ext>
            </a:extLst>
          </p:cNvPr>
          <p:cNvSpPr>
            <a:spLocks noGrp="1"/>
          </p:cNvSpPr>
          <p:nvPr/>
        </p:nvSpPr>
        <p:spPr>
          <a:xfrm>
            <a:off x="461347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7" name="11_all_5572">
            <a:extLst>
              <a:ext uri="{FF2B5EF4-FFF2-40B4-BE49-F238E27FC236}">
                <a16:creationId xmlns:a16="http://schemas.microsoft.com/office/drawing/2014/main" id="{B68740CB-BDB7-4AFC-9909-433026F3FFCF}"/>
              </a:ext>
            </a:extLst>
          </p:cNvPr>
          <p:cNvSpPr>
            <a:spLocks noGrp="1"/>
          </p:cNvSpPr>
          <p:nvPr/>
        </p:nvSpPr>
        <p:spPr>
          <a:xfrm>
            <a:off x="45722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8" name="11_all_5573">
            <a:extLst>
              <a:ext uri="{FF2B5EF4-FFF2-40B4-BE49-F238E27FC236}">
                <a16:creationId xmlns:a16="http://schemas.microsoft.com/office/drawing/2014/main" id="{75FAEB73-D252-4A67-A93A-D7705A6E7DC4}"/>
              </a:ext>
            </a:extLst>
          </p:cNvPr>
          <p:cNvSpPr>
            <a:spLocks noGrp="1"/>
          </p:cNvSpPr>
          <p:nvPr/>
        </p:nvSpPr>
        <p:spPr>
          <a:xfrm>
            <a:off x="4576242" y="374798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9" name="11_all_5574">
            <a:extLst>
              <a:ext uri="{FF2B5EF4-FFF2-40B4-BE49-F238E27FC236}">
                <a16:creationId xmlns:a16="http://schemas.microsoft.com/office/drawing/2014/main" id="{57A48D63-F6A7-4B23-BBF0-D2CD8EC9F3DA}"/>
              </a:ext>
            </a:extLst>
          </p:cNvPr>
          <p:cNvSpPr>
            <a:spLocks noGrp="1"/>
          </p:cNvSpPr>
          <p:nvPr/>
        </p:nvSpPr>
        <p:spPr>
          <a:xfrm>
            <a:off x="463405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0" name="11_all_5575">
            <a:extLst>
              <a:ext uri="{FF2B5EF4-FFF2-40B4-BE49-F238E27FC236}">
                <a16:creationId xmlns:a16="http://schemas.microsoft.com/office/drawing/2014/main" id="{65CFA2BC-FCD0-43B8-89DB-9E97869DFF12}"/>
              </a:ext>
            </a:extLst>
          </p:cNvPr>
          <p:cNvSpPr>
            <a:spLocks noGrp="1"/>
          </p:cNvSpPr>
          <p:nvPr/>
        </p:nvSpPr>
        <p:spPr>
          <a:xfrm>
            <a:off x="458775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1" name="11_all_5576">
            <a:extLst>
              <a:ext uri="{FF2B5EF4-FFF2-40B4-BE49-F238E27FC236}">
                <a16:creationId xmlns:a16="http://schemas.microsoft.com/office/drawing/2014/main" id="{29DC912F-1EC7-4818-94E0-A502B9036194}"/>
              </a:ext>
            </a:extLst>
          </p:cNvPr>
          <p:cNvSpPr>
            <a:spLocks noGrp="1"/>
          </p:cNvSpPr>
          <p:nvPr/>
        </p:nvSpPr>
        <p:spPr>
          <a:xfrm>
            <a:off x="454801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2" name="11_all_5577">
            <a:extLst>
              <a:ext uri="{FF2B5EF4-FFF2-40B4-BE49-F238E27FC236}">
                <a16:creationId xmlns:a16="http://schemas.microsoft.com/office/drawing/2014/main" id="{008DF0B2-CBE0-4F2B-8D37-0A61AED8183A}"/>
              </a:ext>
            </a:extLst>
          </p:cNvPr>
          <p:cNvSpPr>
            <a:spLocks noGrp="1"/>
          </p:cNvSpPr>
          <p:nvPr/>
        </p:nvSpPr>
        <p:spPr>
          <a:xfrm>
            <a:off x="46417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3" name="11_all_5578">
            <a:extLst>
              <a:ext uri="{FF2B5EF4-FFF2-40B4-BE49-F238E27FC236}">
                <a16:creationId xmlns:a16="http://schemas.microsoft.com/office/drawing/2014/main" id="{E5F8ED52-0B5D-4907-89C7-3E83DB1A10E6}"/>
              </a:ext>
            </a:extLst>
          </p:cNvPr>
          <p:cNvSpPr>
            <a:spLocks noGrp="1"/>
          </p:cNvSpPr>
          <p:nvPr/>
        </p:nvSpPr>
        <p:spPr>
          <a:xfrm>
            <a:off x="46211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4" name="11_all_5579">
            <a:extLst>
              <a:ext uri="{FF2B5EF4-FFF2-40B4-BE49-F238E27FC236}">
                <a16:creationId xmlns:a16="http://schemas.microsoft.com/office/drawing/2014/main" id="{7861E71C-F4FB-4ADF-82A8-8F2C196B86DA}"/>
              </a:ext>
            </a:extLst>
          </p:cNvPr>
          <p:cNvSpPr>
            <a:spLocks noGrp="1"/>
          </p:cNvSpPr>
          <p:nvPr/>
        </p:nvSpPr>
        <p:spPr>
          <a:xfrm>
            <a:off x="4649604" y="467409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5" name="11_all_5580">
            <a:extLst>
              <a:ext uri="{FF2B5EF4-FFF2-40B4-BE49-F238E27FC236}">
                <a16:creationId xmlns:a16="http://schemas.microsoft.com/office/drawing/2014/main" id="{AF8EA18C-072E-4B65-9FC1-AD2B4AEB1248}"/>
              </a:ext>
            </a:extLst>
          </p:cNvPr>
          <p:cNvSpPr>
            <a:spLocks noGrp="1"/>
          </p:cNvSpPr>
          <p:nvPr/>
        </p:nvSpPr>
        <p:spPr>
          <a:xfrm>
            <a:off x="4545765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6" name="11_all_5581">
            <a:extLst>
              <a:ext uri="{FF2B5EF4-FFF2-40B4-BE49-F238E27FC236}">
                <a16:creationId xmlns:a16="http://schemas.microsoft.com/office/drawing/2014/main" id="{458A3B65-D7DA-4DF0-AD23-0AF7387946E5}"/>
              </a:ext>
            </a:extLst>
          </p:cNvPr>
          <p:cNvSpPr>
            <a:spLocks noGrp="1"/>
          </p:cNvSpPr>
          <p:nvPr/>
        </p:nvSpPr>
        <p:spPr>
          <a:xfrm>
            <a:off x="458083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7" name="11_all_5582">
            <a:extLst>
              <a:ext uri="{FF2B5EF4-FFF2-40B4-BE49-F238E27FC236}">
                <a16:creationId xmlns:a16="http://schemas.microsoft.com/office/drawing/2014/main" id="{A1D030B1-F140-45D3-8423-F7E8093FBC24}"/>
              </a:ext>
            </a:extLst>
          </p:cNvPr>
          <p:cNvSpPr>
            <a:spLocks noGrp="1"/>
          </p:cNvSpPr>
          <p:nvPr/>
        </p:nvSpPr>
        <p:spPr>
          <a:xfrm>
            <a:off x="464959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8" name="11_all_5583">
            <a:extLst>
              <a:ext uri="{FF2B5EF4-FFF2-40B4-BE49-F238E27FC236}">
                <a16:creationId xmlns:a16="http://schemas.microsoft.com/office/drawing/2014/main" id="{008FEADD-86DD-4E8A-AD6A-A7323CEC0567}"/>
              </a:ext>
            </a:extLst>
          </p:cNvPr>
          <p:cNvSpPr>
            <a:spLocks noGrp="1"/>
          </p:cNvSpPr>
          <p:nvPr/>
        </p:nvSpPr>
        <p:spPr>
          <a:xfrm>
            <a:off x="456925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9" name="11_all_5584">
            <a:extLst>
              <a:ext uri="{FF2B5EF4-FFF2-40B4-BE49-F238E27FC236}">
                <a16:creationId xmlns:a16="http://schemas.microsoft.com/office/drawing/2014/main" id="{391DD7F2-0A4A-4281-9A44-05E04CA3BFFB}"/>
              </a:ext>
            </a:extLst>
          </p:cNvPr>
          <p:cNvSpPr>
            <a:spLocks noGrp="1"/>
          </p:cNvSpPr>
          <p:nvPr/>
        </p:nvSpPr>
        <p:spPr>
          <a:xfrm>
            <a:off x="458276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0" name="11_all_5585">
            <a:extLst>
              <a:ext uri="{FF2B5EF4-FFF2-40B4-BE49-F238E27FC236}">
                <a16:creationId xmlns:a16="http://schemas.microsoft.com/office/drawing/2014/main" id="{AE23AA62-1100-4307-8390-90A5B61D94F6}"/>
              </a:ext>
            </a:extLst>
          </p:cNvPr>
          <p:cNvSpPr>
            <a:spLocks noGrp="1"/>
          </p:cNvSpPr>
          <p:nvPr/>
        </p:nvSpPr>
        <p:spPr>
          <a:xfrm>
            <a:off x="4540473" y="473187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1" name="11_all_5586">
            <a:extLst>
              <a:ext uri="{FF2B5EF4-FFF2-40B4-BE49-F238E27FC236}">
                <a16:creationId xmlns:a16="http://schemas.microsoft.com/office/drawing/2014/main" id="{F0E4FAD7-B964-4145-9BA3-DD40F59C7232}"/>
              </a:ext>
            </a:extLst>
          </p:cNvPr>
          <p:cNvSpPr>
            <a:spLocks noGrp="1"/>
          </p:cNvSpPr>
          <p:nvPr/>
        </p:nvSpPr>
        <p:spPr>
          <a:xfrm>
            <a:off x="533411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2" name="11_all_5587">
            <a:extLst>
              <a:ext uri="{FF2B5EF4-FFF2-40B4-BE49-F238E27FC236}">
                <a16:creationId xmlns:a16="http://schemas.microsoft.com/office/drawing/2014/main" id="{BCA2BB64-C152-4EA5-AE13-6A8DDA6C2145}"/>
              </a:ext>
            </a:extLst>
          </p:cNvPr>
          <p:cNvSpPr>
            <a:spLocks noGrp="1"/>
          </p:cNvSpPr>
          <p:nvPr/>
        </p:nvSpPr>
        <p:spPr>
          <a:xfrm>
            <a:off x="540828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3" name="11_all_5588">
            <a:extLst>
              <a:ext uri="{FF2B5EF4-FFF2-40B4-BE49-F238E27FC236}">
                <a16:creationId xmlns:a16="http://schemas.microsoft.com/office/drawing/2014/main" id="{E747534D-E069-49A4-8E23-FF0F271A4AFB}"/>
              </a:ext>
            </a:extLst>
          </p:cNvPr>
          <p:cNvSpPr>
            <a:spLocks noGrp="1"/>
          </p:cNvSpPr>
          <p:nvPr/>
        </p:nvSpPr>
        <p:spPr>
          <a:xfrm>
            <a:off x="539517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4" name="11_all_5589">
            <a:extLst>
              <a:ext uri="{FF2B5EF4-FFF2-40B4-BE49-F238E27FC236}">
                <a16:creationId xmlns:a16="http://schemas.microsoft.com/office/drawing/2014/main" id="{3DAF3158-5E96-488A-9873-62C537636196}"/>
              </a:ext>
            </a:extLst>
          </p:cNvPr>
          <p:cNvSpPr>
            <a:spLocks noGrp="1"/>
          </p:cNvSpPr>
          <p:nvPr/>
        </p:nvSpPr>
        <p:spPr>
          <a:xfrm>
            <a:off x="5411273" y="30873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5" name="11_all_5590">
            <a:extLst>
              <a:ext uri="{FF2B5EF4-FFF2-40B4-BE49-F238E27FC236}">
                <a16:creationId xmlns:a16="http://schemas.microsoft.com/office/drawing/2014/main" id="{8A24DE80-5599-4A24-A91F-3BAD1AB5F0F6}"/>
              </a:ext>
            </a:extLst>
          </p:cNvPr>
          <p:cNvSpPr>
            <a:spLocks noGrp="1"/>
          </p:cNvSpPr>
          <p:nvPr/>
        </p:nvSpPr>
        <p:spPr>
          <a:xfrm>
            <a:off x="534294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6" name="11_all_5591">
            <a:extLst>
              <a:ext uri="{FF2B5EF4-FFF2-40B4-BE49-F238E27FC236}">
                <a16:creationId xmlns:a16="http://schemas.microsoft.com/office/drawing/2014/main" id="{703CBDCF-F81F-46CF-93A7-FFD51D739317}"/>
              </a:ext>
            </a:extLst>
          </p:cNvPr>
          <p:cNvSpPr>
            <a:spLocks noGrp="1"/>
          </p:cNvSpPr>
          <p:nvPr/>
        </p:nvSpPr>
        <p:spPr>
          <a:xfrm>
            <a:off x="535548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7" name="11_all_5592">
            <a:extLst>
              <a:ext uri="{FF2B5EF4-FFF2-40B4-BE49-F238E27FC236}">
                <a16:creationId xmlns:a16="http://schemas.microsoft.com/office/drawing/2014/main" id="{1252B638-1E17-46F3-B4B4-C6FE01B3CAB7}"/>
              </a:ext>
            </a:extLst>
          </p:cNvPr>
          <p:cNvSpPr>
            <a:spLocks noGrp="1"/>
          </p:cNvSpPr>
          <p:nvPr/>
        </p:nvSpPr>
        <p:spPr>
          <a:xfrm>
            <a:off x="532605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8" name="11_all_5593">
            <a:extLst>
              <a:ext uri="{FF2B5EF4-FFF2-40B4-BE49-F238E27FC236}">
                <a16:creationId xmlns:a16="http://schemas.microsoft.com/office/drawing/2014/main" id="{6026EE04-3D80-4FD1-8EE0-DEA2F947F36C}"/>
              </a:ext>
            </a:extLst>
          </p:cNvPr>
          <p:cNvSpPr>
            <a:spLocks noGrp="1"/>
          </p:cNvSpPr>
          <p:nvPr/>
        </p:nvSpPr>
        <p:spPr>
          <a:xfrm>
            <a:off x="535474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9" name="11_all_5594">
            <a:extLst>
              <a:ext uri="{FF2B5EF4-FFF2-40B4-BE49-F238E27FC236}">
                <a16:creationId xmlns:a16="http://schemas.microsoft.com/office/drawing/2014/main" id="{6F8D7772-AF9F-4ACF-9431-3663F0D35BFD}"/>
              </a:ext>
            </a:extLst>
          </p:cNvPr>
          <p:cNvSpPr>
            <a:spLocks noGrp="1"/>
          </p:cNvSpPr>
          <p:nvPr/>
        </p:nvSpPr>
        <p:spPr>
          <a:xfrm>
            <a:off x="530886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0" name="11_all_5595">
            <a:extLst>
              <a:ext uri="{FF2B5EF4-FFF2-40B4-BE49-F238E27FC236}">
                <a16:creationId xmlns:a16="http://schemas.microsoft.com/office/drawing/2014/main" id="{886E8120-85B3-473A-ACBA-BF1F6EB16CA7}"/>
              </a:ext>
            </a:extLst>
          </p:cNvPr>
          <p:cNvSpPr>
            <a:spLocks noGrp="1"/>
          </p:cNvSpPr>
          <p:nvPr/>
        </p:nvSpPr>
        <p:spPr>
          <a:xfrm>
            <a:off x="536346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1" name="11_all_5596">
            <a:extLst>
              <a:ext uri="{FF2B5EF4-FFF2-40B4-BE49-F238E27FC236}">
                <a16:creationId xmlns:a16="http://schemas.microsoft.com/office/drawing/2014/main" id="{2E263585-9A63-4384-95FE-63653CF52CF1}"/>
              </a:ext>
            </a:extLst>
          </p:cNvPr>
          <p:cNvSpPr>
            <a:spLocks noGrp="1"/>
          </p:cNvSpPr>
          <p:nvPr/>
        </p:nvSpPr>
        <p:spPr>
          <a:xfrm>
            <a:off x="537027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2" name="11_all_5597">
            <a:extLst>
              <a:ext uri="{FF2B5EF4-FFF2-40B4-BE49-F238E27FC236}">
                <a16:creationId xmlns:a16="http://schemas.microsoft.com/office/drawing/2014/main" id="{80DE6BE0-1887-4975-ABF8-00B004E6AE57}"/>
              </a:ext>
            </a:extLst>
          </p:cNvPr>
          <p:cNvSpPr>
            <a:spLocks noGrp="1"/>
          </p:cNvSpPr>
          <p:nvPr/>
        </p:nvSpPr>
        <p:spPr>
          <a:xfrm>
            <a:off x="5430332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3" name="11_all_5598">
            <a:extLst>
              <a:ext uri="{FF2B5EF4-FFF2-40B4-BE49-F238E27FC236}">
                <a16:creationId xmlns:a16="http://schemas.microsoft.com/office/drawing/2014/main" id="{2E882DC1-C7B8-43B1-97CE-4265B0D8682A}"/>
              </a:ext>
            </a:extLst>
          </p:cNvPr>
          <p:cNvSpPr>
            <a:spLocks noGrp="1"/>
          </p:cNvSpPr>
          <p:nvPr/>
        </p:nvSpPr>
        <p:spPr>
          <a:xfrm>
            <a:off x="541520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4" name="11_all_5599">
            <a:extLst>
              <a:ext uri="{FF2B5EF4-FFF2-40B4-BE49-F238E27FC236}">
                <a16:creationId xmlns:a16="http://schemas.microsoft.com/office/drawing/2014/main" id="{4D46314F-522F-41CD-BCA3-3FE316070E5F}"/>
              </a:ext>
            </a:extLst>
          </p:cNvPr>
          <p:cNvSpPr>
            <a:spLocks noGrp="1"/>
          </p:cNvSpPr>
          <p:nvPr/>
        </p:nvSpPr>
        <p:spPr>
          <a:xfrm>
            <a:off x="542877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5" name="11_all_5600">
            <a:extLst>
              <a:ext uri="{FF2B5EF4-FFF2-40B4-BE49-F238E27FC236}">
                <a16:creationId xmlns:a16="http://schemas.microsoft.com/office/drawing/2014/main" id="{76257248-FDFB-4BC5-9511-669B98F9719D}"/>
              </a:ext>
            </a:extLst>
          </p:cNvPr>
          <p:cNvSpPr>
            <a:spLocks noGrp="1"/>
          </p:cNvSpPr>
          <p:nvPr/>
        </p:nvSpPr>
        <p:spPr>
          <a:xfrm>
            <a:off x="534947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6" name="11_all_5601">
            <a:extLst>
              <a:ext uri="{FF2B5EF4-FFF2-40B4-BE49-F238E27FC236}">
                <a16:creationId xmlns:a16="http://schemas.microsoft.com/office/drawing/2014/main" id="{2D4D3E06-1139-4739-97B1-C52B2267B904}"/>
              </a:ext>
            </a:extLst>
          </p:cNvPr>
          <p:cNvSpPr>
            <a:spLocks noGrp="1"/>
          </p:cNvSpPr>
          <p:nvPr/>
        </p:nvSpPr>
        <p:spPr>
          <a:xfrm>
            <a:off x="5341008" y="37614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7" name="11_all_5602">
            <a:extLst>
              <a:ext uri="{FF2B5EF4-FFF2-40B4-BE49-F238E27FC236}">
                <a16:creationId xmlns:a16="http://schemas.microsoft.com/office/drawing/2014/main" id="{E9419314-CC0B-4309-B79E-C66A0AE31CB3}"/>
              </a:ext>
            </a:extLst>
          </p:cNvPr>
          <p:cNvSpPr>
            <a:spLocks noGrp="1"/>
          </p:cNvSpPr>
          <p:nvPr/>
        </p:nvSpPr>
        <p:spPr>
          <a:xfrm>
            <a:off x="5301243" y="37231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8" name="11_all_5603">
            <a:extLst>
              <a:ext uri="{FF2B5EF4-FFF2-40B4-BE49-F238E27FC236}">
                <a16:creationId xmlns:a16="http://schemas.microsoft.com/office/drawing/2014/main" id="{6AAF9CF5-4EA6-4538-BFC3-62EDD21E7ED5}"/>
              </a:ext>
            </a:extLst>
          </p:cNvPr>
          <p:cNvSpPr>
            <a:spLocks noGrp="1"/>
          </p:cNvSpPr>
          <p:nvPr/>
        </p:nvSpPr>
        <p:spPr>
          <a:xfrm>
            <a:off x="5431652" y="377182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9" name="11_all_5604">
            <a:extLst>
              <a:ext uri="{FF2B5EF4-FFF2-40B4-BE49-F238E27FC236}">
                <a16:creationId xmlns:a16="http://schemas.microsoft.com/office/drawing/2014/main" id="{52C15566-BAA6-48F3-922B-93959138A1DC}"/>
              </a:ext>
            </a:extLst>
          </p:cNvPr>
          <p:cNvSpPr>
            <a:spLocks noGrp="1"/>
          </p:cNvSpPr>
          <p:nvPr/>
        </p:nvSpPr>
        <p:spPr>
          <a:xfrm>
            <a:off x="532512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0" name="11_all_5605">
            <a:extLst>
              <a:ext uri="{FF2B5EF4-FFF2-40B4-BE49-F238E27FC236}">
                <a16:creationId xmlns:a16="http://schemas.microsoft.com/office/drawing/2014/main" id="{FA30FE0E-5C45-4B88-97D0-A2A5AD7B68C2}"/>
              </a:ext>
            </a:extLst>
          </p:cNvPr>
          <p:cNvSpPr>
            <a:spLocks noGrp="1"/>
          </p:cNvSpPr>
          <p:nvPr/>
        </p:nvSpPr>
        <p:spPr>
          <a:xfrm>
            <a:off x="5374802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1" name="11_all_5606">
            <a:extLst>
              <a:ext uri="{FF2B5EF4-FFF2-40B4-BE49-F238E27FC236}">
                <a16:creationId xmlns:a16="http://schemas.microsoft.com/office/drawing/2014/main" id="{93D336F6-DBE0-4A84-A1A7-B47C305B690C}"/>
              </a:ext>
            </a:extLst>
          </p:cNvPr>
          <p:cNvSpPr>
            <a:spLocks noGrp="1"/>
          </p:cNvSpPr>
          <p:nvPr/>
        </p:nvSpPr>
        <p:spPr>
          <a:xfrm>
            <a:off x="539466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2" name="11_all_5607">
            <a:extLst>
              <a:ext uri="{FF2B5EF4-FFF2-40B4-BE49-F238E27FC236}">
                <a16:creationId xmlns:a16="http://schemas.microsoft.com/office/drawing/2014/main" id="{A04A129E-FD22-4846-B33F-D332274E471C}"/>
              </a:ext>
            </a:extLst>
          </p:cNvPr>
          <p:cNvSpPr>
            <a:spLocks noGrp="1"/>
          </p:cNvSpPr>
          <p:nvPr/>
        </p:nvSpPr>
        <p:spPr>
          <a:xfrm>
            <a:off x="5401273" y="38160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3" name="11_all_5608">
            <a:extLst>
              <a:ext uri="{FF2B5EF4-FFF2-40B4-BE49-F238E27FC236}">
                <a16:creationId xmlns:a16="http://schemas.microsoft.com/office/drawing/2014/main" id="{30008DC1-0493-491C-99B9-3799AF4F190A}"/>
              </a:ext>
            </a:extLst>
          </p:cNvPr>
          <p:cNvSpPr>
            <a:spLocks noGrp="1"/>
          </p:cNvSpPr>
          <p:nvPr/>
        </p:nvSpPr>
        <p:spPr>
          <a:xfrm>
            <a:off x="529331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4" name="11_all_5609">
            <a:extLst>
              <a:ext uri="{FF2B5EF4-FFF2-40B4-BE49-F238E27FC236}">
                <a16:creationId xmlns:a16="http://schemas.microsoft.com/office/drawing/2014/main" id="{5EDA4010-8084-4A1A-B29C-964092B97925}"/>
              </a:ext>
            </a:extLst>
          </p:cNvPr>
          <p:cNvSpPr>
            <a:spLocks noGrp="1"/>
          </p:cNvSpPr>
          <p:nvPr/>
        </p:nvSpPr>
        <p:spPr>
          <a:xfrm>
            <a:off x="530871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5" name="11_all_5610">
            <a:extLst>
              <a:ext uri="{FF2B5EF4-FFF2-40B4-BE49-F238E27FC236}">
                <a16:creationId xmlns:a16="http://schemas.microsoft.com/office/drawing/2014/main" id="{E7359246-0C38-4AFC-AF18-F1567BE923D8}"/>
              </a:ext>
            </a:extLst>
          </p:cNvPr>
          <p:cNvSpPr>
            <a:spLocks noGrp="1"/>
          </p:cNvSpPr>
          <p:nvPr/>
        </p:nvSpPr>
        <p:spPr>
          <a:xfrm>
            <a:off x="5340985" y="44355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6" name="11_all_5611">
            <a:extLst>
              <a:ext uri="{FF2B5EF4-FFF2-40B4-BE49-F238E27FC236}">
                <a16:creationId xmlns:a16="http://schemas.microsoft.com/office/drawing/2014/main" id="{2C92E841-7794-4FED-8291-F285E423E0E6}"/>
              </a:ext>
            </a:extLst>
          </p:cNvPr>
          <p:cNvSpPr>
            <a:spLocks noGrp="1"/>
          </p:cNvSpPr>
          <p:nvPr/>
        </p:nvSpPr>
        <p:spPr>
          <a:xfrm>
            <a:off x="5348834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7" name="11_all_5612">
            <a:extLst>
              <a:ext uri="{FF2B5EF4-FFF2-40B4-BE49-F238E27FC236}">
                <a16:creationId xmlns:a16="http://schemas.microsoft.com/office/drawing/2014/main" id="{5DE0F8FD-98D1-408A-8FFA-0AB23CA8CC19}"/>
              </a:ext>
            </a:extLst>
          </p:cNvPr>
          <p:cNvSpPr>
            <a:spLocks noGrp="1"/>
          </p:cNvSpPr>
          <p:nvPr/>
        </p:nvSpPr>
        <p:spPr>
          <a:xfrm>
            <a:off x="532932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8" name="11_all_5613">
            <a:extLst>
              <a:ext uri="{FF2B5EF4-FFF2-40B4-BE49-F238E27FC236}">
                <a16:creationId xmlns:a16="http://schemas.microsoft.com/office/drawing/2014/main" id="{48D9BA21-ECA2-4C02-961C-F1C219F66970}"/>
              </a:ext>
            </a:extLst>
          </p:cNvPr>
          <p:cNvSpPr>
            <a:spLocks noGrp="1"/>
          </p:cNvSpPr>
          <p:nvPr/>
        </p:nvSpPr>
        <p:spPr>
          <a:xfrm>
            <a:off x="535789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9" name="11_all_5614">
            <a:extLst>
              <a:ext uri="{FF2B5EF4-FFF2-40B4-BE49-F238E27FC236}">
                <a16:creationId xmlns:a16="http://schemas.microsoft.com/office/drawing/2014/main" id="{8614AA1A-2166-4E99-88E3-AE3268DDEA30}"/>
              </a:ext>
            </a:extLst>
          </p:cNvPr>
          <p:cNvSpPr>
            <a:spLocks noGrp="1"/>
          </p:cNvSpPr>
          <p:nvPr/>
        </p:nvSpPr>
        <p:spPr>
          <a:xfrm>
            <a:off x="5297652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0" name="11_all_5615">
            <a:extLst>
              <a:ext uri="{FF2B5EF4-FFF2-40B4-BE49-F238E27FC236}">
                <a16:creationId xmlns:a16="http://schemas.microsoft.com/office/drawing/2014/main" id="{500C34AD-391D-48E4-AD01-BD063B08E3E4}"/>
              </a:ext>
            </a:extLst>
          </p:cNvPr>
          <p:cNvSpPr>
            <a:spLocks noGrp="1"/>
          </p:cNvSpPr>
          <p:nvPr/>
        </p:nvSpPr>
        <p:spPr>
          <a:xfrm>
            <a:off x="534271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1" name="11_all_5616">
            <a:extLst>
              <a:ext uri="{FF2B5EF4-FFF2-40B4-BE49-F238E27FC236}">
                <a16:creationId xmlns:a16="http://schemas.microsoft.com/office/drawing/2014/main" id="{CFE32A73-DECF-48D5-98FC-1C368BD5C4B7}"/>
              </a:ext>
            </a:extLst>
          </p:cNvPr>
          <p:cNvSpPr>
            <a:spLocks noGrp="1"/>
          </p:cNvSpPr>
          <p:nvPr/>
        </p:nvSpPr>
        <p:spPr>
          <a:xfrm>
            <a:off x="539656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2" name="11_all_5617">
            <a:extLst>
              <a:ext uri="{FF2B5EF4-FFF2-40B4-BE49-F238E27FC236}">
                <a16:creationId xmlns:a16="http://schemas.microsoft.com/office/drawing/2014/main" id="{07B06E45-346B-446E-B019-CE04896BD709}"/>
              </a:ext>
            </a:extLst>
          </p:cNvPr>
          <p:cNvSpPr>
            <a:spLocks noGrp="1"/>
          </p:cNvSpPr>
          <p:nvPr/>
        </p:nvSpPr>
        <p:spPr>
          <a:xfrm>
            <a:off x="530465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3" name="11_all_5618">
            <a:extLst>
              <a:ext uri="{FF2B5EF4-FFF2-40B4-BE49-F238E27FC236}">
                <a16:creationId xmlns:a16="http://schemas.microsoft.com/office/drawing/2014/main" id="{62DB95C4-618E-4281-9120-7AD5964A7C68}"/>
              </a:ext>
            </a:extLst>
          </p:cNvPr>
          <p:cNvSpPr>
            <a:spLocks noGrp="1"/>
          </p:cNvSpPr>
          <p:nvPr/>
        </p:nvSpPr>
        <p:spPr>
          <a:xfrm>
            <a:off x="5301478" y="4760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4" name="11_all_5619">
            <a:extLst>
              <a:ext uri="{FF2B5EF4-FFF2-40B4-BE49-F238E27FC236}">
                <a16:creationId xmlns:a16="http://schemas.microsoft.com/office/drawing/2014/main" id="{2FFEC3FF-7483-4CC5-AF63-A904B0B71AA8}"/>
              </a:ext>
            </a:extLst>
          </p:cNvPr>
          <p:cNvSpPr>
            <a:spLocks noGrp="1"/>
          </p:cNvSpPr>
          <p:nvPr/>
        </p:nvSpPr>
        <p:spPr>
          <a:xfrm>
            <a:off x="537304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5" name="11_all_5620">
            <a:extLst>
              <a:ext uri="{FF2B5EF4-FFF2-40B4-BE49-F238E27FC236}">
                <a16:creationId xmlns:a16="http://schemas.microsoft.com/office/drawing/2014/main" id="{4D5FCA74-5D3F-479D-81A2-D9B079E15408}"/>
              </a:ext>
            </a:extLst>
          </p:cNvPr>
          <p:cNvSpPr>
            <a:spLocks noGrp="1"/>
          </p:cNvSpPr>
          <p:nvPr/>
        </p:nvSpPr>
        <p:spPr>
          <a:xfrm>
            <a:off x="536591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6" name="11_all_5621">
            <a:extLst>
              <a:ext uri="{FF2B5EF4-FFF2-40B4-BE49-F238E27FC236}">
                <a16:creationId xmlns:a16="http://schemas.microsoft.com/office/drawing/2014/main" id="{8769B4E9-04D0-4C62-8124-E1812E3D9717}"/>
              </a:ext>
            </a:extLst>
          </p:cNvPr>
          <p:cNvSpPr>
            <a:spLocks noGrp="1"/>
          </p:cNvSpPr>
          <p:nvPr/>
        </p:nvSpPr>
        <p:spPr>
          <a:xfrm>
            <a:off x="531652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7" name="11_all_5622">
            <a:extLst>
              <a:ext uri="{FF2B5EF4-FFF2-40B4-BE49-F238E27FC236}">
                <a16:creationId xmlns:a16="http://schemas.microsoft.com/office/drawing/2014/main" id="{0B46DB66-6C90-4122-BAE9-ECAC1680CF67}"/>
              </a:ext>
            </a:extLst>
          </p:cNvPr>
          <p:cNvSpPr>
            <a:spLocks noGrp="1"/>
          </p:cNvSpPr>
          <p:nvPr/>
        </p:nvSpPr>
        <p:spPr>
          <a:xfrm>
            <a:off x="534258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8" name="11_all_5623">
            <a:extLst>
              <a:ext uri="{FF2B5EF4-FFF2-40B4-BE49-F238E27FC236}">
                <a16:creationId xmlns:a16="http://schemas.microsoft.com/office/drawing/2014/main" id="{79700E7A-C767-45A8-95CB-3F760FB217D5}"/>
              </a:ext>
            </a:extLst>
          </p:cNvPr>
          <p:cNvSpPr>
            <a:spLocks noGrp="1"/>
          </p:cNvSpPr>
          <p:nvPr/>
        </p:nvSpPr>
        <p:spPr>
          <a:xfrm>
            <a:off x="531278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9" name="11_all_5624">
            <a:extLst>
              <a:ext uri="{FF2B5EF4-FFF2-40B4-BE49-F238E27FC236}">
                <a16:creationId xmlns:a16="http://schemas.microsoft.com/office/drawing/2014/main" id="{233A6DDB-6638-4E18-8B6C-F0B62766FF1E}"/>
              </a:ext>
            </a:extLst>
          </p:cNvPr>
          <p:cNvSpPr>
            <a:spLocks noGrp="1"/>
          </p:cNvSpPr>
          <p:nvPr/>
        </p:nvSpPr>
        <p:spPr>
          <a:xfrm>
            <a:off x="5402511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0" name="11_all_5625">
            <a:extLst>
              <a:ext uri="{FF2B5EF4-FFF2-40B4-BE49-F238E27FC236}">
                <a16:creationId xmlns:a16="http://schemas.microsoft.com/office/drawing/2014/main" id="{D8479139-293F-48A9-8C40-B929CEA38D0D}"/>
              </a:ext>
            </a:extLst>
          </p:cNvPr>
          <p:cNvSpPr>
            <a:spLocks noGrp="1"/>
          </p:cNvSpPr>
          <p:nvPr/>
        </p:nvSpPr>
        <p:spPr>
          <a:xfrm>
            <a:off x="534019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1" name="11_all_5626">
            <a:extLst>
              <a:ext uri="{FF2B5EF4-FFF2-40B4-BE49-F238E27FC236}">
                <a16:creationId xmlns:a16="http://schemas.microsoft.com/office/drawing/2014/main" id="{D2A658C8-15EB-47CB-997B-B5593117056E}"/>
              </a:ext>
            </a:extLst>
          </p:cNvPr>
          <p:cNvSpPr>
            <a:spLocks noGrp="1"/>
          </p:cNvSpPr>
          <p:nvPr/>
        </p:nvSpPr>
        <p:spPr>
          <a:xfrm>
            <a:off x="542387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2" name="11_all_5627">
            <a:extLst>
              <a:ext uri="{FF2B5EF4-FFF2-40B4-BE49-F238E27FC236}">
                <a16:creationId xmlns:a16="http://schemas.microsoft.com/office/drawing/2014/main" id="{6711E826-C0E6-484F-B650-9471F7EF964E}"/>
              </a:ext>
            </a:extLst>
          </p:cNvPr>
          <p:cNvSpPr>
            <a:spLocks noGrp="1"/>
          </p:cNvSpPr>
          <p:nvPr/>
        </p:nvSpPr>
        <p:spPr>
          <a:xfrm>
            <a:off x="53310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3" name="11_all_5628">
            <a:extLst>
              <a:ext uri="{FF2B5EF4-FFF2-40B4-BE49-F238E27FC236}">
                <a16:creationId xmlns:a16="http://schemas.microsoft.com/office/drawing/2014/main" id="{5485D228-8C0E-495F-A107-27E0CDDE5A26}"/>
              </a:ext>
            </a:extLst>
          </p:cNvPr>
          <p:cNvSpPr>
            <a:spLocks noGrp="1"/>
          </p:cNvSpPr>
          <p:nvPr/>
        </p:nvSpPr>
        <p:spPr>
          <a:xfrm>
            <a:off x="542674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4" name="11_all_5629">
            <a:extLst>
              <a:ext uri="{FF2B5EF4-FFF2-40B4-BE49-F238E27FC236}">
                <a16:creationId xmlns:a16="http://schemas.microsoft.com/office/drawing/2014/main" id="{AA738B63-8F79-43B2-B0F9-098BACC3E54C}"/>
              </a:ext>
            </a:extLst>
          </p:cNvPr>
          <p:cNvSpPr>
            <a:spLocks noGrp="1"/>
          </p:cNvSpPr>
          <p:nvPr/>
        </p:nvSpPr>
        <p:spPr>
          <a:xfrm>
            <a:off x="53353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5" name="11_all_5630">
            <a:extLst>
              <a:ext uri="{FF2B5EF4-FFF2-40B4-BE49-F238E27FC236}">
                <a16:creationId xmlns:a16="http://schemas.microsoft.com/office/drawing/2014/main" id="{DBA6EE76-9BE7-41D8-A523-9C28546C003B}"/>
              </a:ext>
            </a:extLst>
          </p:cNvPr>
          <p:cNvSpPr>
            <a:spLocks noGrp="1"/>
          </p:cNvSpPr>
          <p:nvPr/>
        </p:nvSpPr>
        <p:spPr>
          <a:xfrm>
            <a:off x="530357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6" name="11_all_5631">
            <a:extLst>
              <a:ext uri="{FF2B5EF4-FFF2-40B4-BE49-F238E27FC236}">
                <a16:creationId xmlns:a16="http://schemas.microsoft.com/office/drawing/2014/main" id="{A1BB8E26-F8AC-414A-8CA7-DA693D413214}"/>
              </a:ext>
            </a:extLst>
          </p:cNvPr>
          <p:cNvSpPr>
            <a:spLocks noGrp="1"/>
          </p:cNvSpPr>
          <p:nvPr/>
        </p:nvSpPr>
        <p:spPr>
          <a:xfrm>
            <a:off x="534958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7" name="11_all_5632">
            <a:extLst>
              <a:ext uri="{FF2B5EF4-FFF2-40B4-BE49-F238E27FC236}">
                <a16:creationId xmlns:a16="http://schemas.microsoft.com/office/drawing/2014/main" id="{250D4ABC-0539-4E03-8633-52262629B60F}"/>
              </a:ext>
            </a:extLst>
          </p:cNvPr>
          <p:cNvSpPr>
            <a:spLocks noGrp="1"/>
          </p:cNvSpPr>
          <p:nvPr/>
        </p:nvSpPr>
        <p:spPr>
          <a:xfrm>
            <a:off x="5347428" y="31984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8" name="11_all_5633">
            <a:extLst>
              <a:ext uri="{FF2B5EF4-FFF2-40B4-BE49-F238E27FC236}">
                <a16:creationId xmlns:a16="http://schemas.microsoft.com/office/drawing/2014/main" id="{6D4A5275-3FDF-4CAC-9712-9BD1C0174383}"/>
              </a:ext>
            </a:extLst>
          </p:cNvPr>
          <p:cNvSpPr>
            <a:spLocks noGrp="1"/>
          </p:cNvSpPr>
          <p:nvPr/>
        </p:nvSpPr>
        <p:spPr>
          <a:xfrm>
            <a:off x="53539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9" name="11_all_5634">
            <a:extLst>
              <a:ext uri="{FF2B5EF4-FFF2-40B4-BE49-F238E27FC236}">
                <a16:creationId xmlns:a16="http://schemas.microsoft.com/office/drawing/2014/main" id="{7E7D30A8-A790-4D12-8C54-038C0213B167}"/>
              </a:ext>
            </a:extLst>
          </p:cNvPr>
          <p:cNvSpPr>
            <a:spLocks noGrp="1"/>
          </p:cNvSpPr>
          <p:nvPr/>
        </p:nvSpPr>
        <p:spPr>
          <a:xfrm>
            <a:off x="538194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0" name="11_all_5635">
            <a:extLst>
              <a:ext uri="{FF2B5EF4-FFF2-40B4-BE49-F238E27FC236}">
                <a16:creationId xmlns:a16="http://schemas.microsoft.com/office/drawing/2014/main" id="{94759649-7C56-4634-916A-F5792CBE4D4B}"/>
              </a:ext>
            </a:extLst>
          </p:cNvPr>
          <p:cNvSpPr>
            <a:spLocks noGrp="1"/>
          </p:cNvSpPr>
          <p:nvPr/>
        </p:nvSpPr>
        <p:spPr>
          <a:xfrm>
            <a:off x="540412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1" name="11_all_5636">
            <a:extLst>
              <a:ext uri="{FF2B5EF4-FFF2-40B4-BE49-F238E27FC236}">
                <a16:creationId xmlns:a16="http://schemas.microsoft.com/office/drawing/2014/main" id="{C028B01B-383F-4B70-AD08-5FAA06F4BC0E}"/>
              </a:ext>
            </a:extLst>
          </p:cNvPr>
          <p:cNvSpPr>
            <a:spLocks noGrp="1"/>
          </p:cNvSpPr>
          <p:nvPr/>
        </p:nvSpPr>
        <p:spPr>
          <a:xfrm>
            <a:off x="537937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2" name="11_all_5637">
            <a:extLst>
              <a:ext uri="{FF2B5EF4-FFF2-40B4-BE49-F238E27FC236}">
                <a16:creationId xmlns:a16="http://schemas.microsoft.com/office/drawing/2014/main" id="{6E5F4776-99DE-4214-A829-6F6883158F8C}"/>
              </a:ext>
            </a:extLst>
          </p:cNvPr>
          <p:cNvSpPr>
            <a:spLocks noGrp="1"/>
          </p:cNvSpPr>
          <p:nvPr/>
        </p:nvSpPr>
        <p:spPr>
          <a:xfrm>
            <a:off x="535348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3" name="11_all_5638">
            <a:extLst>
              <a:ext uri="{FF2B5EF4-FFF2-40B4-BE49-F238E27FC236}">
                <a16:creationId xmlns:a16="http://schemas.microsoft.com/office/drawing/2014/main" id="{81C0F090-AEDE-4059-AC1A-60136175DFF5}"/>
              </a:ext>
            </a:extLst>
          </p:cNvPr>
          <p:cNvSpPr>
            <a:spLocks noGrp="1"/>
          </p:cNvSpPr>
          <p:nvPr/>
        </p:nvSpPr>
        <p:spPr>
          <a:xfrm>
            <a:off x="5426990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4" name="11_all_5639">
            <a:extLst>
              <a:ext uri="{FF2B5EF4-FFF2-40B4-BE49-F238E27FC236}">
                <a16:creationId xmlns:a16="http://schemas.microsoft.com/office/drawing/2014/main" id="{CB455377-BC71-4311-A4D4-89556B0C83DA}"/>
              </a:ext>
            </a:extLst>
          </p:cNvPr>
          <p:cNvSpPr>
            <a:spLocks noGrp="1"/>
          </p:cNvSpPr>
          <p:nvPr/>
        </p:nvSpPr>
        <p:spPr>
          <a:xfrm>
            <a:off x="530611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5" name="11_all_5640">
            <a:extLst>
              <a:ext uri="{FF2B5EF4-FFF2-40B4-BE49-F238E27FC236}">
                <a16:creationId xmlns:a16="http://schemas.microsoft.com/office/drawing/2014/main" id="{7EBBCB30-5443-4E26-92D7-49946B573FF2}"/>
              </a:ext>
            </a:extLst>
          </p:cNvPr>
          <p:cNvSpPr>
            <a:spLocks noGrp="1"/>
          </p:cNvSpPr>
          <p:nvPr/>
        </p:nvSpPr>
        <p:spPr>
          <a:xfrm>
            <a:off x="532443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6" name="11_all_5641">
            <a:extLst>
              <a:ext uri="{FF2B5EF4-FFF2-40B4-BE49-F238E27FC236}">
                <a16:creationId xmlns:a16="http://schemas.microsoft.com/office/drawing/2014/main" id="{BA37B314-21A2-4F81-ABEC-60778563AD9C}"/>
              </a:ext>
            </a:extLst>
          </p:cNvPr>
          <p:cNvSpPr>
            <a:spLocks noGrp="1"/>
          </p:cNvSpPr>
          <p:nvPr/>
        </p:nvSpPr>
        <p:spPr>
          <a:xfrm>
            <a:off x="529872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7" name="11_all_5642">
            <a:extLst>
              <a:ext uri="{FF2B5EF4-FFF2-40B4-BE49-F238E27FC236}">
                <a16:creationId xmlns:a16="http://schemas.microsoft.com/office/drawing/2014/main" id="{0C26C967-DD82-4945-8758-7D194B5291D6}"/>
              </a:ext>
            </a:extLst>
          </p:cNvPr>
          <p:cNvSpPr>
            <a:spLocks noGrp="1"/>
          </p:cNvSpPr>
          <p:nvPr/>
        </p:nvSpPr>
        <p:spPr>
          <a:xfrm>
            <a:off x="534187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8" name="11_all_5643">
            <a:extLst>
              <a:ext uri="{FF2B5EF4-FFF2-40B4-BE49-F238E27FC236}">
                <a16:creationId xmlns:a16="http://schemas.microsoft.com/office/drawing/2014/main" id="{F37D0E47-3FFC-414D-9735-DE2AA6083B9F}"/>
              </a:ext>
            </a:extLst>
          </p:cNvPr>
          <p:cNvSpPr>
            <a:spLocks noGrp="1"/>
          </p:cNvSpPr>
          <p:nvPr/>
        </p:nvSpPr>
        <p:spPr>
          <a:xfrm>
            <a:off x="5367292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9" name="11_all_5644">
            <a:extLst>
              <a:ext uri="{FF2B5EF4-FFF2-40B4-BE49-F238E27FC236}">
                <a16:creationId xmlns:a16="http://schemas.microsoft.com/office/drawing/2014/main" id="{CAAB0F15-3854-4C1A-959D-587A69A1A66E}"/>
              </a:ext>
            </a:extLst>
          </p:cNvPr>
          <p:cNvSpPr>
            <a:spLocks noGrp="1"/>
          </p:cNvSpPr>
          <p:nvPr/>
        </p:nvSpPr>
        <p:spPr>
          <a:xfrm>
            <a:off x="5296073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0" name="11_all_5645">
            <a:extLst>
              <a:ext uri="{FF2B5EF4-FFF2-40B4-BE49-F238E27FC236}">
                <a16:creationId xmlns:a16="http://schemas.microsoft.com/office/drawing/2014/main" id="{E40BFE6D-B5ED-4776-97F2-E012219DF6C8}"/>
              </a:ext>
            </a:extLst>
          </p:cNvPr>
          <p:cNvSpPr>
            <a:spLocks noGrp="1"/>
          </p:cNvSpPr>
          <p:nvPr/>
        </p:nvSpPr>
        <p:spPr>
          <a:xfrm>
            <a:off x="542581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1" name="11_all_5646">
            <a:extLst>
              <a:ext uri="{FF2B5EF4-FFF2-40B4-BE49-F238E27FC236}">
                <a16:creationId xmlns:a16="http://schemas.microsoft.com/office/drawing/2014/main" id="{F16FC458-7892-4DF4-8440-86A1A7D0DFB0}"/>
              </a:ext>
            </a:extLst>
          </p:cNvPr>
          <p:cNvSpPr>
            <a:spLocks noGrp="1"/>
          </p:cNvSpPr>
          <p:nvPr/>
        </p:nvSpPr>
        <p:spPr>
          <a:xfrm>
            <a:off x="54275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2" name="11_all_5647">
            <a:extLst>
              <a:ext uri="{FF2B5EF4-FFF2-40B4-BE49-F238E27FC236}">
                <a16:creationId xmlns:a16="http://schemas.microsoft.com/office/drawing/2014/main" id="{5451817B-E27A-4963-9B50-5DD8DE0EC325}"/>
              </a:ext>
            </a:extLst>
          </p:cNvPr>
          <p:cNvSpPr>
            <a:spLocks noGrp="1"/>
          </p:cNvSpPr>
          <p:nvPr/>
        </p:nvSpPr>
        <p:spPr>
          <a:xfrm>
            <a:off x="5318672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3" name="11_all_5648">
            <a:extLst>
              <a:ext uri="{FF2B5EF4-FFF2-40B4-BE49-F238E27FC236}">
                <a16:creationId xmlns:a16="http://schemas.microsoft.com/office/drawing/2014/main" id="{585BAE32-1A8C-47DC-BB3F-768E893F4833}"/>
              </a:ext>
            </a:extLst>
          </p:cNvPr>
          <p:cNvSpPr>
            <a:spLocks noGrp="1"/>
          </p:cNvSpPr>
          <p:nvPr/>
        </p:nvSpPr>
        <p:spPr>
          <a:xfrm>
            <a:off x="533345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4" name="11_all_5649">
            <a:extLst>
              <a:ext uri="{FF2B5EF4-FFF2-40B4-BE49-F238E27FC236}">
                <a16:creationId xmlns:a16="http://schemas.microsoft.com/office/drawing/2014/main" id="{B8B4A89E-C3DA-497D-856B-52FAEA140C22}"/>
              </a:ext>
            </a:extLst>
          </p:cNvPr>
          <p:cNvSpPr>
            <a:spLocks noGrp="1"/>
          </p:cNvSpPr>
          <p:nvPr/>
        </p:nvSpPr>
        <p:spPr>
          <a:xfrm>
            <a:off x="5313338" y="414517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5" name="11_all_5650">
            <a:extLst>
              <a:ext uri="{FF2B5EF4-FFF2-40B4-BE49-F238E27FC236}">
                <a16:creationId xmlns:a16="http://schemas.microsoft.com/office/drawing/2014/main" id="{C98A61CC-6D90-4CA6-940B-FD1F046E5EE5}"/>
              </a:ext>
            </a:extLst>
          </p:cNvPr>
          <p:cNvSpPr>
            <a:spLocks noGrp="1"/>
          </p:cNvSpPr>
          <p:nvPr/>
        </p:nvSpPr>
        <p:spPr>
          <a:xfrm>
            <a:off x="533359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6" name="11_all_5651">
            <a:extLst>
              <a:ext uri="{FF2B5EF4-FFF2-40B4-BE49-F238E27FC236}">
                <a16:creationId xmlns:a16="http://schemas.microsoft.com/office/drawing/2014/main" id="{9E13C8DE-8151-4618-A346-09E62007EDFF}"/>
              </a:ext>
            </a:extLst>
          </p:cNvPr>
          <p:cNvSpPr>
            <a:spLocks noGrp="1"/>
          </p:cNvSpPr>
          <p:nvPr/>
        </p:nvSpPr>
        <p:spPr>
          <a:xfrm>
            <a:off x="531408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7" name="11_all_5652">
            <a:extLst>
              <a:ext uri="{FF2B5EF4-FFF2-40B4-BE49-F238E27FC236}">
                <a16:creationId xmlns:a16="http://schemas.microsoft.com/office/drawing/2014/main" id="{FA0878CB-A40C-4E72-9589-6FB1D586226C}"/>
              </a:ext>
            </a:extLst>
          </p:cNvPr>
          <p:cNvSpPr>
            <a:spLocks noGrp="1"/>
          </p:cNvSpPr>
          <p:nvPr/>
        </p:nvSpPr>
        <p:spPr>
          <a:xfrm>
            <a:off x="535508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8" name="11_all_5653">
            <a:extLst>
              <a:ext uri="{FF2B5EF4-FFF2-40B4-BE49-F238E27FC236}">
                <a16:creationId xmlns:a16="http://schemas.microsoft.com/office/drawing/2014/main" id="{E889D4EB-3036-4851-9CE8-62ADEBF28737}"/>
              </a:ext>
            </a:extLst>
          </p:cNvPr>
          <p:cNvSpPr>
            <a:spLocks noGrp="1"/>
          </p:cNvSpPr>
          <p:nvPr/>
        </p:nvSpPr>
        <p:spPr>
          <a:xfrm>
            <a:off x="537152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9" name="11_all_5654">
            <a:extLst>
              <a:ext uri="{FF2B5EF4-FFF2-40B4-BE49-F238E27FC236}">
                <a16:creationId xmlns:a16="http://schemas.microsoft.com/office/drawing/2014/main" id="{A315BB4A-68F9-4EB8-948E-19355958BA2A}"/>
              </a:ext>
            </a:extLst>
          </p:cNvPr>
          <p:cNvSpPr>
            <a:spLocks noGrp="1"/>
          </p:cNvSpPr>
          <p:nvPr/>
        </p:nvSpPr>
        <p:spPr>
          <a:xfrm>
            <a:off x="5362102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0" name="11_all_5655">
            <a:extLst>
              <a:ext uri="{FF2B5EF4-FFF2-40B4-BE49-F238E27FC236}">
                <a16:creationId xmlns:a16="http://schemas.microsoft.com/office/drawing/2014/main" id="{EACF53E9-075E-4681-9C8E-C2798A099DA6}"/>
              </a:ext>
            </a:extLst>
          </p:cNvPr>
          <p:cNvSpPr>
            <a:spLocks noGrp="1"/>
          </p:cNvSpPr>
          <p:nvPr/>
        </p:nvSpPr>
        <p:spPr>
          <a:xfrm>
            <a:off x="5361037" y="41523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1" name="11_all_5656">
            <a:extLst>
              <a:ext uri="{FF2B5EF4-FFF2-40B4-BE49-F238E27FC236}">
                <a16:creationId xmlns:a16="http://schemas.microsoft.com/office/drawing/2014/main" id="{6AE35471-09D4-413E-82CA-C5E859FAAA13}"/>
              </a:ext>
            </a:extLst>
          </p:cNvPr>
          <p:cNvSpPr>
            <a:spLocks noGrp="1"/>
          </p:cNvSpPr>
          <p:nvPr/>
        </p:nvSpPr>
        <p:spPr>
          <a:xfrm>
            <a:off x="5350092" y="3139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2" name="11_all_5657">
            <a:extLst>
              <a:ext uri="{FF2B5EF4-FFF2-40B4-BE49-F238E27FC236}">
                <a16:creationId xmlns:a16="http://schemas.microsoft.com/office/drawing/2014/main" id="{4F652554-61E4-448E-95AE-19521FA5ED7B}"/>
              </a:ext>
            </a:extLst>
          </p:cNvPr>
          <p:cNvSpPr>
            <a:spLocks noGrp="1"/>
          </p:cNvSpPr>
          <p:nvPr/>
        </p:nvSpPr>
        <p:spPr>
          <a:xfrm>
            <a:off x="531917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3" name="11_all_5658">
            <a:extLst>
              <a:ext uri="{FF2B5EF4-FFF2-40B4-BE49-F238E27FC236}">
                <a16:creationId xmlns:a16="http://schemas.microsoft.com/office/drawing/2014/main" id="{D7BE08EF-F841-473B-A342-36FCF84CCD4C}"/>
              </a:ext>
            </a:extLst>
          </p:cNvPr>
          <p:cNvSpPr>
            <a:spLocks noGrp="1"/>
          </p:cNvSpPr>
          <p:nvPr/>
        </p:nvSpPr>
        <p:spPr>
          <a:xfrm>
            <a:off x="530458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4" name="11_all_5659">
            <a:extLst>
              <a:ext uri="{FF2B5EF4-FFF2-40B4-BE49-F238E27FC236}">
                <a16:creationId xmlns:a16="http://schemas.microsoft.com/office/drawing/2014/main" id="{3204B85D-3628-4856-A53C-459B408BE2B3}"/>
              </a:ext>
            </a:extLst>
          </p:cNvPr>
          <p:cNvSpPr>
            <a:spLocks noGrp="1"/>
          </p:cNvSpPr>
          <p:nvPr/>
        </p:nvSpPr>
        <p:spPr>
          <a:xfrm>
            <a:off x="534821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5" name="11_all_5660">
            <a:extLst>
              <a:ext uri="{FF2B5EF4-FFF2-40B4-BE49-F238E27FC236}">
                <a16:creationId xmlns:a16="http://schemas.microsoft.com/office/drawing/2014/main" id="{F3DF457C-E43C-4140-8C54-08C2C4724FD3}"/>
              </a:ext>
            </a:extLst>
          </p:cNvPr>
          <p:cNvSpPr>
            <a:spLocks noGrp="1"/>
          </p:cNvSpPr>
          <p:nvPr/>
        </p:nvSpPr>
        <p:spPr>
          <a:xfrm>
            <a:off x="529012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6" name="11_all_5661">
            <a:extLst>
              <a:ext uri="{FF2B5EF4-FFF2-40B4-BE49-F238E27FC236}">
                <a16:creationId xmlns:a16="http://schemas.microsoft.com/office/drawing/2014/main" id="{8F56CC71-EEC8-45B5-9171-0506768F7EA9}"/>
              </a:ext>
            </a:extLst>
          </p:cNvPr>
          <p:cNvSpPr>
            <a:spLocks noGrp="1"/>
          </p:cNvSpPr>
          <p:nvPr/>
        </p:nvSpPr>
        <p:spPr>
          <a:xfrm>
            <a:off x="540319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7" name="11_all_5662">
            <a:extLst>
              <a:ext uri="{FF2B5EF4-FFF2-40B4-BE49-F238E27FC236}">
                <a16:creationId xmlns:a16="http://schemas.microsoft.com/office/drawing/2014/main" id="{05B5A598-C882-472F-8255-011AB546CA90}"/>
              </a:ext>
            </a:extLst>
          </p:cNvPr>
          <p:cNvSpPr>
            <a:spLocks noGrp="1"/>
          </p:cNvSpPr>
          <p:nvPr/>
        </p:nvSpPr>
        <p:spPr>
          <a:xfrm>
            <a:off x="5303156" y="42241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8" name="11_all_5663">
            <a:extLst>
              <a:ext uri="{FF2B5EF4-FFF2-40B4-BE49-F238E27FC236}">
                <a16:creationId xmlns:a16="http://schemas.microsoft.com/office/drawing/2014/main" id="{74F608B0-7450-47C2-9D0E-AE5221F39254}"/>
              </a:ext>
            </a:extLst>
          </p:cNvPr>
          <p:cNvSpPr>
            <a:spLocks noGrp="1"/>
          </p:cNvSpPr>
          <p:nvPr/>
        </p:nvSpPr>
        <p:spPr>
          <a:xfrm>
            <a:off x="535454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9" name="11_all_5664">
            <a:extLst>
              <a:ext uri="{FF2B5EF4-FFF2-40B4-BE49-F238E27FC236}">
                <a16:creationId xmlns:a16="http://schemas.microsoft.com/office/drawing/2014/main" id="{A7C98163-4EA9-4403-8AA3-779A5C853FE9}"/>
              </a:ext>
            </a:extLst>
          </p:cNvPr>
          <p:cNvSpPr>
            <a:spLocks noGrp="1"/>
          </p:cNvSpPr>
          <p:nvPr/>
        </p:nvSpPr>
        <p:spPr>
          <a:xfrm>
            <a:off x="5305114" y="41492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0" name="11_all_5665">
            <a:extLst>
              <a:ext uri="{FF2B5EF4-FFF2-40B4-BE49-F238E27FC236}">
                <a16:creationId xmlns:a16="http://schemas.microsoft.com/office/drawing/2014/main" id="{9050B17F-1AD2-4268-A828-63E251B2D37F}"/>
              </a:ext>
            </a:extLst>
          </p:cNvPr>
          <p:cNvSpPr>
            <a:spLocks noGrp="1"/>
          </p:cNvSpPr>
          <p:nvPr/>
        </p:nvSpPr>
        <p:spPr>
          <a:xfrm>
            <a:off x="53851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1" name="11_all_5666">
            <a:extLst>
              <a:ext uri="{FF2B5EF4-FFF2-40B4-BE49-F238E27FC236}">
                <a16:creationId xmlns:a16="http://schemas.microsoft.com/office/drawing/2014/main" id="{635D8718-0FCC-4023-80EF-3BE0B3FB2DA1}"/>
              </a:ext>
            </a:extLst>
          </p:cNvPr>
          <p:cNvSpPr>
            <a:spLocks noGrp="1"/>
          </p:cNvSpPr>
          <p:nvPr/>
        </p:nvSpPr>
        <p:spPr>
          <a:xfrm>
            <a:off x="5311488" y="42151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2" name="11_all_5667">
            <a:extLst>
              <a:ext uri="{FF2B5EF4-FFF2-40B4-BE49-F238E27FC236}">
                <a16:creationId xmlns:a16="http://schemas.microsoft.com/office/drawing/2014/main" id="{B245ECE8-5EFD-444B-BE60-5CA978A93592}"/>
              </a:ext>
            </a:extLst>
          </p:cNvPr>
          <p:cNvSpPr>
            <a:spLocks noGrp="1"/>
          </p:cNvSpPr>
          <p:nvPr/>
        </p:nvSpPr>
        <p:spPr>
          <a:xfrm>
            <a:off x="5345573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3" name="11_all_5668">
            <a:extLst>
              <a:ext uri="{FF2B5EF4-FFF2-40B4-BE49-F238E27FC236}">
                <a16:creationId xmlns:a16="http://schemas.microsoft.com/office/drawing/2014/main" id="{E49B2330-7902-4E33-A78E-8D7A37327A94}"/>
              </a:ext>
            </a:extLst>
          </p:cNvPr>
          <p:cNvSpPr>
            <a:spLocks noGrp="1"/>
          </p:cNvSpPr>
          <p:nvPr/>
        </p:nvSpPr>
        <p:spPr>
          <a:xfrm>
            <a:off x="5288021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4" name="11_all_5669">
            <a:extLst>
              <a:ext uri="{FF2B5EF4-FFF2-40B4-BE49-F238E27FC236}">
                <a16:creationId xmlns:a16="http://schemas.microsoft.com/office/drawing/2014/main" id="{4F557461-24A3-4BC7-B93C-F80D702DFC47}"/>
              </a:ext>
            </a:extLst>
          </p:cNvPr>
          <p:cNvSpPr>
            <a:spLocks noGrp="1"/>
          </p:cNvSpPr>
          <p:nvPr/>
        </p:nvSpPr>
        <p:spPr>
          <a:xfrm>
            <a:off x="533144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5" name="11_all_5670">
            <a:extLst>
              <a:ext uri="{FF2B5EF4-FFF2-40B4-BE49-F238E27FC236}">
                <a16:creationId xmlns:a16="http://schemas.microsoft.com/office/drawing/2014/main" id="{012B9E29-9D02-4E71-B028-539A66E75747}"/>
              </a:ext>
            </a:extLst>
          </p:cNvPr>
          <p:cNvSpPr>
            <a:spLocks noGrp="1"/>
          </p:cNvSpPr>
          <p:nvPr/>
        </p:nvSpPr>
        <p:spPr>
          <a:xfrm>
            <a:off x="5302578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6" name="11_all_5671">
            <a:extLst>
              <a:ext uri="{FF2B5EF4-FFF2-40B4-BE49-F238E27FC236}">
                <a16:creationId xmlns:a16="http://schemas.microsoft.com/office/drawing/2014/main" id="{FD25FE29-18A6-496E-8EFD-D2A35E482337}"/>
              </a:ext>
            </a:extLst>
          </p:cNvPr>
          <p:cNvSpPr>
            <a:spLocks noGrp="1"/>
          </p:cNvSpPr>
          <p:nvPr/>
        </p:nvSpPr>
        <p:spPr>
          <a:xfrm>
            <a:off x="5394742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7" name="11_all_5672">
            <a:extLst>
              <a:ext uri="{FF2B5EF4-FFF2-40B4-BE49-F238E27FC236}">
                <a16:creationId xmlns:a16="http://schemas.microsoft.com/office/drawing/2014/main" id="{AD68E80B-88A9-49C3-9C92-762B37872640}"/>
              </a:ext>
            </a:extLst>
          </p:cNvPr>
          <p:cNvSpPr>
            <a:spLocks noGrp="1"/>
          </p:cNvSpPr>
          <p:nvPr/>
        </p:nvSpPr>
        <p:spPr>
          <a:xfrm>
            <a:off x="5342163" y="46118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8" name="11_all_5673">
            <a:extLst>
              <a:ext uri="{FF2B5EF4-FFF2-40B4-BE49-F238E27FC236}">
                <a16:creationId xmlns:a16="http://schemas.microsoft.com/office/drawing/2014/main" id="{5F9C7031-C739-4A26-95E3-A4B207D07ACB}"/>
              </a:ext>
            </a:extLst>
          </p:cNvPr>
          <p:cNvSpPr>
            <a:spLocks noGrp="1"/>
          </p:cNvSpPr>
          <p:nvPr/>
        </p:nvSpPr>
        <p:spPr>
          <a:xfrm>
            <a:off x="531454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9" name="11_all_5674">
            <a:extLst>
              <a:ext uri="{FF2B5EF4-FFF2-40B4-BE49-F238E27FC236}">
                <a16:creationId xmlns:a16="http://schemas.microsoft.com/office/drawing/2014/main" id="{670ADC7B-0626-44A3-A888-584ED057FEFE}"/>
              </a:ext>
            </a:extLst>
          </p:cNvPr>
          <p:cNvSpPr>
            <a:spLocks noGrp="1"/>
          </p:cNvSpPr>
          <p:nvPr/>
        </p:nvSpPr>
        <p:spPr>
          <a:xfrm>
            <a:off x="5338907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0" name="11_all_5675">
            <a:extLst>
              <a:ext uri="{FF2B5EF4-FFF2-40B4-BE49-F238E27FC236}">
                <a16:creationId xmlns:a16="http://schemas.microsoft.com/office/drawing/2014/main" id="{0116C4A5-B205-4DED-B873-1263150DACAF}"/>
              </a:ext>
            </a:extLst>
          </p:cNvPr>
          <p:cNvSpPr>
            <a:spLocks noGrp="1"/>
          </p:cNvSpPr>
          <p:nvPr/>
        </p:nvSpPr>
        <p:spPr>
          <a:xfrm>
            <a:off x="5364911" y="3362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1" name="11_all_5676">
            <a:extLst>
              <a:ext uri="{FF2B5EF4-FFF2-40B4-BE49-F238E27FC236}">
                <a16:creationId xmlns:a16="http://schemas.microsoft.com/office/drawing/2014/main" id="{CB4681C1-BD3E-4077-9D6D-1221678AE10E}"/>
              </a:ext>
            </a:extLst>
          </p:cNvPr>
          <p:cNvSpPr>
            <a:spLocks noGrp="1"/>
          </p:cNvSpPr>
          <p:nvPr/>
        </p:nvSpPr>
        <p:spPr>
          <a:xfrm>
            <a:off x="5350762" y="376860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2" name="11_all_5677">
            <a:extLst>
              <a:ext uri="{FF2B5EF4-FFF2-40B4-BE49-F238E27FC236}">
                <a16:creationId xmlns:a16="http://schemas.microsoft.com/office/drawing/2014/main" id="{4905DE0D-2D84-4CE1-A767-02A3FA5BBA0C}"/>
              </a:ext>
            </a:extLst>
          </p:cNvPr>
          <p:cNvSpPr>
            <a:spLocks noGrp="1"/>
          </p:cNvSpPr>
          <p:nvPr/>
        </p:nvSpPr>
        <p:spPr>
          <a:xfrm>
            <a:off x="5373462" y="443131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3" name="11_all_5678">
            <a:extLst>
              <a:ext uri="{FF2B5EF4-FFF2-40B4-BE49-F238E27FC236}">
                <a16:creationId xmlns:a16="http://schemas.microsoft.com/office/drawing/2014/main" id="{9A80E7EB-E045-4A3B-85B0-E170A1F817DE}"/>
              </a:ext>
            </a:extLst>
          </p:cNvPr>
          <p:cNvSpPr>
            <a:spLocks noGrp="1"/>
          </p:cNvSpPr>
          <p:nvPr/>
        </p:nvSpPr>
        <p:spPr>
          <a:xfrm>
            <a:off x="542052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4" name="11_all_5679">
            <a:extLst>
              <a:ext uri="{FF2B5EF4-FFF2-40B4-BE49-F238E27FC236}">
                <a16:creationId xmlns:a16="http://schemas.microsoft.com/office/drawing/2014/main" id="{159BFADE-8DA0-44D1-8501-AF5F7AE13B94}"/>
              </a:ext>
            </a:extLst>
          </p:cNvPr>
          <p:cNvSpPr>
            <a:spLocks noGrp="1"/>
          </p:cNvSpPr>
          <p:nvPr/>
        </p:nvSpPr>
        <p:spPr>
          <a:xfrm>
            <a:off x="540709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5" name="11_all_5680">
            <a:extLst>
              <a:ext uri="{FF2B5EF4-FFF2-40B4-BE49-F238E27FC236}">
                <a16:creationId xmlns:a16="http://schemas.microsoft.com/office/drawing/2014/main" id="{C50C5A12-7C76-48FB-9A08-F8D07D659BB0}"/>
              </a:ext>
            </a:extLst>
          </p:cNvPr>
          <p:cNvSpPr>
            <a:spLocks noGrp="1"/>
          </p:cNvSpPr>
          <p:nvPr/>
        </p:nvSpPr>
        <p:spPr>
          <a:xfrm>
            <a:off x="533296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6" name="11_all_5681">
            <a:extLst>
              <a:ext uri="{FF2B5EF4-FFF2-40B4-BE49-F238E27FC236}">
                <a16:creationId xmlns:a16="http://schemas.microsoft.com/office/drawing/2014/main" id="{FE853613-48D1-4C56-9AF7-AE1D150A148D}"/>
              </a:ext>
            </a:extLst>
          </p:cNvPr>
          <p:cNvSpPr>
            <a:spLocks noGrp="1"/>
          </p:cNvSpPr>
          <p:nvPr/>
        </p:nvSpPr>
        <p:spPr>
          <a:xfrm>
            <a:off x="5390389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7" name="11_all_5682">
            <a:extLst>
              <a:ext uri="{FF2B5EF4-FFF2-40B4-BE49-F238E27FC236}">
                <a16:creationId xmlns:a16="http://schemas.microsoft.com/office/drawing/2014/main" id="{F130AD89-DBC3-4C81-B5B4-D99187CEA05E}"/>
              </a:ext>
            </a:extLst>
          </p:cNvPr>
          <p:cNvSpPr>
            <a:spLocks noGrp="1"/>
          </p:cNvSpPr>
          <p:nvPr/>
        </p:nvSpPr>
        <p:spPr>
          <a:xfrm>
            <a:off x="533124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8" name="11_all_5683">
            <a:extLst>
              <a:ext uri="{FF2B5EF4-FFF2-40B4-BE49-F238E27FC236}">
                <a16:creationId xmlns:a16="http://schemas.microsoft.com/office/drawing/2014/main" id="{168ABCE8-6408-4025-96C2-FA9310E74E34}"/>
              </a:ext>
            </a:extLst>
          </p:cNvPr>
          <p:cNvSpPr>
            <a:spLocks noGrp="1"/>
          </p:cNvSpPr>
          <p:nvPr/>
        </p:nvSpPr>
        <p:spPr>
          <a:xfrm>
            <a:off x="533643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9" name="11_all_5684">
            <a:extLst>
              <a:ext uri="{FF2B5EF4-FFF2-40B4-BE49-F238E27FC236}">
                <a16:creationId xmlns:a16="http://schemas.microsoft.com/office/drawing/2014/main" id="{55127057-D807-4027-9A42-60C0976E0874}"/>
              </a:ext>
            </a:extLst>
          </p:cNvPr>
          <p:cNvSpPr>
            <a:spLocks noGrp="1"/>
          </p:cNvSpPr>
          <p:nvPr/>
        </p:nvSpPr>
        <p:spPr>
          <a:xfrm>
            <a:off x="539496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0" name="11_all_5685">
            <a:extLst>
              <a:ext uri="{FF2B5EF4-FFF2-40B4-BE49-F238E27FC236}">
                <a16:creationId xmlns:a16="http://schemas.microsoft.com/office/drawing/2014/main" id="{31C6AC98-A7D5-4773-BDD7-7F27E35A7479}"/>
              </a:ext>
            </a:extLst>
          </p:cNvPr>
          <p:cNvSpPr>
            <a:spLocks noGrp="1"/>
          </p:cNvSpPr>
          <p:nvPr/>
        </p:nvSpPr>
        <p:spPr>
          <a:xfrm>
            <a:off x="542706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1" name="11_all_5686">
            <a:extLst>
              <a:ext uri="{FF2B5EF4-FFF2-40B4-BE49-F238E27FC236}">
                <a16:creationId xmlns:a16="http://schemas.microsoft.com/office/drawing/2014/main" id="{071B7270-CBDB-4F19-9E8C-856FF7012DE4}"/>
              </a:ext>
            </a:extLst>
          </p:cNvPr>
          <p:cNvSpPr>
            <a:spLocks noGrp="1"/>
          </p:cNvSpPr>
          <p:nvPr/>
        </p:nvSpPr>
        <p:spPr>
          <a:xfrm>
            <a:off x="5295286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2" name="11_all_5687">
            <a:extLst>
              <a:ext uri="{FF2B5EF4-FFF2-40B4-BE49-F238E27FC236}">
                <a16:creationId xmlns:a16="http://schemas.microsoft.com/office/drawing/2014/main" id="{81FE4D57-5E1E-412E-B43A-519BDA80BC86}"/>
              </a:ext>
            </a:extLst>
          </p:cNvPr>
          <p:cNvSpPr>
            <a:spLocks noGrp="1"/>
          </p:cNvSpPr>
          <p:nvPr/>
        </p:nvSpPr>
        <p:spPr>
          <a:xfrm>
            <a:off x="52918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3" name="11_all_5688">
            <a:extLst>
              <a:ext uri="{FF2B5EF4-FFF2-40B4-BE49-F238E27FC236}">
                <a16:creationId xmlns:a16="http://schemas.microsoft.com/office/drawing/2014/main" id="{2FAC7CBD-A122-4762-9498-A8C48A16909F}"/>
              </a:ext>
            </a:extLst>
          </p:cNvPr>
          <p:cNvSpPr>
            <a:spLocks noGrp="1"/>
          </p:cNvSpPr>
          <p:nvPr/>
        </p:nvSpPr>
        <p:spPr>
          <a:xfrm>
            <a:off x="541630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4" name="11_all_5689">
            <a:extLst>
              <a:ext uri="{FF2B5EF4-FFF2-40B4-BE49-F238E27FC236}">
                <a16:creationId xmlns:a16="http://schemas.microsoft.com/office/drawing/2014/main" id="{2AC73929-23B6-46A1-AD6C-D0113210682A}"/>
              </a:ext>
            </a:extLst>
          </p:cNvPr>
          <p:cNvSpPr>
            <a:spLocks noGrp="1"/>
          </p:cNvSpPr>
          <p:nvPr/>
        </p:nvSpPr>
        <p:spPr>
          <a:xfrm>
            <a:off x="529117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5" name="11_all_5690">
            <a:extLst>
              <a:ext uri="{FF2B5EF4-FFF2-40B4-BE49-F238E27FC236}">
                <a16:creationId xmlns:a16="http://schemas.microsoft.com/office/drawing/2014/main" id="{824D2006-9AFA-45C1-9ABD-7C2A19C1F3E9}"/>
              </a:ext>
            </a:extLst>
          </p:cNvPr>
          <p:cNvSpPr>
            <a:spLocks noGrp="1"/>
          </p:cNvSpPr>
          <p:nvPr/>
        </p:nvSpPr>
        <p:spPr>
          <a:xfrm>
            <a:off x="5338040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6" name="11_all_5691">
            <a:extLst>
              <a:ext uri="{FF2B5EF4-FFF2-40B4-BE49-F238E27FC236}">
                <a16:creationId xmlns:a16="http://schemas.microsoft.com/office/drawing/2014/main" id="{AC0A1A32-2FDF-468C-9E28-5F7729339C52}"/>
              </a:ext>
            </a:extLst>
          </p:cNvPr>
          <p:cNvSpPr>
            <a:spLocks noGrp="1"/>
          </p:cNvSpPr>
          <p:nvPr/>
        </p:nvSpPr>
        <p:spPr>
          <a:xfrm>
            <a:off x="535488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7" name="11_all_5692">
            <a:extLst>
              <a:ext uri="{FF2B5EF4-FFF2-40B4-BE49-F238E27FC236}">
                <a16:creationId xmlns:a16="http://schemas.microsoft.com/office/drawing/2014/main" id="{B7C33987-6080-4423-987E-A81E8C9A3ADF}"/>
              </a:ext>
            </a:extLst>
          </p:cNvPr>
          <p:cNvSpPr>
            <a:spLocks noGrp="1"/>
          </p:cNvSpPr>
          <p:nvPr/>
        </p:nvSpPr>
        <p:spPr>
          <a:xfrm>
            <a:off x="5287048" y="42967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8" name="11_all_5693">
            <a:extLst>
              <a:ext uri="{FF2B5EF4-FFF2-40B4-BE49-F238E27FC236}">
                <a16:creationId xmlns:a16="http://schemas.microsoft.com/office/drawing/2014/main" id="{8CD11E6F-A33C-4C55-B5BA-146F46488D6A}"/>
              </a:ext>
            </a:extLst>
          </p:cNvPr>
          <p:cNvSpPr>
            <a:spLocks noGrp="1"/>
          </p:cNvSpPr>
          <p:nvPr/>
        </p:nvSpPr>
        <p:spPr>
          <a:xfrm>
            <a:off x="5306272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9" name="11_all_5694">
            <a:extLst>
              <a:ext uri="{FF2B5EF4-FFF2-40B4-BE49-F238E27FC236}">
                <a16:creationId xmlns:a16="http://schemas.microsoft.com/office/drawing/2014/main" id="{25223F77-68DA-4579-BB96-6987F622BF15}"/>
              </a:ext>
            </a:extLst>
          </p:cNvPr>
          <p:cNvSpPr>
            <a:spLocks noGrp="1"/>
          </p:cNvSpPr>
          <p:nvPr/>
        </p:nvSpPr>
        <p:spPr>
          <a:xfrm>
            <a:off x="533777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0" name="11_all_5695">
            <a:extLst>
              <a:ext uri="{FF2B5EF4-FFF2-40B4-BE49-F238E27FC236}">
                <a16:creationId xmlns:a16="http://schemas.microsoft.com/office/drawing/2014/main" id="{4930C0A9-78CE-4714-A5AD-75E8C95F1EDE}"/>
              </a:ext>
            </a:extLst>
          </p:cNvPr>
          <p:cNvSpPr>
            <a:spLocks noGrp="1"/>
          </p:cNvSpPr>
          <p:nvPr/>
        </p:nvSpPr>
        <p:spPr>
          <a:xfrm>
            <a:off x="533022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1" name="11_all_5696">
            <a:extLst>
              <a:ext uri="{FF2B5EF4-FFF2-40B4-BE49-F238E27FC236}">
                <a16:creationId xmlns:a16="http://schemas.microsoft.com/office/drawing/2014/main" id="{D7D79300-0322-40D2-814A-B62241783BA6}"/>
              </a:ext>
            </a:extLst>
          </p:cNvPr>
          <p:cNvSpPr>
            <a:spLocks noGrp="1"/>
          </p:cNvSpPr>
          <p:nvPr/>
        </p:nvSpPr>
        <p:spPr>
          <a:xfrm>
            <a:off x="542075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2" name="11_all_5697">
            <a:extLst>
              <a:ext uri="{FF2B5EF4-FFF2-40B4-BE49-F238E27FC236}">
                <a16:creationId xmlns:a16="http://schemas.microsoft.com/office/drawing/2014/main" id="{05974A85-B9B4-4612-9AF6-D10D8EF19E98}"/>
              </a:ext>
            </a:extLst>
          </p:cNvPr>
          <p:cNvSpPr>
            <a:spLocks noGrp="1"/>
          </p:cNvSpPr>
          <p:nvPr/>
        </p:nvSpPr>
        <p:spPr>
          <a:xfrm>
            <a:off x="534096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3" name="11_all_5698">
            <a:extLst>
              <a:ext uri="{FF2B5EF4-FFF2-40B4-BE49-F238E27FC236}">
                <a16:creationId xmlns:a16="http://schemas.microsoft.com/office/drawing/2014/main" id="{57B4AFB4-E706-47D2-92B7-FAC6C7DCE58B}"/>
              </a:ext>
            </a:extLst>
          </p:cNvPr>
          <p:cNvSpPr>
            <a:spLocks noGrp="1"/>
          </p:cNvSpPr>
          <p:nvPr/>
        </p:nvSpPr>
        <p:spPr>
          <a:xfrm>
            <a:off x="5371463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4" name="11_all_5699">
            <a:extLst>
              <a:ext uri="{FF2B5EF4-FFF2-40B4-BE49-F238E27FC236}">
                <a16:creationId xmlns:a16="http://schemas.microsoft.com/office/drawing/2014/main" id="{5DF25BEF-BF6E-4452-A095-C506F7DBBE52}"/>
              </a:ext>
            </a:extLst>
          </p:cNvPr>
          <p:cNvSpPr>
            <a:spLocks noGrp="1"/>
          </p:cNvSpPr>
          <p:nvPr/>
        </p:nvSpPr>
        <p:spPr>
          <a:xfrm>
            <a:off x="5288385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5" name="11_all_5700">
            <a:extLst>
              <a:ext uri="{FF2B5EF4-FFF2-40B4-BE49-F238E27FC236}">
                <a16:creationId xmlns:a16="http://schemas.microsoft.com/office/drawing/2014/main" id="{B09A72CB-F0B8-45CE-ADD5-423C35F38296}"/>
              </a:ext>
            </a:extLst>
          </p:cNvPr>
          <p:cNvSpPr>
            <a:spLocks noGrp="1"/>
          </p:cNvSpPr>
          <p:nvPr/>
        </p:nvSpPr>
        <p:spPr>
          <a:xfrm>
            <a:off x="528933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6" name="11_all_5701">
            <a:extLst>
              <a:ext uri="{FF2B5EF4-FFF2-40B4-BE49-F238E27FC236}">
                <a16:creationId xmlns:a16="http://schemas.microsoft.com/office/drawing/2014/main" id="{09A51E2B-A047-4816-9F7B-A00BFE175694}"/>
              </a:ext>
            </a:extLst>
          </p:cNvPr>
          <p:cNvSpPr>
            <a:spLocks noGrp="1"/>
          </p:cNvSpPr>
          <p:nvPr/>
        </p:nvSpPr>
        <p:spPr>
          <a:xfrm>
            <a:off x="536834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7" name="11_all_5702">
            <a:extLst>
              <a:ext uri="{FF2B5EF4-FFF2-40B4-BE49-F238E27FC236}">
                <a16:creationId xmlns:a16="http://schemas.microsoft.com/office/drawing/2014/main" id="{45569C30-DC69-4F28-809C-A330C4EE289D}"/>
              </a:ext>
            </a:extLst>
          </p:cNvPr>
          <p:cNvSpPr>
            <a:spLocks noGrp="1"/>
          </p:cNvSpPr>
          <p:nvPr/>
        </p:nvSpPr>
        <p:spPr>
          <a:xfrm>
            <a:off x="5350438" y="299400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8" name="11_all_5703">
            <a:extLst>
              <a:ext uri="{FF2B5EF4-FFF2-40B4-BE49-F238E27FC236}">
                <a16:creationId xmlns:a16="http://schemas.microsoft.com/office/drawing/2014/main" id="{34669C51-031E-4518-B033-A4332ACA2529}"/>
              </a:ext>
            </a:extLst>
          </p:cNvPr>
          <p:cNvSpPr>
            <a:spLocks noGrp="1"/>
          </p:cNvSpPr>
          <p:nvPr/>
        </p:nvSpPr>
        <p:spPr>
          <a:xfrm>
            <a:off x="540887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9" name="11_all_5704">
            <a:extLst>
              <a:ext uri="{FF2B5EF4-FFF2-40B4-BE49-F238E27FC236}">
                <a16:creationId xmlns:a16="http://schemas.microsoft.com/office/drawing/2014/main" id="{5A6A05D1-B42B-4C90-8CAA-BACA3DE5B825}"/>
              </a:ext>
            </a:extLst>
          </p:cNvPr>
          <p:cNvSpPr>
            <a:spLocks noGrp="1"/>
          </p:cNvSpPr>
          <p:nvPr/>
        </p:nvSpPr>
        <p:spPr>
          <a:xfrm>
            <a:off x="541032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0" name="11_all_5705">
            <a:extLst>
              <a:ext uri="{FF2B5EF4-FFF2-40B4-BE49-F238E27FC236}">
                <a16:creationId xmlns:a16="http://schemas.microsoft.com/office/drawing/2014/main" id="{95CD0863-41D9-4765-AB36-C5D9A9603D74}"/>
              </a:ext>
            </a:extLst>
          </p:cNvPr>
          <p:cNvSpPr>
            <a:spLocks noGrp="1"/>
          </p:cNvSpPr>
          <p:nvPr/>
        </p:nvSpPr>
        <p:spPr>
          <a:xfrm>
            <a:off x="543015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1" name="11_all_5706">
            <a:extLst>
              <a:ext uri="{FF2B5EF4-FFF2-40B4-BE49-F238E27FC236}">
                <a16:creationId xmlns:a16="http://schemas.microsoft.com/office/drawing/2014/main" id="{A83FE376-0585-4C36-BE44-E3DC0CC3A6AF}"/>
              </a:ext>
            </a:extLst>
          </p:cNvPr>
          <p:cNvSpPr>
            <a:spLocks noGrp="1"/>
          </p:cNvSpPr>
          <p:nvPr/>
        </p:nvSpPr>
        <p:spPr>
          <a:xfrm>
            <a:off x="534863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2" name="11_all_5707">
            <a:extLst>
              <a:ext uri="{FF2B5EF4-FFF2-40B4-BE49-F238E27FC236}">
                <a16:creationId xmlns:a16="http://schemas.microsoft.com/office/drawing/2014/main" id="{821DCED5-155A-4133-8AF5-3A58EF602FA1}"/>
              </a:ext>
            </a:extLst>
          </p:cNvPr>
          <p:cNvSpPr>
            <a:spLocks noGrp="1"/>
          </p:cNvSpPr>
          <p:nvPr/>
        </p:nvSpPr>
        <p:spPr>
          <a:xfrm>
            <a:off x="5288483" y="43007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3" name="11_all_5708">
            <a:extLst>
              <a:ext uri="{FF2B5EF4-FFF2-40B4-BE49-F238E27FC236}">
                <a16:creationId xmlns:a16="http://schemas.microsoft.com/office/drawing/2014/main" id="{6BE99CEE-2CC4-4D77-890F-23338BE85E1D}"/>
              </a:ext>
            </a:extLst>
          </p:cNvPr>
          <p:cNvSpPr>
            <a:spLocks noGrp="1"/>
          </p:cNvSpPr>
          <p:nvPr/>
        </p:nvSpPr>
        <p:spPr>
          <a:xfrm>
            <a:off x="5307255" y="37095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4" name="11_all_5709">
            <a:extLst>
              <a:ext uri="{FF2B5EF4-FFF2-40B4-BE49-F238E27FC236}">
                <a16:creationId xmlns:a16="http://schemas.microsoft.com/office/drawing/2014/main" id="{382DFB66-7806-43CC-8928-16B606CE577A}"/>
              </a:ext>
            </a:extLst>
          </p:cNvPr>
          <p:cNvSpPr>
            <a:spLocks noGrp="1"/>
          </p:cNvSpPr>
          <p:nvPr/>
        </p:nvSpPr>
        <p:spPr>
          <a:xfrm>
            <a:off x="535893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5" name="11_all_5710">
            <a:extLst>
              <a:ext uri="{FF2B5EF4-FFF2-40B4-BE49-F238E27FC236}">
                <a16:creationId xmlns:a16="http://schemas.microsoft.com/office/drawing/2014/main" id="{EB60FB18-3CA7-4D8C-BB45-9ABDA11DD2E1}"/>
              </a:ext>
            </a:extLst>
          </p:cNvPr>
          <p:cNvSpPr>
            <a:spLocks noGrp="1"/>
          </p:cNvSpPr>
          <p:nvPr/>
        </p:nvSpPr>
        <p:spPr>
          <a:xfrm>
            <a:off x="538963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6" name="11_all_5711">
            <a:extLst>
              <a:ext uri="{FF2B5EF4-FFF2-40B4-BE49-F238E27FC236}">
                <a16:creationId xmlns:a16="http://schemas.microsoft.com/office/drawing/2014/main" id="{FE10CEA1-38F0-413D-B4FC-6DE3D5BF1FAB}"/>
              </a:ext>
            </a:extLst>
          </p:cNvPr>
          <p:cNvSpPr>
            <a:spLocks noGrp="1"/>
          </p:cNvSpPr>
          <p:nvPr/>
        </p:nvSpPr>
        <p:spPr>
          <a:xfrm>
            <a:off x="530665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7" name="11_all_5712">
            <a:extLst>
              <a:ext uri="{FF2B5EF4-FFF2-40B4-BE49-F238E27FC236}">
                <a16:creationId xmlns:a16="http://schemas.microsoft.com/office/drawing/2014/main" id="{70EA97AF-0A1A-4753-A303-E39A30029BE8}"/>
              </a:ext>
            </a:extLst>
          </p:cNvPr>
          <p:cNvSpPr>
            <a:spLocks noGrp="1"/>
          </p:cNvSpPr>
          <p:nvPr/>
        </p:nvSpPr>
        <p:spPr>
          <a:xfrm>
            <a:off x="542394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8" name="11_all_5713">
            <a:extLst>
              <a:ext uri="{FF2B5EF4-FFF2-40B4-BE49-F238E27FC236}">
                <a16:creationId xmlns:a16="http://schemas.microsoft.com/office/drawing/2014/main" id="{52CE5050-1E75-4602-B5EB-D9CB16BA0932}"/>
              </a:ext>
            </a:extLst>
          </p:cNvPr>
          <p:cNvSpPr>
            <a:spLocks noGrp="1"/>
          </p:cNvSpPr>
          <p:nvPr/>
        </p:nvSpPr>
        <p:spPr>
          <a:xfrm>
            <a:off x="539129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9" name="11_all_5714">
            <a:extLst>
              <a:ext uri="{FF2B5EF4-FFF2-40B4-BE49-F238E27FC236}">
                <a16:creationId xmlns:a16="http://schemas.microsoft.com/office/drawing/2014/main" id="{80C15A99-8E90-493E-90D6-B87E69BE7956}"/>
              </a:ext>
            </a:extLst>
          </p:cNvPr>
          <p:cNvSpPr>
            <a:spLocks noGrp="1"/>
          </p:cNvSpPr>
          <p:nvPr/>
        </p:nvSpPr>
        <p:spPr>
          <a:xfrm>
            <a:off x="5333425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0" name="11_all_5715">
            <a:extLst>
              <a:ext uri="{FF2B5EF4-FFF2-40B4-BE49-F238E27FC236}">
                <a16:creationId xmlns:a16="http://schemas.microsoft.com/office/drawing/2014/main" id="{37F697D0-6E47-491F-9EFB-8CF166154FB3}"/>
              </a:ext>
            </a:extLst>
          </p:cNvPr>
          <p:cNvSpPr>
            <a:spLocks noGrp="1"/>
          </p:cNvSpPr>
          <p:nvPr/>
        </p:nvSpPr>
        <p:spPr>
          <a:xfrm>
            <a:off x="5323191" y="4565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1" name="11_all_5716">
            <a:extLst>
              <a:ext uri="{FF2B5EF4-FFF2-40B4-BE49-F238E27FC236}">
                <a16:creationId xmlns:a16="http://schemas.microsoft.com/office/drawing/2014/main" id="{1B92F1C9-14D0-49D1-A8C0-A449EE77E369}"/>
              </a:ext>
            </a:extLst>
          </p:cNvPr>
          <p:cNvSpPr>
            <a:spLocks noGrp="1"/>
          </p:cNvSpPr>
          <p:nvPr/>
        </p:nvSpPr>
        <p:spPr>
          <a:xfrm>
            <a:off x="528585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2" name="11_all_5717">
            <a:extLst>
              <a:ext uri="{FF2B5EF4-FFF2-40B4-BE49-F238E27FC236}">
                <a16:creationId xmlns:a16="http://schemas.microsoft.com/office/drawing/2014/main" id="{A7855059-4496-4329-AA67-2FD422E00771}"/>
              </a:ext>
            </a:extLst>
          </p:cNvPr>
          <p:cNvSpPr>
            <a:spLocks noGrp="1"/>
          </p:cNvSpPr>
          <p:nvPr/>
        </p:nvSpPr>
        <p:spPr>
          <a:xfrm>
            <a:off x="541133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3" name="11_all_5718">
            <a:extLst>
              <a:ext uri="{FF2B5EF4-FFF2-40B4-BE49-F238E27FC236}">
                <a16:creationId xmlns:a16="http://schemas.microsoft.com/office/drawing/2014/main" id="{FDC18F91-5F35-42BD-81F0-A2BBA6ADA87B}"/>
              </a:ext>
            </a:extLst>
          </p:cNvPr>
          <p:cNvSpPr>
            <a:spLocks noGrp="1"/>
          </p:cNvSpPr>
          <p:nvPr/>
        </p:nvSpPr>
        <p:spPr>
          <a:xfrm>
            <a:off x="542715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4" name="11_all_5719">
            <a:extLst>
              <a:ext uri="{FF2B5EF4-FFF2-40B4-BE49-F238E27FC236}">
                <a16:creationId xmlns:a16="http://schemas.microsoft.com/office/drawing/2014/main" id="{8AE4EC42-0D98-49F2-96D6-0F0ECFEC8DFA}"/>
              </a:ext>
            </a:extLst>
          </p:cNvPr>
          <p:cNvSpPr>
            <a:spLocks noGrp="1"/>
          </p:cNvSpPr>
          <p:nvPr/>
        </p:nvSpPr>
        <p:spPr>
          <a:xfrm>
            <a:off x="536246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5" name="11_all_5720">
            <a:extLst>
              <a:ext uri="{FF2B5EF4-FFF2-40B4-BE49-F238E27FC236}">
                <a16:creationId xmlns:a16="http://schemas.microsoft.com/office/drawing/2014/main" id="{45950CB2-5F1B-47ED-BFF4-EA106D529B40}"/>
              </a:ext>
            </a:extLst>
          </p:cNvPr>
          <p:cNvSpPr>
            <a:spLocks noGrp="1"/>
          </p:cNvSpPr>
          <p:nvPr/>
        </p:nvSpPr>
        <p:spPr>
          <a:xfrm>
            <a:off x="540655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6" name="11_all_5721">
            <a:extLst>
              <a:ext uri="{FF2B5EF4-FFF2-40B4-BE49-F238E27FC236}">
                <a16:creationId xmlns:a16="http://schemas.microsoft.com/office/drawing/2014/main" id="{E3D7B7ED-7C3D-465E-9F5D-3E00F4CAA550}"/>
              </a:ext>
            </a:extLst>
          </p:cNvPr>
          <p:cNvSpPr>
            <a:spLocks noGrp="1"/>
          </p:cNvSpPr>
          <p:nvPr/>
        </p:nvSpPr>
        <p:spPr>
          <a:xfrm>
            <a:off x="540120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7" name="11_all_5722">
            <a:extLst>
              <a:ext uri="{FF2B5EF4-FFF2-40B4-BE49-F238E27FC236}">
                <a16:creationId xmlns:a16="http://schemas.microsoft.com/office/drawing/2014/main" id="{AC480B76-2967-4E0B-A3CB-B9738E3808A7}"/>
              </a:ext>
            </a:extLst>
          </p:cNvPr>
          <p:cNvSpPr>
            <a:spLocks noGrp="1"/>
          </p:cNvSpPr>
          <p:nvPr/>
        </p:nvSpPr>
        <p:spPr>
          <a:xfrm>
            <a:off x="530899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8" name="11_all_5723">
            <a:extLst>
              <a:ext uri="{FF2B5EF4-FFF2-40B4-BE49-F238E27FC236}">
                <a16:creationId xmlns:a16="http://schemas.microsoft.com/office/drawing/2014/main" id="{4879EAE0-7DBC-439A-ACE8-1A462D8BE377}"/>
              </a:ext>
            </a:extLst>
          </p:cNvPr>
          <p:cNvSpPr>
            <a:spLocks noGrp="1"/>
          </p:cNvSpPr>
          <p:nvPr/>
        </p:nvSpPr>
        <p:spPr>
          <a:xfrm>
            <a:off x="539082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9" name="11_all_5724">
            <a:extLst>
              <a:ext uri="{FF2B5EF4-FFF2-40B4-BE49-F238E27FC236}">
                <a16:creationId xmlns:a16="http://schemas.microsoft.com/office/drawing/2014/main" id="{FF252CC3-1C1A-4942-BB70-089675EF71CB}"/>
              </a:ext>
            </a:extLst>
          </p:cNvPr>
          <p:cNvSpPr>
            <a:spLocks noGrp="1"/>
          </p:cNvSpPr>
          <p:nvPr/>
        </p:nvSpPr>
        <p:spPr>
          <a:xfrm>
            <a:off x="5369735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0" name="11_all_5725">
            <a:extLst>
              <a:ext uri="{FF2B5EF4-FFF2-40B4-BE49-F238E27FC236}">
                <a16:creationId xmlns:a16="http://schemas.microsoft.com/office/drawing/2014/main" id="{9F7CACA3-0A7B-4993-8E1B-E6A4DAB158FD}"/>
              </a:ext>
            </a:extLst>
          </p:cNvPr>
          <p:cNvSpPr>
            <a:spLocks noGrp="1"/>
          </p:cNvSpPr>
          <p:nvPr/>
        </p:nvSpPr>
        <p:spPr>
          <a:xfrm>
            <a:off x="538667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1" name="11_all_5726">
            <a:extLst>
              <a:ext uri="{FF2B5EF4-FFF2-40B4-BE49-F238E27FC236}">
                <a16:creationId xmlns:a16="http://schemas.microsoft.com/office/drawing/2014/main" id="{40E94C6A-F509-489C-9272-0B4E0848875F}"/>
              </a:ext>
            </a:extLst>
          </p:cNvPr>
          <p:cNvSpPr>
            <a:spLocks noGrp="1"/>
          </p:cNvSpPr>
          <p:nvPr/>
        </p:nvSpPr>
        <p:spPr>
          <a:xfrm>
            <a:off x="538627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2" name="11_all_5727">
            <a:extLst>
              <a:ext uri="{FF2B5EF4-FFF2-40B4-BE49-F238E27FC236}">
                <a16:creationId xmlns:a16="http://schemas.microsoft.com/office/drawing/2014/main" id="{F462F4BF-52E3-42D5-B906-14091166C2B2}"/>
              </a:ext>
            </a:extLst>
          </p:cNvPr>
          <p:cNvSpPr>
            <a:spLocks noGrp="1"/>
          </p:cNvSpPr>
          <p:nvPr/>
        </p:nvSpPr>
        <p:spPr>
          <a:xfrm>
            <a:off x="537401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3" name="11_all_5728">
            <a:extLst>
              <a:ext uri="{FF2B5EF4-FFF2-40B4-BE49-F238E27FC236}">
                <a16:creationId xmlns:a16="http://schemas.microsoft.com/office/drawing/2014/main" id="{359A8D00-0E0F-4BAC-BE39-BC83E582F88B}"/>
              </a:ext>
            </a:extLst>
          </p:cNvPr>
          <p:cNvSpPr>
            <a:spLocks noGrp="1"/>
          </p:cNvSpPr>
          <p:nvPr/>
        </p:nvSpPr>
        <p:spPr>
          <a:xfrm>
            <a:off x="53097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4" name="11_all_5729">
            <a:extLst>
              <a:ext uri="{FF2B5EF4-FFF2-40B4-BE49-F238E27FC236}">
                <a16:creationId xmlns:a16="http://schemas.microsoft.com/office/drawing/2014/main" id="{4562C93D-7797-4175-A622-D0E68A7B5609}"/>
              </a:ext>
            </a:extLst>
          </p:cNvPr>
          <p:cNvSpPr>
            <a:spLocks noGrp="1"/>
          </p:cNvSpPr>
          <p:nvPr/>
        </p:nvSpPr>
        <p:spPr>
          <a:xfrm>
            <a:off x="5374125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5" name="11_all_5730">
            <a:extLst>
              <a:ext uri="{FF2B5EF4-FFF2-40B4-BE49-F238E27FC236}">
                <a16:creationId xmlns:a16="http://schemas.microsoft.com/office/drawing/2014/main" id="{107551D9-AD8F-4847-899D-FE551E742A93}"/>
              </a:ext>
            </a:extLst>
          </p:cNvPr>
          <p:cNvSpPr>
            <a:spLocks noGrp="1"/>
          </p:cNvSpPr>
          <p:nvPr/>
        </p:nvSpPr>
        <p:spPr>
          <a:xfrm>
            <a:off x="541048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6" name="11_all_5731">
            <a:extLst>
              <a:ext uri="{FF2B5EF4-FFF2-40B4-BE49-F238E27FC236}">
                <a16:creationId xmlns:a16="http://schemas.microsoft.com/office/drawing/2014/main" id="{C625D60F-38F4-4E08-AE7A-6A672852E4FD}"/>
              </a:ext>
            </a:extLst>
          </p:cNvPr>
          <p:cNvSpPr>
            <a:spLocks noGrp="1"/>
          </p:cNvSpPr>
          <p:nvPr/>
        </p:nvSpPr>
        <p:spPr>
          <a:xfrm>
            <a:off x="542242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7" name="11_all_5732">
            <a:extLst>
              <a:ext uri="{FF2B5EF4-FFF2-40B4-BE49-F238E27FC236}">
                <a16:creationId xmlns:a16="http://schemas.microsoft.com/office/drawing/2014/main" id="{FB6CE55D-DBD5-481A-B584-AC057BBD5741}"/>
              </a:ext>
            </a:extLst>
          </p:cNvPr>
          <p:cNvSpPr>
            <a:spLocks noGrp="1"/>
          </p:cNvSpPr>
          <p:nvPr/>
        </p:nvSpPr>
        <p:spPr>
          <a:xfrm>
            <a:off x="5425784" y="30484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8" name="11_all_5733">
            <a:extLst>
              <a:ext uri="{FF2B5EF4-FFF2-40B4-BE49-F238E27FC236}">
                <a16:creationId xmlns:a16="http://schemas.microsoft.com/office/drawing/2014/main" id="{027A5514-45FE-4964-A7E6-D830AAABC304}"/>
              </a:ext>
            </a:extLst>
          </p:cNvPr>
          <p:cNvSpPr>
            <a:spLocks noGrp="1"/>
          </p:cNvSpPr>
          <p:nvPr/>
        </p:nvSpPr>
        <p:spPr>
          <a:xfrm>
            <a:off x="543102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9" name="11_all_5734">
            <a:extLst>
              <a:ext uri="{FF2B5EF4-FFF2-40B4-BE49-F238E27FC236}">
                <a16:creationId xmlns:a16="http://schemas.microsoft.com/office/drawing/2014/main" id="{880B8CA5-5D11-46E9-8765-DA0269108725}"/>
              </a:ext>
            </a:extLst>
          </p:cNvPr>
          <p:cNvSpPr>
            <a:spLocks noGrp="1"/>
          </p:cNvSpPr>
          <p:nvPr/>
        </p:nvSpPr>
        <p:spPr>
          <a:xfrm>
            <a:off x="542079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0" name="11_all_5735">
            <a:extLst>
              <a:ext uri="{FF2B5EF4-FFF2-40B4-BE49-F238E27FC236}">
                <a16:creationId xmlns:a16="http://schemas.microsoft.com/office/drawing/2014/main" id="{C6308BA2-5048-4911-886B-C777D82323C7}"/>
              </a:ext>
            </a:extLst>
          </p:cNvPr>
          <p:cNvSpPr>
            <a:spLocks noGrp="1"/>
          </p:cNvSpPr>
          <p:nvPr/>
        </p:nvSpPr>
        <p:spPr>
          <a:xfrm>
            <a:off x="537433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1" name="11_all_5736">
            <a:extLst>
              <a:ext uri="{FF2B5EF4-FFF2-40B4-BE49-F238E27FC236}">
                <a16:creationId xmlns:a16="http://schemas.microsoft.com/office/drawing/2014/main" id="{6E6BF14B-9C52-436B-B29C-16677B4A17B3}"/>
              </a:ext>
            </a:extLst>
          </p:cNvPr>
          <p:cNvSpPr>
            <a:spLocks noGrp="1"/>
          </p:cNvSpPr>
          <p:nvPr/>
        </p:nvSpPr>
        <p:spPr>
          <a:xfrm>
            <a:off x="5414936" y="45831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2" name="11_all_5737">
            <a:extLst>
              <a:ext uri="{FF2B5EF4-FFF2-40B4-BE49-F238E27FC236}">
                <a16:creationId xmlns:a16="http://schemas.microsoft.com/office/drawing/2014/main" id="{FC557996-1817-4751-B303-7E53958A4428}"/>
              </a:ext>
            </a:extLst>
          </p:cNvPr>
          <p:cNvSpPr>
            <a:spLocks noGrp="1"/>
          </p:cNvSpPr>
          <p:nvPr/>
        </p:nvSpPr>
        <p:spPr>
          <a:xfrm>
            <a:off x="541542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3" name="11_all_5738">
            <a:extLst>
              <a:ext uri="{FF2B5EF4-FFF2-40B4-BE49-F238E27FC236}">
                <a16:creationId xmlns:a16="http://schemas.microsoft.com/office/drawing/2014/main" id="{C26A53FA-CA04-4B5E-97CD-59FD0F4291A3}"/>
              </a:ext>
            </a:extLst>
          </p:cNvPr>
          <p:cNvSpPr>
            <a:spLocks noGrp="1"/>
          </p:cNvSpPr>
          <p:nvPr/>
        </p:nvSpPr>
        <p:spPr>
          <a:xfrm>
            <a:off x="53039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4" name="11_all_5739">
            <a:extLst>
              <a:ext uri="{FF2B5EF4-FFF2-40B4-BE49-F238E27FC236}">
                <a16:creationId xmlns:a16="http://schemas.microsoft.com/office/drawing/2014/main" id="{A236CA52-E5C8-4FA6-A745-F4EFE987AA8D}"/>
              </a:ext>
            </a:extLst>
          </p:cNvPr>
          <p:cNvSpPr>
            <a:spLocks noGrp="1"/>
          </p:cNvSpPr>
          <p:nvPr/>
        </p:nvSpPr>
        <p:spPr>
          <a:xfrm>
            <a:off x="538540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5" name="11_all_5740">
            <a:extLst>
              <a:ext uri="{FF2B5EF4-FFF2-40B4-BE49-F238E27FC236}">
                <a16:creationId xmlns:a16="http://schemas.microsoft.com/office/drawing/2014/main" id="{67F50DC1-C338-403A-AF96-1967646D09E3}"/>
              </a:ext>
            </a:extLst>
          </p:cNvPr>
          <p:cNvSpPr>
            <a:spLocks noGrp="1"/>
          </p:cNvSpPr>
          <p:nvPr/>
        </p:nvSpPr>
        <p:spPr>
          <a:xfrm>
            <a:off x="535718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6" name="11_all_5741">
            <a:extLst>
              <a:ext uri="{FF2B5EF4-FFF2-40B4-BE49-F238E27FC236}">
                <a16:creationId xmlns:a16="http://schemas.microsoft.com/office/drawing/2014/main" id="{AA2FEE08-7B69-4DB2-9E47-6FC11A955D5E}"/>
              </a:ext>
            </a:extLst>
          </p:cNvPr>
          <p:cNvSpPr>
            <a:spLocks noGrp="1"/>
          </p:cNvSpPr>
          <p:nvPr/>
        </p:nvSpPr>
        <p:spPr>
          <a:xfrm>
            <a:off x="531443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7" name="11_all_5742">
            <a:extLst>
              <a:ext uri="{FF2B5EF4-FFF2-40B4-BE49-F238E27FC236}">
                <a16:creationId xmlns:a16="http://schemas.microsoft.com/office/drawing/2014/main" id="{C1A251B3-718D-4F56-8CB5-E271CAC5F1C1}"/>
              </a:ext>
            </a:extLst>
          </p:cNvPr>
          <p:cNvSpPr>
            <a:spLocks noGrp="1"/>
          </p:cNvSpPr>
          <p:nvPr/>
        </p:nvSpPr>
        <p:spPr>
          <a:xfrm>
            <a:off x="540140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8" name="11_all_5743">
            <a:extLst>
              <a:ext uri="{FF2B5EF4-FFF2-40B4-BE49-F238E27FC236}">
                <a16:creationId xmlns:a16="http://schemas.microsoft.com/office/drawing/2014/main" id="{68AC37AC-EF0B-4F46-8BA7-78926F871010}"/>
              </a:ext>
            </a:extLst>
          </p:cNvPr>
          <p:cNvSpPr>
            <a:spLocks noGrp="1"/>
          </p:cNvSpPr>
          <p:nvPr/>
        </p:nvSpPr>
        <p:spPr>
          <a:xfrm>
            <a:off x="5382009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9" name="11_all_5744">
            <a:extLst>
              <a:ext uri="{FF2B5EF4-FFF2-40B4-BE49-F238E27FC236}">
                <a16:creationId xmlns:a16="http://schemas.microsoft.com/office/drawing/2014/main" id="{0C992884-F943-4D43-AE9A-42937F63D27E}"/>
              </a:ext>
            </a:extLst>
          </p:cNvPr>
          <p:cNvSpPr>
            <a:spLocks noGrp="1"/>
          </p:cNvSpPr>
          <p:nvPr/>
        </p:nvSpPr>
        <p:spPr>
          <a:xfrm>
            <a:off x="532185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0" name="11_all_5745">
            <a:extLst>
              <a:ext uri="{FF2B5EF4-FFF2-40B4-BE49-F238E27FC236}">
                <a16:creationId xmlns:a16="http://schemas.microsoft.com/office/drawing/2014/main" id="{B77070E4-FDBF-4E6C-B02C-ECDA30D9E356}"/>
              </a:ext>
            </a:extLst>
          </p:cNvPr>
          <p:cNvSpPr>
            <a:spLocks noGrp="1"/>
          </p:cNvSpPr>
          <p:nvPr/>
        </p:nvSpPr>
        <p:spPr>
          <a:xfrm>
            <a:off x="5304605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1" name="11_all_5746">
            <a:extLst>
              <a:ext uri="{FF2B5EF4-FFF2-40B4-BE49-F238E27FC236}">
                <a16:creationId xmlns:a16="http://schemas.microsoft.com/office/drawing/2014/main" id="{0E313650-790C-4D1C-9B24-95A77BC9848E}"/>
              </a:ext>
            </a:extLst>
          </p:cNvPr>
          <p:cNvSpPr>
            <a:spLocks noGrp="1"/>
          </p:cNvSpPr>
          <p:nvPr/>
        </p:nvSpPr>
        <p:spPr>
          <a:xfrm>
            <a:off x="536583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2" name="11_all_5747">
            <a:extLst>
              <a:ext uri="{FF2B5EF4-FFF2-40B4-BE49-F238E27FC236}">
                <a16:creationId xmlns:a16="http://schemas.microsoft.com/office/drawing/2014/main" id="{930B49B2-8D7E-4E14-AA8B-A1F4B25B34E6}"/>
              </a:ext>
            </a:extLst>
          </p:cNvPr>
          <p:cNvSpPr>
            <a:spLocks noGrp="1"/>
          </p:cNvSpPr>
          <p:nvPr/>
        </p:nvSpPr>
        <p:spPr>
          <a:xfrm>
            <a:off x="538484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3" name="11_all_5748">
            <a:extLst>
              <a:ext uri="{FF2B5EF4-FFF2-40B4-BE49-F238E27FC236}">
                <a16:creationId xmlns:a16="http://schemas.microsoft.com/office/drawing/2014/main" id="{A3CB4554-B7B2-40B5-8403-AEEBCEA5226F}"/>
              </a:ext>
            </a:extLst>
          </p:cNvPr>
          <p:cNvSpPr>
            <a:spLocks noGrp="1"/>
          </p:cNvSpPr>
          <p:nvPr/>
        </p:nvSpPr>
        <p:spPr>
          <a:xfrm>
            <a:off x="532508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4" name="11_all_5749">
            <a:extLst>
              <a:ext uri="{FF2B5EF4-FFF2-40B4-BE49-F238E27FC236}">
                <a16:creationId xmlns:a16="http://schemas.microsoft.com/office/drawing/2014/main" id="{2E9439FC-E009-42A7-8C5A-A6CAC4ACF971}"/>
              </a:ext>
            </a:extLst>
          </p:cNvPr>
          <p:cNvSpPr>
            <a:spLocks noGrp="1"/>
          </p:cNvSpPr>
          <p:nvPr/>
        </p:nvSpPr>
        <p:spPr>
          <a:xfrm>
            <a:off x="539961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5" name="11_all_5750">
            <a:extLst>
              <a:ext uri="{FF2B5EF4-FFF2-40B4-BE49-F238E27FC236}">
                <a16:creationId xmlns:a16="http://schemas.microsoft.com/office/drawing/2014/main" id="{93D06465-05AB-4002-8650-E9A98AEFC82D}"/>
              </a:ext>
            </a:extLst>
          </p:cNvPr>
          <p:cNvSpPr>
            <a:spLocks noGrp="1"/>
          </p:cNvSpPr>
          <p:nvPr/>
        </p:nvSpPr>
        <p:spPr>
          <a:xfrm>
            <a:off x="539472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6" name="11_all_5751">
            <a:extLst>
              <a:ext uri="{FF2B5EF4-FFF2-40B4-BE49-F238E27FC236}">
                <a16:creationId xmlns:a16="http://schemas.microsoft.com/office/drawing/2014/main" id="{D09195E0-D8D0-442B-A98B-CE14804716AC}"/>
              </a:ext>
            </a:extLst>
          </p:cNvPr>
          <p:cNvSpPr>
            <a:spLocks noGrp="1"/>
          </p:cNvSpPr>
          <p:nvPr/>
        </p:nvSpPr>
        <p:spPr>
          <a:xfrm>
            <a:off x="535346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7" name="11_all_5752">
            <a:extLst>
              <a:ext uri="{FF2B5EF4-FFF2-40B4-BE49-F238E27FC236}">
                <a16:creationId xmlns:a16="http://schemas.microsoft.com/office/drawing/2014/main" id="{100303DF-9822-466B-A8AB-7025EAEEA528}"/>
              </a:ext>
            </a:extLst>
          </p:cNvPr>
          <p:cNvSpPr>
            <a:spLocks noGrp="1"/>
          </p:cNvSpPr>
          <p:nvPr/>
        </p:nvSpPr>
        <p:spPr>
          <a:xfrm>
            <a:off x="5357492" y="36752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8" name="11_all_5753">
            <a:extLst>
              <a:ext uri="{FF2B5EF4-FFF2-40B4-BE49-F238E27FC236}">
                <a16:creationId xmlns:a16="http://schemas.microsoft.com/office/drawing/2014/main" id="{96813988-5771-416F-8BC2-9817C01B838A}"/>
              </a:ext>
            </a:extLst>
          </p:cNvPr>
          <p:cNvSpPr>
            <a:spLocks noGrp="1"/>
          </p:cNvSpPr>
          <p:nvPr/>
        </p:nvSpPr>
        <p:spPr>
          <a:xfrm>
            <a:off x="541530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9" name="11_all_5754">
            <a:extLst>
              <a:ext uri="{FF2B5EF4-FFF2-40B4-BE49-F238E27FC236}">
                <a16:creationId xmlns:a16="http://schemas.microsoft.com/office/drawing/2014/main" id="{AD27D8E3-5132-47E8-B84C-7820883A82B5}"/>
              </a:ext>
            </a:extLst>
          </p:cNvPr>
          <p:cNvSpPr>
            <a:spLocks noGrp="1"/>
          </p:cNvSpPr>
          <p:nvPr/>
        </p:nvSpPr>
        <p:spPr>
          <a:xfrm>
            <a:off x="536900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0" name="11_all_5755">
            <a:extLst>
              <a:ext uri="{FF2B5EF4-FFF2-40B4-BE49-F238E27FC236}">
                <a16:creationId xmlns:a16="http://schemas.microsoft.com/office/drawing/2014/main" id="{7187F014-110F-4D3B-A6A3-4E1AA6207494}"/>
              </a:ext>
            </a:extLst>
          </p:cNvPr>
          <p:cNvSpPr>
            <a:spLocks noGrp="1"/>
          </p:cNvSpPr>
          <p:nvPr/>
        </p:nvSpPr>
        <p:spPr>
          <a:xfrm>
            <a:off x="532926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1" name="11_all_5756">
            <a:extLst>
              <a:ext uri="{FF2B5EF4-FFF2-40B4-BE49-F238E27FC236}">
                <a16:creationId xmlns:a16="http://schemas.microsoft.com/office/drawing/2014/main" id="{93297015-CCF4-4DD4-BCCC-5F870F866278}"/>
              </a:ext>
            </a:extLst>
          </p:cNvPr>
          <p:cNvSpPr>
            <a:spLocks noGrp="1"/>
          </p:cNvSpPr>
          <p:nvPr/>
        </p:nvSpPr>
        <p:spPr>
          <a:xfrm>
            <a:off x="54229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2" name="11_all_5757">
            <a:extLst>
              <a:ext uri="{FF2B5EF4-FFF2-40B4-BE49-F238E27FC236}">
                <a16:creationId xmlns:a16="http://schemas.microsoft.com/office/drawing/2014/main" id="{CE42ADBF-9B65-4BFB-BC5E-269124ADD5B2}"/>
              </a:ext>
            </a:extLst>
          </p:cNvPr>
          <p:cNvSpPr>
            <a:spLocks noGrp="1"/>
          </p:cNvSpPr>
          <p:nvPr/>
        </p:nvSpPr>
        <p:spPr>
          <a:xfrm>
            <a:off x="54024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3" name="11_all_5758">
            <a:extLst>
              <a:ext uri="{FF2B5EF4-FFF2-40B4-BE49-F238E27FC236}">
                <a16:creationId xmlns:a16="http://schemas.microsoft.com/office/drawing/2014/main" id="{F11682DE-1153-4CD0-9CD0-501E92E0228F}"/>
              </a:ext>
            </a:extLst>
          </p:cNvPr>
          <p:cNvSpPr>
            <a:spLocks noGrp="1"/>
          </p:cNvSpPr>
          <p:nvPr/>
        </p:nvSpPr>
        <p:spPr>
          <a:xfrm>
            <a:off x="5430854" y="467409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4" name="11_all_5759">
            <a:extLst>
              <a:ext uri="{FF2B5EF4-FFF2-40B4-BE49-F238E27FC236}">
                <a16:creationId xmlns:a16="http://schemas.microsoft.com/office/drawing/2014/main" id="{6DF18BF2-0D3A-4149-BF50-4ACC8A61F115}"/>
              </a:ext>
            </a:extLst>
          </p:cNvPr>
          <p:cNvSpPr>
            <a:spLocks noGrp="1"/>
          </p:cNvSpPr>
          <p:nvPr/>
        </p:nvSpPr>
        <p:spPr>
          <a:xfrm>
            <a:off x="53270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5" name="11_all_5760">
            <a:extLst>
              <a:ext uri="{FF2B5EF4-FFF2-40B4-BE49-F238E27FC236}">
                <a16:creationId xmlns:a16="http://schemas.microsoft.com/office/drawing/2014/main" id="{936D5FBD-B4AB-4D52-B4D0-5A404478E590}"/>
              </a:ext>
            </a:extLst>
          </p:cNvPr>
          <p:cNvSpPr>
            <a:spLocks noGrp="1"/>
          </p:cNvSpPr>
          <p:nvPr/>
        </p:nvSpPr>
        <p:spPr>
          <a:xfrm>
            <a:off x="536208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6" name="11_all_5761">
            <a:extLst>
              <a:ext uri="{FF2B5EF4-FFF2-40B4-BE49-F238E27FC236}">
                <a16:creationId xmlns:a16="http://schemas.microsoft.com/office/drawing/2014/main" id="{D34A0051-E8E3-4C23-B3D8-7E1C46CEDEF9}"/>
              </a:ext>
            </a:extLst>
          </p:cNvPr>
          <p:cNvSpPr>
            <a:spLocks noGrp="1"/>
          </p:cNvSpPr>
          <p:nvPr/>
        </p:nvSpPr>
        <p:spPr>
          <a:xfrm>
            <a:off x="543084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7" name="11_all_5762">
            <a:extLst>
              <a:ext uri="{FF2B5EF4-FFF2-40B4-BE49-F238E27FC236}">
                <a16:creationId xmlns:a16="http://schemas.microsoft.com/office/drawing/2014/main" id="{B875114E-691F-4213-BA83-AE1C96F24CE7}"/>
              </a:ext>
            </a:extLst>
          </p:cNvPr>
          <p:cNvSpPr>
            <a:spLocks noGrp="1"/>
          </p:cNvSpPr>
          <p:nvPr/>
        </p:nvSpPr>
        <p:spPr>
          <a:xfrm>
            <a:off x="535050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8" name="11_all_5763">
            <a:extLst>
              <a:ext uri="{FF2B5EF4-FFF2-40B4-BE49-F238E27FC236}">
                <a16:creationId xmlns:a16="http://schemas.microsoft.com/office/drawing/2014/main" id="{974FF2C2-EF68-4532-99EC-184326EF859F}"/>
              </a:ext>
            </a:extLst>
          </p:cNvPr>
          <p:cNvSpPr>
            <a:spLocks noGrp="1"/>
          </p:cNvSpPr>
          <p:nvPr/>
        </p:nvSpPr>
        <p:spPr>
          <a:xfrm>
            <a:off x="536401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9" name="11_all_5764">
            <a:extLst>
              <a:ext uri="{FF2B5EF4-FFF2-40B4-BE49-F238E27FC236}">
                <a16:creationId xmlns:a16="http://schemas.microsoft.com/office/drawing/2014/main" id="{24B538FB-EB33-400C-A84F-9318904DC72B}"/>
              </a:ext>
            </a:extLst>
          </p:cNvPr>
          <p:cNvSpPr>
            <a:spLocks noGrp="1"/>
          </p:cNvSpPr>
          <p:nvPr/>
        </p:nvSpPr>
        <p:spPr>
          <a:xfrm>
            <a:off x="5321723" y="473187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0" name="11_all_5765">
            <a:extLst>
              <a:ext uri="{FF2B5EF4-FFF2-40B4-BE49-F238E27FC236}">
                <a16:creationId xmlns:a16="http://schemas.microsoft.com/office/drawing/2014/main" id="{F8F5459C-F561-4B83-9CEE-4E48B19E150F}"/>
              </a:ext>
            </a:extLst>
          </p:cNvPr>
          <p:cNvSpPr>
            <a:spLocks noGrp="1"/>
          </p:cNvSpPr>
          <p:nvPr/>
        </p:nvSpPr>
        <p:spPr>
          <a:xfrm>
            <a:off x="611536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1" name="11_all_5766">
            <a:extLst>
              <a:ext uri="{FF2B5EF4-FFF2-40B4-BE49-F238E27FC236}">
                <a16:creationId xmlns:a16="http://schemas.microsoft.com/office/drawing/2014/main" id="{F47ADBBC-99E0-42D1-9659-408829EB4816}"/>
              </a:ext>
            </a:extLst>
          </p:cNvPr>
          <p:cNvSpPr>
            <a:spLocks noGrp="1"/>
          </p:cNvSpPr>
          <p:nvPr/>
        </p:nvSpPr>
        <p:spPr>
          <a:xfrm>
            <a:off x="618953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2" name="11_all_5767">
            <a:extLst>
              <a:ext uri="{FF2B5EF4-FFF2-40B4-BE49-F238E27FC236}">
                <a16:creationId xmlns:a16="http://schemas.microsoft.com/office/drawing/2014/main" id="{C65B2F6C-7098-40D3-B703-B9AB3BD2EE89}"/>
              </a:ext>
            </a:extLst>
          </p:cNvPr>
          <p:cNvSpPr>
            <a:spLocks noGrp="1"/>
          </p:cNvSpPr>
          <p:nvPr/>
        </p:nvSpPr>
        <p:spPr>
          <a:xfrm>
            <a:off x="617642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3" name="11_all_5768">
            <a:extLst>
              <a:ext uri="{FF2B5EF4-FFF2-40B4-BE49-F238E27FC236}">
                <a16:creationId xmlns:a16="http://schemas.microsoft.com/office/drawing/2014/main" id="{2DDE05B6-A629-4159-A9C9-556650D002BD}"/>
              </a:ext>
            </a:extLst>
          </p:cNvPr>
          <p:cNvSpPr>
            <a:spLocks noGrp="1"/>
          </p:cNvSpPr>
          <p:nvPr/>
        </p:nvSpPr>
        <p:spPr>
          <a:xfrm>
            <a:off x="6192523" y="30873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4" name="11_all_5769">
            <a:extLst>
              <a:ext uri="{FF2B5EF4-FFF2-40B4-BE49-F238E27FC236}">
                <a16:creationId xmlns:a16="http://schemas.microsoft.com/office/drawing/2014/main" id="{71691AC0-F95F-42DF-9B08-4268B4E73C6C}"/>
              </a:ext>
            </a:extLst>
          </p:cNvPr>
          <p:cNvSpPr>
            <a:spLocks noGrp="1"/>
          </p:cNvSpPr>
          <p:nvPr/>
        </p:nvSpPr>
        <p:spPr>
          <a:xfrm>
            <a:off x="612419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5" name="11_all_5770">
            <a:extLst>
              <a:ext uri="{FF2B5EF4-FFF2-40B4-BE49-F238E27FC236}">
                <a16:creationId xmlns:a16="http://schemas.microsoft.com/office/drawing/2014/main" id="{E869B298-F5D7-4AE6-9E39-98218D24247F}"/>
              </a:ext>
            </a:extLst>
          </p:cNvPr>
          <p:cNvSpPr>
            <a:spLocks noGrp="1"/>
          </p:cNvSpPr>
          <p:nvPr/>
        </p:nvSpPr>
        <p:spPr>
          <a:xfrm>
            <a:off x="613673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6" name="11_all_5771">
            <a:extLst>
              <a:ext uri="{FF2B5EF4-FFF2-40B4-BE49-F238E27FC236}">
                <a16:creationId xmlns:a16="http://schemas.microsoft.com/office/drawing/2014/main" id="{7CA82970-9CC5-42E4-9E7C-F6226E4C4329}"/>
              </a:ext>
            </a:extLst>
          </p:cNvPr>
          <p:cNvSpPr>
            <a:spLocks noGrp="1"/>
          </p:cNvSpPr>
          <p:nvPr/>
        </p:nvSpPr>
        <p:spPr>
          <a:xfrm>
            <a:off x="6107301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7" name="11_all_5772">
            <a:extLst>
              <a:ext uri="{FF2B5EF4-FFF2-40B4-BE49-F238E27FC236}">
                <a16:creationId xmlns:a16="http://schemas.microsoft.com/office/drawing/2014/main" id="{9777BD97-6645-4FCB-96D9-53DFCC7D4F5C}"/>
              </a:ext>
            </a:extLst>
          </p:cNvPr>
          <p:cNvSpPr>
            <a:spLocks noGrp="1"/>
          </p:cNvSpPr>
          <p:nvPr/>
        </p:nvSpPr>
        <p:spPr>
          <a:xfrm>
            <a:off x="613599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8" name="11_all_5773">
            <a:extLst>
              <a:ext uri="{FF2B5EF4-FFF2-40B4-BE49-F238E27FC236}">
                <a16:creationId xmlns:a16="http://schemas.microsoft.com/office/drawing/2014/main" id="{6D007D63-CD80-47BA-BDDE-6967BDB669E4}"/>
              </a:ext>
            </a:extLst>
          </p:cNvPr>
          <p:cNvSpPr>
            <a:spLocks noGrp="1"/>
          </p:cNvSpPr>
          <p:nvPr/>
        </p:nvSpPr>
        <p:spPr>
          <a:xfrm>
            <a:off x="609011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9" name="11_all_5774">
            <a:extLst>
              <a:ext uri="{FF2B5EF4-FFF2-40B4-BE49-F238E27FC236}">
                <a16:creationId xmlns:a16="http://schemas.microsoft.com/office/drawing/2014/main" id="{B8D70276-E658-45FF-A907-51463DE0C6E9}"/>
              </a:ext>
            </a:extLst>
          </p:cNvPr>
          <p:cNvSpPr>
            <a:spLocks noGrp="1"/>
          </p:cNvSpPr>
          <p:nvPr/>
        </p:nvSpPr>
        <p:spPr>
          <a:xfrm>
            <a:off x="614471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0" name="11_all_5775">
            <a:extLst>
              <a:ext uri="{FF2B5EF4-FFF2-40B4-BE49-F238E27FC236}">
                <a16:creationId xmlns:a16="http://schemas.microsoft.com/office/drawing/2014/main" id="{CD0049CE-10F4-4348-8BDB-DA25D48459B3}"/>
              </a:ext>
            </a:extLst>
          </p:cNvPr>
          <p:cNvSpPr>
            <a:spLocks noGrp="1"/>
          </p:cNvSpPr>
          <p:nvPr/>
        </p:nvSpPr>
        <p:spPr>
          <a:xfrm>
            <a:off x="615152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1" name="11_all_5776">
            <a:extLst>
              <a:ext uri="{FF2B5EF4-FFF2-40B4-BE49-F238E27FC236}">
                <a16:creationId xmlns:a16="http://schemas.microsoft.com/office/drawing/2014/main" id="{3D16EB63-8387-4731-A976-41A9E386659F}"/>
              </a:ext>
            </a:extLst>
          </p:cNvPr>
          <p:cNvSpPr>
            <a:spLocks noGrp="1"/>
          </p:cNvSpPr>
          <p:nvPr/>
        </p:nvSpPr>
        <p:spPr>
          <a:xfrm>
            <a:off x="6211582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2" name="11_all_5777">
            <a:extLst>
              <a:ext uri="{FF2B5EF4-FFF2-40B4-BE49-F238E27FC236}">
                <a16:creationId xmlns:a16="http://schemas.microsoft.com/office/drawing/2014/main" id="{9DCDDE23-8DF6-4805-B974-E583DDFFD015}"/>
              </a:ext>
            </a:extLst>
          </p:cNvPr>
          <p:cNvSpPr>
            <a:spLocks noGrp="1"/>
          </p:cNvSpPr>
          <p:nvPr/>
        </p:nvSpPr>
        <p:spPr>
          <a:xfrm>
            <a:off x="619645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3" name="11_all_5778">
            <a:extLst>
              <a:ext uri="{FF2B5EF4-FFF2-40B4-BE49-F238E27FC236}">
                <a16:creationId xmlns:a16="http://schemas.microsoft.com/office/drawing/2014/main" id="{694DD645-446E-4E0C-815E-4BF070CBF195}"/>
              </a:ext>
            </a:extLst>
          </p:cNvPr>
          <p:cNvSpPr>
            <a:spLocks noGrp="1"/>
          </p:cNvSpPr>
          <p:nvPr/>
        </p:nvSpPr>
        <p:spPr>
          <a:xfrm>
            <a:off x="621002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4" name="11_all_5779">
            <a:extLst>
              <a:ext uri="{FF2B5EF4-FFF2-40B4-BE49-F238E27FC236}">
                <a16:creationId xmlns:a16="http://schemas.microsoft.com/office/drawing/2014/main" id="{3ED029ED-80BA-4ABC-86AF-664233557300}"/>
              </a:ext>
            </a:extLst>
          </p:cNvPr>
          <p:cNvSpPr>
            <a:spLocks noGrp="1"/>
          </p:cNvSpPr>
          <p:nvPr/>
        </p:nvSpPr>
        <p:spPr>
          <a:xfrm>
            <a:off x="613072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5" name="11_all_5780">
            <a:extLst>
              <a:ext uri="{FF2B5EF4-FFF2-40B4-BE49-F238E27FC236}">
                <a16:creationId xmlns:a16="http://schemas.microsoft.com/office/drawing/2014/main" id="{A7A3B554-7C60-4D64-B236-A8E507CD86F2}"/>
              </a:ext>
            </a:extLst>
          </p:cNvPr>
          <p:cNvSpPr>
            <a:spLocks noGrp="1"/>
          </p:cNvSpPr>
          <p:nvPr/>
        </p:nvSpPr>
        <p:spPr>
          <a:xfrm>
            <a:off x="6122258" y="37614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6" name="11_all_5781">
            <a:extLst>
              <a:ext uri="{FF2B5EF4-FFF2-40B4-BE49-F238E27FC236}">
                <a16:creationId xmlns:a16="http://schemas.microsoft.com/office/drawing/2014/main" id="{3CAD68B6-9E90-4B23-A05A-BB6A632CCDD3}"/>
              </a:ext>
            </a:extLst>
          </p:cNvPr>
          <p:cNvSpPr>
            <a:spLocks noGrp="1"/>
          </p:cNvSpPr>
          <p:nvPr/>
        </p:nvSpPr>
        <p:spPr>
          <a:xfrm>
            <a:off x="6082493" y="37231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7" name="11_all_5782">
            <a:extLst>
              <a:ext uri="{FF2B5EF4-FFF2-40B4-BE49-F238E27FC236}">
                <a16:creationId xmlns:a16="http://schemas.microsoft.com/office/drawing/2014/main" id="{64722226-52C1-4DC4-88AA-48AC20F588D2}"/>
              </a:ext>
            </a:extLst>
          </p:cNvPr>
          <p:cNvSpPr>
            <a:spLocks noGrp="1"/>
          </p:cNvSpPr>
          <p:nvPr/>
        </p:nvSpPr>
        <p:spPr>
          <a:xfrm>
            <a:off x="6212902" y="377182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8" name="11_all_5783">
            <a:extLst>
              <a:ext uri="{FF2B5EF4-FFF2-40B4-BE49-F238E27FC236}">
                <a16:creationId xmlns:a16="http://schemas.microsoft.com/office/drawing/2014/main" id="{6A0C3B1F-730B-40D9-BF65-D83A276AB02B}"/>
              </a:ext>
            </a:extLst>
          </p:cNvPr>
          <p:cNvSpPr>
            <a:spLocks noGrp="1"/>
          </p:cNvSpPr>
          <p:nvPr/>
        </p:nvSpPr>
        <p:spPr>
          <a:xfrm>
            <a:off x="610637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9" name="11_all_5784">
            <a:extLst>
              <a:ext uri="{FF2B5EF4-FFF2-40B4-BE49-F238E27FC236}">
                <a16:creationId xmlns:a16="http://schemas.microsoft.com/office/drawing/2014/main" id="{7D8B235A-2988-48B7-A94C-02324DDCCB21}"/>
              </a:ext>
            </a:extLst>
          </p:cNvPr>
          <p:cNvSpPr>
            <a:spLocks noGrp="1"/>
          </p:cNvSpPr>
          <p:nvPr/>
        </p:nvSpPr>
        <p:spPr>
          <a:xfrm>
            <a:off x="6156052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0" name="11_all_5785">
            <a:extLst>
              <a:ext uri="{FF2B5EF4-FFF2-40B4-BE49-F238E27FC236}">
                <a16:creationId xmlns:a16="http://schemas.microsoft.com/office/drawing/2014/main" id="{3FB88BE1-C42E-4264-BFA4-48F26D8226D6}"/>
              </a:ext>
            </a:extLst>
          </p:cNvPr>
          <p:cNvSpPr>
            <a:spLocks noGrp="1"/>
          </p:cNvSpPr>
          <p:nvPr/>
        </p:nvSpPr>
        <p:spPr>
          <a:xfrm>
            <a:off x="617591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1" name="11_all_5786">
            <a:extLst>
              <a:ext uri="{FF2B5EF4-FFF2-40B4-BE49-F238E27FC236}">
                <a16:creationId xmlns:a16="http://schemas.microsoft.com/office/drawing/2014/main" id="{DDBF6635-1144-43BE-A411-226E7B18D19F}"/>
              </a:ext>
            </a:extLst>
          </p:cNvPr>
          <p:cNvSpPr>
            <a:spLocks noGrp="1"/>
          </p:cNvSpPr>
          <p:nvPr/>
        </p:nvSpPr>
        <p:spPr>
          <a:xfrm>
            <a:off x="6182523" y="38160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2" name="11_all_5787">
            <a:extLst>
              <a:ext uri="{FF2B5EF4-FFF2-40B4-BE49-F238E27FC236}">
                <a16:creationId xmlns:a16="http://schemas.microsoft.com/office/drawing/2014/main" id="{4D127838-DC65-480D-974F-372A40199EDD}"/>
              </a:ext>
            </a:extLst>
          </p:cNvPr>
          <p:cNvSpPr>
            <a:spLocks noGrp="1"/>
          </p:cNvSpPr>
          <p:nvPr/>
        </p:nvSpPr>
        <p:spPr>
          <a:xfrm>
            <a:off x="6074568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3" name="11_all_5788">
            <a:extLst>
              <a:ext uri="{FF2B5EF4-FFF2-40B4-BE49-F238E27FC236}">
                <a16:creationId xmlns:a16="http://schemas.microsoft.com/office/drawing/2014/main" id="{0986859B-0B31-4410-86C7-6F11853942C7}"/>
              </a:ext>
            </a:extLst>
          </p:cNvPr>
          <p:cNvSpPr>
            <a:spLocks noGrp="1"/>
          </p:cNvSpPr>
          <p:nvPr/>
        </p:nvSpPr>
        <p:spPr>
          <a:xfrm>
            <a:off x="608996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4" name="11_all_5789">
            <a:extLst>
              <a:ext uri="{FF2B5EF4-FFF2-40B4-BE49-F238E27FC236}">
                <a16:creationId xmlns:a16="http://schemas.microsoft.com/office/drawing/2014/main" id="{E88DA2F4-ACD1-4797-A0AE-52D3AB1ED956}"/>
              </a:ext>
            </a:extLst>
          </p:cNvPr>
          <p:cNvSpPr>
            <a:spLocks noGrp="1"/>
          </p:cNvSpPr>
          <p:nvPr/>
        </p:nvSpPr>
        <p:spPr>
          <a:xfrm>
            <a:off x="6122235" y="44355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5" name="11_all_5790">
            <a:extLst>
              <a:ext uri="{FF2B5EF4-FFF2-40B4-BE49-F238E27FC236}">
                <a16:creationId xmlns:a16="http://schemas.microsoft.com/office/drawing/2014/main" id="{0AB836D4-9DFC-4B6B-961B-AF1FCB78C3B5}"/>
              </a:ext>
            </a:extLst>
          </p:cNvPr>
          <p:cNvSpPr>
            <a:spLocks noGrp="1"/>
          </p:cNvSpPr>
          <p:nvPr/>
        </p:nvSpPr>
        <p:spPr>
          <a:xfrm>
            <a:off x="6130084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6" name="11_all_5791">
            <a:extLst>
              <a:ext uri="{FF2B5EF4-FFF2-40B4-BE49-F238E27FC236}">
                <a16:creationId xmlns:a16="http://schemas.microsoft.com/office/drawing/2014/main" id="{6EC49634-9635-43C1-B09F-6E329D7F7802}"/>
              </a:ext>
            </a:extLst>
          </p:cNvPr>
          <p:cNvSpPr>
            <a:spLocks noGrp="1"/>
          </p:cNvSpPr>
          <p:nvPr/>
        </p:nvSpPr>
        <p:spPr>
          <a:xfrm>
            <a:off x="611057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7" name="11_all_5792">
            <a:extLst>
              <a:ext uri="{FF2B5EF4-FFF2-40B4-BE49-F238E27FC236}">
                <a16:creationId xmlns:a16="http://schemas.microsoft.com/office/drawing/2014/main" id="{F672B78D-1B07-4015-BAE6-4D510073B5A2}"/>
              </a:ext>
            </a:extLst>
          </p:cNvPr>
          <p:cNvSpPr>
            <a:spLocks noGrp="1"/>
          </p:cNvSpPr>
          <p:nvPr/>
        </p:nvSpPr>
        <p:spPr>
          <a:xfrm>
            <a:off x="613914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8" name="11_all_5793">
            <a:extLst>
              <a:ext uri="{FF2B5EF4-FFF2-40B4-BE49-F238E27FC236}">
                <a16:creationId xmlns:a16="http://schemas.microsoft.com/office/drawing/2014/main" id="{A27007DA-EED0-451A-AA48-692EFF94039B}"/>
              </a:ext>
            </a:extLst>
          </p:cNvPr>
          <p:cNvSpPr>
            <a:spLocks noGrp="1"/>
          </p:cNvSpPr>
          <p:nvPr/>
        </p:nvSpPr>
        <p:spPr>
          <a:xfrm>
            <a:off x="6078902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9" name="11_all_5794">
            <a:extLst>
              <a:ext uri="{FF2B5EF4-FFF2-40B4-BE49-F238E27FC236}">
                <a16:creationId xmlns:a16="http://schemas.microsoft.com/office/drawing/2014/main" id="{2EFF3C66-EE92-4572-8A18-CA9A96AEE734}"/>
              </a:ext>
            </a:extLst>
          </p:cNvPr>
          <p:cNvSpPr>
            <a:spLocks noGrp="1"/>
          </p:cNvSpPr>
          <p:nvPr/>
        </p:nvSpPr>
        <p:spPr>
          <a:xfrm>
            <a:off x="612396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0" name="11_all_5795">
            <a:extLst>
              <a:ext uri="{FF2B5EF4-FFF2-40B4-BE49-F238E27FC236}">
                <a16:creationId xmlns:a16="http://schemas.microsoft.com/office/drawing/2014/main" id="{A4164625-A1CF-4531-8749-F020669C9A2B}"/>
              </a:ext>
            </a:extLst>
          </p:cNvPr>
          <p:cNvSpPr>
            <a:spLocks noGrp="1"/>
          </p:cNvSpPr>
          <p:nvPr/>
        </p:nvSpPr>
        <p:spPr>
          <a:xfrm>
            <a:off x="617781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1" name="11_all_5796">
            <a:extLst>
              <a:ext uri="{FF2B5EF4-FFF2-40B4-BE49-F238E27FC236}">
                <a16:creationId xmlns:a16="http://schemas.microsoft.com/office/drawing/2014/main" id="{8F67F70C-D431-4A68-86D2-07E91CFEF1A8}"/>
              </a:ext>
            </a:extLst>
          </p:cNvPr>
          <p:cNvSpPr>
            <a:spLocks noGrp="1"/>
          </p:cNvSpPr>
          <p:nvPr/>
        </p:nvSpPr>
        <p:spPr>
          <a:xfrm>
            <a:off x="608590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2" name="11_all_5797">
            <a:extLst>
              <a:ext uri="{FF2B5EF4-FFF2-40B4-BE49-F238E27FC236}">
                <a16:creationId xmlns:a16="http://schemas.microsoft.com/office/drawing/2014/main" id="{65028793-C7EA-4EF6-89B8-A4E00B1CDC5D}"/>
              </a:ext>
            </a:extLst>
          </p:cNvPr>
          <p:cNvSpPr>
            <a:spLocks noGrp="1"/>
          </p:cNvSpPr>
          <p:nvPr/>
        </p:nvSpPr>
        <p:spPr>
          <a:xfrm>
            <a:off x="6082728" y="4760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3" name="11_all_5798">
            <a:extLst>
              <a:ext uri="{FF2B5EF4-FFF2-40B4-BE49-F238E27FC236}">
                <a16:creationId xmlns:a16="http://schemas.microsoft.com/office/drawing/2014/main" id="{99181283-E539-403B-A06E-DDA8140AE947}"/>
              </a:ext>
            </a:extLst>
          </p:cNvPr>
          <p:cNvSpPr>
            <a:spLocks noGrp="1"/>
          </p:cNvSpPr>
          <p:nvPr/>
        </p:nvSpPr>
        <p:spPr>
          <a:xfrm>
            <a:off x="615429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4" name="11_all_5799">
            <a:extLst>
              <a:ext uri="{FF2B5EF4-FFF2-40B4-BE49-F238E27FC236}">
                <a16:creationId xmlns:a16="http://schemas.microsoft.com/office/drawing/2014/main" id="{2C704628-1110-46AF-90CF-D7A12FC57DEA}"/>
              </a:ext>
            </a:extLst>
          </p:cNvPr>
          <p:cNvSpPr>
            <a:spLocks noGrp="1"/>
          </p:cNvSpPr>
          <p:nvPr/>
        </p:nvSpPr>
        <p:spPr>
          <a:xfrm>
            <a:off x="614716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5" name="11_all_5800">
            <a:extLst>
              <a:ext uri="{FF2B5EF4-FFF2-40B4-BE49-F238E27FC236}">
                <a16:creationId xmlns:a16="http://schemas.microsoft.com/office/drawing/2014/main" id="{7E7541F3-A2EF-4E70-9933-197FDA4A78A4}"/>
              </a:ext>
            </a:extLst>
          </p:cNvPr>
          <p:cNvSpPr>
            <a:spLocks noGrp="1"/>
          </p:cNvSpPr>
          <p:nvPr/>
        </p:nvSpPr>
        <p:spPr>
          <a:xfrm>
            <a:off x="609777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6" name="11_all_5801">
            <a:extLst>
              <a:ext uri="{FF2B5EF4-FFF2-40B4-BE49-F238E27FC236}">
                <a16:creationId xmlns:a16="http://schemas.microsoft.com/office/drawing/2014/main" id="{C41C664A-32C0-458C-AB22-1B208FDFAD24}"/>
              </a:ext>
            </a:extLst>
          </p:cNvPr>
          <p:cNvSpPr>
            <a:spLocks noGrp="1"/>
          </p:cNvSpPr>
          <p:nvPr/>
        </p:nvSpPr>
        <p:spPr>
          <a:xfrm>
            <a:off x="612383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7" name="11_all_5802">
            <a:extLst>
              <a:ext uri="{FF2B5EF4-FFF2-40B4-BE49-F238E27FC236}">
                <a16:creationId xmlns:a16="http://schemas.microsoft.com/office/drawing/2014/main" id="{E3C35DF5-5793-41FA-A3C0-CDA4D320C4A0}"/>
              </a:ext>
            </a:extLst>
          </p:cNvPr>
          <p:cNvSpPr>
            <a:spLocks noGrp="1"/>
          </p:cNvSpPr>
          <p:nvPr/>
        </p:nvSpPr>
        <p:spPr>
          <a:xfrm>
            <a:off x="609403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8" name="11_all_5803">
            <a:extLst>
              <a:ext uri="{FF2B5EF4-FFF2-40B4-BE49-F238E27FC236}">
                <a16:creationId xmlns:a16="http://schemas.microsoft.com/office/drawing/2014/main" id="{BEB28CFD-4E1E-482D-A977-2172D9DD0FBF}"/>
              </a:ext>
            </a:extLst>
          </p:cNvPr>
          <p:cNvSpPr>
            <a:spLocks noGrp="1"/>
          </p:cNvSpPr>
          <p:nvPr/>
        </p:nvSpPr>
        <p:spPr>
          <a:xfrm>
            <a:off x="6183761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9" name="11_all_5804">
            <a:extLst>
              <a:ext uri="{FF2B5EF4-FFF2-40B4-BE49-F238E27FC236}">
                <a16:creationId xmlns:a16="http://schemas.microsoft.com/office/drawing/2014/main" id="{19CCE49A-D92B-4664-A9D9-F65432845311}"/>
              </a:ext>
            </a:extLst>
          </p:cNvPr>
          <p:cNvSpPr>
            <a:spLocks noGrp="1"/>
          </p:cNvSpPr>
          <p:nvPr/>
        </p:nvSpPr>
        <p:spPr>
          <a:xfrm>
            <a:off x="612144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0" name="11_all_5805">
            <a:extLst>
              <a:ext uri="{FF2B5EF4-FFF2-40B4-BE49-F238E27FC236}">
                <a16:creationId xmlns:a16="http://schemas.microsoft.com/office/drawing/2014/main" id="{1D60EF73-6363-40E5-A5B5-681C8C7AEC88}"/>
              </a:ext>
            </a:extLst>
          </p:cNvPr>
          <p:cNvSpPr>
            <a:spLocks noGrp="1"/>
          </p:cNvSpPr>
          <p:nvPr/>
        </p:nvSpPr>
        <p:spPr>
          <a:xfrm>
            <a:off x="620512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1" name="11_all_5806">
            <a:extLst>
              <a:ext uri="{FF2B5EF4-FFF2-40B4-BE49-F238E27FC236}">
                <a16:creationId xmlns:a16="http://schemas.microsoft.com/office/drawing/2014/main" id="{E9BBE527-E31F-42F3-808D-40E9BE66DA85}"/>
              </a:ext>
            </a:extLst>
          </p:cNvPr>
          <p:cNvSpPr>
            <a:spLocks noGrp="1"/>
          </p:cNvSpPr>
          <p:nvPr/>
        </p:nvSpPr>
        <p:spPr>
          <a:xfrm>
            <a:off x="61122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2" name="11_all_5807">
            <a:extLst>
              <a:ext uri="{FF2B5EF4-FFF2-40B4-BE49-F238E27FC236}">
                <a16:creationId xmlns:a16="http://schemas.microsoft.com/office/drawing/2014/main" id="{AC707111-CAFC-4D53-ADA3-4663D7CCAFC7}"/>
              </a:ext>
            </a:extLst>
          </p:cNvPr>
          <p:cNvSpPr>
            <a:spLocks noGrp="1"/>
          </p:cNvSpPr>
          <p:nvPr/>
        </p:nvSpPr>
        <p:spPr>
          <a:xfrm>
            <a:off x="620799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3" name="11_all_5808">
            <a:extLst>
              <a:ext uri="{FF2B5EF4-FFF2-40B4-BE49-F238E27FC236}">
                <a16:creationId xmlns:a16="http://schemas.microsoft.com/office/drawing/2014/main" id="{2EE3F872-E178-4219-A6C6-6A8DE9081417}"/>
              </a:ext>
            </a:extLst>
          </p:cNvPr>
          <p:cNvSpPr>
            <a:spLocks noGrp="1"/>
          </p:cNvSpPr>
          <p:nvPr/>
        </p:nvSpPr>
        <p:spPr>
          <a:xfrm>
            <a:off x="61166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4" name="11_all_5809">
            <a:extLst>
              <a:ext uri="{FF2B5EF4-FFF2-40B4-BE49-F238E27FC236}">
                <a16:creationId xmlns:a16="http://schemas.microsoft.com/office/drawing/2014/main" id="{3413AB1D-7DE2-4B62-9F84-81695693F611}"/>
              </a:ext>
            </a:extLst>
          </p:cNvPr>
          <p:cNvSpPr>
            <a:spLocks noGrp="1"/>
          </p:cNvSpPr>
          <p:nvPr/>
        </p:nvSpPr>
        <p:spPr>
          <a:xfrm>
            <a:off x="6084820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5" name="11_all_5810">
            <a:extLst>
              <a:ext uri="{FF2B5EF4-FFF2-40B4-BE49-F238E27FC236}">
                <a16:creationId xmlns:a16="http://schemas.microsoft.com/office/drawing/2014/main" id="{82CCC1F6-3DC2-4339-8417-B704D360AC0F}"/>
              </a:ext>
            </a:extLst>
          </p:cNvPr>
          <p:cNvSpPr>
            <a:spLocks noGrp="1"/>
          </p:cNvSpPr>
          <p:nvPr/>
        </p:nvSpPr>
        <p:spPr>
          <a:xfrm>
            <a:off x="61308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6" name="11_all_5811">
            <a:extLst>
              <a:ext uri="{FF2B5EF4-FFF2-40B4-BE49-F238E27FC236}">
                <a16:creationId xmlns:a16="http://schemas.microsoft.com/office/drawing/2014/main" id="{647448FC-902E-4D5D-BE30-6DAADC946250}"/>
              </a:ext>
            </a:extLst>
          </p:cNvPr>
          <p:cNvSpPr>
            <a:spLocks noGrp="1"/>
          </p:cNvSpPr>
          <p:nvPr/>
        </p:nvSpPr>
        <p:spPr>
          <a:xfrm>
            <a:off x="6128678" y="31984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7" name="11_all_5812">
            <a:extLst>
              <a:ext uri="{FF2B5EF4-FFF2-40B4-BE49-F238E27FC236}">
                <a16:creationId xmlns:a16="http://schemas.microsoft.com/office/drawing/2014/main" id="{DA0F4D4A-36B1-4D15-A982-EBCAAE095D5D}"/>
              </a:ext>
            </a:extLst>
          </p:cNvPr>
          <p:cNvSpPr>
            <a:spLocks noGrp="1"/>
          </p:cNvSpPr>
          <p:nvPr/>
        </p:nvSpPr>
        <p:spPr>
          <a:xfrm>
            <a:off x="61351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8" name="11_all_5813">
            <a:extLst>
              <a:ext uri="{FF2B5EF4-FFF2-40B4-BE49-F238E27FC236}">
                <a16:creationId xmlns:a16="http://schemas.microsoft.com/office/drawing/2014/main" id="{401E0DF6-A723-4F88-A400-FCFBE40DBD92}"/>
              </a:ext>
            </a:extLst>
          </p:cNvPr>
          <p:cNvSpPr>
            <a:spLocks noGrp="1"/>
          </p:cNvSpPr>
          <p:nvPr/>
        </p:nvSpPr>
        <p:spPr>
          <a:xfrm>
            <a:off x="616319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9" name="11_all_5814">
            <a:extLst>
              <a:ext uri="{FF2B5EF4-FFF2-40B4-BE49-F238E27FC236}">
                <a16:creationId xmlns:a16="http://schemas.microsoft.com/office/drawing/2014/main" id="{E0958B5D-C19F-43FF-B9D2-0A422DAA40D4}"/>
              </a:ext>
            </a:extLst>
          </p:cNvPr>
          <p:cNvSpPr>
            <a:spLocks noGrp="1"/>
          </p:cNvSpPr>
          <p:nvPr/>
        </p:nvSpPr>
        <p:spPr>
          <a:xfrm>
            <a:off x="6185376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0" name="11_all_5815">
            <a:extLst>
              <a:ext uri="{FF2B5EF4-FFF2-40B4-BE49-F238E27FC236}">
                <a16:creationId xmlns:a16="http://schemas.microsoft.com/office/drawing/2014/main" id="{5B76274A-2893-4585-A2A3-9D22F29562A6}"/>
              </a:ext>
            </a:extLst>
          </p:cNvPr>
          <p:cNvSpPr>
            <a:spLocks noGrp="1"/>
          </p:cNvSpPr>
          <p:nvPr/>
        </p:nvSpPr>
        <p:spPr>
          <a:xfrm>
            <a:off x="61606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1" name="11_all_5816">
            <a:extLst>
              <a:ext uri="{FF2B5EF4-FFF2-40B4-BE49-F238E27FC236}">
                <a16:creationId xmlns:a16="http://schemas.microsoft.com/office/drawing/2014/main" id="{21601863-71C3-4870-AA47-55D222B66FFC}"/>
              </a:ext>
            </a:extLst>
          </p:cNvPr>
          <p:cNvSpPr>
            <a:spLocks noGrp="1"/>
          </p:cNvSpPr>
          <p:nvPr/>
        </p:nvSpPr>
        <p:spPr>
          <a:xfrm>
            <a:off x="613473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2" name="11_all_5817">
            <a:extLst>
              <a:ext uri="{FF2B5EF4-FFF2-40B4-BE49-F238E27FC236}">
                <a16:creationId xmlns:a16="http://schemas.microsoft.com/office/drawing/2014/main" id="{A9BC7CCD-2DF6-44CF-AE2D-BA729917EE03}"/>
              </a:ext>
            </a:extLst>
          </p:cNvPr>
          <p:cNvSpPr>
            <a:spLocks noGrp="1"/>
          </p:cNvSpPr>
          <p:nvPr/>
        </p:nvSpPr>
        <p:spPr>
          <a:xfrm>
            <a:off x="6208240" y="453186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3" name="11_all_5818">
            <a:extLst>
              <a:ext uri="{FF2B5EF4-FFF2-40B4-BE49-F238E27FC236}">
                <a16:creationId xmlns:a16="http://schemas.microsoft.com/office/drawing/2014/main" id="{81BA641E-1081-444C-B6C5-E982F3623FF3}"/>
              </a:ext>
            </a:extLst>
          </p:cNvPr>
          <p:cNvSpPr>
            <a:spLocks noGrp="1"/>
          </p:cNvSpPr>
          <p:nvPr/>
        </p:nvSpPr>
        <p:spPr>
          <a:xfrm>
            <a:off x="608736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4" name="11_all_5819">
            <a:extLst>
              <a:ext uri="{FF2B5EF4-FFF2-40B4-BE49-F238E27FC236}">
                <a16:creationId xmlns:a16="http://schemas.microsoft.com/office/drawing/2014/main" id="{F5EDE6AD-D724-4314-AD2F-54BBCD812457}"/>
              </a:ext>
            </a:extLst>
          </p:cNvPr>
          <p:cNvSpPr>
            <a:spLocks noGrp="1"/>
          </p:cNvSpPr>
          <p:nvPr/>
        </p:nvSpPr>
        <p:spPr>
          <a:xfrm>
            <a:off x="610568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5" name="11_all_5820">
            <a:extLst>
              <a:ext uri="{FF2B5EF4-FFF2-40B4-BE49-F238E27FC236}">
                <a16:creationId xmlns:a16="http://schemas.microsoft.com/office/drawing/2014/main" id="{BE9B731A-073B-4ED7-BDA7-3466EE1ED4FA}"/>
              </a:ext>
            </a:extLst>
          </p:cNvPr>
          <p:cNvSpPr>
            <a:spLocks noGrp="1"/>
          </p:cNvSpPr>
          <p:nvPr/>
        </p:nvSpPr>
        <p:spPr>
          <a:xfrm>
            <a:off x="607997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6" name="11_all_5821">
            <a:extLst>
              <a:ext uri="{FF2B5EF4-FFF2-40B4-BE49-F238E27FC236}">
                <a16:creationId xmlns:a16="http://schemas.microsoft.com/office/drawing/2014/main" id="{334B2120-FDD1-4431-9DE0-B16CA857939F}"/>
              </a:ext>
            </a:extLst>
          </p:cNvPr>
          <p:cNvSpPr>
            <a:spLocks noGrp="1"/>
          </p:cNvSpPr>
          <p:nvPr/>
        </p:nvSpPr>
        <p:spPr>
          <a:xfrm>
            <a:off x="612312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7" name="11_all_5822">
            <a:extLst>
              <a:ext uri="{FF2B5EF4-FFF2-40B4-BE49-F238E27FC236}">
                <a16:creationId xmlns:a16="http://schemas.microsoft.com/office/drawing/2014/main" id="{FDD50F64-5A2E-4B6F-BCDC-88A3F7851379}"/>
              </a:ext>
            </a:extLst>
          </p:cNvPr>
          <p:cNvSpPr>
            <a:spLocks noGrp="1"/>
          </p:cNvSpPr>
          <p:nvPr/>
        </p:nvSpPr>
        <p:spPr>
          <a:xfrm>
            <a:off x="6148542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8" name="11_all_5823">
            <a:extLst>
              <a:ext uri="{FF2B5EF4-FFF2-40B4-BE49-F238E27FC236}">
                <a16:creationId xmlns:a16="http://schemas.microsoft.com/office/drawing/2014/main" id="{76516EF7-846C-4CB6-8621-C43D34BFD38C}"/>
              </a:ext>
            </a:extLst>
          </p:cNvPr>
          <p:cNvSpPr>
            <a:spLocks noGrp="1"/>
          </p:cNvSpPr>
          <p:nvPr/>
        </p:nvSpPr>
        <p:spPr>
          <a:xfrm>
            <a:off x="6077323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9" name="11_all_5824">
            <a:extLst>
              <a:ext uri="{FF2B5EF4-FFF2-40B4-BE49-F238E27FC236}">
                <a16:creationId xmlns:a16="http://schemas.microsoft.com/office/drawing/2014/main" id="{929B426F-5B29-45AE-8113-12C6A8DFFC4D}"/>
              </a:ext>
            </a:extLst>
          </p:cNvPr>
          <p:cNvSpPr>
            <a:spLocks noGrp="1"/>
          </p:cNvSpPr>
          <p:nvPr/>
        </p:nvSpPr>
        <p:spPr>
          <a:xfrm>
            <a:off x="620706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0" name="11_all_5825">
            <a:extLst>
              <a:ext uri="{FF2B5EF4-FFF2-40B4-BE49-F238E27FC236}">
                <a16:creationId xmlns:a16="http://schemas.microsoft.com/office/drawing/2014/main" id="{1A32706B-6F8F-48D5-9057-50135999B688}"/>
              </a:ext>
            </a:extLst>
          </p:cNvPr>
          <p:cNvSpPr>
            <a:spLocks noGrp="1"/>
          </p:cNvSpPr>
          <p:nvPr/>
        </p:nvSpPr>
        <p:spPr>
          <a:xfrm>
            <a:off x="62088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1" name="11_all_5826">
            <a:extLst>
              <a:ext uri="{FF2B5EF4-FFF2-40B4-BE49-F238E27FC236}">
                <a16:creationId xmlns:a16="http://schemas.microsoft.com/office/drawing/2014/main" id="{A2885CD2-8C8C-4C59-AF03-46B32A507740}"/>
              </a:ext>
            </a:extLst>
          </p:cNvPr>
          <p:cNvSpPr>
            <a:spLocks noGrp="1"/>
          </p:cNvSpPr>
          <p:nvPr/>
        </p:nvSpPr>
        <p:spPr>
          <a:xfrm>
            <a:off x="6099922" y="43837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2" name="11_all_5827">
            <a:extLst>
              <a:ext uri="{FF2B5EF4-FFF2-40B4-BE49-F238E27FC236}">
                <a16:creationId xmlns:a16="http://schemas.microsoft.com/office/drawing/2014/main" id="{0F929393-72B3-4C66-B171-1B93AB8CBE18}"/>
              </a:ext>
            </a:extLst>
          </p:cNvPr>
          <p:cNvSpPr>
            <a:spLocks noGrp="1"/>
          </p:cNvSpPr>
          <p:nvPr/>
        </p:nvSpPr>
        <p:spPr>
          <a:xfrm>
            <a:off x="611470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3" name="11_all_5828">
            <a:extLst>
              <a:ext uri="{FF2B5EF4-FFF2-40B4-BE49-F238E27FC236}">
                <a16:creationId xmlns:a16="http://schemas.microsoft.com/office/drawing/2014/main" id="{2C1E2B00-81C3-46D9-8AF8-A6326A824038}"/>
              </a:ext>
            </a:extLst>
          </p:cNvPr>
          <p:cNvSpPr>
            <a:spLocks noGrp="1"/>
          </p:cNvSpPr>
          <p:nvPr/>
        </p:nvSpPr>
        <p:spPr>
          <a:xfrm>
            <a:off x="6094588" y="414517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4" name="11_all_5829">
            <a:extLst>
              <a:ext uri="{FF2B5EF4-FFF2-40B4-BE49-F238E27FC236}">
                <a16:creationId xmlns:a16="http://schemas.microsoft.com/office/drawing/2014/main" id="{B128FFFF-FC69-4E2C-81F9-9D0129F23A1C}"/>
              </a:ext>
            </a:extLst>
          </p:cNvPr>
          <p:cNvSpPr>
            <a:spLocks noGrp="1"/>
          </p:cNvSpPr>
          <p:nvPr/>
        </p:nvSpPr>
        <p:spPr>
          <a:xfrm>
            <a:off x="611484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5" name="11_all_5830">
            <a:extLst>
              <a:ext uri="{FF2B5EF4-FFF2-40B4-BE49-F238E27FC236}">
                <a16:creationId xmlns:a16="http://schemas.microsoft.com/office/drawing/2014/main" id="{901AB92B-5271-4053-89D1-8CC609F15C91}"/>
              </a:ext>
            </a:extLst>
          </p:cNvPr>
          <p:cNvSpPr>
            <a:spLocks noGrp="1"/>
          </p:cNvSpPr>
          <p:nvPr/>
        </p:nvSpPr>
        <p:spPr>
          <a:xfrm>
            <a:off x="6095338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6" name="11_all_5831">
            <a:extLst>
              <a:ext uri="{FF2B5EF4-FFF2-40B4-BE49-F238E27FC236}">
                <a16:creationId xmlns:a16="http://schemas.microsoft.com/office/drawing/2014/main" id="{C66C2013-D7E0-4BD5-B30F-7F461A6FD45E}"/>
              </a:ext>
            </a:extLst>
          </p:cNvPr>
          <p:cNvSpPr>
            <a:spLocks noGrp="1"/>
          </p:cNvSpPr>
          <p:nvPr/>
        </p:nvSpPr>
        <p:spPr>
          <a:xfrm>
            <a:off x="613633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7" name="11_all_5832">
            <a:extLst>
              <a:ext uri="{FF2B5EF4-FFF2-40B4-BE49-F238E27FC236}">
                <a16:creationId xmlns:a16="http://schemas.microsoft.com/office/drawing/2014/main" id="{F7216574-6BEC-4E9D-AC08-C86657C3A0D0}"/>
              </a:ext>
            </a:extLst>
          </p:cNvPr>
          <p:cNvSpPr>
            <a:spLocks noGrp="1"/>
          </p:cNvSpPr>
          <p:nvPr/>
        </p:nvSpPr>
        <p:spPr>
          <a:xfrm>
            <a:off x="615277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8" name="11_all_5833">
            <a:extLst>
              <a:ext uri="{FF2B5EF4-FFF2-40B4-BE49-F238E27FC236}">
                <a16:creationId xmlns:a16="http://schemas.microsoft.com/office/drawing/2014/main" id="{39CA2F67-0F99-46C8-AD4A-9F4C199F499D}"/>
              </a:ext>
            </a:extLst>
          </p:cNvPr>
          <p:cNvSpPr>
            <a:spLocks noGrp="1"/>
          </p:cNvSpPr>
          <p:nvPr/>
        </p:nvSpPr>
        <p:spPr>
          <a:xfrm>
            <a:off x="6143352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9" name="11_all_5834">
            <a:extLst>
              <a:ext uri="{FF2B5EF4-FFF2-40B4-BE49-F238E27FC236}">
                <a16:creationId xmlns:a16="http://schemas.microsoft.com/office/drawing/2014/main" id="{961450DA-6E5E-4A18-B81E-0DD6165A81DD}"/>
              </a:ext>
            </a:extLst>
          </p:cNvPr>
          <p:cNvSpPr>
            <a:spLocks noGrp="1"/>
          </p:cNvSpPr>
          <p:nvPr/>
        </p:nvSpPr>
        <p:spPr>
          <a:xfrm>
            <a:off x="6142287" y="41523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0" name="11_all_5835">
            <a:extLst>
              <a:ext uri="{FF2B5EF4-FFF2-40B4-BE49-F238E27FC236}">
                <a16:creationId xmlns:a16="http://schemas.microsoft.com/office/drawing/2014/main" id="{4BC93EF1-4642-4051-B54F-6BA5D44864D6}"/>
              </a:ext>
            </a:extLst>
          </p:cNvPr>
          <p:cNvSpPr>
            <a:spLocks noGrp="1"/>
          </p:cNvSpPr>
          <p:nvPr/>
        </p:nvSpPr>
        <p:spPr>
          <a:xfrm>
            <a:off x="6131342" y="3139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1" name="11_all_5836">
            <a:extLst>
              <a:ext uri="{FF2B5EF4-FFF2-40B4-BE49-F238E27FC236}">
                <a16:creationId xmlns:a16="http://schemas.microsoft.com/office/drawing/2014/main" id="{5E77AF7A-CB66-435A-8D7C-5D0B5AD48A29}"/>
              </a:ext>
            </a:extLst>
          </p:cNvPr>
          <p:cNvSpPr>
            <a:spLocks noGrp="1"/>
          </p:cNvSpPr>
          <p:nvPr/>
        </p:nvSpPr>
        <p:spPr>
          <a:xfrm>
            <a:off x="610042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2" name="11_all_5837">
            <a:extLst>
              <a:ext uri="{FF2B5EF4-FFF2-40B4-BE49-F238E27FC236}">
                <a16:creationId xmlns:a16="http://schemas.microsoft.com/office/drawing/2014/main" id="{FD49704F-D9D8-45E4-B50A-AFBAA9D6E133}"/>
              </a:ext>
            </a:extLst>
          </p:cNvPr>
          <p:cNvSpPr>
            <a:spLocks noGrp="1"/>
          </p:cNvSpPr>
          <p:nvPr/>
        </p:nvSpPr>
        <p:spPr>
          <a:xfrm>
            <a:off x="608583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3" name="11_all_5838">
            <a:extLst>
              <a:ext uri="{FF2B5EF4-FFF2-40B4-BE49-F238E27FC236}">
                <a16:creationId xmlns:a16="http://schemas.microsoft.com/office/drawing/2014/main" id="{7CF05C3B-4033-4B95-A66D-43DF8A357752}"/>
              </a:ext>
            </a:extLst>
          </p:cNvPr>
          <p:cNvSpPr>
            <a:spLocks noGrp="1"/>
          </p:cNvSpPr>
          <p:nvPr/>
        </p:nvSpPr>
        <p:spPr>
          <a:xfrm>
            <a:off x="612946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4" name="11_all_5839">
            <a:extLst>
              <a:ext uri="{FF2B5EF4-FFF2-40B4-BE49-F238E27FC236}">
                <a16:creationId xmlns:a16="http://schemas.microsoft.com/office/drawing/2014/main" id="{EF435923-B767-4431-AD85-18DB5C1BC3C5}"/>
              </a:ext>
            </a:extLst>
          </p:cNvPr>
          <p:cNvSpPr>
            <a:spLocks noGrp="1"/>
          </p:cNvSpPr>
          <p:nvPr/>
        </p:nvSpPr>
        <p:spPr>
          <a:xfrm>
            <a:off x="607137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5" name="11_all_5840">
            <a:extLst>
              <a:ext uri="{FF2B5EF4-FFF2-40B4-BE49-F238E27FC236}">
                <a16:creationId xmlns:a16="http://schemas.microsoft.com/office/drawing/2014/main" id="{A5B9956A-42E4-4C59-8FCB-D419AE2F21AA}"/>
              </a:ext>
            </a:extLst>
          </p:cNvPr>
          <p:cNvSpPr>
            <a:spLocks noGrp="1"/>
          </p:cNvSpPr>
          <p:nvPr/>
        </p:nvSpPr>
        <p:spPr>
          <a:xfrm>
            <a:off x="6184446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6" name="11_all_5841">
            <a:extLst>
              <a:ext uri="{FF2B5EF4-FFF2-40B4-BE49-F238E27FC236}">
                <a16:creationId xmlns:a16="http://schemas.microsoft.com/office/drawing/2014/main" id="{187CF510-8F9C-4860-9E11-68B643FDC77F}"/>
              </a:ext>
            </a:extLst>
          </p:cNvPr>
          <p:cNvSpPr>
            <a:spLocks noGrp="1"/>
          </p:cNvSpPr>
          <p:nvPr/>
        </p:nvSpPr>
        <p:spPr>
          <a:xfrm>
            <a:off x="6084406" y="42241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7" name="11_all_5842">
            <a:extLst>
              <a:ext uri="{FF2B5EF4-FFF2-40B4-BE49-F238E27FC236}">
                <a16:creationId xmlns:a16="http://schemas.microsoft.com/office/drawing/2014/main" id="{67429DCF-0557-4F1F-88B5-7486C3426CF4}"/>
              </a:ext>
            </a:extLst>
          </p:cNvPr>
          <p:cNvSpPr>
            <a:spLocks noGrp="1"/>
          </p:cNvSpPr>
          <p:nvPr/>
        </p:nvSpPr>
        <p:spPr>
          <a:xfrm>
            <a:off x="613579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8" name="11_all_5843">
            <a:extLst>
              <a:ext uri="{FF2B5EF4-FFF2-40B4-BE49-F238E27FC236}">
                <a16:creationId xmlns:a16="http://schemas.microsoft.com/office/drawing/2014/main" id="{0F924400-560D-4AEE-9F83-E890871D1AEB}"/>
              </a:ext>
            </a:extLst>
          </p:cNvPr>
          <p:cNvSpPr>
            <a:spLocks noGrp="1"/>
          </p:cNvSpPr>
          <p:nvPr/>
        </p:nvSpPr>
        <p:spPr>
          <a:xfrm>
            <a:off x="6086364" y="41492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9" name="11_all_5844">
            <a:extLst>
              <a:ext uri="{FF2B5EF4-FFF2-40B4-BE49-F238E27FC236}">
                <a16:creationId xmlns:a16="http://schemas.microsoft.com/office/drawing/2014/main" id="{AB79BEFD-FBC9-4241-B5D7-9EE551FAEF04}"/>
              </a:ext>
            </a:extLst>
          </p:cNvPr>
          <p:cNvSpPr>
            <a:spLocks noGrp="1"/>
          </p:cNvSpPr>
          <p:nvPr/>
        </p:nvSpPr>
        <p:spPr>
          <a:xfrm>
            <a:off x="61663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0" name="11_all_5845">
            <a:extLst>
              <a:ext uri="{FF2B5EF4-FFF2-40B4-BE49-F238E27FC236}">
                <a16:creationId xmlns:a16="http://schemas.microsoft.com/office/drawing/2014/main" id="{8A933559-85A0-4060-BF35-7CC85190CE9F}"/>
              </a:ext>
            </a:extLst>
          </p:cNvPr>
          <p:cNvSpPr>
            <a:spLocks noGrp="1"/>
          </p:cNvSpPr>
          <p:nvPr/>
        </p:nvSpPr>
        <p:spPr>
          <a:xfrm>
            <a:off x="6092738" y="42151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1" name="11_all_5846">
            <a:extLst>
              <a:ext uri="{FF2B5EF4-FFF2-40B4-BE49-F238E27FC236}">
                <a16:creationId xmlns:a16="http://schemas.microsoft.com/office/drawing/2014/main" id="{EAAD1E54-AC84-4F40-B1EC-FFC84C5436EF}"/>
              </a:ext>
            </a:extLst>
          </p:cNvPr>
          <p:cNvSpPr>
            <a:spLocks noGrp="1"/>
          </p:cNvSpPr>
          <p:nvPr/>
        </p:nvSpPr>
        <p:spPr>
          <a:xfrm>
            <a:off x="6126823" y="42651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2" name="11_all_5847">
            <a:extLst>
              <a:ext uri="{FF2B5EF4-FFF2-40B4-BE49-F238E27FC236}">
                <a16:creationId xmlns:a16="http://schemas.microsoft.com/office/drawing/2014/main" id="{ED9C57F3-484B-4229-803C-9A9D7F3201D8}"/>
              </a:ext>
            </a:extLst>
          </p:cNvPr>
          <p:cNvSpPr>
            <a:spLocks noGrp="1"/>
          </p:cNvSpPr>
          <p:nvPr/>
        </p:nvSpPr>
        <p:spPr>
          <a:xfrm>
            <a:off x="6069271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3" name="11_all_5848">
            <a:extLst>
              <a:ext uri="{FF2B5EF4-FFF2-40B4-BE49-F238E27FC236}">
                <a16:creationId xmlns:a16="http://schemas.microsoft.com/office/drawing/2014/main" id="{85242287-C587-43E7-8DE8-F4E600B81EC3}"/>
              </a:ext>
            </a:extLst>
          </p:cNvPr>
          <p:cNvSpPr>
            <a:spLocks noGrp="1"/>
          </p:cNvSpPr>
          <p:nvPr/>
        </p:nvSpPr>
        <p:spPr>
          <a:xfrm>
            <a:off x="611269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4" name="11_all_5849">
            <a:extLst>
              <a:ext uri="{FF2B5EF4-FFF2-40B4-BE49-F238E27FC236}">
                <a16:creationId xmlns:a16="http://schemas.microsoft.com/office/drawing/2014/main" id="{CFA51D47-9BDF-42B9-88B2-A17080549A7B}"/>
              </a:ext>
            </a:extLst>
          </p:cNvPr>
          <p:cNvSpPr>
            <a:spLocks noGrp="1"/>
          </p:cNvSpPr>
          <p:nvPr/>
        </p:nvSpPr>
        <p:spPr>
          <a:xfrm>
            <a:off x="6083828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5" name="11_all_5850">
            <a:extLst>
              <a:ext uri="{FF2B5EF4-FFF2-40B4-BE49-F238E27FC236}">
                <a16:creationId xmlns:a16="http://schemas.microsoft.com/office/drawing/2014/main" id="{5846053B-6E40-4572-AE5F-B18B6C483725}"/>
              </a:ext>
            </a:extLst>
          </p:cNvPr>
          <p:cNvSpPr>
            <a:spLocks noGrp="1"/>
          </p:cNvSpPr>
          <p:nvPr/>
        </p:nvSpPr>
        <p:spPr>
          <a:xfrm>
            <a:off x="6175992" y="33984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6" name="11_all_5851">
            <a:extLst>
              <a:ext uri="{FF2B5EF4-FFF2-40B4-BE49-F238E27FC236}">
                <a16:creationId xmlns:a16="http://schemas.microsoft.com/office/drawing/2014/main" id="{9F41E5C5-2F5F-44C6-8343-9428B797D11F}"/>
              </a:ext>
            </a:extLst>
          </p:cNvPr>
          <p:cNvSpPr>
            <a:spLocks noGrp="1"/>
          </p:cNvSpPr>
          <p:nvPr/>
        </p:nvSpPr>
        <p:spPr>
          <a:xfrm>
            <a:off x="6123413" y="46118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7" name="11_all_5852">
            <a:extLst>
              <a:ext uri="{FF2B5EF4-FFF2-40B4-BE49-F238E27FC236}">
                <a16:creationId xmlns:a16="http://schemas.microsoft.com/office/drawing/2014/main" id="{091E62A8-0EA0-4F3F-BDCE-23880B70D4EA}"/>
              </a:ext>
            </a:extLst>
          </p:cNvPr>
          <p:cNvSpPr>
            <a:spLocks noGrp="1"/>
          </p:cNvSpPr>
          <p:nvPr/>
        </p:nvSpPr>
        <p:spPr>
          <a:xfrm>
            <a:off x="609579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8" name="11_all_5853">
            <a:extLst>
              <a:ext uri="{FF2B5EF4-FFF2-40B4-BE49-F238E27FC236}">
                <a16:creationId xmlns:a16="http://schemas.microsoft.com/office/drawing/2014/main" id="{D2204307-E355-4866-9741-A9EB82A19BAF}"/>
              </a:ext>
            </a:extLst>
          </p:cNvPr>
          <p:cNvSpPr>
            <a:spLocks noGrp="1"/>
          </p:cNvSpPr>
          <p:nvPr/>
        </p:nvSpPr>
        <p:spPr>
          <a:xfrm>
            <a:off x="6120157" y="44874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9" name="11_all_5854">
            <a:extLst>
              <a:ext uri="{FF2B5EF4-FFF2-40B4-BE49-F238E27FC236}">
                <a16:creationId xmlns:a16="http://schemas.microsoft.com/office/drawing/2014/main" id="{4467D4E0-BF8E-4889-BC00-FBFD0D5C78B9}"/>
              </a:ext>
            </a:extLst>
          </p:cNvPr>
          <p:cNvSpPr>
            <a:spLocks noGrp="1"/>
          </p:cNvSpPr>
          <p:nvPr/>
        </p:nvSpPr>
        <p:spPr>
          <a:xfrm>
            <a:off x="6146161" y="3362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0" name="11_all_5855">
            <a:extLst>
              <a:ext uri="{FF2B5EF4-FFF2-40B4-BE49-F238E27FC236}">
                <a16:creationId xmlns:a16="http://schemas.microsoft.com/office/drawing/2014/main" id="{B3182D7E-1D0A-400C-9C39-E0E224D58BAB}"/>
              </a:ext>
            </a:extLst>
          </p:cNvPr>
          <p:cNvSpPr>
            <a:spLocks noGrp="1"/>
          </p:cNvSpPr>
          <p:nvPr/>
        </p:nvSpPr>
        <p:spPr>
          <a:xfrm>
            <a:off x="6132012" y="376860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1" name="11_all_5856">
            <a:extLst>
              <a:ext uri="{FF2B5EF4-FFF2-40B4-BE49-F238E27FC236}">
                <a16:creationId xmlns:a16="http://schemas.microsoft.com/office/drawing/2014/main" id="{A2B00ADB-FCD0-4F5F-B26A-84540EA32545}"/>
              </a:ext>
            </a:extLst>
          </p:cNvPr>
          <p:cNvSpPr>
            <a:spLocks noGrp="1"/>
          </p:cNvSpPr>
          <p:nvPr/>
        </p:nvSpPr>
        <p:spPr>
          <a:xfrm>
            <a:off x="6154712" y="443131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2" name="11_all_5857">
            <a:extLst>
              <a:ext uri="{FF2B5EF4-FFF2-40B4-BE49-F238E27FC236}">
                <a16:creationId xmlns:a16="http://schemas.microsoft.com/office/drawing/2014/main" id="{3B2F1F90-7FF5-4F1C-987E-7C75A86BCCCF}"/>
              </a:ext>
            </a:extLst>
          </p:cNvPr>
          <p:cNvSpPr>
            <a:spLocks noGrp="1"/>
          </p:cNvSpPr>
          <p:nvPr/>
        </p:nvSpPr>
        <p:spPr>
          <a:xfrm>
            <a:off x="620177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3" name="11_all_5858">
            <a:extLst>
              <a:ext uri="{FF2B5EF4-FFF2-40B4-BE49-F238E27FC236}">
                <a16:creationId xmlns:a16="http://schemas.microsoft.com/office/drawing/2014/main" id="{4F46B351-0222-4EA3-8B22-E417EF53859B}"/>
              </a:ext>
            </a:extLst>
          </p:cNvPr>
          <p:cNvSpPr>
            <a:spLocks noGrp="1"/>
          </p:cNvSpPr>
          <p:nvPr/>
        </p:nvSpPr>
        <p:spPr>
          <a:xfrm>
            <a:off x="618834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4" name="11_all_5859">
            <a:extLst>
              <a:ext uri="{FF2B5EF4-FFF2-40B4-BE49-F238E27FC236}">
                <a16:creationId xmlns:a16="http://schemas.microsoft.com/office/drawing/2014/main" id="{D7F9DA65-0E1D-43D6-94F2-1CFB93E263F5}"/>
              </a:ext>
            </a:extLst>
          </p:cNvPr>
          <p:cNvSpPr>
            <a:spLocks noGrp="1"/>
          </p:cNvSpPr>
          <p:nvPr/>
        </p:nvSpPr>
        <p:spPr>
          <a:xfrm>
            <a:off x="6114211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5" name="11_all_5860">
            <a:extLst>
              <a:ext uri="{FF2B5EF4-FFF2-40B4-BE49-F238E27FC236}">
                <a16:creationId xmlns:a16="http://schemas.microsoft.com/office/drawing/2014/main" id="{92242C10-554D-4228-B488-BC4F5E3ECEF1}"/>
              </a:ext>
            </a:extLst>
          </p:cNvPr>
          <p:cNvSpPr>
            <a:spLocks noGrp="1"/>
          </p:cNvSpPr>
          <p:nvPr/>
        </p:nvSpPr>
        <p:spPr>
          <a:xfrm>
            <a:off x="6171639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6" name="11_all_5861">
            <a:extLst>
              <a:ext uri="{FF2B5EF4-FFF2-40B4-BE49-F238E27FC236}">
                <a16:creationId xmlns:a16="http://schemas.microsoft.com/office/drawing/2014/main" id="{FFE0644F-19D7-4356-AFCE-B9C0D9379B17}"/>
              </a:ext>
            </a:extLst>
          </p:cNvPr>
          <p:cNvSpPr>
            <a:spLocks noGrp="1"/>
          </p:cNvSpPr>
          <p:nvPr/>
        </p:nvSpPr>
        <p:spPr>
          <a:xfrm>
            <a:off x="6112494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7" name="11_all_5862">
            <a:extLst>
              <a:ext uri="{FF2B5EF4-FFF2-40B4-BE49-F238E27FC236}">
                <a16:creationId xmlns:a16="http://schemas.microsoft.com/office/drawing/2014/main" id="{530F59E9-642A-437F-93BE-F7DC43F52D91}"/>
              </a:ext>
            </a:extLst>
          </p:cNvPr>
          <p:cNvSpPr>
            <a:spLocks noGrp="1"/>
          </p:cNvSpPr>
          <p:nvPr/>
        </p:nvSpPr>
        <p:spPr>
          <a:xfrm>
            <a:off x="6117683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8" name="11_all_5863">
            <a:extLst>
              <a:ext uri="{FF2B5EF4-FFF2-40B4-BE49-F238E27FC236}">
                <a16:creationId xmlns:a16="http://schemas.microsoft.com/office/drawing/2014/main" id="{62EDB18A-EDB2-4442-8EF4-E0A1A122B03B}"/>
              </a:ext>
            </a:extLst>
          </p:cNvPr>
          <p:cNvSpPr>
            <a:spLocks noGrp="1"/>
          </p:cNvSpPr>
          <p:nvPr/>
        </p:nvSpPr>
        <p:spPr>
          <a:xfrm>
            <a:off x="617621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9" name="11_all_5864">
            <a:extLst>
              <a:ext uri="{FF2B5EF4-FFF2-40B4-BE49-F238E27FC236}">
                <a16:creationId xmlns:a16="http://schemas.microsoft.com/office/drawing/2014/main" id="{23B57889-AB86-4425-9A3B-31927E9448FA}"/>
              </a:ext>
            </a:extLst>
          </p:cNvPr>
          <p:cNvSpPr>
            <a:spLocks noGrp="1"/>
          </p:cNvSpPr>
          <p:nvPr/>
        </p:nvSpPr>
        <p:spPr>
          <a:xfrm>
            <a:off x="6208319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0" name="11_all_5865">
            <a:extLst>
              <a:ext uri="{FF2B5EF4-FFF2-40B4-BE49-F238E27FC236}">
                <a16:creationId xmlns:a16="http://schemas.microsoft.com/office/drawing/2014/main" id="{718217C4-E76A-4344-A472-C18A7A8BC521}"/>
              </a:ext>
            </a:extLst>
          </p:cNvPr>
          <p:cNvSpPr>
            <a:spLocks noGrp="1"/>
          </p:cNvSpPr>
          <p:nvPr/>
        </p:nvSpPr>
        <p:spPr>
          <a:xfrm>
            <a:off x="6076536" y="36318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1" name="11_all_5866">
            <a:extLst>
              <a:ext uri="{FF2B5EF4-FFF2-40B4-BE49-F238E27FC236}">
                <a16:creationId xmlns:a16="http://schemas.microsoft.com/office/drawing/2014/main" id="{E5898BE3-58BD-4B30-9E88-49ACB6DC964D}"/>
              </a:ext>
            </a:extLst>
          </p:cNvPr>
          <p:cNvSpPr>
            <a:spLocks noGrp="1"/>
          </p:cNvSpPr>
          <p:nvPr/>
        </p:nvSpPr>
        <p:spPr>
          <a:xfrm>
            <a:off x="607307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2" name="11_all_5867">
            <a:extLst>
              <a:ext uri="{FF2B5EF4-FFF2-40B4-BE49-F238E27FC236}">
                <a16:creationId xmlns:a16="http://schemas.microsoft.com/office/drawing/2014/main" id="{438617F8-386B-4C05-BE5F-FAE383F742D7}"/>
              </a:ext>
            </a:extLst>
          </p:cNvPr>
          <p:cNvSpPr>
            <a:spLocks noGrp="1"/>
          </p:cNvSpPr>
          <p:nvPr/>
        </p:nvSpPr>
        <p:spPr>
          <a:xfrm>
            <a:off x="619755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3" name="11_all_5868">
            <a:extLst>
              <a:ext uri="{FF2B5EF4-FFF2-40B4-BE49-F238E27FC236}">
                <a16:creationId xmlns:a16="http://schemas.microsoft.com/office/drawing/2014/main" id="{AF881D5D-E916-4248-A2FF-7752BB4446D5}"/>
              </a:ext>
            </a:extLst>
          </p:cNvPr>
          <p:cNvSpPr>
            <a:spLocks noGrp="1"/>
          </p:cNvSpPr>
          <p:nvPr/>
        </p:nvSpPr>
        <p:spPr>
          <a:xfrm>
            <a:off x="6072421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4" name="11_all_5869">
            <a:extLst>
              <a:ext uri="{FF2B5EF4-FFF2-40B4-BE49-F238E27FC236}">
                <a16:creationId xmlns:a16="http://schemas.microsoft.com/office/drawing/2014/main" id="{19A06DD6-FAB7-47FA-AB68-4C86852C022A}"/>
              </a:ext>
            </a:extLst>
          </p:cNvPr>
          <p:cNvSpPr>
            <a:spLocks noGrp="1"/>
          </p:cNvSpPr>
          <p:nvPr/>
        </p:nvSpPr>
        <p:spPr>
          <a:xfrm>
            <a:off x="6119290" y="43318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5" name="11_all_5870">
            <a:extLst>
              <a:ext uri="{FF2B5EF4-FFF2-40B4-BE49-F238E27FC236}">
                <a16:creationId xmlns:a16="http://schemas.microsoft.com/office/drawing/2014/main" id="{8AC1B446-7A48-4BEB-9C2A-7018ED8892D4}"/>
              </a:ext>
            </a:extLst>
          </p:cNvPr>
          <p:cNvSpPr>
            <a:spLocks noGrp="1"/>
          </p:cNvSpPr>
          <p:nvPr/>
        </p:nvSpPr>
        <p:spPr>
          <a:xfrm>
            <a:off x="613613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6" name="11_all_5871">
            <a:extLst>
              <a:ext uri="{FF2B5EF4-FFF2-40B4-BE49-F238E27FC236}">
                <a16:creationId xmlns:a16="http://schemas.microsoft.com/office/drawing/2014/main" id="{1F2E6AE9-A743-4BE2-943B-F4CD6F0F0DA8}"/>
              </a:ext>
            </a:extLst>
          </p:cNvPr>
          <p:cNvSpPr>
            <a:spLocks noGrp="1"/>
          </p:cNvSpPr>
          <p:nvPr/>
        </p:nvSpPr>
        <p:spPr>
          <a:xfrm>
            <a:off x="6068298" y="42967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7" name="11_all_5872">
            <a:extLst>
              <a:ext uri="{FF2B5EF4-FFF2-40B4-BE49-F238E27FC236}">
                <a16:creationId xmlns:a16="http://schemas.microsoft.com/office/drawing/2014/main" id="{B7CE2871-CCB2-4FDC-980A-CA5C367C7A4B}"/>
              </a:ext>
            </a:extLst>
          </p:cNvPr>
          <p:cNvSpPr>
            <a:spLocks noGrp="1"/>
          </p:cNvSpPr>
          <p:nvPr/>
        </p:nvSpPr>
        <p:spPr>
          <a:xfrm>
            <a:off x="6087522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8" name="11_all_5873">
            <a:extLst>
              <a:ext uri="{FF2B5EF4-FFF2-40B4-BE49-F238E27FC236}">
                <a16:creationId xmlns:a16="http://schemas.microsoft.com/office/drawing/2014/main" id="{ED6C2A42-46E8-42E5-8BF3-317D4AF67310}"/>
              </a:ext>
            </a:extLst>
          </p:cNvPr>
          <p:cNvSpPr>
            <a:spLocks noGrp="1"/>
          </p:cNvSpPr>
          <p:nvPr/>
        </p:nvSpPr>
        <p:spPr>
          <a:xfrm>
            <a:off x="611902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9" name="11_all_5874">
            <a:extLst>
              <a:ext uri="{FF2B5EF4-FFF2-40B4-BE49-F238E27FC236}">
                <a16:creationId xmlns:a16="http://schemas.microsoft.com/office/drawing/2014/main" id="{AA715794-F75B-4CDF-A5A1-17342A334DFF}"/>
              </a:ext>
            </a:extLst>
          </p:cNvPr>
          <p:cNvSpPr>
            <a:spLocks noGrp="1"/>
          </p:cNvSpPr>
          <p:nvPr/>
        </p:nvSpPr>
        <p:spPr>
          <a:xfrm>
            <a:off x="6111479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0" name="11_all_5875">
            <a:extLst>
              <a:ext uri="{FF2B5EF4-FFF2-40B4-BE49-F238E27FC236}">
                <a16:creationId xmlns:a16="http://schemas.microsoft.com/office/drawing/2014/main" id="{FA2BD962-893D-47A7-B716-713BF673CDCB}"/>
              </a:ext>
            </a:extLst>
          </p:cNvPr>
          <p:cNvSpPr>
            <a:spLocks noGrp="1"/>
          </p:cNvSpPr>
          <p:nvPr/>
        </p:nvSpPr>
        <p:spPr>
          <a:xfrm>
            <a:off x="620200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1" name="11_all_5876">
            <a:extLst>
              <a:ext uri="{FF2B5EF4-FFF2-40B4-BE49-F238E27FC236}">
                <a16:creationId xmlns:a16="http://schemas.microsoft.com/office/drawing/2014/main" id="{B0B7B041-AB93-4BC2-82B4-73A430D02E44}"/>
              </a:ext>
            </a:extLst>
          </p:cNvPr>
          <p:cNvSpPr>
            <a:spLocks noGrp="1"/>
          </p:cNvSpPr>
          <p:nvPr/>
        </p:nvSpPr>
        <p:spPr>
          <a:xfrm>
            <a:off x="61222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2" name="11_all_5877">
            <a:extLst>
              <a:ext uri="{FF2B5EF4-FFF2-40B4-BE49-F238E27FC236}">
                <a16:creationId xmlns:a16="http://schemas.microsoft.com/office/drawing/2014/main" id="{F38A5D40-7DC7-448E-9B6C-F7AD2660F358}"/>
              </a:ext>
            </a:extLst>
          </p:cNvPr>
          <p:cNvSpPr>
            <a:spLocks noGrp="1"/>
          </p:cNvSpPr>
          <p:nvPr/>
        </p:nvSpPr>
        <p:spPr>
          <a:xfrm>
            <a:off x="6152713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3" name="11_all_5878">
            <a:extLst>
              <a:ext uri="{FF2B5EF4-FFF2-40B4-BE49-F238E27FC236}">
                <a16:creationId xmlns:a16="http://schemas.microsoft.com/office/drawing/2014/main" id="{F4B00283-E50D-40CA-8534-F6BD6C568E0B}"/>
              </a:ext>
            </a:extLst>
          </p:cNvPr>
          <p:cNvSpPr>
            <a:spLocks noGrp="1"/>
          </p:cNvSpPr>
          <p:nvPr/>
        </p:nvSpPr>
        <p:spPr>
          <a:xfrm>
            <a:off x="6069635" y="37318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4" name="11_all_5879">
            <a:extLst>
              <a:ext uri="{FF2B5EF4-FFF2-40B4-BE49-F238E27FC236}">
                <a16:creationId xmlns:a16="http://schemas.microsoft.com/office/drawing/2014/main" id="{8F6E8E17-4D86-4C33-99A6-47BC579811DE}"/>
              </a:ext>
            </a:extLst>
          </p:cNvPr>
          <p:cNvSpPr>
            <a:spLocks noGrp="1"/>
          </p:cNvSpPr>
          <p:nvPr/>
        </p:nvSpPr>
        <p:spPr>
          <a:xfrm>
            <a:off x="607058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5" name="11_all_5880">
            <a:extLst>
              <a:ext uri="{FF2B5EF4-FFF2-40B4-BE49-F238E27FC236}">
                <a16:creationId xmlns:a16="http://schemas.microsoft.com/office/drawing/2014/main" id="{839F0E8F-1FEE-4A2A-9869-0DED3338E95B}"/>
              </a:ext>
            </a:extLst>
          </p:cNvPr>
          <p:cNvSpPr>
            <a:spLocks noGrp="1"/>
          </p:cNvSpPr>
          <p:nvPr/>
        </p:nvSpPr>
        <p:spPr>
          <a:xfrm>
            <a:off x="6149598" y="32429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6" name="11_all_5881">
            <a:extLst>
              <a:ext uri="{FF2B5EF4-FFF2-40B4-BE49-F238E27FC236}">
                <a16:creationId xmlns:a16="http://schemas.microsoft.com/office/drawing/2014/main" id="{D1B965D9-05BE-4CDC-9384-7065F33D0E8B}"/>
              </a:ext>
            </a:extLst>
          </p:cNvPr>
          <p:cNvSpPr>
            <a:spLocks noGrp="1"/>
          </p:cNvSpPr>
          <p:nvPr/>
        </p:nvSpPr>
        <p:spPr>
          <a:xfrm>
            <a:off x="613168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7" name="11_all_5882">
            <a:extLst>
              <a:ext uri="{FF2B5EF4-FFF2-40B4-BE49-F238E27FC236}">
                <a16:creationId xmlns:a16="http://schemas.microsoft.com/office/drawing/2014/main" id="{206B2B47-9558-49A9-AE31-76A921A93409}"/>
              </a:ext>
            </a:extLst>
          </p:cNvPr>
          <p:cNvSpPr>
            <a:spLocks noGrp="1"/>
          </p:cNvSpPr>
          <p:nvPr/>
        </p:nvSpPr>
        <p:spPr>
          <a:xfrm>
            <a:off x="6190127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8" name="11_all_5883">
            <a:extLst>
              <a:ext uri="{FF2B5EF4-FFF2-40B4-BE49-F238E27FC236}">
                <a16:creationId xmlns:a16="http://schemas.microsoft.com/office/drawing/2014/main" id="{767E4A95-2AB5-406E-AF95-CAA1F1F74F07}"/>
              </a:ext>
            </a:extLst>
          </p:cNvPr>
          <p:cNvSpPr>
            <a:spLocks noGrp="1"/>
          </p:cNvSpPr>
          <p:nvPr/>
        </p:nvSpPr>
        <p:spPr>
          <a:xfrm>
            <a:off x="619157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9" name="11_all_5884">
            <a:extLst>
              <a:ext uri="{FF2B5EF4-FFF2-40B4-BE49-F238E27FC236}">
                <a16:creationId xmlns:a16="http://schemas.microsoft.com/office/drawing/2014/main" id="{E3AB27CB-4F91-4E9A-A286-F9FB3E06F66E}"/>
              </a:ext>
            </a:extLst>
          </p:cNvPr>
          <p:cNvSpPr>
            <a:spLocks noGrp="1"/>
          </p:cNvSpPr>
          <p:nvPr/>
        </p:nvSpPr>
        <p:spPr>
          <a:xfrm>
            <a:off x="6211400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0" name="11_all_5885">
            <a:extLst>
              <a:ext uri="{FF2B5EF4-FFF2-40B4-BE49-F238E27FC236}">
                <a16:creationId xmlns:a16="http://schemas.microsoft.com/office/drawing/2014/main" id="{1FCD66D2-DCF2-4CDD-A308-94E88D0D304F}"/>
              </a:ext>
            </a:extLst>
          </p:cNvPr>
          <p:cNvSpPr>
            <a:spLocks noGrp="1"/>
          </p:cNvSpPr>
          <p:nvPr/>
        </p:nvSpPr>
        <p:spPr>
          <a:xfrm>
            <a:off x="612988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1" name="11_all_5886">
            <a:extLst>
              <a:ext uri="{FF2B5EF4-FFF2-40B4-BE49-F238E27FC236}">
                <a16:creationId xmlns:a16="http://schemas.microsoft.com/office/drawing/2014/main" id="{B7F43CBC-200A-4934-B0F4-33C7570DD2A6}"/>
              </a:ext>
            </a:extLst>
          </p:cNvPr>
          <p:cNvSpPr>
            <a:spLocks noGrp="1"/>
          </p:cNvSpPr>
          <p:nvPr/>
        </p:nvSpPr>
        <p:spPr>
          <a:xfrm>
            <a:off x="6069733" y="43007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2" name="11_all_5887">
            <a:extLst>
              <a:ext uri="{FF2B5EF4-FFF2-40B4-BE49-F238E27FC236}">
                <a16:creationId xmlns:a16="http://schemas.microsoft.com/office/drawing/2014/main" id="{6CD8F47C-8B6A-4F1F-BED0-47D41A9ED379}"/>
              </a:ext>
            </a:extLst>
          </p:cNvPr>
          <p:cNvSpPr>
            <a:spLocks noGrp="1"/>
          </p:cNvSpPr>
          <p:nvPr/>
        </p:nvSpPr>
        <p:spPr>
          <a:xfrm>
            <a:off x="6088505" y="37095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3" name="11_all_5888">
            <a:extLst>
              <a:ext uri="{FF2B5EF4-FFF2-40B4-BE49-F238E27FC236}">
                <a16:creationId xmlns:a16="http://schemas.microsoft.com/office/drawing/2014/main" id="{B8E8BF4C-A1F1-450E-B184-7310A1B57E67}"/>
              </a:ext>
            </a:extLst>
          </p:cNvPr>
          <p:cNvSpPr>
            <a:spLocks noGrp="1"/>
          </p:cNvSpPr>
          <p:nvPr/>
        </p:nvSpPr>
        <p:spPr>
          <a:xfrm>
            <a:off x="614018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4" name="11_all_5889">
            <a:extLst>
              <a:ext uri="{FF2B5EF4-FFF2-40B4-BE49-F238E27FC236}">
                <a16:creationId xmlns:a16="http://schemas.microsoft.com/office/drawing/2014/main" id="{D298AB5E-6DC5-45C3-A546-328444A04939}"/>
              </a:ext>
            </a:extLst>
          </p:cNvPr>
          <p:cNvSpPr>
            <a:spLocks noGrp="1"/>
          </p:cNvSpPr>
          <p:nvPr/>
        </p:nvSpPr>
        <p:spPr>
          <a:xfrm>
            <a:off x="617088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5" name="11_all_5890">
            <a:extLst>
              <a:ext uri="{FF2B5EF4-FFF2-40B4-BE49-F238E27FC236}">
                <a16:creationId xmlns:a16="http://schemas.microsoft.com/office/drawing/2014/main" id="{AFCA2FD7-8A03-48EB-A801-26502984110C}"/>
              </a:ext>
            </a:extLst>
          </p:cNvPr>
          <p:cNvSpPr>
            <a:spLocks noGrp="1"/>
          </p:cNvSpPr>
          <p:nvPr/>
        </p:nvSpPr>
        <p:spPr>
          <a:xfrm>
            <a:off x="608790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6" name="11_all_5891">
            <a:extLst>
              <a:ext uri="{FF2B5EF4-FFF2-40B4-BE49-F238E27FC236}">
                <a16:creationId xmlns:a16="http://schemas.microsoft.com/office/drawing/2014/main" id="{63A283E8-FE31-440F-AC53-20058E256D47}"/>
              </a:ext>
            </a:extLst>
          </p:cNvPr>
          <p:cNvSpPr>
            <a:spLocks noGrp="1"/>
          </p:cNvSpPr>
          <p:nvPr/>
        </p:nvSpPr>
        <p:spPr>
          <a:xfrm>
            <a:off x="6205197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7" name="11_all_5892">
            <a:extLst>
              <a:ext uri="{FF2B5EF4-FFF2-40B4-BE49-F238E27FC236}">
                <a16:creationId xmlns:a16="http://schemas.microsoft.com/office/drawing/2014/main" id="{BDC00671-A080-45C8-A988-6CCC7CC52B96}"/>
              </a:ext>
            </a:extLst>
          </p:cNvPr>
          <p:cNvSpPr>
            <a:spLocks noGrp="1"/>
          </p:cNvSpPr>
          <p:nvPr/>
        </p:nvSpPr>
        <p:spPr>
          <a:xfrm>
            <a:off x="6172545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8" name="11_all_5893">
            <a:extLst>
              <a:ext uri="{FF2B5EF4-FFF2-40B4-BE49-F238E27FC236}">
                <a16:creationId xmlns:a16="http://schemas.microsoft.com/office/drawing/2014/main" id="{C6A18570-E713-4C2F-BF8C-43B539BFBA55}"/>
              </a:ext>
            </a:extLst>
          </p:cNvPr>
          <p:cNvSpPr>
            <a:spLocks noGrp="1"/>
          </p:cNvSpPr>
          <p:nvPr/>
        </p:nvSpPr>
        <p:spPr>
          <a:xfrm>
            <a:off x="6114675" y="44251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9" name="11_all_5894">
            <a:extLst>
              <a:ext uri="{FF2B5EF4-FFF2-40B4-BE49-F238E27FC236}">
                <a16:creationId xmlns:a16="http://schemas.microsoft.com/office/drawing/2014/main" id="{749DF330-8BFB-4E5C-93C3-A8AA0E5A3F15}"/>
              </a:ext>
            </a:extLst>
          </p:cNvPr>
          <p:cNvSpPr>
            <a:spLocks noGrp="1"/>
          </p:cNvSpPr>
          <p:nvPr/>
        </p:nvSpPr>
        <p:spPr>
          <a:xfrm>
            <a:off x="6104441" y="4565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0" name="11_all_5895">
            <a:extLst>
              <a:ext uri="{FF2B5EF4-FFF2-40B4-BE49-F238E27FC236}">
                <a16:creationId xmlns:a16="http://schemas.microsoft.com/office/drawing/2014/main" id="{FF2B02B4-4AF0-4839-AD9F-42939E9CB07E}"/>
              </a:ext>
            </a:extLst>
          </p:cNvPr>
          <p:cNvSpPr>
            <a:spLocks noGrp="1"/>
          </p:cNvSpPr>
          <p:nvPr/>
        </p:nvSpPr>
        <p:spPr>
          <a:xfrm>
            <a:off x="6067103" y="46652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1" name="11_all_5896">
            <a:extLst>
              <a:ext uri="{FF2B5EF4-FFF2-40B4-BE49-F238E27FC236}">
                <a16:creationId xmlns:a16="http://schemas.microsoft.com/office/drawing/2014/main" id="{139163C5-275B-4D05-A1C0-F7DC05DB7E97}"/>
              </a:ext>
            </a:extLst>
          </p:cNvPr>
          <p:cNvSpPr>
            <a:spLocks noGrp="1"/>
          </p:cNvSpPr>
          <p:nvPr/>
        </p:nvSpPr>
        <p:spPr>
          <a:xfrm>
            <a:off x="6192586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2" name="11_all_5897">
            <a:extLst>
              <a:ext uri="{FF2B5EF4-FFF2-40B4-BE49-F238E27FC236}">
                <a16:creationId xmlns:a16="http://schemas.microsoft.com/office/drawing/2014/main" id="{DA2ED2D4-5A57-4939-9EB7-BEB1245C4015}"/>
              </a:ext>
            </a:extLst>
          </p:cNvPr>
          <p:cNvSpPr>
            <a:spLocks noGrp="1"/>
          </p:cNvSpPr>
          <p:nvPr/>
        </p:nvSpPr>
        <p:spPr>
          <a:xfrm>
            <a:off x="6208407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3" name="11_all_5898">
            <a:extLst>
              <a:ext uri="{FF2B5EF4-FFF2-40B4-BE49-F238E27FC236}">
                <a16:creationId xmlns:a16="http://schemas.microsoft.com/office/drawing/2014/main" id="{8BC66EE5-BCE6-4E1F-96D3-C57B6E2BA866}"/>
              </a:ext>
            </a:extLst>
          </p:cNvPr>
          <p:cNvSpPr>
            <a:spLocks noGrp="1"/>
          </p:cNvSpPr>
          <p:nvPr/>
        </p:nvSpPr>
        <p:spPr>
          <a:xfrm>
            <a:off x="614371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4" name="11_all_5899">
            <a:extLst>
              <a:ext uri="{FF2B5EF4-FFF2-40B4-BE49-F238E27FC236}">
                <a16:creationId xmlns:a16="http://schemas.microsoft.com/office/drawing/2014/main" id="{770D26B1-EAB7-4520-B563-410D92FE1AFD}"/>
              </a:ext>
            </a:extLst>
          </p:cNvPr>
          <p:cNvSpPr>
            <a:spLocks noGrp="1"/>
          </p:cNvSpPr>
          <p:nvPr/>
        </p:nvSpPr>
        <p:spPr>
          <a:xfrm>
            <a:off x="618780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5" name="11_all_5900">
            <a:extLst>
              <a:ext uri="{FF2B5EF4-FFF2-40B4-BE49-F238E27FC236}">
                <a16:creationId xmlns:a16="http://schemas.microsoft.com/office/drawing/2014/main" id="{61645BE7-F956-4191-90D2-A187A87E6F0D}"/>
              </a:ext>
            </a:extLst>
          </p:cNvPr>
          <p:cNvSpPr>
            <a:spLocks noGrp="1"/>
          </p:cNvSpPr>
          <p:nvPr/>
        </p:nvSpPr>
        <p:spPr>
          <a:xfrm>
            <a:off x="6182452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6" name="11_all_5901">
            <a:extLst>
              <a:ext uri="{FF2B5EF4-FFF2-40B4-BE49-F238E27FC236}">
                <a16:creationId xmlns:a16="http://schemas.microsoft.com/office/drawing/2014/main" id="{4CC1E336-6E8B-4C8C-8BBE-FEF2A6C30586}"/>
              </a:ext>
            </a:extLst>
          </p:cNvPr>
          <p:cNvSpPr>
            <a:spLocks noGrp="1"/>
          </p:cNvSpPr>
          <p:nvPr/>
        </p:nvSpPr>
        <p:spPr>
          <a:xfrm>
            <a:off x="609024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7" name="11_all_5902">
            <a:extLst>
              <a:ext uri="{FF2B5EF4-FFF2-40B4-BE49-F238E27FC236}">
                <a16:creationId xmlns:a16="http://schemas.microsoft.com/office/drawing/2014/main" id="{CF7ECA3C-8344-4838-84FE-05B5209E8E3F}"/>
              </a:ext>
            </a:extLst>
          </p:cNvPr>
          <p:cNvSpPr>
            <a:spLocks noGrp="1"/>
          </p:cNvSpPr>
          <p:nvPr/>
        </p:nvSpPr>
        <p:spPr>
          <a:xfrm>
            <a:off x="6172072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8" name="11_all_5903">
            <a:extLst>
              <a:ext uri="{FF2B5EF4-FFF2-40B4-BE49-F238E27FC236}">
                <a16:creationId xmlns:a16="http://schemas.microsoft.com/office/drawing/2014/main" id="{E988FD77-F607-4C0A-9294-B83E58CC5DDE}"/>
              </a:ext>
            </a:extLst>
          </p:cNvPr>
          <p:cNvSpPr>
            <a:spLocks noGrp="1"/>
          </p:cNvSpPr>
          <p:nvPr/>
        </p:nvSpPr>
        <p:spPr>
          <a:xfrm>
            <a:off x="6150985" y="346514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9" name="11_all_5904">
            <a:extLst>
              <a:ext uri="{FF2B5EF4-FFF2-40B4-BE49-F238E27FC236}">
                <a16:creationId xmlns:a16="http://schemas.microsoft.com/office/drawing/2014/main" id="{EB5CE0F7-0DA9-458B-8930-6F9A90A940D1}"/>
              </a:ext>
            </a:extLst>
          </p:cNvPr>
          <p:cNvSpPr>
            <a:spLocks noGrp="1"/>
          </p:cNvSpPr>
          <p:nvPr/>
        </p:nvSpPr>
        <p:spPr>
          <a:xfrm>
            <a:off x="6167927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0" name="11_all_5905">
            <a:extLst>
              <a:ext uri="{FF2B5EF4-FFF2-40B4-BE49-F238E27FC236}">
                <a16:creationId xmlns:a16="http://schemas.microsoft.com/office/drawing/2014/main" id="{6E1DBB03-79CE-43C7-9B7D-05806B3D7DA5}"/>
              </a:ext>
            </a:extLst>
          </p:cNvPr>
          <p:cNvSpPr>
            <a:spLocks noGrp="1"/>
          </p:cNvSpPr>
          <p:nvPr/>
        </p:nvSpPr>
        <p:spPr>
          <a:xfrm>
            <a:off x="616752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1" name="11_all_5906">
            <a:extLst>
              <a:ext uri="{FF2B5EF4-FFF2-40B4-BE49-F238E27FC236}">
                <a16:creationId xmlns:a16="http://schemas.microsoft.com/office/drawing/2014/main" id="{4E924F66-C621-4B1B-A6B4-7EDCA19C2D91}"/>
              </a:ext>
            </a:extLst>
          </p:cNvPr>
          <p:cNvSpPr>
            <a:spLocks noGrp="1"/>
          </p:cNvSpPr>
          <p:nvPr/>
        </p:nvSpPr>
        <p:spPr>
          <a:xfrm>
            <a:off x="615526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2" name="11_all_5907">
            <a:extLst>
              <a:ext uri="{FF2B5EF4-FFF2-40B4-BE49-F238E27FC236}">
                <a16:creationId xmlns:a16="http://schemas.microsoft.com/office/drawing/2014/main" id="{45A17D9D-6C24-40B7-8C1B-F2345F497F98}"/>
              </a:ext>
            </a:extLst>
          </p:cNvPr>
          <p:cNvSpPr>
            <a:spLocks noGrp="1"/>
          </p:cNvSpPr>
          <p:nvPr/>
        </p:nvSpPr>
        <p:spPr>
          <a:xfrm>
            <a:off x="60909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3" name="11_all_5908">
            <a:extLst>
              <a:ext uri="{FF2B5EF4-FFF2-40B4-BE49-F238E27FC236}">
                <a16:creationId xmlns:a16="http://schemas.microsoft.com/office/drawing/2014/main" id="{43DBB4C4-FB1F-44F0-B269-2144F0DC3EB8}"/>
              </a:ext>
            </a:extLst>
          </p:cNvPr>
          <p:cNvSpPr>
            <a:spLocks noGrp="1"/>
          </p:cNvSpPr>
          <p:nvPr/>
        </p:nvSpPr>
        <p:spPr>
          <a:xfrm>
            <a:off x="6155375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4" name="11_all_5909">
            <a:extLst>
              <a:ext uri="{FF2B5EF4-FFF2-40B4-BE49-F238E27FC236}">
                <a16:creationId xmlns:a16="http://schemas.microsoft.com/office/drawing/2014/main" id="{BF978626-7200-4185-A678-16DB02855916}"/>
              </a:ext>
            </a:extLst>
          </p:cNvPr>
          <p:cNvSpPr>
            <a:spLocks noGrp="1"/>
          </p:cNvSpPr>
          <p:nvPr/>
        </p:nvSpPr>
        <p:spPr>
          <a:xfrm>
            <a:off x="619173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5" name="11_all_5910">
            <a:extLst>
              <a:ext uri="{FF2B5EF4-FFF2-40B4-BE49-F238E27FC236}">
                <a16:creationId xmlns:a16="http://schemas.microsoft.com/office/drawing/2014/main" id="{FE293CD0-5CF7-4BBB-A64C-EF36164FD2EE}"/>
              </a:ext>
            </a:extLst>
          </p:cNvPr>
          <p:cNvSpPr>
            <a:spLocks noGrp="1"/>
          </p:cNvSpPr>
          <p:nvPr/>
        </p:nvSpPr>
        <p:spPr>
          <a:xfrm>
            <a:off x="620367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6" name="11_all_5911">
            <a:extLst>
              <a:ext uri="{FF2B5EF4-FFF2-40B4-BE49-F238E27FC236}">
                <a16:creationId xmlns:a16="http://schemas.microsoft.com/office/drawing/2014/main" id="{DC8437F6-C340-4AE3-90EC-7E61ED371287}"/>
              </a:ext>
            </a:extLst>
          </p:cNvPr>
          <p:cNvSpPr>
            <a:spLocks noGrp="1"/>
          </p:cNvSpPr>
          <p:nvPr/>
        </p:nvSpPr>
        <p:spPr>
          <a:xfrm>
            <a:off x="6207034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7" name="11_all_5912">
            <a:extLst>
              <a:ext uri="{FF2B5EF4-FFF2-40B4-BE49-F238E27FC236}">
                <a16:creationId xmlns:a16="http://schemas.microsoft.com/office/drawing/2014/main" id="{6B1D7206-846F-4B6F-B4B2-614013DAFAF5}"/>
              </a:ext>
            </a:extLst>
          </p:cNvPr>
          <p:cNvSpPr>
            <a:spLocks noGrp="1"/>
          </p:cNvSpPr>
          <p:nvPr/>
        </p:nvSpPr>
        <p:spPr>
          <a:xfrm>
            <a:off x="621227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8" name="11_all_5913">
            <a:extLst>
              <a:ext uri="{FF2B5EF4-FFF2-40B4-BE49-F238E27FC236}">
                <a16:creationId xmlns:a16="http://schemas.microsoft.com/office/drawing/2014/main" id="{E1EE8A65-86E7-46A0-B6B9-34E8EA9F7940}"/>
              </a:ext>
            </a:extLst>
          </p:cNvPr>
          <p:cNvSpPr>
            <a:spLocks noGrp="1"/>
          </p:cNvSpPr>
          <p:nvPr/>
        </p:nvSpPr>
        <p:spPr>
          <a:xfrm>
            <a:off x="6202048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9" name="11_all_5914">
            <a:extLst>
              <a:ext uri="{FF2B5EF4-FFF2-40B4-BE49-F238E27FC236}">
                <a16:creationId xmlns:a16="http://schemas.microsoft.com/office/drawing/2014/main" id="{F6ECC537-CE16-4431-AB7E-6AF5AF8DF5A7}"/>
              </a:ext>
            </a:extLst>
          </p:cNvPr>
          <p:cNvSpPr>
            <a:spLocks noGrp="1"/>
          </p:cNvSpPr>
          <p:nvPr/>
        </p:nvSpPr>
        <p:spPr>
          <a:xfrm>
            <a:off x="615558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0" name="11_all_5915">
            <a:extLst>
              <a:ext uri="{FF2B5EF4-FFF2-40B4-BE49-F238E27FC236}">
                <a16:creationId xmlns:a16="http://schemas.microsoft.com/office/drawing/2014/main" id="{E8AAEF46-EBE6-4895-B500-8070F4E838C2}"/>
              </a:ext>
            </a:extLst>
          </p:cNvPr>
          <p:cNvSpPr>
            <a:spLocks noGrp="1"/>
          </p:cNvSpPr>
          <p:nvPr/>
        </p:nvSpPr>
        <p:spPr>
          <a:xfrm>
            <a:off x="6196186" y="45831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1" name="11_all_5916">
            <a:extLst>
              <a:ext uri="{FF2B5EF4-FFF2-40B4-BE49-F238E27FC236}">
                <a16:creationId xmlns:a16="http://schemas.microsoft.com/office/drawing/2014/main" id="{444042F6-C00B-4C65-A011-D90A91D9C597}"/>
              </a:ext>
            </a:extLst>
          </p:cNvPr>
          <p:cNvSpPr>
            <a:spLocks noGrp="1"/>
          </p:cNvSpPr>
          <p:nvPr/>
        </p:nvSpPr>
        <p:spPr>
          <a:xfrm>
            <a:off x="6196675" y="4176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2" name="11_all_5917">
            <a:extLst>
              <a:ext uri="{FF2B5EF4-FFF2-40B4-BE49-F238E27FC236}">
                <a16:creationId xmlns:a16="http://schemas.microsoft.com/office/drawing/2014/main" id="{0DDFCE15-28A0-46DC-904D-875059A307F3}"/>
              </a:ext>
            </a:extLst>
          </p:cNvPr>
          <p:cNvSpPr>
            <a:spLocks noGrp="1"/>
          </p:cNvSpPr>
          <p:nvPr/>
        </p:nvSpPr>
        <p:spPr>
          <a:xfrm>
            <a:off x="608523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3" name="11_all_5918">
            <a:extLst>
              <a:ext uri="{FF2B5EF4-FFF2-40B4-BE49-F238E27FC236}">
                <a16:creationId xmlns:a16="http://schemas.microsoft.com/office/drawing/2014/main" id="{55CC1888-1C6B-445E-A04D-E31B29FC46C7}"/>
              </a:ext>
            </a:extLst>
          </p:cNvPr>
          <p:cNvSpPr>
            <a:spLocks noGrp="1"/>
          </p:cNvSpPr>
          <p:nvPr/>
        </p:nvSpPr>
        <p:spPr>
          <a:xfrm>
            <a:off x="6166653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4" name="11_all_5919">
            <a:extLst>
              <a:ext uri="{FF2B5EF4-FFF2-40B4-BE49-F238E27FC236}">
                <a16:creationId xmlns:a16="http://schemas.microsoft.com/office/drawing/2014/main" id="{C43D087A-5419-43CB-B467-93B82D68521B}"/>
              </a:ext>
            </a:extLst>
          </p:cNvPr>
          <p:cNvSpPr>
            <a:spLocks noGrp="1"/>
          </p:cNvSpPr>
          <p:nvPr/>
        </p:nvSpPr>
        <p:spPr>
          <a:xfrm>
            <a:off x="6138430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5" name="11_all_5920">
            <a:extLst>
              <a:ext uri="{FF2B5EF4-FFF2-40B4-BE49-F238E27FC236}">
                <a16:creationId xmlns:a16="http://schemas.microsoft.com/office/drawing/2014/main" id="{1D2FB101-C664-4297-BD4F-59F4A37D76E4}"/>
              </a:ext>
            </a:extLst>
          </p:cNvPr>
          <p:cNvSpPr>
            <a:spLocks noGrp="1"/>
          </p:cNvSpPr>
          <p:nvPr/>
        </p:nvSpPr>
        <p:spPr>
          <a:xfrm>
            <a:off x="6095685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6" name="11_all_5921">
            <a:extLst>
              <a:ext uri="{FF2B5EF4-FFF2-40B4-BE49-F238E27FC236}">
                <a16:creationId xmlns:a16="http://schemas.microsoft.com/office/drawing/2014/main" id="{CB4A2DAD-DB34-425C-A34F-942A700DC626}"/>
              </a:ext>
            </a:extLst>
          </p:cNvPr>
          <p:cNvSpPr>
            <a:spLocks noGrp="1"/>
          </p:cNvSpPr>
          <p:nvPr/>
        </p:nvSpPr>
        <p:spPr>
          <a:xfrm>
            <a:off x="6182656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7" name="11_all_5922">
            <a:extLst>
              <a:ext uri="{FF2B5EF4-FFF2-40B4-BE49-F238E27FC236}">
                <a16:creationId xmlns:a16="http://schemas.microsoft.com/office/drawing/2014/main" id="{C5248394-D3AA-4231-943C-925C115B495B}"/>
              </a:ext>
            </a:extLst>
          </p:cNvPr>
          <p:cNvSpPr>
            <a:spLocks noGrp="1"/>
          </p:cNvSpPr>
          <p:nvPr/>
        </p:nvSpPr>
        <p:spPr>
          <a:xfrm>
            <a:off x="6163259" y="40985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8" name="11_all_5923">
            <a:extLst>
              <a:ext uri="{FF2B5EF4-FFF2-40B4-BE49-F238E27FC236}">
                <a16:creationId xmlns:a16="http://schemas.microsoft.com/office/drawing/2014/main" id="{B19C3002-4912-44E4-A80B-6E8F668D1A7C}"/>
              </a:ext>
            </a:extLst>
          </p:cNvPr>
          <p:cNvSpPr>
            <a:spLocks noGrp="1"/>
          </p:cNvSpPr>
          <p:nvPr/>
        </p:nvSpPr>
        <p:spPr>
          <a:xfrm>
            <a:off x="610310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9" name="11_all_5924">
            <a:extLst>
              <a:ext uri="{FF2B5EF4-FFF2-40B4-BE49-F238E27FC236}">
                <a16:creationId xmlns:a16="http://schemas.microsoft.com/office/drawing/2014/main" id="{3D09AF2D-FA41-43D4-93EF-DAA08E9B5006}"/>
              </a:ext>
            </a:extLst>
          </p:cNvPr>
          <p:cNvSpPr>
            <a:spLocks noGrp="1"/>
          </p:cNvSpPr>
          <p:nvPr/>
        </p:nvSpPr>
        <p:spPr>
          <a:xfrm>
            <a:off x="6085855" y="39985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0" name="11_all_5925">
            <a:extLst>
              <a:ext uri="{FF2B5EF4-FFF2-40B4-BE49-F238E27FC236}">
                <a16:creationId xmlns:a16="http://schemas.microsoft.com/office/drawing/2014/main" id="{4FEE9A40-7BFA-4C71-AEA2-2DE102C03017}"/>
              </a:ext>
            </a:extLst>
          </p:cNvPr>
          <p:cNvSpPr>
            <a:spLocks noGrp="1"/>
          </p:cNvSpPr>
          <p:nvPr/>
        </p:nvSpPr>
        <p:spPr>
          <a:xfrm>
            <a:off x="614708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1" name="11_all_5926">
            <a:extLst>
              <a:ext uri="{FF2B5EF4-FFF2-40B4-BE49-F238E27FC236}">
                <a16:creationId xmlns:a16="http://schemas.microsoft.com/office/drawing/2014/main" id="{EB9F5FE7-A4E4-4D56-B730-B272F8236E85}"/>
              </a:ext>
            </a:extLst>
          </p:cNvPr>
          <p:cNvSpPr>
            <a:spLocks noGrp="1"/>
          </p:cNvSpPr>
          <p:nvPr/>
        </p:nvSpPr>
        <p:spPr>
          <a:xfrm>
            <a:off x="6166094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2" name="11_all_5927">
            <a:extLst>
              <a:ext uri="{FF2B5EF4-FFF2-40B4-BE49-F238E27FC236}">
                <a16:creationId xmlns:a16="http://schemas.microsoft.com/office/drawing/2014/main" id="{C43AAE29-38A9-4C53-80EC-2DEBB0C6D369}"/>
              </a:ext>
            </a:extLst>
          </p:cNvPr>
          <p:cNvSpPr>
            <a:spLocks noGrp="1"/>
          </p:cNvSpPr>
          <p:nvPr/>
        </p:nvSpPr>
        <p:spPr>
          <a:xfrm>
            <a:off x="610633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3" name="11_all_5928">
            <a:extLst>
              <a:ext uri="{FF2B5EF4-FFF2-40B4-BE49-F238E27FC236}">
                <a16:creationId xmlns:a16="http://schemas.microsoft.com/office/drawing/2014/main" id="{2D07BCDB-638E-43F1-939D-8A6C32FD2D69}"/>
              </a:ext>
            </a:extLst>
          </p:cNvPr>
          <p:cNvSpPr>
            <a:spLocks noGrp="1"/>
          </p:cNvSpPr>
          <p:nvPr/>
        </p:nvSpPr>
        <p:spPr>
          <a:xfrm>
            <a:off x="6180869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4" name="11_all_5929">
            <a:extLst>
              <a:ext uri="{FF2B5EF4-FFF2-40B4-BE49-F238E27FC236}">
                <a16:creationId xmlns:a16="http://schemas.microsoft.com/office/drawing/2014/main" id="{0D9AA960-6E44-47E1-9A0C-8B4F3BF37B23}"/>
              </a:ext>
            </a:extLst>
          </p:cNvPr>
          <p:cNvSpPr>
            <a:spLocks noGrp="1"/>
          </p:cNvSpPr>
          <p:nvPr/>
        </p:nvSpPr>
        <p:spPr>
          <a:xfrm>
            <a:off x="6175975" y="47985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5" name="11_all_5930">
            <a:extLst>
              <a:ext uri="{FF2B5EF4-FFF2-40B4-BE49-F238E27FC236}">
                <a16:creationId xmlns:a16="http://schemas.microsoft.com/office/drawing/2014/main" id="{EFF9AFF8-B8C3-4676-98BA-A6B82D323075}"/>
              </a:ext>
            </a:extLst>
          </p:cNvPr>
          <p:cNvSpPr>
            <a:spLocks noGrp="1"/>
          </p:cNvSpPr>
          <p:nvPr/>
        </p:nvSpPr>
        <p:spPr>
          <a:xfrm>
            <a:off x="613471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6" name="11_all_5931">
            <a:extLst>
              <a:ext uri="{FF2B5EF4-FFF2-40B4-BE49-F238E27FC236}">
                <a16:creationId xmlns:a16="http://schemas.microsoft.com/office/drawing/2014/main" id="{AAB64B58-A461-471B-8A5F-B059CAD9AB6A}"/>
              </a:ext>
            </a:extLst>
          </p:cNvPr>
          <p:cNvSpPr>
            <a:spLocks noGrp="1"/>
          </p:cNvSpPr>
          <p:nvPr/>
        </p:nvSpPr>
        <p:spPr>
          <a:xfrm>
            <a:off x="6138742" y="36752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7" name="11_all_5932">
            <a:extLst>
              <a:ext uri="{FF2B5EF4-FFF2-40B4-BE49-F238E27FC236}">
                <a16:creationId xmlns:a16="http://schemas.microsoft.com/office/drawing/2014/main" id="{6648205C-2625-4891-944A-28EFFB8BCBEF}"/>
              </a:ext>
            </a:extLst>
          </p:cNvPr>
          <p:cNvSpPr>
            <a:spLocks noGrp="1"/>
          </p:cNvSpPr>
          <p:nvPr/>
        </p:nvSpPr>
        <p:spPr>
          <a:xfrm>
            <a:off x="6196552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8" name="11_all_5933">
            <a:extLst>
              <a:ext uri="{FF2B5EF4-FFF2-40B4-BE49-F238E27FC236}">
                <a16:creationId xmlns:a16="http://schemas.microsoft.com/office/drawing/2014/main" id="{BC1CC43B-7F09-4457-8D0C-DFD03640E7F9}"/>
              </a:ext>
            </a:extLst>
          </p:cNvPr>
          <p:cNvSpPr>
            <a:spLocks noGrp="1"/>
          </p:cNvSpPr>
          <p:nvPr/>
        </p:nvSpPr>
        <p:spPr>
          <a:xfrm>
            <a:off x="615025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9" name="11_all_5934">
            <a:extLst>
              <a:ext uri="{FF2B5EF4-FFF2-40B4-BE49-F238E27FC236}">
                <a16:creationId xmlns:a16="http://schemas.microsoft.com/office/drawing/2014/main" id="{2B978F0B-0729-477E-B6EE-EF1A003884F5}"/>
              </a:ext>
            </a:extLst>
          </p:cNvPr>
          <p:cNvSpPr>
            <a:spLocks noGrp="1"/>
          </p:cNvSpPr>
          <p:nvPr/>
        </p:nvSpPr>
        <p:spPr>
          <a:xfrm>
            <a:off x="6110518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0" name="11_all_5935">
            <a:extLst>
              <a:ext uri="{FF2B5EF4-FFF2-40B4-BE49-F238E27FC236}">
                <a16:creationId xmlns:a16="http://schemas.microsoft.com/office/drawing/2014/main" id="{7600D9BA-3229-4519-9A19-F865996C55DD}"/>
              </a:ext>
            </a:extLst>
          </p:cNvPr>
          <p:cNvSpPr>
            <a:spLocks noGrp="1"/>
          </p:cNvSpPr>
          <p:nvPr/>
        </p:nvSpPr>
        <p:spPr>
          <a:xfrm>
            <a:off x="620421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1" name="11_all_5936">
            <a:extLst>
              <a:ext uri="{FF2B5EF4-FFF2-40B4-BE49-F238E27FC236}">
                <a16:creationId xmlns:a16="http://schemas.microsoft.com/office/drawing/2014/main" id="{B3D039D7-1AD9-4B75-8974-A3FBF56EA103}"/>
              </a:ext>
            </a:extLst>
          </p:cNvPr>
          <p:cNvSpPr>
            <a:spLocks noGrp="1"/>
          </p:cNvSpPr>
          <p:nvPr/>
        </p:nvSpPr>
        <p:spPr>
          <a:xfrm>
            <a:off x="6183667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2" name="11_all_5937">
            <a:extLst>
              <a:ext uri="{FF2B5EF4-FFF2-40B4-BE49-F238E27FC236}">
                <a16:creationId xmlns:a16="http://schemas.microsoft.com/office/drawing/2014/main" id="{053C2619-B048-45A5-B4F1-DA1E446F6A3A}"/>
              </a:ext>
            </a:extLst>
          </p:cNvPr>
          <p:cNvSpPr>
            <a:spLocks noGrp="1"/>
          </p:cNvSpPr>
          <p:nvPr/>
        </p:nvSpPr>
        <p:spPr>
          <a:xfrm>
            <a:off x="6212104" y="467409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3" name="11_all_5938">
            <a:extLst>
              <a:ext uri="{FF2B5EF4-FFF2-40B4-BE49-F238E27FC236}">
                <a16:creationId xmlns:a16="http://schemas.microsoft.com/office/drawing/2014/main" id="{D3DD09EE-208D-4013-9056-A63FE5B3C5BE}"/>
              </a:ext>
            </a:extLst>
          </p:cNvPr>
          <p:cNvSpPr>
            <a:spLocks noGrp="1"/>
          </p:cNvSpPr>
          <p:nvPr/>
        </p:nvSpPr>
        <p:spPr>
          <a:xfrm>
            <a:off x="6108265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4" name="11_all_5939">
            <a:extLst>
              <a:ext uri="{FF2B5EF4-FFF2-40B4-BE49-F238E27FC236}">
                <a16:creationId xmlns:a16="http://schemas.microsoft.com/office/drawing/2014/main" id="{74990241-05BF-4509-AF9D-A2DC563E4B95}"/>
              </a:ext>
            </a:extLst>
          </p:cNvPr>
          <p:cNvSpPr>
            <a:spLocks noGrp="1"/>
          </p:cNvSpPr>
          <p:nvPr/>
        </p:nvSpPr>
        <p:spPr>
          <a:xfrm>
            <a:off x="6143339" y="293177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5" name="11_all_5940">
            <a:extLst>
              <a:ext uri="{FF2B5EF4-FFF2-40B4-BE49-F238E27FC236}">
                <a16:creationId xmlns:a16="http://schemas.microsoft.com/office/drawing/2014/main" id="{744429E5-BAE3-4378-836F-6ECB343B62CC}"/>
              </a:ext>
            </a:extLst>
          </p:cNvPr>
          <p:cNvSpPr>
            <a:spLocks noGrp="1"/>
          </p:cNvSpPr>
          <p:nvPr/>
        </p:nvSpPr>
        <p:spPr>
          <a:xfrm>
            <a:off x="6212094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6" name="11_all_5941">
            <a:extLst>
              <a:ext uri="{FF2B5EF4-FFF2-40B4-BE49-F238E27FC236}">
                <a16:creationId xmlns:a16="http://schemas.microsoft.com/office/drawing/2014/main" id="{1EEDB6FD-0169-49BB-9599-8D00CDA1F0F0}"/>
              </a:ext>
            </a:extLst>
          </p:cNvPr>
          <p:cNvSpPr>
            <a:spLocks noGrp="1"/>
          </p:cNvSpPr>
          <p:nvPr/>
        </p:nvSpPr>
        <p:spPr>
          <a:xfrm>
            <a:off x="6131750" y="355403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7" name="11_all_5942">
            <a:extLst>
              <a:ext uri="{FF2B5EF4-FFF2-40B4-BE49-F238E27FC236}">
                <a16:creationId xmlns:a16="http://schemas.microsoft.com/office/drawing/2014/main" id="{F5A2028C-4C90-486C-993E-293F97AEFEFB}"/>
              </a:ext>
            </a:extLst>
          </p:cNvPr>
          <p:cNvSpPr>
            <a:spLocks noGrp="1"/>
          </p:cNvSpPr>
          <p:nvPr/>
        </p:nvSpPr>
        <p:spPr>
          <a:xfrm>
            <a:off x="6145268" y="3865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8" name="11_all_5943">
            <a:extLst>
              <a:ext uri="{FF2B5EF4-FFF2-40B4-BE49-F238E27FC236}">
                <a16:creationId xmlns:a16="http://schemas.microsoft.com/office/drawing/2014/main" id="{F592006A-84C5-47DF-96BC-7E7A83D0E4B5}"/>
              </a:ext>
            </a:extLst>
          </p:cNvPr>
          <p:cNvSpPr>
            <a:spLocks noGrp="1"/>
          </p:cNvSpPr>
          <p:nvPr/>
        </p:nvSpPr>
        <p:spPr>
          <a:xfrm>
            <a:off x="6102973" y="473187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9" name="11_all_5944">
            <a:extLst>
              <a:ext uri="{FF2B5EF4-FFF2-40B4-BE49-F238E27FC236}">
                <a16:creationId xmlns:a16="http://schemas.microsoft.com/office/drawing/2014/main" id="{A8B47433-0F1F-4F8B-9EF0-16733C77AA96}"/>
              </a:ext>
            </a:extLst>
          </p:cNvPr>
          <p:cNvSpPr>
            <a:spLocks noGrp="1"/>
          </p:cNvSpPr>
          <p:nvPr/>
        </p:nvSpPr>
        <p:spPr>
          <a:xfrm>
            <a:off x="3786750" y="2852640"/>
            <a:ext cx="191" cy="2053440"/>
          </a:xfrm>
          <a:custGeom>
            <a:avLst/>
            <a:gdLst/>
            <a:ahLst/>
            <a:cxnLst/>
            <a:rect l="0" t="0" r="0" b="0"/>
            <a:pathLst>
              <a:path w="191" h="2053440">
                <a:moveTo>
                  <a:pt x="0" y="2053440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500" name="11_all_5945">
            <a:extLst>
              <a:ext uri="{FF2B5EF4-FFF2-40B4-BE49-F238E27FC236}">
                <a16:creationId xmlns:a16="http://schemas.microsoft.com/office/drawing/2014/main" id="{E0066D84-26FF-467D-8922-035AC0E6D57D}"/>
              </a:ext>
            </a:extLst>
          </p:cNvPr>
          <p:cNvSpPr>
            <a:spLocks noGrp="1"/>
          </p:cNvSpPr>
          <p:nvPr/>
        </p:nvSpPr>
        <p:spPr>
          <a:xfrm>
            <a:off x="3786750" y="490608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501" name="text_5946">
            <a:extLst>
              <a:ext uri="{FF2B5EF4-FFF2-40B4-BE49-F238E27FC236}">
                <a16:creationId xmlns:a16="http://schemas.microsoft.com/office/drawing/2014/main" id="{55B99E6E-BA02-4D74-B2F5-080470ED6C2F}"/>
              </a:ext>
            </a:extLst>
          </p:cNvPr>
          <p:cNvSpPr>
            <a:spLocks noGrp="1"/>
          </p:cNvSpPr>
          <p:nvPr/>
        </p:nvSpPr>
        <p:spPr>
          <a:xfrm>
            <a:off x="3432375" y="2576267"/>
            <a:ext cx="90297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1502" name="text_5947">
            <a:extLst>
              <a:ext uri="{FF2B5EF4-FFF2-40B4-BE49-F238E27FC236}">
                <a16:creationId xmlns:a16="http://schemas.microsoft.com/office/drawing/2014/main" id="{B7186EBE-35F9-45A8-A7C5-4D5093910EE0}"/>
              </a:ext>
            </a:extLst>
          </p:cNvPr>
          <p:cNvSpPr>
            <a:spLocks noGrp="1"/>
          </p:cNvSpPr>
          <p:nvPr/>
        </p:nvSpPr>
        <p:spPr>
          <a:xfrm>
            <a:off x="3786750" y="2653059"/>
            <a:ext cx="222663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CA2</a:t>
            </a:r>
          </a:p>
        </p:txBody>
      </p:sp>
      <p:sp>
        <p:nvSpPr>
          <p:cNvPr id="1503" name="11_all_5948">
            <a:extLst>
              <a:ext uri="{FF2B5EF4-FFF2-40B4-BE49-F238E27FC236}">
                <a16:creationId xmlns:a16="http://schemas.microsoft.com/office/drawing/2014/main" id="{FA0241C0-653C-4355-8355-B09E62F27F09}"/>
              </a:ext>
            </a:extLst>
          </p:cNvPr>
          <p:cNvSpPr>
            <a:spLocks noGrp="1"/>
          </p:cNvSpPr>
          <p:nvPr/>
        </p:nvSpPr>
        <p:spPr>
          <a:xfrm>
            <a:off x="3810188" y="3715451"/>
            <a:ext cx="2343750" cy="1097291"/>
          </a:xfrm>
          <a:custGeom>
            <a:avLst/>
            <a:gdLst/>
            <a:ahLst/>
            <a:cxnLst/>
            <a:rect l="0" t="0" r="0" b="0"/>
            <a:pathLst>
              <a:path w="2343750" h="1097291">
                <a:moveTo>
                  <a:pt x="0" y="1097291"/>
                </a:moveTo>
                <a:lnTo>
                  <a:pt x="21701" y="1095927"/>
                </a:lnTo>
                <a:lnTo>
                  <a:pt x="22079" y="1095572"/>
                </a:lnTo>
                <a:lnTo>
                  <a:pt x="30048" y="1094357"/>
                </a:lnTo>
                <a:lnTo>
                  <a:pt x="30571" y="1092551"/>
                </a:lnTo>
                <a:lnTo>
                  <a:pt x="38422" y="1091243"/>
                </a:lnTo>
                <a:lnTo>
                  <a:pt x="39062" y="1089833"/>
                </a:lnTo>
                <a:lnTo>
                  <a:pt x="43403" y="1089060"/>
                </a:lnTo>
                <a:lnTo>
                  <a:pt x="44158" y="1086964"/>
                </a:lnTo>
                <a:lnTo>
                  <a:pt x="49253" y="1085570"/>
                </a:lnTo>
                <a:lnTo>
                  <a:pt x="50080" y="1085414"/>
                </a:lnTo>
                <a:lnTo>
                  <a:pt x="52083" y="1085175"/>
                </a:lnTo>
                <a:lnTo>
                  <a:pt x="52649" y="1083936"/>
                </a:lnTo>
                <a:lnTo>
                  <a:pt x="55804" y="1083913"/>
                </a:lnTo>
                <a:lnTo>
                  <a:pt x="56612" y="1080387"/>
                </a:lnTo>
                <a:lnTo>
                  <a:pt x="60096" y="1080296"/>
                </a:lnTo>
                <a:lnTo>
                  <a:pt x="61141" y="1078892"/>
                </a:lnTo>
                <a:lnTo>
                  <a:pt x="65104" y="1078698"/>
                </a:lnTo>
                <a:lnTo>
                  <a:pt x="66236" y="1071694"/>
                </a:lnTo>
                <a:lnTo>
                  <a:pt x="74405" y="1070454"/>
                </a:lnTo>
                <a:lnTo>
                  <a:pt x="74728" y="1069934"/>
                </a:lnTo>
                <a:lnTo>
                  <a:pt x="78125" y="1069741"/>
                </a:lnTo>
                <a:lnTo>
                  <a:pt x="79257" y="1067481"/>
                </a:lnTo>
                <a:lnTo>
                  <a:pt x="83705" y="1066416"/>
                </a:lnTo>
                <a:lnTo>
                  <a:pt x="84918" y="1065976"/>
                </a:lnTo>
                <a:lnTo>
                  <a:pt x="86806" y="1065953"/>
                </a:lnTo>
                <a:lnTo>
                  <a:pt x="86806" y="1061608"/>
                </a:lnTo>
                <a:lnTo>
                  <a:pt x="97656" y="1060374"/>
                </a:lnTo>
                <a:lnTo>
                  <a:pt x="98505" y="1050094"/>
                </a:lnTo>
                <a:lnTo>
                  <a:pt x="105299" y="1048695"/>
                </a:lnTo>
                <a:lnTo>
                  <a:pt x="105299" y="1048672"/>
                </a:lnTo>
                <a:lnTo>
                  <a:pt x="111607" y="1047821"/>
                </a:lnTo>
                <a:lnTo>
                  <a:pt x="112092" y="1038690"/>
                </a:lnTo>
                <a:lnTo>
                  <a:pt x="117187" y="1038278"/>
                </a:lnTo>
                <a:lnTo>
                  <a:pt x="118371" y="1036472"/>
                </a:lnTo>
                <a:lnTo>
                  <a:pt x="120192" y="1036472"/>
                </a:lnTo>
                <a:lnTo>
                  <a:pt x="120584" y="1034711"/>
                </a:lnTo>
                <a:lnTo>
                  <a:pt x="130208" y="1033682"/>
                </a:lnTo>
                <a:lnTo>
                  <a:pt x="130774" y="1008583"/>
                </a:lnTo>
                <a:lnTo>
                  <a:pt x="142045" y="1007446"/>
                </a:lnTo>
                <a:lnTo>
                  <a:pt x="143229" y="1006257"/>
                </a:lnTo>
                <a:lnTo>
                  <a:pt x="148810" y="1005341"/>
                </a:lnTo>
                <a:lnTo>
                  <a:pt x="149457" y="1004821"/>
                </a:lnTo>
                <a:lnTo>
                  <a:pt x="153689" y="1003439"/>
                </a:lnTo>
                <a:lnTo>
                  <a:pt x="154552" y="1003245"/>
                </a:lnTo>
                <a:lnTo>
                  <a:pt x="156250" y="1003200"/>
                </a:lnTo>
                <a:lnTo>
                  <a:pt x="156250" y="994661"/>
                </a:lnTo>
                <a:lnTo>
                  <a:pt x="164474" y="993620"/>
                </a:lnTo>
                <a:lnTo>
                  <a:pt x="165720" y="993003"/>
                </a:lnTo>
                <a:lnTo>
                  <a:pt x="167411" y="992832"/>
                </a:lnTo>
                <a:lnTo>
                  <a:pt x="168139" y="989830"/>
                </a:lnTo>
                <a:lnTo>
                  <a:pt x="173611" y="989477"/>
                </a:lnTo>
                <a:lnTo>
                  <a:pt x="173611" y="986001"/>
                </a:lnTo>
                <a:lnTo>
                  <a:pt x="180288" y="985775"/>
                </a:lnTo>
                <a:lnTo>
                  <a:pt x="180288" y="984438"/>
                </a:lnTo>
                <a:lnTo>
                  <a:pt x="195312" y="983430"/>
                </a:lnTo>
                <a:lnTo>
                  <a:pt x="196158" y="934076"/>
                </a:lnTo>
                <a:lnTo>
                  <a:pt x="208333" y="933213"/>
                </a:lnTo>
                <a:lnTo>
                  <a:pt x="209686" y="932298"/>
                </a:lnTo>
                <a:lnTo>
                  <a:pt x="210337" y="932298"/>
                </a:lnTo>
                <a:lnTo>
                  <a:pt x="210337" y="930560"/>
                </a:lnTo>
                <a:lnTo>
                  <a:pt x="215693" y="929162"/>
                </a:lnTo>
                <a:lnTo>
                  <a:pt x="217014" y="927935"/>
                </a:lnTo>
                <a:lnTo>
                  <a:pt x="223214" y="927403"/>
                </a:lnTo>
                <a:lnTo>
                  <a:pt x="224185" y="918272"/>
                </a:lnTo>
                <a:lnTo>
                  <a:pt x="234375" y="917500"/>
                </a:lnTo>
                <a:lnTo>
                  <a:pt x="235215" y="916148"/>
                </a:lnTo>
                <a:lnTo>
                  <a:pt x="240385" y="916035"/>
                </a:lnTo>
                <a:lnTo>
                  <a:pt x="241168" y="914274"/>
                </a:lnTo>
                <a:lnTo>
                  <a:pt x="244141" y="913847"/>
                </a:lnTo>
                <a:lnTo>
                  <a:pt x="244565" y="911869"/>
                </a:lnTo>
                <a:lnTo>
                  <a:pt x="260417" y="910718"/>
                </a:lnTo>
                <a:lnTo>
                  <a:pt x="261549" y="857161"/>
                </a:lnTo>
                <a:lnTo>
                  <a:pt x="270433" y="856531"/>
                </a:lnTo>
                <a:lnTo>
                  <a:pt x="271739" y="855127"/>
                </a:lnTo>
                <a:lnTo>
                  <a:pt x="277327" y="853730"/>
                </a:lnTo>
                <a:lnTo>
                  <a:pt x="277327" y="853685"/>
                </a:lnTo>
                <a:lnTo>
                  <a:pt x="279018" y="853685"/>
                </a:lnTo>
                <a:lnTo>
                  <a:pt x="280231" y="852172"/>
                </a:lnTo>
                <a:lnTo>
                  <a:pt x="292969" y="851024"/>
                </a:lnTo>
                <a:lnTo>
                  <a:pt x="294237" y="841284"/>
                </a:lnTo>
                <a:lnTo>
                  <a:pt x="300481" y="840163"/>
                </a:lnTo>
                <a:lnTo>
                  <a:pt x="300481" y="838826"/>
                </a:lnTo>
                <a:lnTo>
                  <a:pt x="307405" y="837426"/>
                </a:lnTo>
                <a:lnTo>
                  <a:pt x="307765" y="837358"/>
                </a:lnTo>
                <a:lnTo>
                  <a:pt x="312500" y="837045"/>
                </a:lnTo>
                <a:lnTo>
                  <a:pt x="312500" y="824878"/>
                </a:lnTo>
                <a:lnTo>
                  <a:pt x="325521" y="824090"/>
                </a:lnTo>
                <a:lnTo>
                  <a:pt x="326087" y="817984"/>
                </a:lnTo>
                <a:lnTo>
                  <a:pt x="330529" y="817216"/>
                </a:lnTo>
                <a:lnTo>
                  <a:pt x="331439" y="815834"/>
                </a:lnTo>
                <a:lnTo>
                  <a:pt x="334821" y="815811"/>
                </a:lnTo>
                <a:lnTo>
                  <a:pt x="334821" y="810845"/>
                </a:lnTo>
                <a:lnTo>
                  <a:pt x="347222" y="810296"/>
                </a:lnTo>
                <a:lnTo>
                  <a:pt x="347222" y="806820"/>
                </a:lnTo>
                <a:lnTo>
                  <a:pt x="351562" y="806175"/>
                </a:lnTo>
                <a:lnTo>
                  <a:pt x="352823" y="804779"/>
                </a:lnTo>
                <a:lnTo>
                  <a:pt x="358356" y="803373"/>
                </a:lnTo>
                <a:lnTo>
                  <a:pt x="358356" y="803351"/>
                </a:lnTo>
                <a:lnTo>
                  <a:pt x="362319" y="801991"/>
                </a:lnTo>
                <a:lnTo>
                  <a:pt x="362319" y="801840"/>
                </a:lnTo>
                <a:lnTo>
                  <a:pt x="372024" y="800802"/>
                </a:lnTo>
                <a:lnTo>
                  <a:pt x="372024" y="800306"/>
                </a:lnTo>
                <a:lnTo>
                  <a:pt x="390625" y="799104"/>
                </a:lnTo>
                <a:lnTo>
                  <a:pt x="390625" y="630117"/>
                </a:lnTo>
                <a:lnTo>
                  <a:pt x="409226" y="629133"/>
                </a:lnTo>
                <a:lnTo>
                  <a:pt x="409307" y="628568"/>
                </a:lnTo>
                <a:lnTo>
                  <a:pt x="420673" y="627307"/>
                </a:lnTo>
                <a:lnTo>
                  <a:pt x="421196" y="625145"/>
                </a:lnTo>
                <a:lnTo>
                  <a:pt x="426291" y="623739"/>
                </a:lnTo>
                <a:lnTo>
                  <a:pt x="426291" y="623717"/>
                </a:lnTo>
                <a:lnTo>
                  <a:pt x="431034" y="622366"/>
                </a:lnTo>
                <a:lnTo>
                  <a:pt x="431034" y="622007"/>
                </a:lnTo>
                <a:lnTo>
                  <a:pt x="434028" y="621984"/>
                </a:lnTo>
                <a:lnTo>
                  <a:pt x="434028" y="617928"/>
                </a:lnTo>
                <a:lnTo>
                  <a:pt x="446429" y="616699"/>
                </a:lnTo>
                <a:lnTo>
                  <a:pt x="446671" y="613201"/>
                </a:lnTo>
                <a:lnTo>
                  <a:pt x="455729" y="612017"/>
                </a:lnTo>
                <a:lnTo>
                  <a:pt x="456861" y="607169"/>
                </a:lnTo>
                <a:lnTo>
                  <a:pt x="468750" y="606337"/>
                </a:lnTo>
                <a:lnTo>
                  <a:pt x="468750" y="600080"/>
                </a:lnTo>
                <a:lnTo>
                  <a:pt x="477431" y="599811"/>
                </a:lnTo>
                <a:lnTo>
                  <a:pt x="477431" y="598652"/>
                </a:lnTo>
                <a:lnTo>
                  <a:pt x="488281" y="597334"/>
                </a:lnTo>
                <a:lnTo>
                  <a:pt x="488281" y="592119"/>
                </a:lnTo>
                <a:lnTo>
                  <a:pt x="497159" y="591676"/>
                </a:lnTo>
                <a:lnTo>
                  <a:pt x="498188" y="590532"/>
                </a:lnTo>
                <a:lnTo>
                  <a:pt x="507812" y="589428"/>
                </a:lnTo>
                <a:lnTo>
                  <a:pt x="507812" y="588732"/>
                </a:lnTo>
                <a:lnTo>
                  <a:pt x="514069" y="587346"/>
                </a:lnTo>
                <a:lnTo>
                  <a:pt x="514606" y="587279"/>
                </a:lnTo>
                <a:lnTo>
                  <a:pt x="520833" y="587233"/>
                </a:lnTo>
                <a:lnTo>
                  <a:pt x="520833" y="524308"/>
                </a:lnTo>
                <a:lnTo>
                  <a:pt x="540865" y="523623"/>
                </a:lnTo>
                <a:lnTo>
                  <a:pt x="541780" y="522664"/>
                </a:lnTo>
                <a:lnTo>
                  <a:pt x="558036" y="522070"/>
                </a:lnTo>
                <a:lnTo>
                  <a:pt x="558036" y="516313"/>
                </a:lnTo>
                <a:lnTo>
                  <a:pt x="564236" y="515938"/>
                </a:lnTo>
                <a:lnTo>
                  <a:pt x="564236" y="514779"/>
                </a:lnTo>
                <a:lnTo>
                  <a:pt x="570913" y="513635"/>
                </a:lnTo>
                <a:lnTo>
                  <a:pt x="571564" y="513055"/>
                </a:lnTo>
                <a:lnTo>
                  <a:pt x="585937" y="512432"/>
                </a:lnTo>
                <a:lnTo>
                  <a:pt x="585937" y="492681"/>
                </a:lnTo>
                <a:lnTo>
                  <a:pt x="604839" y="491296"/>
                </a:lnTo>
                <a:lnTo>
                  <a:pt x="604839" y="491184"/>
                </a:lnTo>
                <a:lnTo>
                  <a:pt x="611979" y="489846"/>
                </a:lnTo>
                <a:lnTo>
                  <a:pt x="612148" y="489627"/>
                </a:lnTo>
                <a:lnTo>
                  <a:pt x="613839" y="489627"/>
                </a:lnTo>
                <a:lnTo>
                  <a:pt x="613839" y="488137"/>
                </a:lnTo>
                <a:lnTo>
                  <a:pt x="625000" y="487868"/>
                </a:lnTo>
                <a:lnTo>
                  <a:pt x="625000" y="481935"/>
                </a:lnTo>
                <a:lnTo>
                  <a:pt x="639205" y="480729"/>
                </a:lnTo>
                <a:lnTo>
                  <a:pt x="639205" y="479781"/>
                </a:lnTo>
                <a:lnTo>
                  <a:pt x="651042" y="479467"/>
                </a:lnTo>
                <a:lnTo>
                  <a:pt x="651042" y="463980"/>
                </a:lnTo>
                <a:lnTo>
                  <a:pt x="664063" y="462818"/>
                </a:lnTo>
                <a:lnTo>
                  <a:pt x="664063" y="462122"/>
                </a:lnTo>
                <a:lnTo>
                  <a:pt x="669643" y="462055"/>
                </a:lnTo>
                <a:lnTo>
                  <a:pt x="669643" y="460565"/>
                </a:lnTo>
                <a:lnTo>
                  <a:pt x="683594" y="460078"/>
                </a:lnTo>
                <a:lnTo>
                  <a:pt x="683594" y="458775"/>
                </a:lnTo>
                <a:lnTo>
                  <a:pt x="710227" y="457569"/>
                </a:lnTo>
                <a:lnTo>
                  <a:pt x="711138" y="456442"/>
                </a:lnTo>
                <a:lnTo>
                  <a:pt x="716146" y="456442"/>
                </a:lnTo>
                <a:lnTo>
                  <a:pt x="716991" y="452747"/>
                </a:lnTo>
                <a:lnTo>
                  <a:pt x="727137" y="451377"/>
                </a:lnTo>
                <a:lnTo>
                  <a:pt x="727137" y="451332"/>
                </a:lnTo>
                <a:lnTo>
                  <a:pt x="737847" y="450934"/>
                </a:lnTo>
                <a:lnTo>
                  <a:pt x="737847" y="449775"/>
                </a:lnTo>
                <a:lnTo>
                  <a:pt x="781250" y="448523"/>
                </a:lnTo>
                <a:lnTo>
                  <a:pt x="781250" y="142682"/>
                </a:lnTo>
                <a:lnTo>
                  <a:pt x="830078" y="141919"/>
                </a:lnTo>
                <a:lnTo>
                  <a:pt x="830078" y="141267"/>
                </a:lnTo>
                <a:lnTo>
                  <a:pt x="852273" y="140353"/>
                </a:lnTo>
                <a:lnTo>
                  <a:pt x="852273" y="139405"/>
                </a:lnTo>
                <a:lnTo>
                  <a:pt x="911458" y="138753"/>
                </a:lnTo>
                <a:lnTo>
                  <a:pt x="911458" y="128151"/>
                </a:lnTo>
                <a:lnTo>
                  <a:pt x="937500" y="127325"/>
                </a:lnTo>
                <a:lnTo>
                  <a:pt x="937500" y="122980"/>
                </a:lnTo>
                <a:lnTo>
                  <a:pt x="976562" y="122806"/>
                </a:lnTo>
                <a:lnTo>
                  <a:pt x="976562" y="112594"/>
                </a:lnTo>
                <a:lnTo>
                  <a:pt x="1041667" y="111421"/>
                </a:lnTo>
                <a:lnTo>
                  <a:pt x="1041667" y="98211"/>
                </a:lnTo>
                <a:lnTo>
                  <a:pt x="1074219" y="98211"/>
                </a:lnTo>
                <a:lnTo>
                  <a:pt x="1074219" y="96256"/>
                </a:lnTo>
                <a:lnTo>
                  <a:pt x="1116071" y="95213"/>
                </a:lnTo>
                <a:lnTo>
                  <a:pt x="1116071" y="93723"/>
                </a:lnTo>
                <a:lnTo>
                  <a:pt x="1171875" y="92897"/>
                </a:lnTo>
                <a:lnTo>
                  <a:pt x="1171875" y="57266"/>
                </a:lnTo>
                <a:lnTo>
                  <a:pt x="1227679" y="57092"/>
                </a:lnTo>
                <a:lnTo>
                  <a:pt x="1227679" y="54112"/>
                </a:lnTo>
                <a:lnTo>
                  <a:pt x="1367187" y="53417"/>
                </a:lnTo>
                <a:lnTo>
                  <a:pt x="1367187" y="49941"/>
                </a:lnTo>
                <a:lnTo>
                  <a:pt x="1432292" y="49767"/>
                </a:lnTo>
                <a:lnTo>
                  <a:pt x="1432292" y="48029"/>
                </a:lnTo>
                <a:lnTo>
                  <a:pt x="1562500" y="47681"/>
                </a:lnTo>
                <a:lnTo>
                  <a:pt x="1562500" y="25085"/>
                </a:lnTo>
                <a:lnTo>
                  <a:pt x="1674107" y="24737"/>
                </a:lnTo>
                <a:lnTo>
                  <a:pt x="1674107" y="23248"/>
                </a:lnTo>
                <a:lnTo>
                  <a:pt x="1692708" y="23248"/>
                </a:lnTo>
                <a:lnTo>
                  <a:pt x="1692708" y="21510"/>
                </a:lnTo>
                <a:lnTo>
                  <a:pt x="1757812" y="21510"/>
                </a:lnTo>
                <a:lnTo>
                  <a:pt x="1757812" y="18902"/>
                </a:lnTo>
                <a:lnTo>
                  <a:pt x="2343750" y="1825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1504" name="11_all_5949">
            <a:extLst>
              <a:ext uri="{FF2B5EF4-FFF2-40B4-BE49-F238E27FC236}">
                <a16:creationId xmlns:a16="http://schemas.microsoft.com/office/drawing/2014/main" id="{E8471CB9-2C26-4DFF-A202-E39126A06C2E}"/>
              </a:ext>
            </a:extLst>
          </p:cNvPr>
          <p:cNvSpPr>
            <a:spLocks noGrp="1"/>
          </p:cNvSpPr>
          <p:nvPr/>
        </p:nvSpPr>
        <p:spPr>
          <a:xfrm>
            <a:off x="3810188" y="3689451"/>
            <a:ext cx="2343750" cy="1123291"/>
          </a:xfrm>
          <a:custGeom>
            <a:avLst/>
            <a:gdLst/>
            <a:ahLst/>
            <a:cxnLst/>
            <a:rect l="0" t="0" r="0" b="0"/>
            <a:pathLst>
              <a:path w="2343750" h="1123291">
                <a:moveTo>
                  <a:pt x="0" y="1123291"/>
                </a:moveTo>
                <a:lnTo>
                  <a:pt x="260417" y="1123291"/>
                </a:lnTo>
                <a:lnTo>
                  <a:pt x="260417" y="982782"/>
                </a:lnTo>
                <a:lnTo>
                  <a:pt x="261549" y="982782"/>
                </a:lnTo>
                <a:lnTo>
                  <a:pt x="268817" y="982782"/>
                </a:lnTo>
                <a:lnTo>
                  <a:pt x="268817" y="979693"/>
                </a:lnTo>
                <a:lnTo>
                  <a:pt x="270041" y="979693"/>
                </a:lnTo>
                <a:lnTo>
                  <a:pt x="312500" y="979693"/>
                </a:lnTo>
                <a:lnTo>
                  <a:pt x="312500" y="889945"/>
                </a:lnTo>
                <a:lnTo>
                  <a:pt x="390625" y="889945"/>
                </a:lnTo>
                <a:lnTo>
                  <a:pt x="390625" y="656600"/>
                </a:lnTo>
                <a:lnTo>
                  <a:pt x="420673" y="656600"/>
                </a:lnTo>
                <a:lnTo>
                  <a:pt x="420673" y="636309"/>
                </a:lnTo>
                <a:lnTo>
                  <a:pt x="421196" y="636309"/>
                </a:lnTo>
                <a:lnTo>
                  <a:pt x="430254" y="636309"/>
                </a:lnTo>
                <a:lnTo>
                  <a:pt x="430689" y="625487"/>
                </a:lnTo>
                <a:lnTo>
                  <a:pt x="431034" y="625487"/>
                </a:lnTo>
                <a:lnTo>
                  <a:pt x="434028" y="625487"/>
                </a:lnTo>
                <a:lnTo>
                  <a:pt x="434028" y="620700"/>
                </a:lnTo>
                <a:lnTo>
                  <a:pt x="450721" y="620700"/>
                </a:lnTo>
                <a:lnTo>
                  <a:pt x="450721" y="604745"/>
                </a:lnTo>
                <a:lnTo>
                  <a:pt x="451766" y="604745"/>
                </a:lnTo>
                <a:lnTo>
                  <a:pt x="455729" y="604745"/>
                </a:lnTo>
                <a:lnTo>
                  <a:pt x="455729" y="582200"/>
                </a:lnTo>
                <a:lnTo>
                  <a:pt x="456861" y="582200"/>
                </a:lnTo>
                <a:lnTo>
                  <a:pt x="488281" y="582200"/>
                </a:lnTo>
                <a:lnTo>
                  <a:pt x="488281" y="548902"/>
                </a:lnTo>
                <a:lnTo>
                  <a:pt x="520833" y="548902"/>
                </a:lnTo>
                <a:lnTo>
                  <a:pt x="520833" y="501036"/>
                </a:lnTo>
                <a:lnTo>
                  <a:pt x="651042" y="501036"/>
                </a:lnTo>
                <a:lnTo>
                  <a:pt x="651042" y="477103"/>
                </a:lnTo>
                <a:lnTo>
                  <a:pt x="683594" y="477103"/>
                </a:lnTo>
                <a:lnTo>
                  <a:pt x="683594" y="473982"/>
                </a:lnTo>
                <a:lnTo>
                  <a:pt x="781250" y="473982"/>
                </a:lnTo>
                <a:lnTo>
                  <a:pt x="781250" y="189909"/>
                </a:lnTo>
                <a:lnTo>
                  <a:pt x="1227679" y="189909"/>
                </a:lnTo>
                <a:lnTo>
                  <a:pt x="1227679" y="140783"/>
                </a:lnTo>
                <a:lnTo>
                  <a:pt x="1367187" y="140783"/>
                </a:lnTo>
                <a:lnTo>
                  <a:pt x="1367187" y="96571"/>
                </a:lnTo>
                <a:lnTo>
                  <a:pt x="1432292" y="96571"/>
                </a:lnTo>
                <a:lnTo>
                  <a:pt x="1432292" y="93352"/>
                </a:lnTo>
                <a:lnTo>
                  <a:pt x="1562500" y="93352"/>
                </a:lnTo>
                <a:lnTo>
                  <a:pt x="1562500" y="56569"/>
                </a:lnTo>
                <a:lnTo>
                  <a:pt x="1757812" y="56569"/>
                </a:lnTo>
                <a:lnTo>
                  <a:pt x="1757812" y="47872"/>
                </a:lnTo>
                <a:lnTo>
                  <a:pt x="2343750" y="47872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1505" name="11_all_5950">
            <a:extLst>
              <a:ext uri="{FF2B5EF4-FFF2-40B4-BE49-F238E27FC236}">
                <a16:creationId xmlns:a16="http://schemas.microsoft.com/office/drawing/2014/main" id="{54FEB5B3-3B7F-49BA-B885-B86E448979C8}"/>
              </a:ext>
            </a:extLst>
          </p:cNvPr>
          <p:cNvSpPr>
            <a:spLocks noGrp="1"/>
          </p:cNvSpPr>
          <p:nvPr/>
        </p:nvSpPr>
        <p:spPr>
          <a:xfrm>
            <a:off x="4179223" y="432397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506" name="11_all_5951">
            <a:extLst>
              <a:ext uri="{FF2B5EF4-FFF2-40B4-BE49-F238E27FC236}">
                <a16:creationId xmlns:a16="http://schemas.microsoft.com/office/drawing/2014/main" id="{8312321C-2B2B-469F-A3B0-BE0E0F6C4179}"/>
              </a:ext>
            </a:extLst>
          </p:cNvPr>
          <p:cNvSpPr>
            <a:spLocks noGrp="1"/>
          </p:cNvSpPr>
          <p:nvPr/>
        </p:nvSpPr>
        <p:spPr>
          <a:xfrm>
            <a:off x="4569848" y="3836542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507" name="11_all_5952">
            <a:extLst>
              <a:ext uri="{FF2B5EF4-FFF2-40B4-BE49-F238E27FC236}">
                <a16:creationId xmlns:a16="http://schemas.microsoft.com/office/drawing/2014/main" id="{1A10AEFC-FCBC-4AD6-A93D-7E18FBB6F912}"/>
              </a:ext>
            </a:extLst>
          </p:cNvPr>
          <p:cNvSpPr>
            <a:spLocks noGrp="1"/>
          </p:cNvSpPr>
          <p:nvPr/>
        </p:nvSpPr>
        <p:spPr>
          <a:xfrm>
            <a:off x="5351098" y="371894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508" name="11_all_5953">
            <a:extLst>
              <a:ext uri="{FF2B5EF4-FFF2-40B4-BE49-F238E27FC236}">
                <a16:creationId xmlns:a16="http://schemas.microsoft.com/office/drawing/2014/main" id="{8DCB5AA8-E008-4939-B5F7-7F0C805D9437}"/>
              </a:ext>
            </a:extLst>
          </p:cNvPr>
          <p:cNvSpPr>
            <a:spLocks noGrp="1"/>
          </p:cNvSpPr>
          <p:nvPr/>
        </p:nvSpPr>
        <p:spPr>
          <a:xfrm>
            <a:off x="6132348" y="3693861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509" name="11_all_5954">
            <a:extLst>
              <a:ext uri="{FF2B5EF4-FFF2-40B4-BE49-F238E27FC236}">
                <a16:creationId xmlns:a16="http://schemas.microsoft.com/office/drawing/2014/main" id="{77E9DDA4-98F0-47DE-A33F-D6E1827C15F5}"/>
              </a:ext>
            </a:extLst>
          </p:cNvPr>
          <p:cNvSpPr>
            <a:spLocks noGrp="1"/>
          </p:cNvSpPr>
          <p:nvPr/>
        </p:nvSpPr>
        <p:spPr>
          <a:xfrm>
            <a:off x="4164891" y="4310130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510" name="11_all_5955">
            <a:extLst>
              <a:ext uri="{FF2B5EF4-FFF2-40B4-BE49-F238E27FC236}">
                <a16:creationId xmlns:a16="http://schemas.microsoft.com/office/drawing/2014/main" id="{2C2C71D0-48FB-465D-BD7B-82B2D2193864}"/>
              </a:ext>
            </a:extLst>
          </p:cNvPr>
          <p:cNvSpPr>
            <a:spLocks noGrp="1"/>
          </p:cNvSpPr>
          <p:nvPr/>
        </p:nvSpPr>
        <p:spPr>
          <a:xfrm>
            <a:off x="4555516" y="384343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511" name="11_all_5956">
            <a:extLst>
              <a:ext uri="{FF2B5EF4-FFF2-40B4-BE49-F238E27FC236}">
                <a16:creationId xmlns:a16="http://schemas.microsoft.com/office/drawing/2014/main" id="{81E63DF6-33DE-4305-A656-5387B8E2A362}"/>
              </a:ext>
            </a:extLst>
          </p:cNvPr>
          <p:cNvSpPr>
            <a:spLocks noGrp="1"/>
          </p:cNvSpPr>
          <p:nvPr/>
        </p:nvSpPr>
        <p:spPr>
          <a:xfrm>
            <a:off x="5336766" y="371009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512" name="11_all_5957">
            <a:extLst>
              <a:ext uri="{FF2B5EF4-FFF2-40B4-BE49-F238E27FC236}">
                <a16:creationId xmlns:a16="http://schemas.microsoft.com/office/drawing/2014/main" id="{54829AED-D54A-4DE6-86A6-E9ABD08182FE}"/>
              </a:ext>
            </a:extLst>
          </p:cNvPr>
          <p:cNvSpPr>
            <a:spLocks noGrp="1"/>
          </p:cNvSpPr>
          <p:nvPr/>
        </p:nvSpPr>
        <p:spPr>
          <a:xfrm>
            <a:off x="6118016" y="3653530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513" name="text_5958">
            <a:extLst>
              <a:ext uri="{FF2B5EF4-FFF2-40B4-BE49-F238E27FC236}">
                <a16:creationId xmlns:a16="http://schemas.microsoft.com/office/drawing/2014/main" id="{9E28B3B5-C08B-4756-9ECC-9FDCE5DE5F85}"/>
              </a:ext>
            </a:extLst>
          </p:cNvPr>
          <p:cNvSpPr>
            <a:spLocks noGrp="1"/>
          </p:cNvSpPr>
          <p:nvPr/>
        </p:nvSpPr>
        <p:spPr>
          <a:xfrm>
            <a:off x="648000" y="2215088"/>
            <a:ext cx="3383921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Completion of ligand detection and identity matching</a:t>
            </a:r>
          </a:p>
        </p:txBody>
      </p:sp>
      <p:sp>
        <p:nvSpPr>
          <p:cNvPr id="1514" name="11_all_5959">
            <a:extLst>
              <a:ext uri="{FF2B5EF4-FFF2-40B4-BE49-F238E27FC236}">
                <a16:creationId xmlns:a16="http://schemas.microsoft.com/office/drawing/2014/main" id="{8E5E2BD6-D179-45E0-A623-69631DDEC5AF}"/>
              </a:ext>
            </a:extLst>
          </p:cNvPr>
          <p:cNvSpPr>
            <a:spLocks noGrp="1"/>
          </p:cNvSpPr>
          <p:nvPr/>
        </p:nvSpPr>
        <p:spPr>
          <a:xfrm>
            <a:off x="668925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1515" name="11_all_5960">
            <a:extLst>
              <a:ext uri="{FF2B5EF4-FFF2-40B4-BE49-F238E27FC236}">
                <a16:creationId xmlns:a16="http://schemas.microsoft.com/office/drawing/2014/main" id="{BC064983-6277-496D-9A4E-854DDAFE7C33}"/>
              </a:ext>
            </a:extLst>
          </p:cNvPr>
          <p:cNvSpPr>
            <a:spLocks noGrp="1"/>
          </p:cNvSpPr>
          <p:nvPr/>
        </p:nvSpPr>
        <p:spPr>
          <a:xfrm>
            <a:off x="752110" y="252105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516" name="text_5961">
            <a:extLst>
              <a:ext uri="{FF2B5EF4-FFF2-40B4-BE49-F238E27FC236}">
                <a16:creationId xmlns:a16="http://schemas.microsoft.com/office/drawing/2014/main" id="{E0DE088F-1A1E-43C1-A169-75B2724F1A2E}"/>
              </a:ext>
            </a:extLst>
          </p:cNvPr>
          <p:cNvSpPr>
            <a:spLocks noGrp="1"/>
          </p:cNvSpPr>
          <p:nvPr/>
        </p:nvSpPr>
        <p:spPr>
          <a:xfrm>
            <a:off x="954675" y="250073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1517" name="11_all_5962">
            <a:extLst>
              <a:ext uri="{FF2B5EF4-FFF2-40B4-BE49-F238E27FC236}">
                <a16:creationId xmlns:a16="http://schemas.microsoft.com/office/drawing/2014/main" id="{1C4C0A32-77CE-449E-A616-830A19D636F3}"/>
              </a:ext>
            </a:extLst>
          </p:cNvPr>
          <p:cNvSpPr>
            <a:spLocks noGrp="1"/>
          </p:cNvSpPr>
          <p:nvPr/>
        </p:nvSpPr>
        <p:spPr>
          <a:xfrm>
            <a:off x="1364369" y="254264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1518" name="11_all_5963">
            <a:extLst>
              <a:ext uri="{FF2B5EF4-FFF2-40B4-BE49-F238E27FC236}">
                <a16:creationId xmlns:a16="http://schemas.microsoft.com/office/drawing/2014/main" id="{C2327B66-FCFC-4D9F-94FF-6B24C41175C4}"/>
              </a:ext>
            </a:extLst>
          </p:cNvPr>
          <p:cNvSpPr>
            <a:spLocks noGrp="1"/>
          </p:cNvSpPr>
          <p:nvPr/>
        </p:nvSpPr>
        <p:spPr>
          <a:xfrm>
            <a:off x="1433223" y="250672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519" name="text_5964">
            <a:extLst>
              <a:ext uri="{FF2B5EF4-FFF2-40B4-BE49-F238E27FC236}">
                <a16:creationId xmlns:a16="http://schemas.microsoft.com/office/drawing/2014/main" id="{B859A0C6-CF67-446B-BF29-6017A8823A21}"/>
              </a:ext>
            </a:extLst>
          </p:cNvPr>
          <p:cNvSpPr>
            <a:spLocks noGrp="1"/>
          </p:cNvSpPr>
          <p:nvPr/>
        </p:nvSpPr>
        <p:spPr>
          <a:xfrm>
            <a:off x="1650119" y="250073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1520" name="11_all_5965">
            <a:extLst>
              <a:ext uri="{FF2B5EF4-FFF2-40B4-BE49-F238E27FC236}">
                <a16:creationId xmlns:a16="http://schemas.microsoft.com/office/drawing/2014/main" id="{2A18C7B0-E7F9-4B2B-B823-5B2377603774}"/>
              </a:ext>
            </a:extLst>
          </p:cNvPr>
          <p:cNvSpPr>
            <a:spLocks noGrp="1"/>
          </p:cNvSpPr>
          <p:nvPr/>
        </p:nvSpPr>
        <p:spPr>
          <a:xfrm>
            <a:off x="2219669" y="252359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1521" name="text_5966">
            <a:extLst>
              <a:ext uri="{FF2B5EF4-FFF2-40B4-BE49-F238E27FC236}">
                <a16:creationId xmlns:a16="http://schemas.microsoft.com/office/drawing/2014/main" id="{3BF2E21C-B725-49B0-99CD-7E4AE642A93B}"/>
              </a:ext>
            </a:extLst>
          </p:cNvPr>
          <p:cNvSpPr>
            <a:spLocks noGrp="1"/>
          </p:cNvSpPr>
          <p:nvPr/>
        </p:nvSpPr>
        <p:spPr>
          <a:xfrm>
            <a:off x="2419694" y="250073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6558891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5" name="12_small_5967">
            <a:extLst>
              <a:ext uri="{FF2B5EF4-FFF2-40B4-BE49-F238E27FC236}">
                <a16:creationId xmlns:a16="http://schemas.microsoft.com/office/drawing/2014/main" id="{B8FBDD76-067A-4633-90CB-833A1F084B86}"/>
              </a:ext>
            </a:extLst>
          </p:cNvPr>
          <p:cNvSpPr>
            <a:spLocks noGrp="1"/>
          </p:cNvSpPr>
          <p:nvPr/>
        </p:nvSpPr>
        <p:spPr>
          <a:xfrm>
            <a:off x="0" y="1080000"/>
            <a:ext cx="6480000" cy="5400000"/>
          </a:xfrm>
          <a:custGeom>
            <a:avLst/>
            <a:gdLst/>
            <a:ahLst/>
            <a:cxnLst/>
            <a:rect l="0" t="0" r="0" b="0"/>
            <a:pathLst>
              <a:path w="6480000" h="5400000">
                <a:moveTo>
                  <a:pt x="0" y="5400000"/>
                </a:moveTo>
                <a:lnTo>
                  <a:pt x="6480000" y="5400000"/>
                </a:lnTo>
                <a:lnTo>
                  <a:pt x="6480000" y="0"/>
                </a:lnTo>
                <a:lnTo>
                  <a:pt x="0" y="0"/>
                </a:lnTo>
                <a:lnTo>
                  <a:pt x="0" y="54000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" name="12_small_5968">
            <a:extLst>
              <a:ext uri="{FF2B5EF4-FFF2-40B4-BE49-F238E27FC236}">
                <a16:creationId xmlns:a16="http://schemas.microsoft.com/office/drawing/2014/main" id="{CFFF58D1-3D7E-491D-9D86-EF2067828130}"/>
              </a:ext>
            </a:extLst>
          </p:cNvPr>
          <p:cNvSpPr>
            <a:spLocks noGrp="1"/>
          </p:cNvSpPr>
          <p:nvPr/>
        </p:nvSpPr>
        <p:spPr>
          <a:xfrm>
            <a:off x="648000" y="1728000"/>
            <a:ext cx="2531250" cy="811027"/>
          </a:xfrm>
          <a:custGeom>
            <a:avLst/>
            <a:gdLst/>
            <a:ahLst/>
            <a:cxnLst/>
            <a:rect l="0" t="0" r="0" b="0"/>
            <a:pathLst>
              <a:path w="2531250" h="811027">
                <a:moveTo>
                  <a:pt x="0" y="811027"/>
                </a:moveTo>
                <a:lnTo>
                  <a:pt x="2531250" y="811027"/>
                </a:lnTo>
                <a:lnTo>
                  <a:pt x="2531250" y="0"/>
                </a:lnTo>
                <a:lnTo>
                  <a:pt x="0" y="0"/>
                </a:lnTo>
                <a:lnTo>
                  <a:pt x="0" y="811027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" name="12_small_5969">
            <a:extLst>
              <a:ext uri="{FF2B5EF4-FFF2-40B4-BE49-F238E27FC236}">
                <a16:creationId xmlns:a16="http://schemas.microsoft.com/office/drawing/2014/main" id="{9B125B6A-6E2B-4574-B4FE-DF9ACA0A0E85}"/>
              </a:ext>
            </a:extLst>
          </p:cNvPr>
          <p:cNvSpPr>
            <a:spLocks noGrp="1"/>
          </p:cNvSpPr>
          <p:nvPr/>
        </p:nvSpPr>
        <p:spPr>
          <a:xfrm>
            <a:off x="960500" y="1764865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29" y="731153"/>
                </a:lnTo>
                <a:lnTo>
                  <a:pt x="4439" y="725009"/>
                </a:lnTo>
                <a:lnTo>
                  <a:pt x="9703" y="718865"/>
                </a:lnTo>
                <a:lnTo>
                  <a:pt x="16572" y="712720"/>
                </a:lnTo>
                <a:lnTo>
                  <a:pt x="24612" y="706576"/>
                </a:lnTo>
                <a:lnTo>
                  <a:pt x="33349" y="700432"/>
                </a:lnTo>
                <a:lnTo>
                  <a:pt x="42313" y="694288"/>
                </a:lnTo>
                <a:lnTo>
                  <a:pt x="51080" y="688144"/>
                </a:lnTo>
                <a:lnTo>
                  <a:pt x="59300" y="682000"/>
                </a:lnTo>
                <a:lnTo>
                  <a:pt x="66717" y="675856"/>
                </a:lnTo>
                <a:lnTo>
                  <a:pt x="73169" y="669711"/>
                </a:lnTo>
                <a:lnTo>
                  <a:pt x="78591" y="663567"/>
                </a:lnTo>
                <a:lnTo>
                  <a:pt x="82993" y="657423"/>
                </a:lnTo>
                <a:lnTo>
                  <a:pt x="86445" y="651279"/>
                </a:lnTo>
                <a:lnTo>
                  <a:pt x="89054" y="645135"/>
                </a:lnTo>
                <a:lnTo>
                  <a:pt x="90951" y="638991"/>
                </a:lnTo>
                <a:lnTo>
                  <a:pt x="92266" y="632847"/>
                </a:lnTo>
                <a:lnTo>
                  <a:pt x="93124" y="626702"/>
                </a:lnTo>
                <a:lnTo>
                  <a:pt x="93638" y="620558"/>
                </a:lnTo>
                <a:lnTo>
                  <a:pt x="93899" y="614414"/>
                </a:lnTo>
                <a:lnTo>
                  <a:pt x="93985" y="608270"/>
                </a:lnTo>
                <a:lnTo>
                  <a:pt x="93955" y="602126"/>
                </a:lnTo>
                <a:lnTo>
                  <a:pt x="93856" y="595982"/>
                </a:lnTo>
                <a:lnTo>
                  <a:pt x="93727" y="589838"/>
                </a:lnTo>
                <a:lnTo>
                  <a:pt x="93598" y="583693"/>
                </a:lnTo>
                <a:lnTo>
                  <a:pt x="93494" y="577549"/>
                </a:lnTo>
                <a:lnTo>
                  <a:pt x="93433" y="571405"/>
                </a:lnTo>
                <a:lnTo>
                  <a:pt x="93430" y="565261"/>
                </a:lnTo>
                <a:lnTo>
                  <a:pt x="93494" y="559117"/>
                </a:lnTo>
                <a:lnTo>
                  <a:pt x="93626" y="552973"/>
                </a:lnTo>
                <a:lnTo>
                  <a:pt x="93824" y="546829"/>
                </a:lnTo>
                <a:lnTo>
                  <a:pt x="94074" y="540684"/>
                </a:lnTo>
                <a:lnTo>
                  <a:pt x="94362" y="534540"/>
                </a:lnTo>
                <a:lnTo>
                  <a:pt x="94667" y="528396"/>
                </a:lnTo>
                <a:lnTo>
                  <a:pt x="94965" y="522252"/>
                </a:lnTo>
                <a:lnTo>
                  <a:pt x="95233" y="516108"/>
                </a:lnTo>
                <a:lnTo>
                  <a:pt x="95450" y="509964"/>
                </a:lnTo>
                <a:lnTo>
                  <a:pt x="95595" y="503820"/>
                </a:lnTo>
                <a:lnTo>
                  <a:pt x="95655" y="497675"/>
                </a:lnTo>
                <a:lnTo>
                  <a:pt x="95619" y="491531"/>
                </a:lnTo>
                <a:lnTo>
                  <a:pt x="95480" y="485387"/>
                </a:lnTo>
                <a:lnTo>
                  <a:pt x="95235" y="479243"/>
                </a:lnTo>
                <a:lnTo>
                  <a:pt x="94881" y="473099"/>
                </a:lnTo>
                <a:lnTo>
                  <a:pt x="94417" y="466955"/>
                </a:lnTo>
                <a:lnTo>
                  <a:pt x="93842" y="460811"/>
                </a:lnTo>
                <a:lnTo>
                  <a:pt x="93153" y="454666"/>
                </a:lnTo>
                <a:lnTo>
                  <a:pt x="92347" y="448522"/>
                </a:lnTo>
                <a:lnTo>
                  <a:pt x="91425" y="442378"/>
                </a:lnTo>
                <a:lnTo>
                  <a:pt x="90388" y="436234"/>
                </a:lnTo>
                <a:lnTo>
                  <a:pt x="89246" y="430090"/>
                </a:lnTo>
                <a:lnTo>
                  <a:pt x="88017" y="423946"/>
                </a:lnTo>
                <a:lnTo>
                  <a:pt x="86729" y="417802"/>
                </a:lnTo>
                <a:lnTo>
                  <a:pt x="85424" y="411657"/>
                </a:lnTo>
                <a:lnTo>
                  <a:pt x="84154" y="405513"/>
                </a:lnTo>
                <a:lnTo>
                  <a:pt x="82985" y="399369"/>
                </a:lnTo>
                <a:lnTo>
                  <a:pt x="81983" y="393225"/>
                </a:lnTo>
                <a:lnTo>
                  <a:pt x="81218" y="387081"/>
                </a:lnTo>
                <a:lnTo>
                  <a:pt x="80751" y="380937"/>
                </a:lnTo>
                <a:lnTo>
                  <a:pt x="80630" y="374793"/>
                </a:lnTo>
                <a:lnTo>
                  <a:pt x="80883" y="368648"/>
                </a:lnTo>
                <a:lnTo>
                  <a:pt x="81514" y="362504"/>
                </a:lnTo>
                <a:lnTo>
                  <a:pt x="82502" y="356360"/>
                </a:lnTo>
                <a:lnTo>
                  <a:pt x="83804" y="350216"/>
                </a:lnTo>
                <a:lnTo>
                  <a:pt x="85355" y="344072"/>
                </a:lnTo>
                <a:lnTo>
                  <a:pt x="87079" y="337928"/>
                </a:lnTo>
                <a:lnTo>
                  <a:pt x="88895" y="331784"/>
                </a:lnTo>
                <a:lnTo>
                  <a:pt x="90720" y="325639"/>
                </a:lnTo>
                <a:lnTo>
                  <a:pt x="92484" y="319495"/>
                </a:lnTo>
                <a:lnTo>
                  <a:pt x="94126" y="313351"/>
                </a:lnTo>
                <a:lnTo>
                  <a:pt x="95606" y="307207"/>
                </a:lnTo>
                <a:lnTo>
                  <a:pt x="96897" y="301063"/>
                </a:lnTo>
                <a:lnTo>
                  <a:pt x="97989" y="294919"/>
                </a:lnTo>
                <a:lnTo>
                  <a:pt x="98886" y="288775"/>
                </a:lnTo>
                <a:lnTo>
                  <a:pt x="99603" y="282630"/>
                </a:lnTo>
                <a:lnTo>
                  <a:pt x="100160" y="276486"/>
                </a:lnTo>
                <a:lnTo>
                  <a:pt x="100581" y="270342"/>
                </a:lnTo>
                <a:lnTo>
                  <a:pt x="100892" y="264198"/>
                </a:lnTo>
                <a:lnTo>
                  <a:pt x="101114" y="258054"/>
                </a:lnTo>
                <a:lnTo>
                  <a:pt x="101269" y="251910"/>
                </a:lnTo>
                <a:lnTo>
                  <a:pt x="101375" y="245766"/>
                </a:lnTo>
                <a:lnTo>
                  <a:pt x="101446" y="239622"/>
                </a:lnTo>
                <a:lnTo>
                  <a:pt x="101491" y="233477"/>
                </a:lnTo>
                <a:lnTo>
                  <a:pt x="101520" y="227333"/>
                </a:lnTo>
                <a:lnTo>
                  <a:pt x="101538" y="221189"/>
                </a:lnTo>
                <a:lnTo>
                  <a:pt x="101548" y="215045"/>
                </a:lnTo>
                <a:lnTo>
                  <a:pt x="101555" y="208901"/>
                </a:lnTo>
                <a:lnTo>
                  <a:pt x="101558" y="202757"/>
                </a:lnTo>
                <a:lnTo>
                  <a:pt x="101560" y="196613"/>
                </a:lnTo>
                <a:lnTo>
                  <a:pt x="101561" y="190468"/>
                </a:lnTo>
                <a:lnTo>
                  <a:pt x="101562" y="184324"/>
                </a:lnTo>
                <a:lnTo>
                  <a:pt x="101562" y="178180"/>
                </a:lnTo>
                <a:lnTo>
                  <a:pt x="101562" y="172036"/>
                </a:lnTo>
                <a:lnTo>
                  <a:pt x="101562" y="165892"/>
                </a:lnTo>
                <a:lnTo>
                  <a:pt x="101562" y="159748"/>
                </a:lnTo>
                <a:lnTo>
                  <a:pt x="101562" y="153604"/>
                </a:lnTo>
                <a:lnTo>
                  <a:pt x="101562" y="147459"/>
                </a:lnTo>
                <a:lnTo>
                  <a:pt x="101562" y="141315"/>
                </a:lnTo>
                <a:lnTo>
                  <a:pt x="101562" y="135171"/>
                </a:lnTo>
                <a:lnTo>
                  <a:pt x="101562" y="129027"/>
                </a:lnTo>
                <a:lnTo>
                  <a:pt x="101562" y="122883"/>
                </a:lnTo>
                <a:lnTo>
                  <a:pt x="101562" y="116739"/>
                </a:lnTo>
                <a:lnTo>
                  <a:pt x="101563" y="110595"/>
                </a:lnTo>
                <a:lnTo>
                  <a:pt x="101563" y="104450"/>
                </a:lnTo>
                <a:lnTo>
                  <a:pt x="101563" y="98306"/>
                </a:lnTo>
                <a:lnTo>
                  <a:pt x="101563" y="92162"/>
                </a:lnTo>
                <a:lnTo>
                  <a:pt x="101563" y="86018"/>
                </a:lnTo>
                <a:lnTo>
                  <a:pt x="101563" y="79874"/>
                </a:lnTo>
                <a:lnTo>
                  <a:pt x="101563" y="73730"/>
                </a:lnTo>
                <a:lnTo>
                  <a:pt x="101563" y="67586"/>
                </a:lnTo>
                <a:lnTo>
                  <a:pt x="101563" y="61441"/>
                </a:lnTo>
                <a:lnTo>
                  <a:pt x="101563" y="55297"/>
                </a:lnTo>
                <a:lnTo>
                  <a:pt x="101563" y="49153"/>
                </a:lnTo>
                <a:lnTo>
                  <a:pt x="101563" y="43009"/>
                </a:lnTo>
                <a:lnTo>
                  <a:pt x="101563" y="36865"/>
                </a:lnTo>
                <a:lnTo>
                  <a:pt x="101563" y="30721"/>
                </a:lnTo>
                <a:lnTo>
                  <a:pt x="101563" y="24577"/>
                </a:lnTo>
                <a:lnTo>
                  <a:pt x="101563" y="18432"/>
                </a:lnTo>
                <a:lnTo>
                  <a:pt x="101563" y="12288"/>
                </a:lnTo>
                <a:lnTo>
                  <a:pt x="101563" y="6144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6144"/>
                </a:lnTo>
                <a:lnTo>
                  <a:pt x="101563" y="12288"/>
                </a:lnTo>
                <a:lnTo>
                  <a:pt x="101563" y="18432"/>
                </a:lnTo>
                <a:lnTo>
                  <a:pt x="101563" y="24577"/>
                </a:lnTo>
                <a:lnTo>
                  <a:pt x="101563" y="30721"/>
                </a:lnTo>
                <a:lnTo>
                  <a:pt x="101563" y="36865"/>
                </a:lnTo>
                <a:lnTo>
                  <a:pt x="101563" y="43009"/>
                </a:lnTo>
                <a:lnTo>
                  <a:pt x="101563" y="49153"/>
                </a:lnTo>
                <a:lnTo>
                  <a:pt x="101563" y="55297"/>
                </a:lnTo>
                <a:lnTo>
                  <a:pt x="101563" y="61441"/>
                </a:lnTo>
                <a:lnTo>
                  <a:pt x="101563" y="67586"/>
                </a:lnTo>
                <a:lnTo>
                  <a:pt x="101563" y="73730"/>
                </a:lnTo>
                <a:lnTo>
                  <a:pt x="101563" y="79874"/>
                </a:lnTo>
                <a:lnTo>
                  <a:pt x="101563" y="86018"/>
                </a:lnTo>
                <a:lnTo>
                  <a:pt x="101563" y="92162"/>
                </a:lnTo>
                <a:lnTo>
                  <a:pt x="101563" y="98306"/>
                </a:lnTo>
                <a:lnTo>
                  <a:pt x="101563" y="104450"/>
                </a:lnTo>
                <a:lnTo>
                  <a:pt x="101563" y="110595"/>
                </a:lnTo>
                <a:lnTo>
                  <a:pt x="101563" y="116739"/>
                </a:lnTo>
                <a:lnTo>
                  <a:pt x="101563" y="122883"/>
                </a:lnTo>
                <a:lnTo>
                  <a:pt x="101563" y="129027"/>
                </a:lnTo>
                <a:lnTo>
                  <a:pt x="101563" y="135171"/>
                </a:lnTo>
                <a:lnTo>
                  <a:pt x="101563" y="141315"/>
                </a:lnTo>
                <a:lnTo>
                  <a:pt x="101563" y="147459"/>
                </a:lnTo>
                <a:lnTo>
                  <a:pt x="101563" y="153604"/>
                </a:lnTo>
                <a:lnTo>
                  <a:pt x="101563" y="159748"/>
                </a:lnTo>
                <a:lnTo>
                  <a:pt x="101563" y="165892"/>
                </a:lnTo>
                <a:lnTo>
                  <a:pt x="101563" y="172036"/>
                </a:lnTo>
                <a:lnTo>
                  <a:pt x="101563" y="178180"/>
                </a:lnTo>
                <a:lnTo>
                  <a:pt x="101563" y="184324"/>
                </a:lnTo>
                <a:lnTo>
                  <a:pt x="101564" y="190468"/>
                </a:lnTo>
                <a:lnTo>
                  <a:pt x="101565" y="196613"/>
                </a:lnTo>
                <a:lnTo>
                  <a:pt x="101567" y="202757"/>
                </a:lnTo>
                <a:lnTo>
                  <a:pt x="101570" y="208901"/>
                </a:lnTo>
                <a:lnTo>
                  <a:pt x="101577" y="215045"/>
                </a:lnTo>
                <a:lnTo>
                  <a:pt x="101587" y="221189"/>
                </a:lnTo>
                <a:lnTo>
                  <a:pt x="101605" y="227333"/>
                </a:lnTo>
                <a:lnTo>
                  <a:pt x="101634" y="233477"/>
                </a:lnTo>
                <a:lnTo>
                  <a:pt x="101679" y="239622"/>
                </a:lnTo>
                <a:lnTo>
                  <a:pt x="101750" y="245766"/>
                </a:lnTo>
                <a:lnTo>
                  <a:pt x="101856" y="251910"/>
                </a:lnTo>
                <a:lnTo>
                  <a:pt x="102011" y="258054"/>
                </a:lnTo>
                <a:lnTo>
                  <a:pt x="102233" y="264198"/>
                </a:lnTo>
                <a:lnTo>
                  <a:pt x="102544" y="270342"/>
                </a:lnTo>
                <a:lnTo>
                  <a:pt x="102965" y="276486"/>
                </a:lnTo>
                <a:lnTo>
                  <a:pt x="103522" y="282630"/>
                </a:lnTo>
                <a:lnTo>
                  <a:pt x="104239" y="288775"/>
                </a:lnTo>
                <a:lnTo>
                  <a:pt x="105136" y="294919"/>
                </a:lnTo>
                <a:lnTo>
                  <a:pt x="106228" y="301063"/>
                </a:lnTo>
                <a:lnTo>
                  <a:pt x="107519" y="307207"/>
                </a:lnTo>
                <a:lnTo>
                  <a:pt x="108999" y="313351"/>
                </a:lnTo>
                <a:lnTo>
                  <a:pt x="110641" y="319495"/>
                </a:lnTo>
                <a:lnTo>
                  <a:pt x="112405" y="325639"/>
                </a:lnTo>
                <a:lnTo>
                  <a:pt x="114230" y="331784"/>
                </a:lnTo>
                <a:lnTo>
                  <a:pt x="116046" y="337928"/>
                </a:lnTo>
                <a:lnTo>
                  <a:pt x="117770" y="344072"/>
                </a:lnTo>
                <a:lnTo>
                  <a:pt x="119321" y="350216"/>
                </a:lnTo>
                <a:lnTo>
                  <a:pt x="120623" y="356360"/>
                </a:lnTo>
                <a:lnTo>
                  <a:pt x="121611" y="362504"/>
                </a:lnTo>
                <a:lnTo>
                  <a:pt x="122242" y="368648"/>
                </a:lnTo>
                <a:lnTo>
                  <a:pt x="122495" y="374793"/>
                </a:lnTo>
                <a:lnTo>
                  <a:pt x="122374" y="380937"/>
                </a:lnTo>
                <a:lnTo>
                  <a:pt x="121907" y="387081"/>
                </a:lnTo>
                <a:lnTo>
                  <a:pt x="121142" y="393225"/>
                </a:lnTo>
                <a:lnTo>
                  <a:pt x="120140" y="399369"/>
                </a:lnTo>
                <a:lnTo>
                  <a:pt x="118971" y="405513"/>
                </a:lnTo>
                <a:lnTo>
                  <a:pt x="117701" y="411657"/>
                </a:lnTo>
                <a:lnTo>
                  <a:pt x="116396" y="417802"/>
                </a:lnTo>
                <a:lnTo>
                  <a:pt x="115108" y="423946"/>
                </a:lnTo>
                <a:lnTo>
                  <a:pt x="113879" y="430090"/>
                </a:lnTo>
                <a:lnTo>
                  <a:pt x="112737" y="436234"/>
                </a:lnTo>
                <a:lnTo>
                  <a:pt x="111700" y="442378"/>
                </a:lnTo>
                <a:lnTo>
                  <a:pt x="110778" y="448522"/>
                </a:lnTo>
                <a:lnTo>
                  <a:pt x="109972" y="454666"/>
                </a:lnTo>
                <a:lnTo>
                  <a:pt x="109283" y="460811"/>
                </a:lnTo>
                <a:lnTo>
                  <a:pt x="108708" y="466955"/>
                </a:lnTo>
                <a:lnTo>
                  <a:pt x="108244" y="473099"/>
                </a:lnTo>
                <a:lnTo>
                  <a:pt x="107890" y="479243"/>
                </a:lnTo>
                <a:lnTo>
                  <a:pt x="107645" y="485387"/>
                </a:lnTo>
                <a:lnTo>
                  <a:pt x="107506" y="491531"/>
                </a:lnTo>
                <a:lnTo>
                  <a:pt x="107470" y="497675"/>
                </a:lnTo>
                <a:lnTo>
                  <a:pt x="107530" y="503820"/>
                </a:lnTo>
                <a:lnTo>
                  <a:pt x="107675" y="509964"/>
                </a:lnTo>
                <a:lnTo>
                  <a:pt x="107892" y="516108"/>
                </a:lnTo>
                <a:lnTo>
                  <a:pt x="108160" y="522252"/>
                </a:lnTo>
                <a:lnTo>
                  <a:pt x="108458" y="528396"/>
                </a:lnTo>
                <a:lnTo>
                  <a:pt x="108763" y="534540"/>
                </a:lnTo>
                <a:lnTo>
                  <a:pt x="109051" y="540684"/>
                </a:lnTo>
                <a:lnTo>
                  <a:pt x="109301" y="546829"/>
                </a:lnTo>
                <a:lnTo>
                  <a:pt x="109499" y="552973"/>
                </a:lnTo>
                <a:lnTo>
                  <a:pt x="109631" y="559117"/>
                </a:lnTo>
                <a:lnTo>
                  <a:pt x="109695" y="565261"/>
                </a:lnTo>
                <a:lnTo>
                  <a:pt x="109692" y="571405"/>
                </a:lnTo>
                <a:lnTo>
                  <a:pt x="109631" y="577549"/>
                </a:lnTo>
                <a:lnTo>
                  <a:pt x="109527" y="583693"/>
                </a:lnTo>
                <a:lnTo>
                  <a:pt x="109398" y="589838"/>
                </a:lnTo>
                <a:lnTo>
                  <a:pt x="109269" y="595982"/>
                </a:lnTo>
                <a:lnTo>
                  <a:pt x="109170" y="602126"/>
                </a:lnTo>
                <a:lnTo>
                  <a:pt x="109140" y="608270"/>
                </a:lnTo>
                <a:lnTo>
                  <a:pt x="109226" y="614414"/>
                </a:lnTo>
                <a:lnTo>
                  <a:pt x="109487" y="620558"/>
                </a:lnTo>
                <a:lnTo>
                  <a:pt x="110001" y="626702"/>
                </a:lnTo>
                <a:lnTo>
                  <a:pt x="110859" y="632847"/>
                </a:lnTo>
                <a:lnTo>
                  <a:pt x="112174" y="638991"/>
                </a:lnTo>
                <a:lnTo>
                  <a:pt x="114071" y="645135"/>
                </a:lnTo>
                <a:lnTo>
                  <a:pt x="116680" y="651279"/>
                </a:lnTo>
                <a:lnTo>
                  <a:pt x="120132" y="657423"/>
                </a:lnTo>
                <a:lnTo>
                  <a:pt x="124534" y="663567"/>
                </a:lnTo>
                <a:lnTo>
                  <a:pt x="129956" y="669711"/>
                </a:lnTo>
                <a:lnTo>
                  <a:pt x="136408" y="675856"/>
                </a:lnTo>
                <a:lnTo>
                  <a:pt x="143825" y="682000"/>
                </a:lnTo>
                <a:lnTo>
                  <a:pt x="152045" y="688144"/>
                </a:lnTo>
                <a:lnTo>
                  <a:pt x="160812" y="694288"/>
                </a:lnTo>
                <a:lnTo>
                  <a:pt x="169776" y="700432"/>
                </a:lnTo>
                <a:lnTo>
                  <a:pt x="178513" y="706576"/>
                </a:lnTo>
                <a:lnTo>
                  <a:pt x="186553" y="712720"/>
                </a:lnTo>
                <a:lnTo>
                  <a:pt x="193422" y="718865"/>
                </a:lnTo>
                <a:lnTo>
                  <a:pt x="198686" y="725009"/>
                </a:lnTo>
                <a:lnTo>
                  <a:pt x="201996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4" name="12_small_5970">
            <a:extLst>
              <a:ext uri="{FF2B5EF4-FFF2-40B4-BE49-F238E27FC236}">
                <a16:creationId xmlns:a16="http://schemas.microsoft.com/office/drawing/2014/main" id="{FEFA3B40-2396-461F-AC7D-26A97C5D9370}"/>
              </a:ext>
            </a:extLst>
          </p:cNvPr>
          <p:cNvSpPr>
            <a:spLocks noGrp="1"/>
          </p:cNvSpPr>
          <p:nvPr/>
        </p:nvSpPr>
        <p:spPr>
          <a:xfrm>
            <a:off x="1351125" y="1764865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77058" y="737297"/>
                </a:moveTo>
                <a:lnTo>
                  <a:pt x="26067" y="737297"/>
                </a:lnTo>
                <a:lnTo>
                  <a:pt x="26898" y="731153"/>
                </a:lnTo>
                <a:lnTo>
                  <a:pt x="29332" y="725009"/>
                </a:lnTo>
                <a:lnTo>
                  <a:pt x="33203" y="718865"/>
                </a:lnTo>
                <a:lnTo>
                  <a:pt x="38255" y="712720"/>
                </a:lnTo>
                <a:lnTo>
                  <a:pt x="44170" y="706576"/>
                </a:lnTo>
                <a:lnTo>
                  <a:pt x="50601" y="700432"/>
                </a:lnTo>
                <a:lnTo>
                  <a:pt x="57204" y="694288"/>
                </a:lnTo>
                <a:lnTo>
                  <a:pt x="63670" y="688144"/>
                </a:lnTo>
                <a:lnTo>
                  <a:pt x="69747" y="682000"/>
                </a:lnTo>
                <a:lnTo>
                  <a:pt x="75247" y="675856"/>
                </a:lnTo>
                <a:lnTo>
                  <a:pt x="80056" y="669711"/>
                </a:lnTo>
                <a:lnTo>
                  <a:pt x="84127" y="663567"/>
                </a:lnTo>
                <a:lnTo>
                  <a:pt x="87466" y="657423"/>
                </a:lnTo>
                <a:lnTo>
                  <a:pt x="90122" y="651279"/>
                </a:lnTo>
                <a:lnTo>
                  <a:pt x="92169" y="645135"/>
                </a:lnTo>
                <a:lnTo>
                  <a:pt x="93695" y="638991"/>
                </a:lnTo>
                <a:lnTo>
                  <a:pt x="94789" y="632847"/>
                </a:lnTo>
                <a:lnTo>
                  <a:pt x="95533" y="626702"/>
                </a:lnTo>
                <a:lnTo>
                  <a:pt x="96002" y="620558"/>
                </a:lnTo>
                <a:lnTo>
                  <a:pt x="96258" y="614414"/>
                </a:lnTo>
                <a:lnTo>
                  <a:pt x="96352" y="608270"/>
                </a:lnTo>
                <a:lnTo>
                  <a:pt x="96326" y="602126"/>
                </a:lnTo>
                <a:lnTo>
                  <a:pt x="96215" y="595982"/>
                </a:lnTo>
                <a:lnTo>
                  <a:pt x="96052" y="589838"/>
                </a:lnTo>
                <a:lnTo>
                  <a:pt x="95861" y="583693"/>
                </a:lnTo>
                <a:lnTo>
                  <a:pt x="95667" y="577549"/>
                </a:lnTo>
                <a:lnTo>
                  <a:pt x="95490" y="571405"/>
                </a:lnTo>
                <a:lnTo>
                  <a:pt x="95347" y="565261"/>
                </a:lnTo>
                <a:lnTo>
                  <a:pt x="95249" y="559117"/>
                </a:lnTo>
                <a:lnTo>
                  <a:pt x="95204" y="552973"/>
                </a:lnTo>
                <a:lnTo>
                  <a:pt x="95215" y="546829"/>
                </a:lnTo>
                <a:lnTo>
                  <a:pt x="95283" y="540684"/>
                </a:lnTo>
                <a:lnTo>
                  <a:pt x="95403" y="534540"/>
                </a:lnTo>
                <a:lnTo>
                  <a:pt x="95569" y="528396"/>
                </a:lnTo>
                <a:lnTo>
                  <a:pt x="95775" y="522252"/>
                </a:lnTo>
                <a:lnTo>
                  <a:pt x="96014" y="516108"/>
                </a:lnTo>
                <a:lnTo>
                  <a:pt x="96281" y="509964"/>
                </a:lnTo>
                <a:lnTo>
                  <a:pt x="96571" y="503820"/>
                </a:lnTo>
                <a:lnTo>
                  <a:pt x="96880" y="497675"/>
                </a:lnTo>
                <a:lnTo>
                  <a:pt x="97204" y="491531"/>
                </a:lnTo>
                <a:lnTo>
                  <a:pt x="97538" y="485387"/>
                </a:lnTo>
                <a:lnTo>
                  <a:pt x="97878" y="479243"/>
                </a:lnTo>
                <a:lnTo>
                  <a:pt x="98216" y="473099"/>
                </a:lnTo>
                <a:lnTo>
                  <a:pt x="98542" y="466955"/>
                </a:lnTo>
                <a:lnTo>
                  <a:pt x="98847" y="460811"/>
                </a:lnTo>
                <a:lnTo>
                  <a:pt x="99119" y="454666"/>
                </a:lnTo>
                <a:lnTo>
                  <a:pt x="99347" y="448522"/>
                </a:lnTo>
                <a:lnTo>
                  <a:pt x="99522" y="442378"/>
                </a:lnTo>
                <a:lnTo>
                  <a:pt x="99638" y="436234"/>
                </a:lnTo>
                <a:lnTo>
                  <a:pt x="99690" y="430090"/>
                </a:lnTo>
                <a:lnTo>
                  <a:pt x="99680" y="423946"/>
                </a:lnTo>
                <a:lnTo>
                  <a:pt x="99612" y="417802"/>
                </a:lnTo>
                <a:lnTo>
                  <a:pt x="99497" y="411657"/>
                </a:lnTo>
                <a:lnTo>
                  <a:pt x="99347" y="405513"/>
                </a:lnTo>
                <a:lnTo>
                  <a:pt x="99178" y="399369"/>
                </a:lnTo>
                <a:lnTo>
                  <a:pt x="99009" y="393225"/>
                </a:lnTo>
                <a:lnTo>
                  <a:pt x="98856" y="387081"/>
                </a:lnTo>
                <a:lnTo>
                  <a:pt x="98735" y="380937"/>
                </a:lnTo>
                <a:lnTo>
                  <a:pt x="98659" y="374793"/>
                </a:lnTo>
                <a:lnTo>
                  <a:pt x="98637" y="368648"/>
                </a:lnTo>
                <a:lnTo>
                  <a:pt x="98673" y="362504"/>
                </a:lnTo>
                <a:lnTo>
                  <a:pt x="98764" y="356360"/>
                </a:lnTo>
                <a:lnTo>
                  <a:pt x="98903" y="350216"/>
                </a:lnTo>
                <a:lnTo>
                  <a:pt x="99081" y="344072"/>
                </a:lnTo>
                <a:lnTo>
                  <a:pt x="99282" y="337928"/>
                </a:lnTo>
                <a:lnTo>
                  <a:pt x="99492" y="331784"/>
                </a:lnTo>
                <a:lnTo>
                  <a:pt x="99694" y="325639"/>
                </a:lnTo>
                <a:lnTo>
                  <a:pt x="99873" y="319495"/>
                </a:lnTo>
                <a:lnTo>
                  <a:pt x="100016" y="313351"/>
                </a:lnTo>
                <a:lnTo>
                  <a:pt x="100113" y="307207"/>
                </a:lnTo>
                <a:lnTo>
                  <a:pt x="100158" y="301063"/>
                </a:lnTo>
                <a:lnTo>
                  <a:pt x="100146" y="294919"/>
                </a:lnTo>
                <a:lnTo>
                  <a:pt x="100076" y="288775"/>
                </a:lnTo>
                <a:lnTo>
                  <a:pt x="99950" y="282630"/>
                </a:lnTo>
                <a:lnTo>
                  <a:pt x="99770" y="276486"/>
                </a:lnTo>
                <a:lnTo>
                  <a:pt x="99542" y="270342"/>
                </a:lnTo>
                <a:lnTo>
                  <a:pt x="99269" y="264198"/>
                </a:lnTo>
                <a:lnTo>
                  <a:pt x="98960" y="258054"/>
                </a:lnTo>
                <a:lnTo>
                  <a:pt x="98619" y="251910"/>
                </a:lnTo>
                <a:lnTo>
                  <a:pt x="98255" y="245766"/>
                </a:lnTo>
                <a:lnTo>
                  <a:pt x="97876" y="239622"/>
                </a:lnTo>
                <a:lnTo>
                  <a:pt x="97492" y="233477"/>
                </a:lnTo>
                <a:lnTo>
                  <a:pt x="97113" y="227333"/>
                </a:lnTo>
                <a:lnTo>
                  <a:pt x="96752" y="221189"/>
                </a:lnTo>
                <a:lnTo>
                  <a:pt x="96422" y="215045"/>
                </a:lnTo>
                <a:lnTo>
                  <a:pt x="96139" y="208901"/>
                </a:lnTo>
                <a:lnTo>
                  <a:pt x="95915" y="202757"/>
                </a:lnTo>
                <a:lnTo>
                  <a:pt x="95763" y="196613"/>
                </a:lnTo>
                <a:lnTo>
                  <a:pt x="95693" y="190468"/>
                </a:lnTo>
                <a:lnTo>
                  <a:pt x="95710" y="184324"/>
                </a:lnTo>
                <a:lnTo>
                  <a:pt x="95815" y="178180"/>
                </a:lnTo>
                <a:lnTo>
                  <a:pt x="96001" y="172036"/>
                </a:lnTo>
                <a:lnTo>
                  <a:pt x="96259" y="165892"/>
                </a:lnTo>
                <a:lnTo>
                  <a:pt x="96569" y="159748"/>
                </a:lnTo>
                <a:lnTo>
                  <a:pt x="96909" y="153604"/>
                </a:lnTo>
                <a:lnTo>
                  <a:pt x="97250" y="147459"/>
                </a:lnTo>
                <a:lnTo>
                  <a:pt x="97558" y="141315"/>
                </a:lnTo>
                <a:lnTo>
                  <a:pt x="97791" y="135171"/>
                </a:lnTo>
                <a:lnTo>
                  <a:pt x="97903" y="129027"/>
                </a:lnTo>
                <a:lnTo>
                  <a:pt x="97839" y="122883"/>
                </a:lnTo>
                <a:lnTo>
                  <a:pt x="97532" y="116739"/>
                </a:lnTo>
                <a:lnTo>
                  <a:pt x="96904" y="110595"/>
                </a:lnTo>
                <a:lnTo>
                  <a:pt x="95862" y="104450"/>
                </a:lnTo>
                <a:lnTo>
                  <a:pt x="94303" y="98306"/>
                </a:lnTo>
                <a:lnTo>
                  <a:pt x="92110" y="92162"/>
                </a:lnTo>
                <a:lnTo>
                  <a:pt x="89164" y="86018"/>
                </a:lnTo>
                <a:lnTo>
                  <a:pt x="85353" y="79874"/>
                </a:lnTo>
                <a:lnTo>
                  <a:pt x="80584" y="73730"/>
                </a:lnTo>
                <a:lnTo>
                  <a:pt x="74803" y="67586"/>
                </a:lnTo>
                <a:lnTo>
                  <a:pt x="68014" y="61441"/>
                </a:lnTo>
                <a:lnTo>
                  <a:pt x="60296" y="55297"/>
                </a:lnTo>
                <a:lnTo>
                  <a:pt x="51815" y="49153"/>
                </a:lnTo>
                <a:lnTo>
                  <a:pt x="42832" y="43009"/>
                </a:lnTo>
                <a:lnTo>
                  <a:pt x="33697" y="36865"/>
                </a:lnTo>
                <a:lnTo>
                  <a:pt x="24832" y="30721"/>
                </a:lnTo>
                <a:lnTo>
                  <a:pt x="16700" y="24577"/>
                </a:lnTo>
                <a:lnTo>
                  <a:pt x="9769" y="18432"/>
                </a:lnTo>
                <a:lnTo>
                  <a:pt x="4466" y="12288"/>
                </a:lnTo>
                <a:lnTo>
                  <a:pt x="1136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9" y="6144"/>
                </a:lnTo>
                <a:lnTo>
                  <a:pt x="198659" y="12288"/>
                </a:lnTo>
                <a:lnTo>
                  <a:pt x="193356" y="18432"/>
                </a:lnTo>
                <a:lnTo>
                  <a:pt x="186425" y="24577"/>
                </a:lnTo>
                <a:lnTo>
                  <a:pt x="178293" y="30721"/>
                </a:lnTo>
                <a:lnTo>
                  <a:pt x="169428" y="36865"/>
                </a:lnTo>
                <a:lnTo>
                  <a:pt x="160293" y="43009"/>
                </a:lnTo>
                <a:lnTo>
                  <a:pt x="151310" y="49153"/>
                </a:lnTo>
                <a:lnTo>
                  <a:pt x="142829" y="55297"/>
                </a:lnTo>
                <a:lnTo>
                  <a:pt x="135111" y="61441"/>
                </a:lnTo>
                <a:lnTo>
                  <a:pt x="128322" y="67586"/>
                </a:lnTo>
                <a:lnTo>
                  <a:pt x="122541" y="73730"/>
                </a:lnTo>
                <a:lnTo>
                  <a:pt x="117772" y="79874"/>
                </a:lnTo>
                <a:lnTo>
                  <a:pt x="113961" y="86018"/>
                </a:lnTo>
                <a:lnTo>
                  <a:pt x="111015" y="92162"/>
                </a:lnTo>
                <a:lnTo>
                  <a:pt x="108822" y="98306"/>
                </a:lnTo>
                <a:lnTo>
                  <a:pt x="107263" y="104450"/>
                </a:lnTo>
                <a:lnTo>
                  <a:pt x="106221" y="110595"/>
                </a:lnTo>
                <a:lnTo>
                  <a:pt x="105593" y="116739"/>
                </a:lnTo>
                <a:lnTo>
                  <a:pt x="105286" y="122883"/>
                </a:lnTo>
                <a:lnTo>
                  <a:pt x="105222" y="129027"/>
                </a:lnTo>
                <a:lnTo>
                  <a:pt x="105334" y="135171"/>
                </a:lnTo>
                <a:lnTo>
                  <a:pt x="105567" y="141315"/>
                </a:lnTo>
                <a:lnTo>
                  <a:pt x="105875" y="147459"/>
                </a:lnTo>
                <a:lnTo>
                  <a:pt x="106216" y="153604"/>
                </a:lnTo>
                <a:lnTo>
                  <a:pt x="106556" y="159748"/>
                </a:lnTo>
                <a:lnTo>
                  <a:pt x="106866" y="165892"/>
                </a:lnTo>
                <a:lnTo>
                  <a:pt x="107124" y="172036"/>
                </a:lnTo>
                <a:lnTo>
                  <a:pt x="107310" y="178180"/>
                </a:lnTo>
                <a:lnTo>
                  <a:pt x="107415" y="184324"/>
                </a:lnTo>
                <a:lnTo>
                  <a:pt x="107432" y="190468"/>
                </a:lnTo>
                <a:lnTo>
                  <a:pt x="107362" y="196613"/>
                </a:lnTo>
                <a:lnTo>
                  <a:pt x="107210" y="202757"/>
                </a:lnTo>
                <a:lnTo>
                  <a:pt x="106986" y="208901"/>
                </a:lnTo>
                <a:lnTo>
                  <a:pt x="106703" y="215045"/>
                </a:lnTo>
                <a:lnTo>
                  <a:pt x="106373" y="221189"/>
                </a:lnTo>
                <a:lnTo>
                  <a:pt x="106012" y="227333"/>
                </a:lnTo>
                <a:lnTo>
                  <a:pt x="105633" y="233477"/>
                </a:lnTo>
                <a:lnTo>
                  <a:pt x="105249" y="239622"/>
                </a:lnTo>
                <a:lnTo>
                  <a:pt x="104870" y="245766"/>
                </a:lnTo>
                <a:lnTo>
                  <a:pt x="104506" y="251910"/>
                </a:lnTo>
                <a:lnTo>
                  <a:pt x="104165" y="258054"/>
                </a:lnTo>
                <a:lnTo>
                  <a:pt x="103856" y="264198"/>
                </a:lnTo>
                <a:lnTo>
                  <a:pt x="103583" y="270342"/>
                </a:lnTo>
                <a:lnTo>
                  <a:pt x="103355" y="276486"/>
                </a:lnTo>
                <a:lnTo>
                  <a:pt x="103175" y="282630"/>
                </a:lnTo>
                <a:lnTo>
                  <a:pt x="103049" y="288775"/>
                </a:lnTo>
                <a:lnTo>
                  <a:pt x="102979" y="294919"/>
                </a:lnTo>
                <a:lnTo>
                  <a:pt x="102967" y="301063"/>
                </a:lnTo>
                <a:lnTo>
                  <a:pt x="103012" y="307207"/>
                </a:lnTo>
                <a:lnTo>
                  <a:pt x="103109" y="313351"/>
                </a:lnTo>
                <a:lnTo>
                  <a:pt x="103252" y="319495"/>
                </a:lnTo>
                <a:lnTo>
                  <a:pt x="103431" y="325639"/>
                </a:lnTo>
                <a:lnTo>
                  <a:pt x="103633" y="331784"/>
                </a:lnTo>
                <a:lnTo>
                  <a:pt x="103843" y="337928"/>
                </a:lnTo>
                <a:lnTo>
                  <a:pt x="104044" y="344072"/>
                </a:lnTo>
                <a:lnTo>
                  <a:pt x="104222" y="350216"/>
                </a:lnTo>
                <a:lnTo>
                  <a:pt x="104361" y="356360"/>
                </a:lnTo>
                <a:lnTo>
                  <a:pt x="104452" y="362504"/>
                </a:lnTo>
                <a:lnTo>
                  <a:pt x="104488" y="368648"/>
                </a:lnTo>
                <a:lnTo>
                  <a:pt x="104466" y="374793"/>
                </a:lnTo>
                <a:lnTo>
                  <a:pt x="104390" y="380937"/>
                </a:lnTo>
                <a:lnTo>
                  <a:pt x="104269" y="387081"/>
                </a:lnTo>
                <a:lnTo>
                  <a:pt x="104116" y="393225"/>
                </a:lnTo>
                <a:lnTo>
                  <a:pt x="103947" y="399369"/>
                </a:lnTo>
                <a:lnTo>
                  <a:pt x="103778" y="405513"/>
                </a:lnTo>
                <a:lnTo>
                  <a:pt x="103628" y="411657"/>
                </a:lnTo>
                <a:lnTo>
                  <a:pt x="103513" y="417802"/>
                </a:lnTo>
                <a:lnTo>
                  <a:pt x="103446" y="423946"/>
                </a:lnTo>
                <a:lnTo>
                  <a:pt x="103435" y="430090"/>
                </a:lnTo>
                <a:lnTo>
                  <a:pt x="103487" y="436234"/>
                </a:lnTo>
                <a:lnTo>
                  <a:pt x="103603" y="442378"/>
                </a:lnTo>
                <a:lnTo>
                  <a:pt x="103778" y="448522"/>
                </a:lnTo>
                <a:lnTo>
                  <a:pt x="104006" y="454666"/>
                </a:lnTo>
                <a:lnTo>
                  <a:pt x="104278" y="460811"/>
                </a:lnTo>
                <a:lnTo>
                  <a:pt x="104583" y="466955"/>
                </a:lnTo>
                <a:lnTo>
                  <a:pt x="104909" y="473099"/>
                </a:lnTo>
                <a:lnTo>
                  <a:pt x="105247" y="479243"/>
                </a:lnTo>
                <a:lnTo>
                  <a:pt x="105587" y="485387"/>
                </a:lnTo>
                <a:lnTo>
                  <a:pt x="105921" y="491531"/>
                </a:lnTo>
                <a:lnTo>
                  <a:pt x="106245" y="497675"/>
                </a:lnTo>
                <a:lnTo>
                  <a:pt x="106554" y="503820"/>
                </a:lnTo>
                <a:lnTo>
                  <a:pt x="106844" y="509964"/>
                </a:lnTo>
                <a:lnTo>
                  <a:pt x="107111" y="516108"/>
                </a:lnTo>
                <a:lnTo>
                  <a:pt x="107350" y="522252"/>
                </a:lnTo>
                <a:lnTo>
                  <a:pt x="107556" y="528396"/>
                </a:lnTo>
                <a:lnTo>
                  <a:pt x="107722" y="534540"/>
                </a:lnTo>
                <a:lnTo>
                  <a:pt x="107842" y="540684"/>
                </a:lnTo>
                <a:lnTo>
                  <a:pt x="107910" y="546829"/>
                </a:lnTo>
                <a:lnTo>
                  <a:pt x="107921" y="552973"/>
                </a:lnTo>
                <a:lnTo>
                  <a:pt x="107876" y="559117"/>
                </a:lnTo>
                <a:lnTo>
                  <a:pt x="107778" y="565261"/>
                </a:lnTo>
                <a:lnTo>
                  <a:pt x="107635" y="571405"/>
                </a:lnTo>
                <a:lnTo>
                  <a:pt x="107458" y="577549"/>
                </a:lnTo>
                <a:lnTo>
                  <a:pt x="107264" y="583693"/>
                </a:lnTo>
                <a:lnTo>
                  <a:pt x="107073" y="589838"/>
                </a:lnTo>
                <a:lnTo>
                  <a:pt x="106910" y="595982"/>
                </a:lnTo>
                <a:lnTo>
                  <a:pt x="106799" y="602126"/>
                </a:lnTo>
                <a:lnTo>
                  <a:pt x="106773" y="608270"/>
                </a:lnTo>
                <a:lnTo>
                  <a:pt x="106867" y="614414"/>
                </a:lnTo>
                <a:lnTo>
                  <a:pt x="107123" y="620558"/>
                </a:lnTo>
                <a:lnTo>
                  <a:pt x="107592" y="626702"/>
                </a:lnTo>
                <a:lnTo>
                  <a:pt x="108336" y="632847"/>
                </a:lnTo>
                <a:lnTo>
                  <a:pt x="109430" y="638991"/>
                </a:lnTo>
                <a:lnTo>
                  <a:pt x="110956" y="645135"/>
                </a:lnTo>
                <a:lnTo>
                  <a:pt x="113003" y="651279"/>
                </a:lnTo>
                <a:lnTo>
                  <a:pt x="115659" y="657423"/>
                </a:lnTo>
                <a:lnTo>
                  <a:pt x="118998" y="663567"/>
                </a:lnTo>
                <a:lnTo>
                  <a:pt x="123069" y="669711"/>
                </a:lnTo>
                <a:lnTo>
                  <a:pt x="127878" y="675856"/>
                </a:lnTo>
                <a:lnTo>
                  <a:pt x="133378" y="682000"/>
                </a:lnTo>
                <a:lnTo>
                  <a:pt x="139455" y="688144"/>
                </a:lnTo>
                <a:lnTo>
                  <a:pt x="145921" y="694288"/>
                </a:lnTo>
                <a:lnTo>
                  <a:pt x="152524" y="700432"/>
                </a:lnTo>
                <a:lnTo>
                  <a:pt x="158955" y="706576"/>
                </a:lnTo>
                <a:lnTo>
                  <a:pt x="164870" y="712720"/>
                </a:lnTo>
                <a:lnTo>
                  <a:pt x="169922" y="718865"/>
                </a:lnTo>
                <a:lnTo>
                  <a:pt x="173793" y="725009"/>
                </a:lnTo>
                <a:lnTo>
                  <a:pt x="176227" y="731153"/>
                </a:lnTo>
                <a:lnTo>
                  <a:pt x="177058" y="737297"/>
                </a:lnTo>
                <a:lnTo>
                  <a:pt x="177058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5" name="12_small_5971">
            <a:extLst>
              <a:ext uri="{FF2B5EF4-FFF2-40B4-BE49-F238E27FC236}">
                <a16:creationId xmlns:a16="http://schemas.microsoft.com/office/drawing/2014/main" id="{78B6CEDC-CCC2-4485-AD34-38DEC9D2D369}"/>
              </a:ext>
            </a:extLst>
          </p:cNvPr>
          <p:cNvSpPr>
            <a:spLocks noGrp="1"/>
          </p:cNvSpPr>
          <p:nvPr/>
        </p:nvSpPr>
        <p:spPr>
          <a:xfrm>
            <a:off x="2132375" y="1764865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77058" y="737297"/>
                </a:moveTo>
                <a:lnTo>
                  <a:pt x="26067" y="737297"/>
                </a:lnTo>
                <a:lnTo>
                  <a:pt x="26898" y="731153"/>
                </a:lnTo>
                <a:lnTo>
                  <a:pt x="29332" y="725009"/>
                </a:lnTo>
                <a:lnTo>
                  <a:pt x="33203" y="718865"/>
                </a:lnTo>
                <a:lnTo>
                  <a:pt x="38255" y="712720"/>
                </a:lnTo>
                <a:lnTo>
                  <a:pt x="44170" y="706576"/>
                </a:lnTo>
                <a:lnTo>
                  <a:pt x="50601" y="700432"/>
                </a:lnTo>
                <a:lnTo>
                  <a:pt x="57204" y="694288"/>
                </a:lnTo>
                <a:lnTo>
                  <a:pt x="63670" y="688144"/>
                </a:lnTo>
                <a:lnTo>
                  <a:pt x="69747" y="682000"/>
                </a:lnTo>
                <a:lnTo>
                  <a:pt x="75247" y="675856"/>
                </a:lnTo>
                <a:lnTo>
                  <a:pt x="80056" y="669711"/>
                </a:lnTo>
                <a:lnTo>
                  <a:pt x="84127" y="663567"/>
                </a:lnTo>
                <a:lnTo>
                  <a:pt x="87466" y="657423"/>
                </a:lnTo>
                <a:lnTo>
                  <a:pt x="90122" y="651279"/>
                </a:lnTo>
                <a:lnTo>
                  <a:pt x="92169" y="645135"/>
                </a:lnTo>
                <a:lnTo>
                  <a:pt x="93695" y="638991"/>
                </a:lnTo>
                <a:lnTo>
                  <a:pt x="94789" y="632847"/>
                </a:lnTo>
                <a:lnTo>
                  <a:pt x="95533" y="626702"/>
                </a:lnTo>
                <a:lnTo>
                  <a:pt x="96002" y="620558"/>
                </a:lnTo>
                <a:lnTo>
                  <a:pt x="96258" y="614414"/>
                </a:lnTo>
                <a:lnTo>
                  <a:pt x="96352" y="608270"/>
                </a:lnTo>
                <a:lnTo>
                  <a:pt x="96326" y="602126"/>
                </a:lnTo>
                <a:lnTo>
                  <a:pt x="96215" y="595982"/>
                </a:lnTo>
                <a:lnTo>
                  <a:pt x="96052" y="589838"/>
                </a:lnTo>
                <a:lnTo>
                  <a:pt x="95861" y="583693"/>
                </a:lnTo>
                <a:lnTo>
                  <a:pt x="95667" y="577549"/>
                </a:lnTo>
                <a:lnTo>
                  <a:pt x="95490" y="571405"/>
                </a:lnTo>
                <a:lnTo>
                  <a:pt x="95347" y="565261"/>
                </a:lnTo>
                <a:lnTo>
                  <a:pt x="95249" y="559117"/>
                </a:lnTo>
                <a:lnTo>
                  <a:pt x="95204" y="552973"/>
                </a:lnTo>
                <a:lnTo>
                  <a:pt x="95215" y="546829"/>
                </a:lnTo>
                <a:lnTo>
                  <a:pt x="95283" y="540684"/>
                </a:lnTo>
                <a:lnTo>
                  <a:pt x="95403" y="534540"/>
                </a:lnTo>
                <a:lnTo>
                  <a:pt x="95569" y="528396"/>
                </a:lnTo>
                <a:lnTo>
                  <a:pt x="95775" y="522252"/>
                </a:lnTo>
                <a:lnTo>
                  <a:pt x="96014" y="516108"/>
                </a:lnTo>
                <a:lnTo>
                  <a:pt x="96281" y="509964"/>
                </a:lnTo>
                <a:lnTo>
                  <a:pt x="96571" y="503820"/>
                </a:lnTo>
                <a:lnTo>
                  <a:pt x="96880" y="497675"/>
                </a:lnTo>
                <a:lnTo>
                  <a:pt x="97204" y="491531"/>
                </a:lnTo>
                <a:lnTo>
                  <a:pt x="97538" y="485387"/>
                </a:lnTo>
                <a:lnTo>
                  <a:pt x="97878" y="479243"/>
                </a:lnTo>
                <a:lnTo>
                  <a:pt x="98216" y="473099"/>
                </a:lnTo>
                <a:lnTo>
                  <a:pt x="98542" y="466955"/>
                </a:lnTo>
                <a:lnTo>
                  <a:pt x="98847" y="460811"/>
                </a:lnTo>
                <a:lnTo>
                  <a:pt x="99119" y="454666"/>
                </a:lnTo>
                <a:lnTo>
                  <a:pt x="99347" y="448522"/>
                </a:lnTo>
                <a:lnTo>
                  <a:pt x="99522" y="442378"/>
                </a:lnTo>
                <a:lnTo>
                  <a:pt x="99638" y="436234"/>
                </a:lnTo>
                <a:lnTo>
                  <a:pt x="99690" y="430090"/>
                </a:lnTo>
                <a:lnTo>
                  <a:pt x="99680" y="423946"/>
                </a:lnTo>
                <a:lnTo>
                  <a:pt x="99612" y="417802"/>
                </a:lnTo>
                <a:lnTo>
                  <a:pt x="99497" y="411657"/>
                </a:lnTo>
                <a:lnTo>
                  <a:pt x="99347" y="405513"/>
                </a:lnTo>
                <a:lnTo>
                  <a:pt x="99178" y="399369"/>
                </a:lnTo>
                <a:lnTo>
                  <a:pt x="99009" y="393225"/>
                </a:lnTo>
                <a:lnTo>
                  <a:pt x="98856" y="387081"/>
                </a:lnTo>
                <a:lnTo>
                  <a:pt x="98735" y="380937"/>
                </a:lnTo>
                <a:lnTo>
                  <a:pt x="98659" y="374793"/>
                </a:lnTo>
                <a:lnTo>
                  <a:pt x="98637" y="368648"/>
                </a:lnTo>
                <a:lnTo>
                  <a:pt x="98673" y="362504"/>
                </a:lnTo>
                <a:lnTo>
                  <a:pt x="98764" y="356360"/>
                </a:lnTo>
                <a:lnTo>
                  <a:pt x="98903" y="350216"/>
                </a:lnTo>
                <a:lnTo>
                  <a:pt x="99081" y="344072"/>
                </a:lnTo>
                <a:lnTo>
                  <a:pt x="99282" y="337928"/>
                </a:lnTo>
                <a:lnTo>
                  <a:pt x="99492" y="331784"/>
                </a:lnTo>
                <a:lnTo>
                  <a:pt x="99694" y="325639"/>
                </a:lnTo>
                <a:lnTo>
                  <a:pt x="99873" y="319495"/>
                </a:lnTo>
                <a:lnTo>
                  <a:pt x="100016" y="313351"/>
                </a:lnTo>
                <a:lnTo>
                  <a:pt x="100113" y="307207"/>
                </a:lnTo>
                <a:lnTo>
                  <a:pt x="100158" y="301063"/>
                </a:lnTo>
                <a:lnTo>
                  <a:pt x="100146" y="294919"/>
                </a:lnTo>
                <a:lnTo>
                  <a:pt x="100076" y="288775"/>
                </a:lnTo>
                <a:lnTo>
                  <a:pt x="99950" y="282630"/>
                </a:lnTo>
                <a:lnTo>
                  <a:pt x="99770" y="276486"/>
                </a:lnTo>
                <a:lnTo>
                  <a:pt x="99542" y="270342"/>
                </a:lnTo>
                <a:lnTo>
                  <a:pt x="99269" y="264198"/>
                </a:lnTo>
                <a:lnTo>
                  <a:pt x="98960" y="258054"/>
                </a:lnTo>
                <a:lnTo>
                  <a:pt x="98619" y="251910"/>
                </a:lnTo>
                <a:lnTo>
                  <a:pt x="98255" y="245766"/>
                </a:lnTo>
                <a:lnTo>
                  <a:pt x="97876" y="239622"/>
                </a:lnTo>
                <a:lnTo>
                  <a:pt x="97492" y="233477"/>
                </a:lnTo>
                <a:lnTo>
                  <a:pt x="97113" y="227333"/>
                </a:lnTo>
                <a:lnTo>
                  <a:pt x="96752" y="221189"/>
                </a:lnTo>
                <a:lnTo>
                  <a:pt x="96422" y="215045"/>
                </a:lnTo>
                <a:lnTo>
                  <a:pt x="96139" y="208901"/>
                </a:lnTo>
                <a:lnTo>
                  <a:pt x="95915" y="202757"/>
                </a:lnTo>
                <a:lnTo>
                  <a:pt x="95763" y="196613"/>
                </a:lnTo>
                <a:lnTo>
                  <a:pt x="95693" y="190468"/>
                </a:lnTo>
                <a:lnTo>
                  <a:pt x="95710" y="184324"/>
                </a:lnTo>
                <a:lnTo>
                  <a:pt x="95815" y="178180"/>
                </a:lnTo>
                <a:lnTo>
                  <a:pt x="96001" y="172036"/>
                </a:lnTo>
                <a:lnTo>
                  <a:pt x="96259" y="165892"/>
                </a:lnTo>
                <a:lnTo>
                  <a:pt x="96569" y="159748"/>
                </a:lnTo>
                <a:lnTo>
                  <a:pt x="96909" y="153604"/>
                </a:lnTo>
                <a:lnTo>
                  <a:pt x="97250" y="147459"/>
                </a:lnTo>
                <a:lnTo>
                  <a:pt x="97558" y="141315"/>
                </a:lnTo>
                <a:lnTo>
                  <a:pt x="97791" y="135171"/>
                </a:lnTo>
                <a:lnTo>
                  <a:pt x="97903" y="129027"/>
                </a:lnTo>
                <a:lnTo>
                  <a:pt x="97839" y="122883"/>
                </a:lnTo>
                <a:lnTo>
                  <a:pt x="97532" y="116739"/>
                </a:lnTo>
                <a:lnTo>
                  <a:pt x="96904" y="110595"/>
                </a:lnTo>
                <a:lnTo>
                  <a:pt x="95862" y="104450"/>
                </a:lnTo>
                <a:lnTo>
                  <a:pt x="94303" y="98306"/>
                </a:lnTo>
                <a:lnTo>
                  <a:pt x="92110" y="92162"/>
                </a:lnTo>
                <a:lnTo>
                  <a:pt x="89164" y="86018"/>
                </a:lnTo>
                <a:lnTo>
                  <a:pt x="85353" y="79874"/>
                </a:lnTo>
                <a:lnTo>
                  <a:pt x="80584" y="73730"/>
                </a:lnTo>
                <a:lnTo>
                  <a:pt x="74803" y="67586"/>
                </a:lnTo>
                <a:lnTo>
                  <a:pt x="68014" y="61441"/>
                </a:lnTo>
                <a:lnTo>
                  <a:pt x="60296" y="55297"/>
                </a:lnTo>
                <a:lnTo>
                  <a:pt x="51815" y="49153"/>
                </a:lnTo>
                <a:lnTo>
                  <a:pt x="42832" y="43009"/>
                </a:lnTo>
                <a:lnTo>
                  <a:pt x="33697" y="36865"/>
                </a:lnTo>
                <a:lnTo>
                  <a:pt x="24832" y="30721"/>
                </a:lnTo>
                <a:lnTo>
                  <a:pt x="16700" y="24577"/>
                </a:lnTo>
                <a:lnTo>
                  <a:pt x="9769" y="18432"/>
                </a:lnTo>
                <a:lnTo>
                  <a:pt x="4466" y="12288"/>
                </a:lnTo>
                <a:lnTo>
                  <a:pt x="1136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9" y="6144"/>
                </a:lnTo>
                <a:lnTo>
                  <a:pt x="198659" y="12288"/>
                </a:lnTo>
                <a:lnTo>
                  <a:pt x="193356" y="18432"/>
                </a:lnTo>
                <a:lnTo>
                  <a:pt x="186425" y="24577"/>
                </a:lnTo>
                <a:lnTo>
                  <a:pt x="178293" y="30721"/>
                </a:lnTo>
                <a:lnTo>
                  <a:pt x="169428" y="36865"/>
                </a:lnTo>
                <a:lnTo>
                  <a:pt x="160293" y="43009"/>
                </a:lnTo>
                <a:lnTo>
                  <a:pt x="151310" y="49153"/>
                </a:lnTo>
                <a:lnTo>
                  <a:pt x="142829" y="55297"/>
                </a:lnTo>
                <a:lnTo>
                  <a:pt x="135111" y="61441"/>
                </a:lnTo>
                <a:lnTo>
                  <a:pt x="128322" y="67586"/>
                </a:lnTo>
                <a:lnTo>
                  <a:pt x="122541" y="73730"/>
                </a:lnTo>
                <a:lnTo>
                  <a:pt x="117772" y="79874"/>
                </a:lnTo>
                <a:lnTo>
                  <a:pt x="113961" y="86018"/>
                </a:lnTo>
                <a:lnTo>
                  <a:pt x="111015" y="92162"/>
                </a:lnTo>
                <a:lnTo>
                  <a:pt x="108822" y="98306"/>
                </a:lnTo>
                <a:lnTo>
                  <a:pt x="107263" y="104450"/>
                </a:lnTo>
                <a:lnTo>
                  <a:pt x="106221" y="110595"/>
                </a:lnTo>
                <a:lnTo>
                  <a:pt x="105593" y="116739"/>
                </a:lnTo>
                <a:lnTo>
                  <a:pt x="105286" y="122883"/>
                </a:lnTo>
                <a:lnTo>
                  <a:pt x="105222" y="129027"/>
                </a:lnTo>
                <a:lnTo>
                  <a:pt x="105334" y="135171"/>
                </a:lnTo>
                <a:lnTo>
                  <a:pt x="105567" y="141315"/>
                </a:lnTo>
                <a:lnTo>
                  <a:pt x="105875" y="147459"/>
                </a:lnTo>
                <a:lnTo>
                  <a:pt x="106216" y="153604"/>
                </a:lnTo>
                <a:lnTo>
                  <a:pt x="106556" y="159748"/>
                </a:lnTo>
                <a:lnTo>
                  <a:pt x="106866" y="165892"/>
                </a:lnTo>
                <a:lnTo>
                  <a:pt x="107124" y="172036"/>
                </a:lnTo>
                <a:lnTo>
                  <a:pt x="107310" y="178180"/>
                </a:lnTo>
                <a:lnTo>
                  <a:pt x="107415" y="184324"/>
                </a:lnTo>
                <a:lnTo>
                  <a:pt x="107432" y="190468"/>
                </a:lnTo>
                <a:lnTo>
                  <a:pt x="107362" y="196613"/>
                </a:lnTo>
                <a:lnTo>
                  <a:pt x="107210" y="202757"/>
                </a:lnTo>
                <a:lnTo>
                  <a:pt x="106986" y="208901"/>
                </a:lnTo>
                <a:lnTo>
                  <a:pt x="106703" y="215045"/>
                </a:lnTo>
                <a:lnTo>
                  <a:pt x="106373" y="221189"/>
                </a:lnTo>
                <a:lnTo>
                  <a:pt x="106012" y="227333"/>
                </a:lnTo>
                <a:lnTo>
                  <a:pt x="105633" y="233477"/>
                </a:lnTo>
                <a:lnTo>
                  <a:pt x="105249" y="239622"/>
                </a:lnTo>
                <a:lnTo>
                  <a:pt x="104870" y="245766"/>
                </a:lnTo>
                <a:lnTo>
                  <a:pt x="104506" y="251910"/>
                </a:lnTo>
                <a:lnTo>
                  <a:pt x="104165" y="258054"/>
                </a:lnTo>
                <a:lnTo>
                  <a:pt x="103856" y="264198"/>
                </a:lnTo>
                <a:lnTo>
                  <a:pt x="103583" y="270342"/>
                </a:lnTo>
                <a:lnTo>
                  <a:pt x="103355" y="276486"/>
                </a:lnTo>
                <a:lnTo>
                  <a:pt x="103175" y="282630"/>
                </a:lnTo>
                <a:lnTo>
                  <a:pt x="103049" y="288775"/>
                </a:lnTo>
                <a:lnTo>
                  <a:pt x="102979" y="294919"/>
                </a:lnTo>
                <a:lnTo>
                  <a:pt x="102967" y="301063"/>
                </a:lnTo>
                <a:lnTo>
                  <a:pt x="103012" y="307207"/>
                </a:lnTo>
                <a:lnTo>
                  <a:pt x="103109" y="313351"/>
                </a:lnTo>
                <a:lnTo>
                  <a:pt x="103252" y="319495"/>
                </a:lnTo>
                <a:lnTo>
                  <a:pt x="103431" y="325639"/>
                </a:lnTo>
                <a:lnTo>
                  <a:pt x="103633" y="331784"/>
                </a:lnTo>
                <a:lnTo>
                  <a:pt x="103843" y="337928"/>
                </a:lnTo>
                <a:lnTo>
                  <a:pt x="104044" y="344072"/>
                </a:lnTo>
                <a:lnTo>
                  <a:pt x="104222" y="350216"/>
                </a:lnTo>
                <a:lnTo>
                  <a:pt x="104361" y="356360"/>
                </a:lnTo>
                <a:lnTo>
                  <a:pt x="104452" y="362504"/>
                </a:lnTo>
                <a:lnTo>
                  <a:pt x="104488" y="368648"/>
                </a:lnTo>
                <a:lnTo>
                  <a:pt x="104466" y="374793"/>
                </a:lnTo>
                <a:lnTo>
                  <a:pt x="104390" y="380937"/>
                </a:lnTo>
                <a:lnTo>
                  <a:pt x="104269" y="387081"/>
                </a:lnTo>
                <a:lnTo>
                  <a:pt x="104116" y="393225"/>
                </a:lnTo>
                <a:lnTo>
                  <a:pt x="103947" y="399369"/>
                </a:lnTo>
                <a:lnTo>
                  <a:pt x="103778" y="405513"/>
                </a:lnTo>
                <a:lnTo>
                  <a:pt x="103628" y="411657"/>
                </a:lnTo>
                <a:lnTo>
                  <a:pt x="103513" y="417802"/>
                </a:lnTo>
                <a:lnTo>
                  <a:pt x="103446" y="423946"/>
                </a:lnTo>
                <a:lnTo>
                  <a:pt x="103435" y="430090"/>
                </a:lnTo>
                <a:lnTo>
                  <a:pt x="103487" y="436234"/>
                </a:lnTo>
                <a:lnTo>
                  <a:pt x="103603" y="442378"/>
                </a:lnTo>
                <a:lnTo>
                  <a:pt x="103778" y="448522"/>
                </a:lnTo>
                <a:lnTo>
                  <a:pt x="104006" y="454666"/>
                </a:lnTo>
                <a:lnTo>
                  <a:pt x="104278" y="460811"/>
                </a:lnTo>
                <a:lnTo>
                  <a:pt x="104583" y="466955"/>
                </a:lnTo>
                <a:lnTo>
                  <a:pt x="104909" y="473099"/>
                </a:lnTo>
                <a:lnTo>
                  <a:pt x="105247" y="479243"/>
                </a:lnTo>
                <a:lnTo>
                  <a:pt x="105587" y="485387"/>
                </a:lnTo>
                <a:lnTo>
                  <a:pt x="105921" y="491531"/>
                </a:lnTo>
                <a:lnTo>
                  <a:pt x="106245" y="497675"/>
                </a:lnTo>
                <a:lnTo>
                  <a:pt x="106554" y="503820"/>
                </a:lnTo>
                <a:lnTo>
                  <a:pt x="106844" y="509964"/>
                </a:lnTo>
                <a:lnTo>
                  <a:pt x="107111" y="516108"/>
                </a:lnTo>
                <a:lnTo>
                  <a:pt x="107350" y="522252"/>
                </a:lnTo>
                <a:lnTo>
                  <a:pt x="107556" y="528396"/>
                </a:lnTo>
                <a:lnTo>
                  <a:pt x="107722" y="534540"/>
                </a:lnTo>
                <a:lnTo>
                  <a:pt x="107842" y="540684"/>
                </a:lnTo>
                <a:lnTo>
                  <a:pt x="107910" y="546829"/>
                </a:lnTo>
                <a:lnTo>
                  <a:pt x="107921" y="552973"/>
                </a:lnTo>
                <a:lnTo>
                  <a:pt x="107876" y="559117"/>
                </a:lnTo>
                <a:lnTo>
                  <a:pt x="107778" y="565261"/>
                </a:lnTo>
                <a:lnTo>
                  <a:pt x="107635" y="571405"/>
                </a:lnTo>
                <a:lnTo>
                  <a:pt x="107458" y="577549"/>
                </a:lnTo>
                <a:lnTo>
                  <a:pt x="107264" y="583693"/>
                </a:lnTo>
                <a:lnTo>
                  <a:pt x="107073" y="589838"/>
                </a:lnTo>
                <a:lnTo>
                  <a:pt x="106910" y="595982"/>
                </a:lnTo>
                <a:lnTo>
                  <a:pt x="106799" y="602126"/>
                </a:lnTo>
                <a:lnTo>
                  <a:pt x="106773" y="608270"/>
                </a:lnTo>
                <a:lnTo>
                  <a:pt x="106867" y="614414"/>
                </a:lnTo>
                <a:lnTo>
                  <a:pt x="107123" y="620558"/>
                </a:lnTo>
                <a:lnTo>
                  <a:pt x="107592" y="626702"/>
                </a:lnTo>
                <a:lnTo>
                  <a:pt x="108336" y="632847"/>
                </a:lnTo>
                <a:lnTo>
                  <a:pt x="109430" y="638991"/>
                </a:lnTo>
                <a:lnTo>
                  <a:pt x="110956" y="645135"/>
                </a:lnTo>
                <a:lnTo>
                  <a:pt x="113003" y="651279"/>
                </a:lnTo>
                <a:lnTo>
                  <a:pt x="115659" y="657423"/>
                </a:lnTo>
                <a:lnTo>
                  <a:pt x="118998" y="663567"/>
                </a:lnTo>
                <a:lnTo>
                  <a:pt x="123069" y="669711"/>
                </a:lnTo>
                <a:lnTo>
                  <a:pt x="127878" y="675856"/>
                </a:lnTo>
                <a:lnTo>
                  <a:pt x="133378" y="682000"/>
                </a:lnTo>
                <a:lnTo>
                  <a:pt x="139455" y="688144"/>
                </a:lnTo>
                <a:lnTo>
                  <a:pt x="145921" y="694288"/>
                </a:lnTo>
                <a:lnTo>
                  <a:pt x="152525" y="700432"/>
                </a:lnTo>
                <a:lnTo>
                  <a:pt x="158955" y="706576"/>
                </a:lnTo>
                <a:lnTo>
                  <a:pt x="164870" y="712720"/>
                </a:lnTo>
                <a:lnTo>
                  <a:pt x="169922" y="718865"/>
                </a:lnTo>
                <a:lnTo>
                  <a:pt x="173793" y="725009"/>
                </a:lnTo>
                <a:lnTo>
                  <a:pt x="176227" y="731153"/>
                </a:lnTo>
                <a:lnTo>
                  <a:pt x="177058" y="737297"/>
                </a:lnTo>
                <a:lnTo>
                  <a:pt x="177058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" name="12_small_5972">
            <a:extLst>
              <a:ext uri="{FF2B5EF4-FFF2-40B4-BE49-F238E27FC236}">
                <a16:creationId xmlns:a16="http://schemas.microsoft.com/office/drawing/2014/main" id="{E7C76D7C-6C7A-4698-9B78-CFE986CFCE7A}"/>
              </a:ext>
            </a:extLst>
          </p:cNvPr>
          <p:cNvSpPr>
            <a:spLocks noGrp="1"/>
          </p:cNvSpPr>
          <p:nvPr/>
        </p:nvSpPr>
        <p:spPr>
          <a:xfrm>
            <a:off x="2913625" y="1764865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77058" y="737297"/>
                </a:moveTo>
                <a:lnTo>
                  <a:pt x="26067" y="737297"/>
                </a:lnTo>
                <a:lnTo>
                  <a:pt x="26898" y="731153"/>
                </a:lnTo>
                <a:lnTo>
                  <a:pt x="29332" y="725009"/>
                </a:lnTo>
                <a:lnTo>
                  <a:pt x="33203" y="718865"/>
                </a:lnTo>
                <a:lnTo>
                  <a:pt x="38255" y="712720"/>
                </a:lnTo>
                <a:lnTo>
                  <a:pt x="44170" y="706576"/>
                </a:lnTo>
                <a:lnTo>
                  <a:pt x="50601" y="700432"/>
                </a:lnTo>
                <a:lnTo>
                  <a:pt x="57204" y="694288"/>
                </a:lnTo>
                <a:lnTo>
                  <a:pt x="63670" y="688144"/>
                </a:lnTo>
                <a:lnTo>
                  <a:pt x="69747" y="682000"/>
                </a:lnTo>
                <a:lnTo>
                  <a:pt x="75247" y="675856"/>
                </a:lnTo>
                <a:lnTo>
                  <a:pt x="80056" y="669711"/>
                </a:lnTo>
                <a:lnTo>
                  <a:pt x="84127" y="663567"/>
                </a:lnTo>
                <a:lnTo>
                  <a:pt x="87466" y="657423"/>
                </a:lnTo>
                <a:lnTo>
                  <a:pt x="90122" y="651279"/>
                </a:lnTo>
                <a:lnTo>
                  <a:pt x="92169" y="645135"/>
                </a:lnTo>
                <a:lnTo>
                  <a:pt x="93695" y="638991"/>
                </a:lnTo>
                <a:lnTo>
                  <a:pt x="94789" y="632847"/>
                </a:lnTo>
                <a:lnTo>
                  <a:pt x="95533" y="626702"/>
                </a:lnTo>
                <a:lnTo>
                  <a:pt x="96002" y="620558"/>
                </a:lnTo>
                <a:lnTo>
                  <a:pt x="96258" y="614414"/>
                </a:lnTo>
                <a:lnTo>
                  <a:pt x="96352" y="608270"/>
                </a:lnTo>
                <a:lnTo>
                  <a:pt x="96326" y="602126"/>
                </a:lnTo>
                <a:lnTo>
                  <a:pt x="96215" y="595982"/>
                </a:lnTo>
                <a:lnTo>
                  <a:pt x="96052" y="589838"/>
                </a:lnTo>
                <a:lnTo>
                  <a:pt x="95861" y="583693"/>
                </a:lnTo>
                <a:lnTo>
                  <a:pt x="95667" y="577549"/>
                </a:lnTo>
                <a:lnTo>
                  <a:pt x="95490" y="571405"/>
                </a:lnTo>
                <a:lnTo>
                  <a:pt x="95347" y="565261"/>
                </a:lnTo>
                <a:lnTo>
                  <a:pt x="95249" y="559117"/>
                </a:lnTo>
                <a:lnTo>
                  <a:pt x="95204" y="552973"/>
                </a:lnTo>
                <a:lnTo>
                  <a:pt x="95215" y="546829"/>
                </a:lnTo>
                <a:lnTo>
                  <a:pt x="95283" y="540684"/>
                </a:lnTo>
                <a:lnTo>
                  <a:pt x="95403" y="534540"/>
                </a:lnTo>
                <a:lnTo>
                  <a:pt x="95569" y="528396"/>
                </a:lnTo>
                <a:lnTo>
                  <a:pt x="95775" y="522252"/>
                </a:lnTo>
                <a:lnTo>
                  <a:pt x="96014" y="516108"/>
                </a:lnTo>
                <a:lnTo>
                  <a:pt x="96281" y="509964"/>
                </a:lnTo>
                <a:lnTo>
                  <a:pt x="96571" y="503820"/>
                </a:lnTo>
                <a:lnTo>
                  <a:pt x="96880" y="497675"/>
                </a:lnTo>
                <a:lnTo>
                  <a:pt x="97204" y="491531"/>
                </a:lnTo>
                <a:lnTo>
                  <a:pt x="97538" y="485387"/>
                </a:lnTo>
                <a:lnTo>
                  <a:pt x="97878" y="479243"/>
                </a:lnTo>
                <a:lnTo>
                  <a:pt x="98216" y="473099"/>
                </a:lnTo>
                <a:lnTo>
                  <a:pt x="98542" y="466955"/>
                </a:lnTo>
                <a:lnTo>
                  <a:pt x="98847" y="460811"/>
                </a:lnTo>
                <a:lnTo>
                  <a:pt x="99119" y="454666"/>
                </a:lnTo>
                <a:lnTo>
                  <a:pt x="99347" y="448522"/>
                </a:lnTo>
                <a:lnTo>
                  <a:pt x="99522" y="442378"/>
                </a:lnTo>
                <a:lnTo>
                  <a:pt x="99638" y="436234"/>
                </a:lnTo>
                <a:lnTo>
                  <a:pt x="99690" y="430090"/>
                </a:lnTo>
                <a:lnTo>
                  <a:pt x="99680" y="423946"/>
                </a:lnTo>
                <a:lnTo>
                  <a:pt x="99612" y="417802"/>
                </a:lnTo>
                <a:lnTo>
                  <a:pt x="99497" y="411657"/>
                </a:lnTo>
                <a:lnTo>
                  <a:pt x="99347" y="405513"/>
                </a:lnTo>
                <a:lnTo>
                  <a:pt x="99178" y="399369"/>
                </a:lnTo>
                <a:lnTo>
                  <a:pt x="99009" y="393225"/>
                </a:lnTo>
                <a:lnTo>
                  <a:pt x="98856" y="387081"/>
                </a:lnTo>
                <a:lnTo>
                  <a:pt x="98735" y="380937"/>
                </a:lnTo>
                <a:lnTo>
                  <a:pt x="98659" y="374793"/>
                </a:lnTo>
                <a:lnTo>
                  <a:pt x="98637" y="368648"/>
                </a:lnTo>
                <a:lnTo>
                  <a:pt x="98673" y="362504"/>
                </a:lnTo>
                <a:lnTo>
                  <a:pt x="98764" y="356360"/>
                </a:lnTo>
                <a:lnTo>
                  <a:pt x="98903" y="350216"/>
                </a:lnTo>
                <a:lnTo>
                  <a:pt x="99081" y="344072"/>
                </a:lnTo>
                <a:lnTo>
                  <a:pt x="99282" y="337928"/>
                </a:lnTo>
                <a:lnTo>
                  <a:pt x="99492" y="331784"/>
                </a:lnTo>
                <a:lnTo>
                  <a:pt x="99694" y="325639"/>
                </a:lnTo>
                <a:lnTo>
                  <a:pt x="99873" y="319495"/>
                </a:lnTo>
                <a:lnTo>
                  <a:pt x="100016" y="313351"/>
                </a:lnTo>
                <a:lnTo>
                  <a:pt x="100113" y="307207"/>
                </a:lnTo>
                <a:lnTo>
                  <a:pt x="100158" y="301063"/>
                </a:lnTo>
                <a:lnTo>
                  <a:pt x="100146" y="294919"/>
                </a:lnTo>
                <a:lnTo>
                  <a:pt x="100076" y="288775"/>
                </a:lnTo>
                <a:lnTo>
                  <a:pt x="99950" y="282630"/>
                </a:lnTo>
                <a:lnTo>
                  <a:pt x="99770" y="276486"/>
                </a:lnTo>
                <a:lnTo>
                  <a:pt x="99542" y="270342"/>
                </a:lnTo>
                <a:lnTo>
                  <a:pt x="99269" y="264198"/>
                </a:lnTo>
                <a:lnTo>
                  <a:pt x="98960" y="258054"/>
                </a:lnTo>
                <a:lnTo>
                  <a:pt x="98619" y="251910"/>
                </a:lnTo>
                <a:lnTo>
                  <a:pt x="98255" y="245766"/>
                </a:lnTo>
                <a:lnTo>
                  <a:pt x="97876" y="239622"/>
                </a:lnTo>
                <a:lnTo>
                  <a:pt x="97492" y="233477"/>
                </a:lnTo>
                <a:lnTo>
                  <a:pt x="97113" y="227333"/>
                </a:lnTo>
                <a:lnTo>
                  <a:pt x="96752" y="221189"/>
                </a:lnTo>
                <a:lnTo>
                  <a:pt x="96422" y="215045"/>
                </a:lnTo>
                <a:lnTo>
                  <a:pt x="96139" y="208901"/>
                </a:lnTo>
                <a:lnTo>
                  <a:pt x="95915" y="202757"/>
                </a:lnTo>
                <a:lnTo>
                  <a:pt x="95763" y="196613"/>
                </a:lnTo>
                <a:lnTo>
                  <a:pt x="95693" y="190468"/>
                </a:lnTo>
                <a:lnTo>
                  <a:pt x="95710" y="184324"/>
                </a:lnTo>
                <a:lnTo>
                  <a:pt x="95815" y="178180"/>
                </a:lnTo>
                <a:lnTo>
                  <a:pt x="96001" y="172036"/>
                </a:lnTo>
                <a:lnTo>
                  <a:pt x="96259" y="165892"/>
                </a:lnTo>
                <a:lnTo>
                  <a:pt x="96569" y="159748"/>
                </a:lnTo>
                <a:lnTo>
                  <a:pt x="96909" y="153604"/>
                </a:lnTo>
                <a:lnTo>
                  <a:pt x="97250" y="147459"/>
                </a:lnTo>
                <a:lnTo>
                  <a:pt x="97558" y="141315"/>
                </a:lnTo>
                <a:lnTo>
                  <a:pt x="97791" y="135171"/>
                </a:lnTo>
                <a:lnTo>
                  <a:pt x="97903" y="129027"/>
                </a:lnTo>
                <a:lnTo>
                  <a:pt x="97839" y="122883"/>
                </a:lnTo>
                <a:lnTo>
                  <a:pt x="97532" y="116739"/>
                </a:lnTo>
                <a:lnTo>
                  <a:pt x="96904" y="110595"/>
                </a:lnTo>
                <a:lnTo>
                  <a:pt x="95862" y="104450"/>
                </a:lnTo>
                <a:lnTo>
                  <a:pt x="94303" y="98306"/>
                </a:lnTo>
                <a:lnTo>
                  <a:pt x="92110" y="92162"/>
                </a:lnTo>
                <a:lnTo>
                  <a:pt x="89164" y="86018"/>
                </a:lnTo>
                <a:lnTo>
                  <a:pt x="85353" y="79874"/>
                </a:lnTo>
                <a:lnTo>
                  <a:pt x="80584" y="73730"/>
                </a:lnTo>
                <a:lnTo>
                  <a:pt x="74803" y="67586"/>
                </a:lnTo>
                <a:lnTo>
                  <a:pt x="68014" y="61441"/>
                </a:lnTo>
                <a:lnTo>
                  <a:pt x="60296" y="55297"/>
                </a:lnTo>
                <a:lnTo>
                  <a:pt x="51815" y="49153"/>
                </a:lnTo>
                <a:lnTo>
                  <a:pt x="42832" y="43009"/>
                </a:lnTo>
                <a:lnTo>
                  <a:pt x="33697" y="36865"/>
                </a:lnTo>
                <a:lnTo>
                  <a:pt x="24832" y="30721"/>
                </a:lnTo>
                <a:lnTo>
                  <a:pt x="16700" y="24577"/>
                </a:lnTo>
                <a:lnTo>
                  <a:pt x="9769" y="18432"/>
                </a:lnTo>
                <a:lnTo>
                  <a:pt x="4466" y="12288"/>
                </a:lnTo>
                <a:lnTo>
                  <a:pt x="1136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9" y="6144"/>
                </a:lnTo>
                <a:lnTo>
                  <a:pt x="198659" y="12288"/>
                </a:lnTo>
                <a:lnTo>
                  <a:pt x="193356" y="18432"/>
                </a:lnTo>
                <a:lnTo>
                  <a:pt x="186425" y="24577"/>
                </a:lnTo>
                <a:lnTo>
                  <a:pt x="178293" y="30721"/>
                </a:lnTo>
                <a:lnTo>
                  <a:pt x="169428" y="36865"/>
                </a:lnTo>
                <a:lnTo>
                  <a:pt x="160293" y="43009"/>
                </a:lnTo>
                <a:lnTo>
                  <a:pt x="151310" y="49153"/>
                </a:lnTo>
                <a:lnTo>
                  <a:pt x="142829" y="55297"/>
                </a:lnTo>
                <a:lnTo>
                  <a:pt x="135111" y="61441"/>
                </a:lnTo>
                <a:lnTo>
                  <a:pt x="128322" y="67586"/>
                </a:lnTo>
                <a:lnTo>
                  <a:pt x="122541" y="73730"/>
                </a:lnTo>
                <a:lnTo>
                  <a:pt x="117772" y="79874"/>
                </a:lnTo>
                <a:lnTo>
                  <a:pt x="113961" y="86018"/>
                </a:lnTo>
                <a:lnTo>
                  <a:pt x="111015" y="92162"/>
                </a:lnTo>
                <a:lnTo>
                  <a:pt x="108822" y="98306"/>
                </a:lnTo>
                <a:lnTo>
                  <a:pt x="107263" y="104450"/>
                </a:lnTo>
                <a:lnTo>
                  <a:pt x="106221" y="110595"/>
                </a:lnTo>
                <a:lnTo>
                  <a:pt x="105593" y="116739"/>
                </a:lnTo>
                <a:lnTo>
                  <a:pt x="105286" y="122883"/>
                </a:lnTo>
                <a:lnTo>
                  <a:pt x="105222" y="129027"/>
                </a:lnTo>
                <a:lnTo>
                  <a:pt x="105334" y="135171"/>
                </a:lnTo>
                <a:lnTo>
                  <a:pt x="105567" y="141315"/>
                </a:lnTo>
                <a:lnTo>
                  <a:pt x="105875" y="147459"/>
                </a:lnTo>
                <a:lnTo>
                  <a:pt x="106216" y="153604"/>
                </a:lnTo>
                <a:lnTo>
                  <a:pt x="106556" y="159748"/>
                </a:lnTo>
                <a:lnTo>
                  <a:pt x="106866" y="165892"/>
                </a:lnTo>
                <a:lnTo>
                  <a:pt x="107124" y="172036"/>
                </a:lnTo>
                <a:lnTo>
                  <a:pt x="107310" y="178180"/>
                </a:lnTo>
                <a:lnTo>
                  <a:pt x="107415" y="184324"/>
                </a:lnTo>
                <a:lnTo>
                  <a:pt x="107432" y="190468"/>
                </a:lnTo>
                <a:lnTo>
                  <a:pt x="107362" y="196613"/>
                </a:lnTo>
                <a:lnTo>
                  <a:pt x="107210" y="202757"/>
                </a:lnTo>
                <a:lnTo>
                  <a:pt x="106986" y="208901"/>
                </a:lnTo>
                <a:lnTo>
                  <a:pt x="106703" y="215045"/>
                </a:lnTo>
                <a:lnTo>
                  <a:pt x="106373" y="221189"/>
                </a:lnTo>
                <a:lnTo>
                  <a:pt x="106012" y="227333"/>
                </a:lnTo>
                <a:lnTo>
                  <a:pt x="105633" y="233477"/>
                </a:lnTo>
                <a:lnTo>
                  <a:pt x="105249" y="239622"/>
                </a:lnTo>
                <a:lnTo>
                  <a:pt x="104870" y="245766"/>
                </a:lnTo>
                <a:lnTo>
                  <a:pt x="104506" y="251910"/>
                </a:lnTo>
                <a:lnTo>
                  <a:pt x="104165" y="258054"/>
                </a:lnTo>
                <a:lnTo>
                  <a:pt x="103856" y="264198"/>
                </a:lnTo>
                <a:lnTo>
                  <a:pt x="103583" y="270342"/>
                </a:lnTo>
                <a:lnTo>
                  <a:pt x="103355" y="276486"/>
                </a:lnTo>
                <a:lnTo>
                  <a:pt x="103175" y="282630"/>
                </a:lnTo>
                <a:lnTo>
                  <a:pt x="103049" y="288775"/>
                </a:lnTo>
                <a:lnTo>
                  <a:pt x="102979" y="294919"/>
                </a:lnTo>
                <a:lnTo>
                  <a:pt x="102967" y="301063"/>
                </a:lnTo>
                <a:lnTo>
                  <a:pt x="103012" y="307207"/>
                </a:lnTo>
                <a:lnTo>
                  <a:pt x="103109" y="313351"/>
                </a:lnTo>
                <a:lnTo>
                  <a:pt x="103252" y="319495"/>
                </a:lnTo>
                <a:lnTo>
                  <a:pt x="103431" y="325639"/>
                </a:lnTo>
                <a:lnTo>
                  <a:pt x="103633" y="331784"/>
                </a:lnTo>
                <a:lnTo>
                  <a:pt x="103843" y="337928"/>
                </a:lnTo>
                <a:lnTo>
                  <a:pt x="104044" y="344072"/>
                </a:lnTo>
                <a:lnTo>
                  <a:pt x="104222" y="350216"/>
                </a:lnTo>
                <a:lnTo>
                  <a:pt x="104361" y="356360"/>
                </a:lnTo>
                <a:lnTo>
                  <a:pt x="104452" y="362504"/>
                </a:lnTo>
                <a:lnTo>
                  <a:pt x="104488" y="368648"/>
                </a:lnTo>
                <a:lnTo>
                  <a:pt x="104466" y="374793"/>
                </a:lnTo>
                <a:lnTo>
                  <a:pt x="104390" y="380937"/>
                </a:lnTo>
                <a:lnTo>
                  <a:pt x="104269" y="387081"/>
                </a:lnTo>
                <a:lnTo>
                  <a:pt x="104116" y="393225"/>
                </a:lnTo>
                <a:lnTo>
                  <a:pt x="103947" y="399369"/>
                </a:lnTo>
                <a:lnTo>
                  <a:pt x="103778" y="405513"/>
                </a:lnTo>
                <a:lnTo>
                  <a:pt x="103628" y="411657"/>
                </a:lnTo>
                <a:lnTo>
                  <a:pt x="103513" y="417802"/>
                </a:lnTo>
                <a:lnTo>
                  <a:pt x="103446" y="423946"/>
                </a:lnTo>
                <a:lnTo>
                  <a:pt x="103435" y="430090"/>
                </a:lnTo>
                <a:lnTo>
                  <a:pt x="103487" y="436234"/>
                </a:lnTo>
                <a:lnTo>
                  <a:pt x="103603" y="442378"/>
                </a:lnTo>
                <a:lnTo>
                  <a:pt x="103778" y="448522"/>
                </a:lnTo>
                <a:lnTo>
                  <a:pt x="104006" y="454666"/>
                </a:lnTo>
                <a:lnTo>
                  <a:pt x="104278" y="460811"/>
                </a:lnTo>
                <a:lnTo>
                  <a:pt x="104583" y="466955"/>
                </a:lnTo>
                <a:lnTo>
                  <a:pt x="104909" y="473099"/>
                </a:lnTo>
                <a:lnTo>
                  <a:pt x="105247" y="479243"/>
                </a:lnTo>
                <a:lnTo>
                  <a:pt x="105587" y="485387"/>
                </a:lnTo>
                <a:lnTo>
                  <a:pt x="105921" y="491531"/>
                </a:lnTo>
                <a:lnTo>
                  <a:pt x="106245" y="497675"/>
                </a:lnTo>
                <a:lnTo>
                  <a:pt x="106554" y="503820"/>
                </a:lnTo>
                <a:lnTo>
                  <a:pt x="106844" y="509964"/>
                </a:lnTo>
                <a:lnTo>
                  <a:pt x="107111" y="516108"/>
                </a:lnTo>
                <a:lnTo>
                  <a:pt x="107350" y="522252"/>
                </a:lnTo>
                <a:lnTo>
                  <a:pt x="107556" y="528396"/>
                </a:lnTo>
                <a:lnTo>
                  <a:pt x="107722" y="534540"/>
                </a:lnTo>
                <a:lnTo>
                  <a:pt x="107842" y="540684"/>
                </a:lnTo>
                <a:lnTo>
                  <a:pt x="107910" y="546829"/>
                </a:lnTo>
                <a:lnTo>
                  <a:pt x="107921" y="552973"/>
                </a:lnTo>
                <a:lnTo>
                  <a:pt x="107876" y="559117"/>
                </a:lnTo>
                <a:lnTo>
                  <a:pt x="107778" y="565261"/>
                </a:lnTo>
                <a:lnTo>
                  <a:pt x="107635" y="571405"/>
                </a:lnTo>
                <a:lnTo>
                  <a:pt x="107458" y="577549"/>
                </a:lnTo>
                <a:lnTo>
                  <a:pt x="107264" y="583693"/>
                </a:lnTo>
                <a:lnTo>
                  <a:pt x="107073" y="589838"/>
                </a:lnTo>
                <a:lnTo>
                  <a:pt x="106910" y="595982"/>
                </a:lnTo>
                <a:lnTo>
                  <a:pt x="106799" y="602126"/>
                </a:lnTo>
                <a:lnTo>
                  <a:pt x="106773" y="608270"/>
                </a:lnTo>
                <a:lnTo>
                  <a:pt x="106867" y="614414"/>
                </a:lnTo>
                <a:lnTo>
                  <a:pt x="107123" y="620558"/>
                </a:lnTo>
                <a:lnTo>
                  <a:pt x="107592" y="626702"/>
                </a:lnTo>
                <a:lnTo>
                  <a:pt x="108336" y="632847"/>
                </a:lnTo>
                <a:lnTo>
                  <a:pt x="109430" y="638991"/>
                </a:lnTo>
                <a:lnTo>
                  <a:pt x="110956" y="645135"/>
                </a:lnTo>
                <a:lnTo>
                  <a:pt x="113003" y="651279"/>
                </a:lnTo>
                <a:lnTo>
                  <a:pt x="115659" y="657423"/>
                </a:lnTo>
                <a:lnTo>
                  <a:pt x="118998" y="663567"/>
                </a:lnTo>
                <a:lnTo>
                  <a:pt x="123069" y="669711"/>
                </a:lnTo>
                <a:lnTo>
                  <a:pt x="127878" y="675856"/>
                </a:lnTo>
                <a:lnTo>
                  <a:pt x="133378" y="682000"/>
                </a:lnTo>
                <a:lnTo>
                  <a:pt x="139455" y="688144"/>
                </a:lnTo>
                <a:lnTo>
                  <a:pt x="145921" y="694288"/>
                </a:lnTo>
                <a:lnTo>
                  <a:pt x="152525" y="700432"/>
                </a:lnTo>
                <a:lnTo>
                  <a:pt x="158955" y="706576"/>
                </a:lnTo>
                <a:lnTo>
                  <a:pt x="164870" y="712720"/>
                </a:lnTo>
                <a:lnTo>
                  <a:pt x="169922" y="718865"/>
                </a:lnTo>
                <a:lnTo>
                  <a:pt x="173793" y="725009"/>
                </a:lnTo>
                <a:lnTo>
                  <a:pt x="176227" y="731153"/>
                </a:lnTo>
                <a:lnTo>
                  <a:pt x="177058" y="737297"/>
                </a:lnTo>
                <a:lnTo>
                  <a:pt x="177058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7" name="12_small_5973">
            <a:extLst>
              <a:ext uri="{FF2B5EF4-FFF2-40B4-BE49-F238E27FC236}">
                <a16:creationId xmlns:a16="http://schemas.microsoft.com/office/drawing/2014/main" id="{C57EEFC5-55B2-4266-9CBA-715F1279300F}"/>
              </a:ext>
            </a:extLst>
          </p:cNvPr>
          <p:cNvSpPr>
            <a:spLocks noGrp="1"/>
          </p:cNvSpPr>
          <p:nvPr/>
        </p:nvSpPr>
        <p:spPr>
          <a:xfrm>
            <a:off x="671437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8" name="12_small_5974">
            <a:extLst>
              <a:ext uri="{FF2B5EF4-FFF2-40B4-BE49-F238E27FC236}">
                <a16:creationId xmlns:a16="http://schemas.microsoft.com/office/drawing/2014/main" id="{F6FF981A-2543-484E-B01E-DAC32B133CB3}"/>
              </a:ext>
            </a:extLst>
          </p:cNvPr>
          <p:cNvSpPr>
            <a:spLocks noGrp="1"/>
          </p:cNvSpPr>
          <p:nvPr/>
        </p:nvSpPr>
        <p:spPr>
          <a:xfrm>
            <a:off x="1062063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9" name="12_small_5975">
            <a:extLst>
              <a:ext uri="{FF2B5EF4-FFF2-40B4-BE49-F238E27FC236}">
                <a16:creationId xmlns:a16="http://schemas.microsoft.com/office/drawing/2014/main" id="{124A5486-4A5C-4B9E-811A-A5CE897AD355}"/>
              </a:ext>
            </a:extLst>
          </p:cNvPr>
          <p:cNvSpPr>
            <a:spLocks noGrp="1"/>
          </p:cNvSpPr>
          <p:nvPr/>
        </p:nvSpPr>
        <p:spPr>
          <a:xfrm>
            <a:off x="1452688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" name="12_small_5976">
            <a:extLst>
              <a:ext uri="{FF2B5EF4-FFF2-40B4-BE49-F238E27FC236}">
                <a16:creationId xmlns:a16="http://schemas.microsoft.com/office/drawing/2014/main" id="{4C250B81-296E-468F-A85B-F5527AEBE9A2}"/>
              </a:ext>
            </a:extLst>
          </p:cNvPr>
          <p:cNvSpPr>
            <a:spLocks noGrp="1"/>
          </p:cNvSpPr>
          <p:nvPr/>
        </p:nvSpPr>
        <p:spPr>
          <a:xfrm>
            <a:off x="2233938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1" name="12_small_5977">
            <a:extLst>
              <a:ext uri="{FF2B5EF4-FFF2-40B4-BE49-F238E27FC236}">
                <a16:creationId xmlns:a16="http://schemas.microsoft.com/office/drawing/2014/main" id="{EC14F527-7DD0-4AE1-8842-2347369CE09E}"/>
              </a:ext>
            </a:extLst>
          </p:cNvPr>
          <p:cNvSpPr>
            <a:spLocks noGrp="1"/>
          </p:cNvSpPr>
          <p:nvPr/>
        </p:nvSpPr>
        <p:spPr>
          <a:xfrm>
            <a:off x="3015188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2" name="12_small_5978">
            <a:extLst>
              <a:ext uri="{FF2B5EF4-FFF2-40B4-BE49-F238E27FC236}">
                <a16:creationId xmlns:a16="http://schemas.microsoft.com/office/drawing/2014/main" id="{4B5A219C-C861-40E3-A4C0-D72A608A41CD}"/>
              </a:ext>
            </a:extLst>
          </p:cNvPr>
          <p:cNvSpPr>
            <a:spLocks noGrp="1"/>
          </p:cNvSpPr>
          <p:nvPr/>
        </p:nvSpPr>
        <p:spPr>
          <a:xfrm>
            <a:off x="648000" y="2502162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3" name="12_small_5979">
            <a:extLst>
              <a:ext uri="{FF2B5EF4-FFF2-40B4-BE49-F238E27FC236}">
                <a16:creationId xmlns:a16="http://schemas.microsoft.com/office/drawing/2014/main" id="{5DF0912F-6822-4301-9AA9-607A56924DFC}"/>
              </a:ext>
            </a:extLst>
          </p:cNvPr>
          <p:cNvSpPr>
            <a:spLocks noGrp="1"/>
          </p:cNvSpPr>
          <p:nvPr/>
        </p:nvSpPr>
        <p:spPr>
          <a:xfrm>
            <a:off x="609900" y="250216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4" name="text_5980">
            <a:extLst>
              <a:ext uri="{FF2B5EF4-FFF2-40B4-BE49-F238E27FC236}">
                <a16:creationId xmlns:a16="http://schemas.microsoft.com/office/drawing/2014/main" id="{15AC08D4-6C83-4B1A-AD04-184CDD76E04C}"/>
              </a:ext>
            </a:extLst>
          </p:cNvPr>
          <p:cNvSpPr>
            <a:spLocks noGrp="1"/>
          </p:cNvSpPr>
          <p:nvPr/>
        </p:nvSpPr>
        <p:spPr>
          <a:xfrm>
            <a:off x="520253" y="2462101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5" name="12_small_5981">
            <a:extLst>
              <a:ext uri="{FF2B5EF4-FFF2-40B4-BE49-F238E27FC236}">
                <a16:creationId xmlns:a16="http://schemas.microsoft.com/office/drawing/2014/main" id="{7E6067A4-D4A4-4964-95D0-4375A2EC796D}"/>
              </a:ext>
            </a:extLst>
          </p:cNvPr>
          <p:cNvSpPr>
            <a:spLocks noGrp="1"/>
          </p:cNvSpPr>
          <p:nvPr/>
        </p:nvSpPr>
        <p:spPr>
          <a:xfrm>
            <a:off x="648000" y="2133513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6" name="12_small_5982">
            <a:extLst>
              <a:ext uri="{FF2B5EF4-FFF2-40B4-BE49-F238E27FC236}">
                <a16:creationId xmlns:a16="http://schemas.microsoft.com/office/drawing/2014/main" id="{1DE693B5-2649-422D-8B56-4D86D5EEEC65}"/>
              </a:ext>
            </a:extLst>
          </p:cNvPr>
          <p:cNvSpPr>
            <a:spLocks noGrp="1"/>
          </p:cNvSpPr>
          <p:nvPr/>
        </p:nvSpPr>
        <p:spPr>
          <a:xfrm>
            <a:off x="609900" y="2133513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" name="text_5983">
            <a:extLst>
              <a:ext uri="{FF2B5EF4-FFF2-40B4-BE49-F238E27FC236}">
                <a16:creationId xmlns:a16="http://schemas.microsoft.com/office/drawing/2014/main" id="{5EDCCBB0-7A04-4125-8651-34A826D3B8DD}"/>
              </a:ext>
            </a:extLst>
          </p:cNvPr>
          <p:cNvSpPr>
            <a:spLocks noGrp="1"/>
          </p:cNvSpPr>
          <p:nvPr/>
        </p:nvSpPr>
        <p:spPr>
          <a:xfrm>
            <a:off x="468706" y="2093452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8" name="12_small_5984">
            <a:extLst>
              <a:ext uri="{FF2B5EF4-FFF2-40B4-BE49-F238E27FC236}">
                <a16:creationId xmlns:a16="http://schemas.microsoft.com/office/drawing/2014/main" id="{724F1429-9BB3-4DBB-AD29-6650B4356E06}"/>
              </a:ext>
            </a:extLst>
          </p:cNvPr>
          <p:cNvSpPr>
            <a:spLocks noGrp="1"/>
          </p:cNvSpPr>
          <p:nvPr/>
        </p:nvSpPr>
        <p:spPr>
          <a:xfrm>
            <a:off x="648000" y="1764865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9" name="12_small_5985">
            <a:extLst>
              <a:ext uri="{FF2B5EF4-FFF2-40B4-BE49-F238E27FC236}">
                <a16:creationId xmlns:a16="http://schemas.microsoft.com/office/drawing/2014/main" id="{C5552985-CF87-4A6B-965C-F1871A43ADB2}"/>
              </a:ext>
            </a:extLst>
          </p:cNvPr>
          <p:cNvSpPr>
            <a:spLocks noGrp="1"/>
          </p:cNvSpPr>
          <p:nvPr/>
        </p:nvSpPr>
        <p:spPr>
          <a:xfrm>
            <a:off x="609900" y="1764865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" name="text_5986">
            <a:extLst>
              <a:ext uri="{FF2B5EF4-FFF2-40B4-BE49-F238E27FC236}">
                <a16:creationId xmlns:a16="http://schemas.microsoft.com/office/drawing/2014/main" id="{DD7C7AE3-3D98-4FBA-9758-938321FF30F1}"/>
              </a:ext>
            </a:extLst>
          </p:cNvPr>
          <p:cNvSpPr>
            <a:spLocks noGrp="1"/>
          </p:cNvSpPr>
          <p:nvPr/>
        </p:nvSpPr>
        <p:spPr>
          <a:xfrm>
            <a:off x="417160" y="1724804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1" name="text_5987">
            <a:extLst>
              <a:ext uri="{FF2B5EF4-FFF2-40B4-BE49-F238E27FC236}">
                <a16:creationId xmlns:a16="http://schemas.microsoft.com/office/drawing/2014/main" id="{D7A56A5D-45C7-4BB9-A328-5EF34DD991FD}"/>
              </a:ext>
            </a:extLst>
          </p:cNvPr>
          <p:cNvSpPr>
            <a:spLocks noGrp="1"/>
          </p:cNvSpPr>
          <p:nvPr/>
        </p:nvSpPr>
        <p:spPr>
          <a:xfrm rot="-5400000">
            <a:off x="-21826" y="2070013"/>
            <a:ext cx="712724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Completion (%)</a:t>
            </a:r>
          </a:p>
        </p:txBody>
      </p:sp>
      <p:sp>
        <p:nvSpPr>
          <p:cNvPr id="22" name="12_small_5988">
            <a:extLst>
              <a:ext uri="{FF2B5EF4-FFF2-40B4-BE49-F238E27FC236}">
                <a16:creationId xmlns:a16="http://schemas.microsoft.com/office/drawing/2014/main" id="{15F647C5-1785-4AAA-8A40-7500F6655760}"/>
              </a:ext>
            </a:extLst>
          </p:cNvPr>
          <p:cNvSpPr>
            <a:spLocks noGrp="1"/>
          </p:cNvSpPr>
          <p:nvPr/>
        </p:nvSpPr>
        <p:spPr>
          <a:xfrm>
            <a:off x="1015426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" name="12_small_5989">
            <a:extLst>
              <a:ext uri="{FF2B5EF4-FFF2-40B4-BE49-F238E27FC236}">
                <a16:creationId xmlns:a16="http://schemas.microsoft.com/office/drawing/2014/main" id="{3B408DC3-32AA-42B4-B1E1-79386D9C4AE9}"/>
              </a:ext>
            </a:extLst>
          </p:cNvPr>
          <p:cNvSpPr>
            <a:spLocks noGrp="1"/>
          </p:cNvSpPr>
          <p:nvPr/>
        </p:nvSpPr>
        <p:spPr>
          <a:xfrm>
            <a:off x="111970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" name="12_small_5990">
            <a:extLst>
              <a:ext uri="{FF2B5EF4-FFF2-40B4-BE49-F238E27FC236}">
                <a16:creationId xmlns:a16="http://schemas.microsoft.com/office/drawing/2014/main" id="{E5EADEDC-E36F-45C1-8A26-3FBD0583E072}"/>
              </a:ext>
            </a:extLst>
          </p:cNvPr>
          <p:cNvSpPr>
            <a:spLocks noGrp="1"/>
          </p:cNvSpPr>
          <p:nvPr/>
        </p:nvSpPr>
        <p:spPr>
          <a:xfrm>
            <a:off x="111814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" name="12_small_5991">
            <a:extLst>
              <a:ext uri="{FF2B5EF4-FFF2-40B4-BE49-F238E27FC236}">
                <a16:creationId xmlns:a16="http://schemas.microsoft.com/office/drawing/2014/main" id="{55795BDA-8597-40DB-9766-A1CA93547CB9}"/>
              </a:ext>
            </a:extLst>
          </p:cNvPr>
          <p:cNvSpPr>
            <a:spLocks noGrp="1"/>
          </p:cNvSpPr>
          <p:nvPr/>
        </p:nvSpPr>
        <p:spPr>
          <a:xfrm>
            <a:off x="1038851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" name="12_small_5992">
            <a:extLst>
              <a:ext uri="{FF2B5EF4-FFF2-40B4-BE49-F238E27FC236}">
                <a16:creationId xmlns:a16="http://schemas.microsoft.com/office/drawing/2014/main" id="{77498399-1340-444A-B7F8-A4D1EB476290}"/>
              </a:ext>
            </a:extLst>
          </p:cNvPr>
          <p:cNvSpPr>
            <a:spLocks noGrp="1"/>
          </p:cNvSpPr>
          <p:nvPr/>
        </p:nvSpPr>
        <p:spPr>
          <a:xfrm>
            <a:off x="1121027" y="21719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" name="12_small_5993">
            <a:extLst>
              <a:ext uri="{FF2B5EF4-FFF2-40B4-BE49-F238E27FC236}">
                <a16:creationId xmlns:a16="http://schemas.microsoft.com/office/drawing/2014/main" id="{E7A68B11-717C-4F6E-B552-CE1255ABB2C4}"/>
              </a:ext>
            </a:extLst>
          </p:cNvPr>
          <p:cNvSpPr>
            <a:spLocks noGrp="1"/>
          </p:cNvSpPr>
          <p:nvPr/>
        </p:nvSpPr>
        <p:spPr>
          <a:xfrm>
            <a:off x="1090648" y="215282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" name="12_small_5994">
            <a:extLst>
              <a:ext uri="{FF2B5EF4-FFF2-40B4-BE49-F238E27FC236}">
                <a16:creationId xmlns:a16="http://schemas.microsoft.com/office/drawing/2014/main" id="{5004B95D-CF6F-4834-9BFF-38CAB7F59BEA}"/>
              </a:ext>
            </a:extLst>
          </p:cNvPr>
          <p:cNvSpPr>
            <a:spLocks noGrp="1"/>
          </p:cNvSpPr>
          <p:nvPr/>
        </p:nvSpPr>
        <p:spPr>
          <a:xfrm>
            <a:off x="99809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" name="12_small_5995">
            <a:extLst>
              <a:ext uri="{FF2B5EF4-FFF2-40B4-BE49-F238E27FC236}">
                <a16:creationId xmlns:a16="http://schemas.microsoft.com/office/drawing/2014/main" id="{B7A34A3E-3F59-49F9-9F9A-789899A981B3}"/>
              </a:ext>
            </a:extLst>
          </p:cNvPr>
          <p:cNvSpPr>
            <a:spLocks noGrp="1"/>
          </p:cNvSpPr>
          <p:nvPr/>
        </p:nvSpPr>
        <p:spPr>
          <a:xfrm>
            <a:off x="1030360" y="23958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" name="12_small_5996">
            <a:extLst>
              <a:ext uri="{FF2B5EF4-FFF2-40B4-BE49-F238E27FC236}">
                <a16:creationId xmlns:a16="http://schemas.microsoft.com/office/drawing/2014/main" id="{F183A8B6-77C2-462C-A35F-936A9F00AD0B}"/>
              </a:ext>
            </a:extLst>
          </p:cNvPr>
          <p:cNvSpPr>
            <a:spLocks noGrp="1"/>
          </p:cNvSpPr>
          <p:nvPr/>
        </p:nvSpPr>
        <p:spPr>
          <a:xfrm>
            <a:off x="1047272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" name="12_small_5997">
            <a:extLst>
              <a:ext uri="{FF2B5EF4-FFF2-40B4-BE49-F238E27FC236}">
                <a16:creationId xmlns:a16="http://schemas.microsoft.com/office/drawing/2014/main" id="{48F92BE0-16A7-4C5E-8615-E7CA456A85B3}"/>
              </a:ext>
            </a:extLst>
          </p:cNvPr>
          <p:cNvSpPr>
            <a:spLocks noGrp="1"/>
          </p:cNvSpPr>
          <p:nvPr/>
        </p:nvSpPr>
        <p:spPr>
          <a:xfrm>
            <a:off x="1032089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" name="12_small_5998">
            <a:extLst>
              <a:ext uri="{FF2B5EF4-FFF2-40B4-BE49-F238E27FC236}">
                <a16:creationId xmlns:a16="http://schemas.microsoft.com/office/drawing/2014/main" id="{3EE9B313-8D3D-4BD7-BB99-2D0F84347C3B}"/>
              </a:ext>
            </a:extLst>
          </p:cNvPr>
          <p:cNvSpPr>
            <a:spLocks noGrp="1"/>
          </p:cNvSpPr>
          <p:nvPr/>
        </p:nvSpPr>
        <p:spPr>
          <a:xfrm>
            <a:off x="108593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" name="12_small_5999">
            <a:extLst>
              <a:ext uri="{FF2B5EF4-FFF2-40B4-BE49-F238E27FC236}">
                <a16:creationId xmlns:a16="http://schemas.microsoft.com/office/drawing/2014/main" id="{C85920A7-9C38-41F6-B81A-7EADFEED9977}"/>
              </a:ext>
            </a:extLst>
          </p:cNvPr>
          <p:cNvSpPr>
            <a:spLocks noGrp="1"/>
          </p:cNvSpPr>
          <p:nvPr/>
        </p:nvSpPr>
        <p:spPr>
          <a:xfrm>
            <a:off x="99085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4" name="12_small_6000">
            <a:extLst>
              <a:ext uri="{FF2B5EF4-FFF2-40B4-BE49-F238E27FC236}">
                <a16:creationId xmlns:a16="http://schemas.microsoft.com/office/drawing/2014/main" id="{364A1257-ECD1-4D91-A9CB-9F12D26CEBB8}"/>
              </a:ext>
            </a:extLst>
          </p:cNvPr>
          <p:cNvSpPr>
            <a:spLocks noGrp="1"/>
          </p:cNvSpPr>
          <p:nvPr/>
        </p:nvSpPr>
        <p:spPr>
          <a:xfrm>
            <a:off x="103124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5" name="12_small_6001">
            <a:extLst>
              <a:ext uri="{FF2B5EF4-FFF2-40B4-BE49-F238E27FC236}">
                <a16:creationId xmlns:a16="http://schemas.microsoft.com/office/drawing/2014/main" id="{739745F6-49BE-44AB-89BB-329986AF91C5}"/>
              </a:ext>
            </a:extLst>
          </p:cNvPr>
          <p:cNvSpPr>
            <a:spLocks noGrp="1"/>
          </p:cNvSpPr>
          <p:nvPr/>
        </p:nvSpPr>
        <p:spPr>
          <a:xfrm>
            <a:off x="985448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" name="12_small_6002">
            <a:extLst>
              <a:ext uri="{FF2B5EF4-FFF2-40B4-BE49-F238E27FC236}">
                <a16:creationId xmlns:a16="http://schemas.microsoft.com/office/drawing/2014/main" id="{09268296-33D3-49EB-BDBE-23065A743407}"/>
              </a:ext>
            </a:extLst>
          </p:cNvPr>
          <p:cNvSpPr>
            <a:spLocks noGrp="1"/>
          </p:cNvSpPr>
          <p:nvPr/>
        </p:nvSpPr>
        <p:spPr>
          <a:xfrm>
            <a:off x="1115192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" name="12_small_6003">
            <a:extLst>
              <a:ext uri="{FF2B5EF4-FFF2-40B4-BE49-F238E27FC236}">
                <a16:creationId xmlns:a16="http://schemas.microsoft.com/office/drawing/2014/main" id="{90DB4665-CBB6-4064-A038-B3FE8DFD56C9}"/>
              </a:ext>
            </a:extLst>
          </p:cNvPr>
          <p:cNvSpPr>
            <a:spLocks noGrp="1"/>
          </p:cNvSpPr>
          <p:nvPr/>
        </p:nvSpPr>
        <p:spPr>
          <a:xfrm>
            <a:off x="100804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" name="12_small_6004">
            <a:extLst>
              <a:ext uri="{FF2B5EF4-FFF2-40B4-BE49-F238E27FC236}">
                <a16:creationId xmlns:a16="http://schemas.microsoft.com/office/drawing/2014/main" id="{5022D478-671A-460E-BB53-5CEA717BD7CF}"/>
              </a:ext>
            </a:extLst>
          </p:cNvPr>
          <p:cNvSpPr>
            <a:spLocks noGrp="1"/>
          </p:cNvSpPr>
          <p:nvPr/>
        </p:nvSpPr>
        <p:spPr>
          <a:xfrm>
            <a:off x="1002713" y="24060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" name="12_small_6005">
            <a:extLst>
              <a:ext uri="{FF2B5EF4-FFF2-40B4-BE49-F238E27FC236}">
                <a16:creationId xmlns:a16="http://schemas.microsoft.com/office/drawing/2014/main" id="{01FD9348-E5FD-4AA0-8289-D08C2C057C69}"/>
              </a:ext>
            </a:extLst>
          </p:cNvPr>
          <p:cNvSpPr>
            <a:spLocks noGrp="1"/>
          </p:cNvSpPr>
          <p:nvPr/>
        </p:nvSpPr>
        <p:spPr>
          <a:xfrm>
            <a:off x="105147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" name="12_small_6006">
            <a:extLst>
              <a:ext uri="{FF2B5EF4-FFF2-40B4-BE49-F238E27FC236}">
                <a16:creationId xmlns:a16="http://schemas.microsoft.com/office/drawing/2014/main" id="{5856F17E-2A66-4728-8264-C5477058CB64}"/>
              </a:ext>
            </a:extLst>
          </p:cNvPr>
          <p:cNvSpPr>
            <a:spLocks noGrp="1"/>
          </p:cNvSpPr>
          <p:nvPr/>
        </p:nvSpPr>
        <p:spPr>
          <a:xfrm>
            <a:off x="1008550" y="2219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" name="12_small_6007">
            <a:extLst>
              <a:ext uri="{FF2B5EF4-FFF2-40B4-BE49-F238E27FC236}">
                <a16:creationId xmlns:a16="http://schemas.microsoft.com/office/drawing/2014/main" id="{B92AFD37-8DB7-43DA-9AF0-E57427C0EA67}"/>
              </a:ext>
            </a:extLst>
          </p:cNvPr>
          <p:cNvSpPr>
            <a:spLocks noGrp="1"/>
          </p:cNvSpPr>
          <p:nvPr/>
        </p:nvSpPr>
        <p:spPr>
          <a:xfrm>
            <a:off x="97949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" name="12_small_6008">
            <a:extLst>
              <a:ext uri="{FF2B5EF4-FFF2-40B4-BE49-F238E27FC236}">
                <a16:creationId xmlns:a16="http://schemas.microsoft.com/office/drawing/2014/main" id="{DCB11872-0237-42E2-A5DE-A8DB8C346D7E}"/>
              </a:ext>
            </a:extLst>
          </p:cNvPr>
          <p:cNvSpPr>
            <a:spLocks noGrp="1"/>
          </p:cNvSpPr>
          <p:nvPr/>
        </p:nvSpPr>
        <p:spPr>
          <a:xfrm>
            <a:off x="1043921" y="219304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" name="12_small_6009">
            <a:extLst>
              <a:ext uri="{FF2B5EF4-FFF2-40B4-BE49-F238E27FC236}">
                <a16:creationId xmlns:a16="http://schemas.microsoft.com/office/drawing/2014/main" id="{5B90C4D6-9682-4F33-AC87-4D9163AE60D4}"/>
              </a:ext>
            </a:extLst>
          </p:cNvPr>
          <p:cNvSpPr>
            <a:spLocks noGrp="1"/>
          </p:cNvSpPr>
          <p:nvPr/>
        </p:nvSpPr>
        <p:spPr>
          <a:xfrm>
            <a:off x="1034948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" name="12_small_6010">
            <a:extLst>
              <a:ext uri="{FF2B5EF4-FFF2-40B4-BE49-F238E27FC236}">
                <a16:creationId xmlns:a16="http://schemas.microsoft.com/office/drawing/2014/main" id="{9D82C4F7-784F-48C3-B9B0-E12652B45EFE}"/>
              </a:ext>
            </a:extLst>
          </p:cNvPr>
          <p:cNvSpPr>
            <a:spLocks noGrp="1"/>
          </p:cNvSpPr>
          <p:nvPr/>
        </p:nvSpPr>
        <p:spPr>
          <a:xfrm>
            <a:off x="977396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" name="12_small_6011">
            <a:extLst>
              <a:ext uri="{FF2B5EF4-FFF2-40B4-BE49-F238E27FC236}">
                <a16:creationId xmlns:a16="http://schemas.microsoft.com/office/drawing/2014/main" id="{3A11D716-B9B3-4DE8-AB2D-47CC64615D9B}"/>
              </a:ext>
            </a:extLst>
          </p:cNvPr>
          <p:cNvSpPr>
            <a:spLocks noGrp="1"/>
          </p:cNvSpPr>
          <p:nvPr/>
        </p:nvSpPr>
        <p:spPr>
          <a:xfrm>
            <a:off x="108411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" name="12_small_6012">
            <a:extLst>
              <a:ext uri="{FF2B5EF4-FFF2-40B4-BE49-F238E27FC236}">
                <a16:creationId xmlns:a16="http://schemas.microsoft.com/office/drawing/2014/main" id="{0179CB8F-EAE5-4236-AC28-A9864E0B0D9F}"/>
              </a:ext>
            </a:extLst>
          </p:cNvPr>
          <p:cNvSpPr>
            <a:spLocks noGrp="1"/>
          </p:cNvSpPr>
          <p:nvPr/>
        </p:nvSpPr>
        <p:spPr>
          <a:xfrm>
            <a:off x="102828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" name="12_small_6013">
            <a:extLst>
              <a:ext uri="{FF2B5EF4-FFF2-40B4-BE49-F238E27FC236}">
                <a16:creationId xmlns:a16="http://schemas.microsoft.com/office/drawing/2014/main" id="{454D0213-6FCB-44C3-8F9E-2E302F0B13CC}"/>
              </a:ext>
            </a:extLst>
          </p:cNvPr>
          <p:cNvSpPr>
            <a:spLocks noGrp="1"/>
          </p:cNvSpPr>
          <p:nvPr/>
        </p:nvSpPr>
        <p:spPr>
          <a:xfrm>
            <a:off x="1109899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" name="12_small_6014">
            <a:extLst>
              <a:ext uri="{FF2B5EF4-FFF2-40B4-BE49-F238E27FC236}">
                <a16:creationId xmlns:a16="http://schemas.microsoft.com/office/drawing/2014/main" id="{0CD00DC8-7C47-43E7-B832-C82A904FC4BD}"/>
              </a:ext>
            </a:extLst>
          </p:cNvPr>
          <p:cNvSpPr>
            <a:spLocks noGrp="1"/>
          </p:cNvSpPr>
          <p:nvPr/>
        </p:nvSpPr>
        <p:spPr>
          <a:xfrm>
            <a:off x="102233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" name="12_small_6015">
            <a:extLst>
              <a:ext uri="{FF2B5EF4-FFF2-40B4-BE49-F238E27FC236}">
                <a16:creationId xmlns:a16="http://schemas.microsoft.com/office/drawing/2014/main" id="{D326A801-2B3C-4E85-9286-D3FC6DB362E4}"/>
              </a:ext>
            </a:extLst>
          </p:cNvPr>
          <p:cNvSpPr>
            <a:spLocks noGrp="1"/>
          </p:cNvSpPr>
          <p:nvPr/>
        </p:nvSpPr>
        <p:spPr>
          <a:xfrm>
            <a:off x="107976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" name="12_small_6016">
            <a:extLst>
              <a:ext uri="{FF2B5EF4-FFF2-40B4-BE49-F238E27FC236}">
                <a16:creationId xmlns:a16="http://schemas.microsoft.com/office/drawing/2014/main" id="{D9981A1B-D341-467E-99C6-C51F130CAEED}"/>
              </a:ext>
            </a:extLst>
          </p:cNvPr>
          <p:cNvSpPr>
            <a:spLocks noGrp="1"/>
          </p:cNvSpPr>
          <p:nvPr/>
        </p:nvSpPr>
        <p:spPr>
          <a:xfrm>
            <a:off x="102061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" name="12_small_6017">
            <a:extLst>
              <a:ext uri="{FF2B5EF4-FFF2-40B4-BE49-F238E27FC236}">
                <a16:creationId xmlns:a16="http://schemas.microsoft.com/office/drawing/2014/main" id="{906FA1D0-31E1-446E-B0D4-C7D61FE92041}"/>
              </a:ext>
            </a:extLst>
          </p:cNvPr>
          <p:cNvSpPr>
            <a:spLocks noGrp="1"/>
          </p:cNvSpPr>
          <p:nvPr/>
        </p:nvSpPr>
        <p:spPr>
          <a:xfrm>
            <a:off x="102580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" name="12_small_6018">
            <a:extLst>
              <a:ext uri="{FF2B5EF4-FFF2-40B4-BE49-F238E27FC236}">
                <a16:creationId xmlns:a16="http://schemas.microsoft.com/office/drawing/2014/main" id="{362B28F3-D263-47C3-9BBC-382EF8A75CE5}"/>
              </a:ext>
            </a:extLst>
          </p:cNvPr>
          <p:cNvSpPr>
            <a:spLocks noGrp="1"/>
          </p:cNvSpPr>
          <p:nvPr/>
        </p:nvSpPr>
        <p:spPr>
          <a:xfrm>
            <a:off x="108433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" name="12_small_6019">
            <a:extLst>
              <a:ext uri="{FF2B5EF4-FFF2-40B4-BE49-F238E27FC236}">
                <a16:creationId xmlns:a16="http://schemas.microsoft.com/office/drawing/2014/main" id="{41B2BD52-C006-4066-89EE-9F23B613E79E}"/>
              </a:ext>
            </a:extLst>
          </p:cNvPr>
          <p:cNvSpPr>
            <a:spLocks noGrp="1"/>
          </p:cNvSpPr>
          <p:nvPr/>
        </p:nvSpPr>
        <p:spPr>
          <a:xfrm>
            <a:off x="984661" y="219304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" name="12_small_6020">
            <a:extLst>
              <a:ext uri="{FF2B5EF4-FFF2-40B4-BE49-F238E27FC236}">
                <a16:creationId xmlns:a16="http://schemas.microsoft.com/office/drawing/2014/main" id="{52E391B1-8222-47E6-AD10-1C9703C98834}"/>
              </a:ext>
            </a:extLst>
          </p:cNvPr>
          <p:cNvSpPr>
            <a:spLocks noGrp="1"/>
          </p:cNvSpPr>
          <p:nvPr/>
        </p:nvSpPr>
        <p:spPr>
          <a:xfrm>
            <a:off x="98119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" name="12_small_6021">
            <a:extLst>
              <a:ext uri="{FF2B5EF4-FFF2-40B4-BE49-F238E27FC236}">
                <a16:creationId xmlns:a16="http://schemas.microsoft.com/office/drawing/2014/main" id="{18D81232-D221-401B-B945-2B3680B20F59}"/>
              </a:ext>
            </a:extLst>
          </p:cNvPr>
          <p:cNvSpPr>
            <a:spLocks noGrp="1"/>
          </p:cNvSpPr>
          <p:nvPr/>
        </p:nvSpPr>
        <p:spPr>
          <a:xfrm>
            <a:off x="110568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" name="12_small_6022">
            <a:extLst>
              <a:ext uri="{FF2B5EF4-FFF2-40B4-BE49-F238E27FC236}">
                <a16:creationId xmlns:a16="http://schemas.microsoft.com/office/drawing/2014/main" id="{BB5B3BA3-AFB9-4BDD-A6B1-B4B1DA689963}"/>
              </a:ext>
            </a:extLst>
          </p:cNvPr>
          <p:cNvSpPr>
            <a:spLocks noGrp="1"/>
          </p:cNvSpPr>
          <p:nvPr/>
        </p:nvSpPr>
        <p:spPr>
          <a:xfrm>
            <a:off x="98054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" name="12_small_6023">
            <a:extLst>
              <a:ext uri="{FF2B5EF4-FFF2-40B4-BE49-F238E27FC236}">
                <a16:creationId xmlns:a16="http://schemas.microsoft.com/office/drawing/2014/main" id="{1B1C1024-653A-431F-AC57-A3BC68BDE481}"/>
              </a:ext>
            </a:extLst>
          </p:cNvPr>
          <p:cNvSpPr>
            <a:spLocks noGrp="1"/>
          </p:cNvSpPr>
          <p:nvPr/>
        </p:nvSpPr>
        <p:spPr>
          <a:xfrm>
            <a:off x="102741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" name="12_small_6024">
            <a:extLst>
              <a:ext uri="{FF2B5EF4-FFF2-40B4-BE49-F238E27FC236}">
                <a16:creationId xmlns:a16="http://schemas.microsoft.com/office/drawing/2014/main" id="{98D83FAC-4682-4F50-BCDA-653393E11436}"/>
              </a:ext>
            </a:extLst>
          </p:cNvPr>
          <p:cNvSpPr>
            <a:spLocks noGrp="1"/>
          </p:cNvSpPr>
          <p:nvPr/>
        </p:nvSpPr>
        <p:spPr>
          <a:xfrm>
            <a:off x="104425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" name="12_small_6025">
            <a:extLst>
              <a:ext uri="{FF2B5EF4-FFF2-40B4-BE49-F238E27FC236}">
                <a16:creationId xmlns:a16="http://schemas.microsoft.com/office/drawing/2014/main" id="{1F08A07B-966D-412C-AB5C-20673E85A2A3}"/>
              </a:ext>
            </a:extLst>
          </p:cNvPr>
          <p:cNvSpPr>
            <a:spLocks noGrp="1"/>
          </p:cNvSpPr>
          <p:nvPr/>
        </p:nvSpPr>
        <p:spPr>
          <a:xfrm>
            <a:off x="99564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" name="12_small_6026">
            <a:extLst>
              <a:ext uri="{FF2B5EF4-FFF2-40B4-BE49-F238E27FC236}">
                <a16:creationId xmlns:a16="http://schemas.microsoft.com/office/drawing/2014/main" id="{4AEE9CDD-D587-479F-A594-528C1CCC05C3}"/>
              </a:ext>
            </a:extLst>
          </p:cNvPr>
          <p:cNvSpPr>
            <a:spLocks noGrp="1"/>
          </p:cNvSpPr>
          <p:nvPr/>
        </p:nvSpPr>
        <p:spPr>
          <a:xfrm>
            <a:off x="102714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" name="12_small_6027">
            <a:extLst>
              <a:ext uri="{FF2B5EF4-FFF2-40B4-BE49-F238E27FC236}">
                <a16:creationId xmlns:a16="http://schemas.microsoft.com/office/drawing/2014/main" id="{0713DC9A-FD1F-4D72-8186-302680287EC5}"/>
              </a:ext>
            </a:extLst>
          </p:cNvPr>
          <p:cNvSpPr>
            <a:spLocks noGrp="1"/>
          </p:cNvSpPr>
          <p:nvPr/>
        </p:nvSpPr>
        <p:spPr>
          <a:xfrm>
            <a:off x="101960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" name="12_small_6028">
            <a:extLst>
              <a:ext uri="{FF2B5EF4-FFF2-40B4-BE49-F238E27FC236}">
                <a16:creationId xmlns:a16="http://schemas.microsoft.com/office/drawing/2014/main" id="{331C9518-45C1-4619-857B-9CA59EDCB79F}"/>
              </a:ext>
            </a:extLst>
          </p:cNvPr>
          <p:cNvSpPr>
            <a:spLocks noGrp="1"/>
          </p:cNvSpPr>
          <p:nvPr/>
        </p:nvSpPr>
        <p:spPr>
          <a:xfrm>
            <a:off x="1110134" y="23405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" name="12_small_6029">
            <a:extLst>
              <a:ext uri="{FF2B5EF4-FFF2-40B4-BE49-F238E27FC236}">
                <a16:creationId xmlns:a16="http://schemas.microsoft.com/office/drawing/2014/main" id="{4103EC5F-075A-4EED-9945-C9997B0C8132}"/>
              </a:ext>
            </a:extLst>
          </p:cNvPr>
          <p:cNvSpPr>
            <a:spLocks noGrp="1"/>
          </p:cNvSpPr>
          <p:nvPr/>
        </p:nvSpPr>
        <p:spPr>
          <a:xfrm>
            <a:off x="106083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" name="12_small_6030">
            <a:extLst>
              <a:ext uri="{FF2B5EF4-FFF2-40B4-BE49-F238E27FC236}">
                <a16:creationId xmlns:a16="http://schemas.microsoft.com/office/drawing/2014/main" id="{A66D20DB-6133-418F-A9BF-0C9312297E4B}"/>
              </a:ext>
            </a:extLst>
          </p:cNvPr>
          <p:cNvSpPr>
            <a:spLocks noGrp="1"/>
          </p:cNvSpPr>
          <p:nvPr/>
        </p:nvSpPr>
        <p:spPr>
          <a:xfrm>
            <a:off x="1057723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" name="12_small_6031">
            <a:extLst>
              <a:ext uri="{FF2B5EF4-FFF2-40B4-BE49-F238E27FC236}">
                <a16:creationId xmlns:a16="http://schemas.microsoft.com/office/drawing/2014/main" id="{2431E9F5-0176-4252-8094-A5A792C087FE}"/>
              </a:ext>
            </a:extLst>
          </p:cNvPr>
          <p:cNvSpPr>
            <a:spLocks noGrp="1"/>
          </p:cNvSpPr>
          <p:nvPr/>
        </p:nvSpPr>
        <p:spPr>
          <a:xfrm>
            <a:off x="1098252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" name="12_small_6032">
            <a:extLst>
              <a:ext uri="{FF2B5EF4-FFF2-40B4-BE49-F238E27FC236}">
                <a16:creationId xmlns:a16="http://schemas.microsoft.com/office/drawing/2014/main" id="{9E2E9CD4-339E-4EB5-A7CC-EE628878A8B3}"/>
              </a:ext>
            </a:extLst>
          </p:cNvPr>
          <p:cNvSpPr>
            <a:spLocks noGrp="1"/>
          </p:cNvSpPr>
          <p:nvPr/>
        </p:nvSpPr>
        <p:spPr>
          <a:xfrm>
            <a:off x="103801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" name="12_small_6033">
            <a:extLst>
              <a:ext uri="{FF2B5EF4-FFF2-40B4-BE49-F238E27FC236}">
                <a16:creationId xmlns:a16="http://schemas.microsoft.com/office/drawing/2014/main" id="{29AF66D9-C137-4E9C-9F92-F8B4027689BD}"/>
              </a:ext>
            </a:extLst>
          </p:cNvPr>
          <p:cNvSpPr>
            <a:spLocks noGrp="1"/>
          </p:cNvSpPr>
          <p:nvPr/>
        </p:nvSpPr>
        <p:spPr>
          <a:xfrm>
            <a:off x="11133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8" name="12_small_6034">
            <a:extLst>
              <a:ext uri="{FF2B5EF4-FFF2-40B4-BE49-F238E27FC236}">
                <a16:creationId xmlns:a16="http://schemas.microsoft.com/office/drawing/2014/main" id="{494B0E28-257C-45D7-B162-A720B37D78FA}"/>
              </a:ext>
            </a:extLst>
          </p:cNvPr>
          <p:cNvSpPr>
            <a:spLocks noGrp="1"/>
          </p:cNvSpPr>
          <p:nvPr/>
        </p:nvSpPr>
        <p:spPr>
          <a:xfrm>
            <a:off x="1080670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9" name="12_small_6035">
            <a:extLst>
              <a:ext uri="{FF2B5EF4-FFF2-40B4-BE49-F238E27FC236}">
                <a16:creationId xmlns:a16="http://schemas.microsoft.com/office/drawing/2014/main" id="{C6C16108-BA40-4799-8962-45D5E29A4F2B}"/>
              </a:ext>
            </a:extLst>
          </p:cNvPr>
          <p:cNvSpPr>
            <a:spLocks noGrp="1"/>
          </p:cNvSpPr>
          <p:nvPr/>
        </p:nvSpPr>
        <p:spPr>
          <a:xfrm>
            <a:off x="101256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" name="12_small_6036">
            <a:extLst>
              <a:ext uri="{FF2B5EF4-FFF2-40B4-BE49-F238E27FC236}">
                <a16:creationId xmlns:a16="http://schemas.microsoft.com/office/drawing/2014/main" id="{DC4B9A93-C557-4627-9A32-E0816C0DC569}"/>
              </a:ext>
            </a:extLst>
          </p:cNvPr>
          <p:cNvSpPr>
            <a:spLocks noGrp="1"/>
          </p:cNvSpPr>
          <p:nvPr/>
        </p:nvSpPr>
        <p:spPr>
          <a:xfrm>
            <a:off x="975228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" name="12_small_6037">
            <a:extLst>
              <a:ext uri="{FF2B5EF4-FFF2-40B4-BE49-F238E27FC236}">
                <a16:creationId xmlns:a16="http://schemas.microsoft.com/office/drawing/2014/main" id="{53BC4950-FBD4-431D-81A3-FCC0A9716210}"/>
              </a:ext>
            </a:extLst>
          </p:cNvPr>
          <p:cNvSpPr>
            <a:spLocks noGrp="1"/>
          </p:cNvSpPr>
          <p:nvPr/>
        </p:nvSpPr>
        <p:spPr>
          <a:xfrm>
            <a:off x="1100711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" name="12_small_6038">
            <a:extLst>
              <a:ext uri="{FF2B5EF4-FFF2-40B4-BE49-F238E27FC236}">
                <a16:creationId xmlns:a16="http://schemas.microsoft.com/office/drawing/2014/main" id="{6508A993-E24F-43AE-BB0C-5108F6DF6421}"/>
              </a:ext>
            </a:extLst>
          </p:cNvPr>
          <p:cNvSpPr>
            <a:spLocks noGrp="1"/>
          </p:cNvSpPr>
          <p:nvPr/>
        </p:nvSpPr>
        <p:spPr>
          <a:xfrm>
            <a:off x="111653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" name="12_small_6039">
            <a:extLst>
              <a:ext uri="{FF2B5EF4-FFF2-40B4-BE49-F238E27FC236}">
                <a16:creationId xmlns:a16="http://schemas.microsoft.com/office/drawing/2014/main" id="{6DD0B3A7-A4AF-4639-8CC1-01EB80417D54}"/>
              </a:ext>
            </a:extLst>
          </p:cNvPr>
          <p:cNvSpPr>
            <a:spLocks noGrp="1"/>
          </p:cNvSpPr>
          <p:nvPr/>
        </p:nvSpPr>
        <p:spPr>
          <a:xfrm>
            <a:off x="1051841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" name="12_small_6040">
            <a:extLst>
              <a:ext uri="{FF2B5EF4-FFF2-40B4-BE49-F238E27FC236}">
                <a16:creationId xmlns:a16="http://schemas.microsoft.com/office/drawing/2014/main" id="{111EA21B-0E00-47C0-A631-EEBD241D4F4A}"/>
              </a:ext>
            </a:extLst>
          </p:cNvPr>
          <p:cNvSpPr>
            <a:spLocks noGrp="1"/>
          </p:cNvSpPr>
          <p:nvPr/>
        </p:nvSpPr>
        <p:spPr>
          <a:xfrm>
            <a:off x="1095925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" name="12_small_6041">
            <a:extLst>
              <a:ext uri="{FF2B5EF4-FFF2-40B4-BE49-F238E27FC236}">
                <a16:creationId xmlns:a16="http://schemas.microsoft.com/office/drawing/2014/main" id="{DEC1610C-9B8E-446E-97F8-083CC52E59EA}"/>
              </a:ext>
            </a:extLst>
          </p:cNvPr>
          <p:cNvSpPr>
            <a:spLocks noGrp="1"/>
          </p:cNvSpPr>
          <p:nvPr/>
        </p:nvSpPr>
        <p:spPr>
          <a:xfrm>
            <a:off x="109057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" name="12_small_6042">
            <a:extLst>
              <a:ext uri="{FF2B5EF4-FFF2-40B4-BE49-F238E27FC236}">
                <a16:creationId xmlns:a16="http://schemas.microsoft.com/office/drawing/2014/main" id="{ECE60137-6405-4B6E-9DA2-8D167193DD2D}"/>
              </a:ext>
            </a:extLst>
          </p:cNvPr>
          <p:cNvSpPr>
            <a:spLocks noGrp="1"/>
          </p:cNvSpPr>
          <p:nvPr/>
        </p:nvSpPr>
        <p:spPr>
          <a:xfrm>
            <a:off x="998369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" name="12_small_6043">
            <a:extLst>
              <a:ext uri="{FF2B5EF4-FFF2-40B4-BE49-F238E27FC236}">
                <a16:creationId xmlns:a16="http://schemas.microsoft.com/office/drawing/2014/main" id="{12573333-CA7F-4949-930A-2168D04E46DF}"/>
              </a:ext>
            </a:extLst>
          </p:cNvPr>
          <p:cNvSpPr>
            <a:spLocks noGrp="1"/>
          </p:cNvSpPr>
          <p:nvPr/>
        </p:nvSpPr>
        <p:spPr>
          <a:xfrm>
            <a:off x="105911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" name="12_small_6044">
            <a:extLst>
              <a:ext uri="{FF2B5EF4-FFF2-40B4-BE49-F238E27FC236}">
                <a16:creationId xmlns:a16="http://schemas.microsoft.com/office/drawing/2014/main" id="{98CEAECD-2E4F-4C06-9563-5CFD4F44B7CB}"/>
              </a:ext>
            </a:extLst>
          </p:cNvPr>
          <p:cNvSpPr>
            <a:spLocks noGrp="1"/>
          </p:cNvSpPr>
          <p:nvPr/>
        </p:nvSpPr>
        <p:spPr>
          <a:xfrm>
            <a:off x="106338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" name="12_small_6045">
            <a:extLst>
              <a:ext uri="{FF2B5EF4-FFF2-40B4-BE49-F238E27FC236}">
                <a16:creationId xmlns:a16="http://schemas.microsoft.com/office/drawing/2014/main" id="{D5B606DD-557D-4323-A47D-8657FA5F6875}"/>
              </a:ext>
            </a:extLst>
          </p:cNvPr>
          <p:cNvSpPr>
            <a:spLocks noGrp="1"/>
          </p:cNvSpPr>
          <p:nvPr/>
        </p:nvSpPr>
        <p:spPr>
          <a:xfrm>
            <a:off x="109986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" name="12_small_6046">
            <a:extLst>
              <a:ext uri="{FF2B5EF4-FFF2-40B4-BE49-F238E27FC236}">
                <a16:creationId xmlns:a16="http://schemas.microsoft.com/office/drawing/2014/main" id="{6DA82A9C-42C2-46E5-8C1A-8CB7F2B35FF5}"/>
              </a:ext>
            </a:extLst>
          </p:cNvPr>
          <p:cNvSpPr>
            <a:spLocks noGrp="1"/>
          </p:cNvSpPr>
          <p:nvPr/>
        </p:nvSpPr>
        <p:spPr>
          <a:xfrm>
            <a:off x="111180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" name="12_small_6047">
            <a:extLst>
              <a:ext uri="{FF2B5EF4-FFF2-40B4-BE49-F238E27FC236}">
                <a16:creationId xmlns:a16="http://schemas.microsoft.com/office/drawing/2014/main" id="{F3EC74C3-F220-45F3-A32E-4D5D3318038B}"/>
              </a:ext>
            </a:extLst>
          </p:cNvPr>
          <p:cNvSpPr>
            <a:spLocks noGrp="1"/>
          </p:cNvSpPr>
          <p:nvPr/>
        </p:nvSpPr>
        <p:spPr>
          <a:xfrm>
            <a:off x="110480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" name="12_small_6048">
            <a:extLst>
              <a:ext uri="{FF2B5EF4-FFF2-40B4-BE49-F238E27FC236}">
                <a16:creationId xmlns:a16="http://schemas.microsoft.com/office/drawing/2014/main" id="{3377233D-9AA9-46F9-AFBD-84FE01F89BF3}"/>
              </a:ext>
            </a:extLst>
          </p:cNvPr>
          <p:cNvSpPr>
            <a:spLocks noGrp="1"/>
          </p:cNvSpPr>
          <p:nvPr/>
        </p:nvSpPr>
        <p:spPr>
          <a:xfrm>
            <a:off x="1046555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" name="12_small_6049">
            <a:extLst>
              <a:ext uri="{FF2B5EF4-FFF2-40B4-BE49-F238E27FC236}">
                <a16:creationId xmlns:a16="http://schemas.microsoft.com/office/drawing/2014/main" id="{4085973F-6598-4EA4-9911-FABD66F89C3B}"/>
              </a:ext>
            </a:extLst>
          </p:cNvPr>
          <p:cNvSpPr>
            <a:spLocks noGrp="1"/>
          </p:cNvSpPr>
          <p:nvPr/>
        </p:nvSpPr>
        <p:spPr>
          <a:xfrm>
            <a:off x="1090781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" name="12_small_6050">
            <a:extLst>
              <a:ext uri="{FF2B5EF4-FFF2-40B4-BE49-F238E27FC236}">
                <a16:creationId xmlns:a16="http://schemas.microsoft.com/office/drawing/2014/main" id="{109ECF04-EB70-42A5-BDB0-570FCE503C06}"/>
              </a:ext>
            </a:extLst>
          </p:cNvPr>
          <p:cNvSpPr>
            <a:spLocks noGrp="1"/>
          </p:cNvSpPr>
          <p:nvPr/>
        </p:nvSpPr>
        <p:spPr>
          <a:xfrm>
            <a:off x="1071384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" name="12_small_6051">
            <a:extLst>
              <a:ext uri="{FF2B5EF4-FFF2-40B4-BE49-F238E27FC236}">
                <a16:creationId xmlns:a16="http://schemas.microsoft.com/office/drawing/2014/main" id="{D3084C5B-5739-4E76-A934-326DE40A9FCB}"/>
              </a:ext>
            </a:extLst>
          </p:cNvPr>
          <p:cNvSpPr>
            <a:spLocks noGrp="1"/>
          </p:cNvSpPr>
          <p:nvPr/>
        </p:nvSpPr>
        <p:spPr>
          <a:xfrm>
            <a:off x="1011233" y="21719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" name="12_small_6052">
            <a:extLst>
              <a:ext uri="{FF2B5EF4-FFF2-40B4-BE49-F238E27FC236}">
                <a16:creationId xmlns:a16="http://schemas.microsoft.com/office/drawing/2014/main" id="{DA6E9A62-99BC-4A7A-895B-5598F4D38A03}"/>
              </a:ext>
            </a:extLst>
          </p:cNvPr>
          <p:cNvSpPr>
            <a:spLocks noGrp="1"/>
          </p:cNvSpPr>
          <p:nvPr/>
        </p:nvSpPr>
        <p:spPr>
          <a:xfrm>
            <a:off x="993980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" name="12_small_6053">
            <a:extLst>
              <a:ext uri="{FF2B5EF4-FFF2-40B4-BE49-F238E27FC236}">
                <a16:creationId xmlns:a16="http://schemas.microsoft.com/office/drawing/2014/main" id="{429A2B2B-3AE5-4978-950F-42252F4EDDAA}"/>
              </a:ext>
            </a:extLst>
          </p:cNvPr>
          <p:cNvSpPr>
            <a:spLocks noGrp="1"/>
          </p:cNvSpPr>
          <p:nvPr/>
        </p:nvSpPr>
        <p:spPr>
          <a:xfrm>
            <a:off x="105521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" name="12_small_6054">
            <a:extLst>
              <a:ext uri="{FF2B5EF4-FFF2-40B4-BE49-F238E27FC236}">
                <a16:creationId xmlns:a16="http://schemas.microsoft.com/office/drawing/2014/main" id="{38E59D60-34EA-4EDC-942B-B01863A11788}"/>
              </a:ext>
            </a:extLst>
          </p:cNvPr>
          <p:cNvSpPr>
            <a:spLocks noGrp="1"/>
          </p:cNvSpPr>
          <p:nvPr/>
        </p:nvSpPr>
        <p:spPr>
          <a:xfrm>
            <a:off x="107421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" name="12_small_6055">
            <a:extLst>
              <a:ext uri="{FF2B5EF4-FFF2-40B4-BE49-F238E27FC236}">
                <a16:creationId xmlns:a16="http://schemas.microsoft.com/office/drawing/2014/main" id="{DFE66684-A0A8-4ECF-A6D4-C8E3ECCF6656}"/>
              </a:ext>
            </a:extLst>
          </p:cNvPr>
          <p:cNvSpPr>
            <a:spLocks noGrp="1"/>
          </p:cNvSpPr>
          <p:nvPr/>
        </p:nvSpPr>
        <p:spPr>
          <a:xfrm>
            <a:off x="108899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" name="12_small_6056">
            <a:extLst>
              <a:ext uri="{FF2B5EF4-FFF2-40B4-BE49-F238E27FC236}">
                <a16:creationId xmlns:a16="http://schemas.microsoft.com/office/drawing/2014/main" id="{61427213-6BBF-4544-B63F-85631DF2442A}"/>
              </a:ext>
            </a:extLst>
          </p:cNvPr>
          <p:cNvSpPr>
            <a:spLocks noGrp="1"/>
          </p:cNvSpPr>
          <p:nvPr/>
        </p:nvSpPr>
        <p:spPr>
          <a:xfrm>
            <a:off x="105838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" name="12_small_6057">
            <a:extLst>
              <a:ext uri="{FF2B5EF4-FFF2-40B4-BE49-F238E27FC236}">
                <a16:creationId xmlns:a16="http://schemas.microsoft.com/office/drawing/2014/main" id="{1AF5E6BB-3168-4FC9-BD6D-F2A2C48540E8}"/>
              </a:ext>
            </a:extLst>
          </p:cNvPr>
          <p:cNvSpPr>
            <a:spLocks noGrp="1"/>
          </p:cNvSpPr>
          <p:nvPr/>
        </p:nvSpPr>
        <p:spPr>
          <a:xfrm>
            <a:off x="101864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" name="12_small_6058">
            <a:extLst>
              <a:ext uri="{FF2B5EF4-FFF2-40B4-BE49-F238E27FC236}">
                <a16:creationId xmlns:a16="http://schemas.microsoft.com/office/drawing/2014/main" id="{F8D109D7-E04E-4044-B47F-3A7F67C6A632}"/>
              </a:ext>
            </a:extLst>
          </p:cNvPr>
          <p:cNvSpPr>
            <a:spLocks noGrp="1"/>
          </p:cNvSpPr>
          <p:nvPr/>
        </p:nvSpPr>
        <p:spPr>
          <a:xfrm>
            <a:off x="111234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" name="12_small_6059">
            <a:extLst>
              <a:ext uri="{FF2B5EF4-FFF2-40B4-BE49-F238E27FC236}">
                <a16:creationId xmlns:a16="http://schemas.microsoft.com/office/drawing/2014/main" id="{42B3C5A9-173C-491D-BAE3-81115FC023D2}"/>
              </a:ext>
            </a:extLst>
          </p:cNvPr>
          <p:cNvSpPr>
            <a:spLocks noGrp="1"/>
          </p:cNvSpPr>
          <p:nvPr/>
        </p:nvSpPr>
        <p:spPr>
          <a:xfrm>
            <a:off x="1091792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" name="12_small_6060">
            <a:extLst>
              <a:ext uri="{FF2B5EF4-FFF2-40B4-BE49-F238E27FC236}">
                <a16:creationId xmlns:a16="http://schemas.microsoft.com/office/drawing/2014/main" id="{DFAA2114-4B13-4318-A08C-3F6855EA6F73}"/>
              </a:ext>
            </a:extLst>
          </p:cNvPr>
          <p:cNvSpPr>
            <a:spLocks noGrp="1"/>
          </p:cNvSpPr>
          <p:nvPr/>
        </p:nvSpPr>
        <p:spPr>
          <a:xfrm>
            <a:off x="112022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" name="12_small_6061">
            <a:extLst>
              <a:ext uri="{FF2B5EF4-FFF2-40B4-BE49-F238E27FC236}">
                <a16:creationId xmlns:a16="http://schemas.microsoft.com/office/drawing/2014/main" id="{2E653BF4-BE62-4324-9405-6F55112D393A}"/>
              </a:ext>
            </a:extLst>
          </p:cNvPr>
          <p:cNvSpPr>
            <a:spLocks noGrp="1"/>
          </p:cNvSpPr>
          <p:nvPr/>
        </p:nvSpPr>
        <p:spPr>
          <a:xfrm>
            <a:off x="1120219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" name="12_small_6062">
            <a:extLst>
              <a:ext uri="{FF2B5EF4-FFF2-40B4-BE49-F238E27FC236}">
                <a16:creationId xmlns:a16="http://schemas.microsoft.com/office/drawing/2014/main" id="{DC1E0852-6239-48D4-8FF5-49956F8B2EFD}"/>
              </a:ext>
            </a:extLst>
          </p:cNvPr>
          <p:cNvSpPr>
            <a:spLocks noGrp="1"/>
          </p:cNvSpPr>
          <p:nvPr/>
        </p:nvSpPr>
        <p:spPr>
          <a:xfrm>
            <a:off x="103987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" name="12_small_6063">
            <a:extLst>
              <a:ext uri="{FF2B5EF4-FFF2-40B4-BE49-F238E27FC236}">
                <a16:creationId xmlns:a16="http://schemas.microsoft.com/office/drawing/2014/main" id="{49B6E54B-3011-4873-9806-FBD925DFE321}"/>
              </a:ext>
            </a:extLst>
          </p:cNvPr>
          <p:cNvSpPr>
            <a:spLocks noGrp="1"/>
          </p:cNvSpPr>
          <p:nvPr/>
        </p:nvSpPr>
        <p:spPr>
          <a:xfrm>
            <a:off x="105339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" name="12_small_6064">
            <a:extLst>
              <a:ext uri="{FF2B5EF4-FFF2-40B4-BE49-F238E27FC236}">
                <a16:creationId xmlns:a16="http://schemas.microsoft.com/office/drawing/2014/main" id="{E16D016B-2CE7-4016-BB3D-627DD4FC2A2E}"/>
              </a:ext>
            </a:extLst>
          </p:cNvPr>
          <p:cNvSpPr>
            <a:spLocks noGrp="1"/>
          </p:cNvSpPr>
          <p:nvPr/>
        </p:nvSpPr>
        <p:spPr>
          <a:xfrm>
            <a:off x="101109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" name="12_small_6065">
            <a:extLst>
              <a:ext uri="{FF2B5EF4-FFF2-40B4-BE49-F238E27FC236}">
                <a16:creationId xmlns:a16="http://schemas.microsoft.com/office/drawing/2014/main" id="{3BB91EDF-F1A3-4BCE-AC7C-19CA08EFCB50}"/>
              </a:ext>
            </a:extLst>
          </p:cNvPr>
          <p:cNvSpPr>
            <a:spLocks noGrp="1"/>
          </p:cNvSpPr>
          <p:nvPr/>
        </p:nvSpPr>
        <p:spPr>
          <a:xfrm>
            <a:off x="140605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" name="12_small_6066">
            <a:extLst>
              <a:ext uri="{FF2B5EF4-FFF2-40B4-BE49-F238E27FC236}">
                <a16:creationId xmlns:a16="http://schemas.microsoft.com/office/drawing/2014/main" id="{4E2A42BA-E545-4723-8F5C-5A0E7A9F8C53}"/>
              </a:ext>
            </a:extLst>
          </p:cNvPr>
          <p:cNvSpPr>
            <a:spLocks noGrp="1"/>
          </p:cNvSpPr>
          <p:nvPr/>
        </p:nvSpPr>
        <p:spPr>
          <a:xfrm>
            <a:off x="151033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" name="12_small_6067">
            <a:extLst>
              <a:ext uri="{FF2B5EF4-FFF2-40B4-BE49-F238E27FC236}">
                <a16:creationId xmlns:a16="http://schemas.microsoft.com/office/drawing/2014/main" id="{63B25B43-EDA5-4B0E-B0D4-C2B178393D2E}"/>
              </a:ext>
            </a:extLst>
          </p:cNvPr>
          <p:cNvSpPr>
            <a:spLocks noGrp="1"/>
          </p:cNvSpPr>
          <p:nvPr/>
        </p:nvSpPr>
        <p:spPr>
          <a:xfrm>
            <a:off x="150877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2" name="12_small_6068">
            <a:extLst>
              <a:ext uri="{FF2B5EF4-FFF2-40B4-BE49-F238E27FC236}">
                <a16:creationId xmlns:a16="http://schemas.microsoft.com/office/drawing/2014/main" id="{26CCCA52-A7CB-4ADB-978F-50175E1A7003}"/>
              </a:ext>
            </a:extLst>
          </p:cNvPr>
          <p:cNvSpPr>
            <a:spLocks noGrp="1"/>
          </p:cNvSpPr>
          <p:nvPr/>
        </p:nvSpPr>
        <p:spPr>
          <a:xfrm>
            <a:off x="142947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3" name="12_small_6069">
            <a:extLst>
              <a:ext uri="{FF2B5EF4-FFF2-40B4-BE49-F238E27FC236}">
                <a16:creationId xmlns:a16="http://schemas.microsoft.com/office/drawing/2014/main" id="{C56008AE-3A2A-4506-97B3-26F482A71936}"/>
              </a:ext>
            </a:extLst>
          </p:cNvPr>
          <p:cNvSpPr>
            <a:spLocks noGrp="1"/>
          </p:cNvSpPr>
          <p:nvPr/>
        </p:nvSpPr>
        <p:spPr>
          <a:xfrm>
            <a:off x="151165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" name="12_small_6070">
            <a:extLst>
              <a:ext uri="{FF2B5EF4-FFF2-40B4-BE49-F238E27FC236}">
                <a16:creationId xmlns:a16="http://schemas.microsoft.com/office/drawing/2014/main" id="{CA2D5A02-E843-4C23-8A7E-96CFA0ED76A2}"/>
              </a:ext>
            </a:extLst>
          </p:cNvPr>
          <p:cNvSpPr>
            <a:spLocks noGrp="1"/>
          </p:cNvSpPr>
          <p:nvPr/>
        </p:nvSpPr>
        <p:spPr>
          <a:xfrm>
            <a:off x="1481273" y="181769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" name="12_small_6071">
            <a:extLst>
              <a:ext uri="{FF2B5EF4-FFF2-40B4-BE49-F238E27FC236}">
                <a16:creationId xmlns:a16="http://schemas.microsoft.com/office/drawing/2014/main" id="{CB87B0D7-C4EA-4FDE-ABF4-D0EB9C737021}"/>
              </a:ext>
            </a:extLst>
          </p:cNvPr>
          <p:cNvSpPr>
            <a:spLocks noGrp="1"/>
          </p:cNvSpPr>
          <p:nvPr/>
        </p:nvSpPr>
        <p:spPr>
          <a:xfrm>
            <a:off x="1388719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" name="12_small_6072">
            <a:extLst>
              <a:ext uri="{FF2B5EF4-FFF2-40B4-BE49-F238E27FC236}">
                <a16:creationId xmlns:a16="http://schemas.microsoft.com/office/drawing/2014/main" id="{F7897566-2AFE-4B80-8752-77959D25E19C}"/>
              </a:ext>
            </a:extLst>
          </p:cNvPr>
          <p:cNvSpPr>
            <a:spLocks noGrp="1"/>
          </p:cNvSpPr>
          <p:nvPr/>
        </p:nvSpPr>
        <p:spPr>
          <a:xfrm>
            <a:off x="1420985" y="23958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" name="12_small_6073">
            <a:extLst>
              <a:ext uri="{FF2B5EF4-FFF2-40B4-BE49-F238E27FC236}">
                <a16:creationId xmlns:a16="http://schemas.microsoft.com/office/drawing/2014/main" id="{26EFA6AC-D125-468C-B9CC-CD4AB3DF8484}"/>
              </a:ext>
            </a:extLst>
          </p:cNvPr>
          <p:cNvSpPr>
            <a:spLocks noGrp="1"/>
          </p:cNvSpPr>
          <p:nvPr/>
        </p:nvSpPr>
        <p:spPr>
          <a:xfrm>
            <a:off x="143789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" name="12_small_6074">
            <a:extLst>
              <a:ext uri="{FF2B5EF4-FFF2-40B4-BE49-F238E27FC236}">
                <a16:creationId xmlns:a16="http://schemas.microsoft.com/office/drawing/2014/main" id="{3A4246B7-A1F6-4204-A7A7-9278BC25C726}"/>
              </a:ext>
            </a:extLst>
          </p:cNvPr>
          <p:cNvSpPr>
            <a:spLocks noGrp="1"/>
          </p:cNvSpPr>
          <p:nvPr/>
        </p:nvSpPr>
        <p:spPr>
          <a:xfrm>
            <a:off x="142271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" name="12_small_6075">
            <a:extLst>
              <a:ext uri="{FF2B5EF4-FFF2-40B4-BE49-F238E27FC236}">
                <a16:creationId xmlns:a16="http://schemas.microsoft.com/office/drawing/2014/main" id="{177FA99B-9FA1-4FD8-99A8-EEEA91C9943F}"/>
              </a:ext>
            </a:extLst>
          </p:cNvPr>
          <p:cNvSpPr>
            <a:spLocks noGrp="1"/>
          </p:cNvSpPr>
          <p:nvPr/>
        </p:nvSpPr>
        <p:spPr>
          <a:xfrm>
            <a:off x="1476563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" name="12_small_6076">
            <a:extLst>
              <a:ext uri="{FF2B5EF4-FFF2-40B4-BE49-F238E27FC236}">
                <a16:creationId xmlns:a16="http://schemas.microsoft.com/office/drawing/2014/main" id="{F4B7C681-C4BC-45FA-846C-FB5BF97F209F}"/>
              </a:ext>
            </a:extLst>
          </p:cNvPr>
          <p:cNvSpPr>
            <a:spLocks noGrp="1"/>
          </p:cNvSpPr>
          <p:nvPr/>
        </p:nvSpPr>
        <p:spPr>
          <a:xfrm>
            <a:off x="138147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" name="12_small_6077">
            <a:extLst>
              <a:ext uri="{FF2B5EF4-FFF2-40B4-BE49-F238E27FC236}">
                <a16:creationId xmlns:a16="http://schemas.microsoft.com/office/drawing/2014/main" id="{9F68A1B7-4A6D-4AD0-A9EE-74D344F24D0D}"/>
              </a:ext>
            </a:extLst>
          </p:cNvPr>
          <p:cNvSpPr>
            <a:spLocks noGrp="1"/>
          </p:cNvSpPr>
          <p:nvPr/>
        </p:nvSpPr>
        <p:spPr>
          <a:xfrm>
            <a:off x="142187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" name="12_small_6078">
            <a:extLst>
              <a:ext uri="{FF2B5EF4-FFF2-40B4-BE49-F238E27FC236}">
                <a16:creationId xmlns:a16="http://schemas.microsoft.com/office/drawing/2014/main" id="{266E1F9B-DD3A-4F46-B6B2-5B0822FA53BE}"/>
              </a:ext>
            </a:extLst>
          </p:cNvPr>
          <p:cNvSpPr>
            <a:spLocks noGrp="1"/>
          </p:cNvSpPr>
          <p:nvPr/>
        </p:nvSpPr>
        <p:spPr>
          <a:xfrm>
            <a:off x="137607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" name="12_small_6079">
            <a:extLst>
              <a:ext uri="{FF2B5EF4-FFF2-40B4-BE49-F238E27FC236}">
                <a16:creationId xmlns:a16="http://schemas.microsoft.com/office/drawing/2014/main" id="{D5FCA79A-6790-459D-A108-18D713493C0E}"/>
              </a:ext>
            </a:extLst>
          </p:cNvPr>
          <p:cNvSpPr>
            <a:spLocks noGrp="1"/>
          </p:cNvSpPr>
          <p:nvPr/>
        </p:nvSpPr>
        <p:spPr>
          <a:xfrm>
            <a:off x="15058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" name="12_small_6080">
            <a:extLst>
              <a:ext uri="{FF2B5EF4-FFF2-40B4-BE49-F238E27FC236}">
                <a16:creationId xmlns:a16="http://schemas.microsoft.com/office/drawing/2014/main" id="{5C2AB654-C23A-4FCA-89DB-A277BECC7C8A}"/>
              </a:ext>
            </a:extLst>
          </p:cNvPr>
          <p:cNvSpPr>
            <a:spLocks noGrp="1"/>
          </p:cNvSpPr>
          <p:nvPr/>
        </p:nvSpPr>
        <p:spPr>
          <a:xfrm>
            <a:off x="13986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" name="12_small_6081">
            <a:extLst>
              <a:ext uri="{FF2B5EF4-FFF2-40B4-BE49-F238E27FC236}">
                <a16:creationId xmlns:a16="http://schemas.microsoft.com/office/drawing/2014/main" id="{FDF1F453-E9FB-4913-B5D1-682F3C9D1EC2}"/>
              </a:ext>
            </a:extLst>
          </p:cNvPr>
          <p:cNvSpPr>
            <a:spLocks noGrp="1"/>
          </p:cNvSpPr>
          <p:nvPr/>
        </p:nvSpPr>
        <p:spPr>
          <a:xfrm>
            <a:off x="1393338" y="24060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" name="12_small_6082">
            <a:extLst>
              <a:ext uri="{FF2B5EF4-FFF2-40B4-BE49-F238E27FC236}">
                <a16:creationId xmlns:a16="http://schemas.microsoft.com/office/drawing/2014/main" id="{BB96D0E7-949E-42DF-B6D3-8B4A77BFCC9F}"/>
              </a:ext>
            </a:extLst>
          </p:cNvPr>
          <p:cNvSpPr>
            <a:spLocks noGrp="1"/>
          </p:cNvSpPr>
          <p:nvPr/>
        </p:nvSpPr>
        <p:spPr>
          <a:xfrm>
            <a:off x="144210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" name="12_small_6083">
            <a:extLst>
              <a:ext uri="{FF2B5EF4-FFF2-40B4-BE49-F238E27FC236}">
                <a16:creationId xmlns:a16="http://schemas.microsoft.com/office/drawing/2014/main" id="{33D7E786-9354-4446-8911-F7D517F3DDEF}"/>
              </a:ext>
            </a:extLst>
          </p:cNvPr>
          <p:cNvSpPr>
            <a:spLocks noGrp="1"/>
          </p:cNvSpPr>
          <p:nvPr/>
        </p:nvSpPr>
        <p:spPr>
          <a:xfrm>
            <a:off x="1399175" y="1951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" name="12_small_6084">
            <a:extLst>
              <a:ext uri="{FF2B5EF4-FFF2-40B4-BE49-F238E27FC236}">
                <a16:creationId xmlns:a16="http://schemas.microsoft.com/office/drawing/2014/main" id="{39400B14-7512-4374-B6CE-A71375ED3D9C}"/>
              </a:ext>
            </a:extLst>
          </p:cNvPr>
          <p:cNvSpPr>
            <a:spLocks noGrp="1"/>
          </p:cNvSpPr>
          <p:nvPr/>
        </p:nvSpPr>
        <p:spPr>
          <a:xfrm>
            <a:off x="137012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" name="12_small_6085">
            <a:extLst>
              <a:ext uri="{FF2B5EF4-FFF2-40B4-BE49-F238E27FC236}">
                <a16:creationId xmlns:a16="http://schemas.microsoft.com/office/drawing/2014/main" id="{5E23E13C-8377-4457-976B-43A09B7FDBF5}"/>
              </a:ext>
            </a:extLst>
          </p:cNvPr>
          <p:cNvSpPr>
            <a:spLocks noGrp="1"/>
          </p:cNvSpPr>
          <p:nvPr/>
        </p:nvSpPr>
        <p:spPr>
          <a:xfrm>
            <a:off x="143454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" name="12_small_6086">
            <a:extLst>
              <a:ext uri="{FF2B5EF4-FFF2-40B4-BE49-F238E27FC236}">
                <a16:creationId xmlns:a16="http://schemas.microsoft.com/office/drawing/2014/main" id="{3AA51884-8A3A-41AA-B67D-E5AE39ACF0B5}"/>
              </a:ext>
            </a:extLst>
          </p:cNvPr>
          <p:cNvSpPr>
            <a:spLocks noGrp="1"/>
          </p:cNvSpPr>
          <p:nvPr/>
        </p:nvSpPr>
        <p:spPr>
          <a:xfrm>
            <a:off x="1425573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" name="12_small_6087">
            <a:extLst>
              <a:ext uri="{FF2B5EF4-FFF2-40B4-BE49-F238E27FC236}">
                <a16:creationId xmlns:a16="http://schemas.microsoft.com/office/drawing/2014/main" id="{54E41012-7E0E-47DC-872D-A6F8F3821FAA}"/>
              </a:ext>
            </a:extLst>
          </p:cNvPr>
          <p:cNvSpPr>
            <a:spLocks noGrp="1"/>
          </p:cNvSpPr>
          <p:nvPr/>
        </p:nvSpPr>
        <p:spPr>
          <a:xfrm>
            <a:off x="136802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" name="12_small_6088">
            <a:extLst>
              <a:ext uri="{FF2B5EF4-FFF2-40B4-BE49-F238E27FC236}">
                <a16:creationId xmlns:a16="http://schemas.microsoft.com/office/drawing/2014/main" id="{5A10951B-8B9F-4A10-80A9-F5938BCE5C0C}"/>
              </a:ext>
            </a:extLst>
          </p:cNvPr>
          <p:cNvSpPr>
            <a:spLocks noGrp="1"/>
          </p:cNvSpPr>
          <p:nvPr/>
        </p:nvSpPr>
        <p:spPr>
          <a:xfrm>
            <a:off x="147474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" name="12_small_6089">
            <a:extLst>
              <a:ext uri="{FF2B5EF4-FFF2-40B4-BE49-F238E27FC236}">
                <a16:creationId xmlns:a16="http://schemas.microsoft.com/office/drawing/2014/main" id="{3CFC56E7-5CA9-4A74-BBEF-4F71DC2C5AC8}"/>
              </a:ext>
            </a:extLst>
          </p:cNvPr>
          <p:cNvSpPr>
            <a:spLocks noGrp="1"/>
          </p:cNvSpPr>
          <p:nvPr/>
        </p:nvSpPr>
        <p:spPr>
          <a:xfrm>
            <a:off x="141890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" name="12_small_6090">
            <a:extLst>
              <a:ext uri="{FF2B5EF4-FFF2-40B4-BE49-F238E27FC236}">
                <a16:creationId xmlns:a16="http://schemas.microsoft.com/office/drawing/2014/main" id="{F5FC6F70-C8C1-4272-8045-C43792D8051B}"/>
              </a:ext>
            </a:extLst>
          </p:cNvPr>
          <p:cNvSpPr>
            <a:spLocks noGrp="1"/>
          </p:cNvSpPr>
          <p:nvPr/>
        </p:nvSpPr>
        <p:spPr>
          <a:xfrm>
            <a:off x="150052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" name="12_small_6091">
            <a:extLst>
              <a:ext uri="{FF2B5EF4-FFF2-40B4-BE49-F238E27FC236}">
                <a16:creationId xmlns:a16="http://schemas.microsoft.com/office/drawing/2014/main" id="{70FB8E32-68D5-4C9C-9FD9-924E44A7914B}"/>
              </a:ext>
            </a:extLst>
          </p:cNvPr>
          <p:cNvSpPr>
            <a:spLocks noGrp="1"/>
          </p:cNvSpPr>
          <p:nvPr/>
        </p:nvSpPr>
        <p:spPr>
          <a:xfrm>
            <a:off x="141296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" name="12_small_6092">
            <a:extLst>
              <a:ext uri="{FF2B5EF4-FFF2-40B4-BE49-F238E27FC236}">
                <a16:creationId xmlns:a16="http://schemas.microsoft.com/office/drawing/2014/main" id="{3E4F8D6D-363A-4FDC-9765-6D498A386D61}"/>
              </a:ext>
            </a:extLst>
          </p:cNvPr>
          <p:cNvSpPr>
            <a:spLocks noGrp="1"/>
          </p:cNvSpPr>
          <p:nvPr/>
        </p:nvSpPr>
        <p:spPr>
          <a:xfrm>
            <a:off x="147038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" name="12_small_6093">
            <a:extLst>
              <a:ext uri="{FF2B5EF4-FFF2-40B4-BE49-F238E27FC236}">
                <a16:creationId xmlns:a16="http://schemas.microsoft.com/office/drawing/2014/main" id="{A9615662-C21E-41C8-BEE5-C58E25436158}"/>
              </a:ext>
            </a:extLst>
          </p:cNvPr>
          <p:cNvSpPr>
            <a:spLocks noGrp="1"/>
          </p:cNvSpPr>
          <p:nvPr/>
        </p:nvSpPr>
        <p:spPr>
          <a:xfrm>
            <a:off x="141124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" name="12_small_6094">
            <a:extLst>
              <a:ext uri="{FF2B5EF4-FFF2-40B4-BE49-F238E27FC236}">
                <a16:creationId xmlns:a16="http://schemas.microsoft.com/office/drawing/2014/main" id="{554AC468-86E3-4008-97D3-C4EB0C3D07E9}"/>
              </a:ext>
            </a:extLst>
          </p:cNvPr>
          <p:cNvSpPr>
            <a:spLocks noGrp="1"/>
          </p:cNvSpPr>
          <p:nvPr/>
        </p:nvSpPr>
        <p:spPr>
          <a:xfrm>
            <a:off x="1416433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" name="12_small_6095">
            <a:extLst>
              <a:ext uri="{FF2B5EF4-FFF2-40B4-BE49-F238E27FC236}">
                <a16:creationId xmlns:a16="http://schemas.microsoft.com/office/drawing/2014/main" id="{FF25E443-EDC2-4D5E-A94B-426AE0537EBE}"/>
              </a:ext>
            </a:extLst>
          </p:cNvPr>
          <p:cNvSpPr>
            <a:spLocks noGrp="1"/>
          </p:cNvSpPr>
          <p:nvPr/>
        </p:nvSpPr>
        <p:spPr>
          <a:xfrm>
            <a:off x="147496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" name="12_small_6096">
            <a:extLst>
              <a:ext uri="{FF2B5EF4-FFF2-40B4-BE49-F238E27FC236}">
                <a16:creationId xmlns:a16="http://schemas.microsoft.com/office/drawing/2014/main" id="{70DD5B69-9DFB-475D-AA81-6C9B909D7D84}"/>
              </a:ext>
            </a:extLst>
          </p:cNvPr>
          <p:cNvSpPr>
            <a:spLocks noGrp="1"/>
          </p:cNvSpPr>
          <p:nvPr/>
        </p:nvSpPr>
        <p:spPr>
          <a:xfrm>
            <a:off x="137528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" name="12_small_6097">
            <a:extLst>
              <a:ext uri="{FF2B5EF4-FFF2-40B4-BE49-F238E27FC236}">
                <a16:creationId xmlns:a16="http://schemas.microsoft.com/office/drawing/2014/main" id="{32A67F51-052E-4833-B157-F6575259564B}"/>
              </a:ext>
            </a:extLst>
          </p:cNvPr>
          <p:cNvSpPr>
            <a:spLocks noGrp="1"/>
          </p:cNvSpPr>
          <p:nvPr/>
        </p:nvSpPr>
        <p:spPr>
          <a:xfrm>
            <a:off x="13718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" name="12_small_6098">
            <a:extLst>
              <a:ext uri="{FF2B5EF4-FFF2-40B4-BE49-F238E27FC236}">
                <a16:creationId xmlns:a16="http://schemas.microsoft.com/office/drawing/2014/main" id="{729BCEBE-8C9A-453B-8C61-31116AC06ADF}"/>
              </a:ext>
            </a:extLst>
          </p:cNvPr>
          <p:cNvSpPr>
            <a:spLocks noGrp="1"/>
          </p:cNvSpPr>
          <p:nvPr/>
        </p:nvSpPr>
        <p:spPr>
          <a:xfrm>
            <a:off x="14963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" name="12_small_6099">
            <a:extLst>
              <a:ext uri="{FF2B5EF4-FFF2-40B4-BE49-F238E27FC236}">
                <a16:creationId xmlns:a16="http://schemas.microsoft.com/office/drawing/2014/main" id="{0BD80500-A902-4FA3-A69F-19A45910ABFB}"/>
              </a:ext>
            </a:extLst>
          </p:cNvPr>
          <p:cNvSpPr>
            <a:spLocks noGrp="1"/>
          </p:cNvSpPr>
          <p:nvPr/>
        </p:nvSpPr>
        <p:spPr>
          <a:xfrm>
            <a:off x="137117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" name="12_small_6100">
            <a:extLst>
              <a:ext uri="{FF2B5EF4-FFF2-40B4-BE49-F238E27FC236}">
                <a16:creationId xmlns:a16="http://schemas.microsoft.com/office/drawing/2014/main" id="{37BDF94C-2D7F-47E6-B223-A129AF21526B}"/>
              </a:ext>
            </a:extLst>
          </p:cNvPr>
          <p:cNvSpPr>
            <a:spLocks noGrp="1"/>
          </p:cNvSpPr>
          <p:nvPr/>
        </p:nvSpPr>
        <p:spPr>
          <a:xfrm>
            <a:off x="141804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" name="12_small_6101">
            <a:extLst>
              <a:ext uri="{FF2B5EF4-FFF2-40B4-BE49-F238E27FC236}">
                <a16:creationId xmlns:a16="http://schemas.microsoft.com/office/drawing/2014/main" id="{BC524122-3B93-4857-AC06-80A05A6E3C65}"/>
              </a:ext>
            </a:extLst>
          </p:cNvPr>
          <p:cNvSpPr>
            <a:spLocks noGrp="1"/>
          </p:cNvSpPr>
          <p:nvPr/>
        </p:nvSpPr>
        <p:spPr>
          <a:xfrm>
            <a:off x="143488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6" name="12_small_6102">
            <a:extLst>
              <a:ext uri="{FF2B5EF4-FFF2-40B4-BE49-F238E27FC236}">
                <a16:creationId xmlns:a16="http://schemas.microsoft.com/office/drawing/2014/main" id="{268385D4-7005-405C-8FD1-67CC5B3B7A6A}"/>
              </a:ext>
            </a:extLst>
          </p:cNvPr>
          <p:cNvSpPr>
            <a:spLocks noGrp="1"/>
          </p:cNvSpPr>
          <p:nvPr/>
        </p:nvSpPr>
        <p:spPr>
          <a:xfrm>
            <a:off x="13862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7" name="12_small_6103">
            <a:extLst>
              <a:ext uri="{FF2B5EF4-FFF2-40B4-BE49-F238E27FC236}">
                <a16:creationId xmlns:a16="http://schemas.microsoft.com/office/drawing/2014/main" id="{7AD8C979-B979-4F8D-BA6D-8A8E9236667E}"/>
              </a:ext>
            </a:extLst>
          </p:cNvPr>
          <p:cNvSpPr>
            <a:spLocks noGrp="1"/>
          </p:cNvSpPr>
          <p:nvPr/>
        </p:nvSpPr>
        <p:spPr>
          <a:xfrm>
            <a:off x="141777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" name="12_small_6104">
            <a:extLst>
              <a:ext uri="{FF2B5EF4-FFF2-40B4-BE49-F238E27FC236}">
                <a16:creationId xmlns:a16="http://schemas.microsoft.com/office/drawing/2014/main" id="{FD881CA2-CA70-47F5-B8B9-371DBAFAEA7F}"/>
              </a:ext>
            </a:extLst>
          </p:cNvPr>
          <p:cNvSpPr>
            <a:spLocks noGrp="1"/>
          </p:cNvSpPr>
          <p:nvPr/>
        </p:nvSpPr>
        <p:spPr>
          <a:xfrm>
            <a:off x="141022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" name="12_small_6105">
            <a:extLst>
              <a:ext uri="{FF2B5EF4-FFF2-40B4-BE49-F238E27FC236}">
                <a16:creationId xmlns:a16="http://schemas.microsoft.com/office/drawing/2014/main" id="{B12BEFD3-8A1F-444F-9B9E-5E6DCF6C7226}"/>
              </a:ext>
            </a:extLst>
          </p:cNvPr>
          <p:cNvSpPr>
            <a:spLocks noGrp="1"/>
          </p:cNvSpPr>
          <p:nvPr/>
        </p:nvSpPr>
        <p:spPr>
          <a:xfrm>
            <a:off x="1500759" y="23405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" name="12_small_6106">
            <a:extLst>
              <a:ext uri="{FF2B5EF4-FFF2-40B4-BE49-F238E27FC236}">
                <a16:creationId xmlns:a16="http://schemas.microsoft.com/office/drawing/2014/main" id="{78E291FB-B88B-4805-ADC3-F85337356172}"/>
              </a:ext>
            </a:extLst>
          </p:cNvPr>
          <p:cNvSpPr>
            <a:spLocks noGrp="1"/>
          </p:cNvSpPr>
          <p:nvPr/>
        </p:nvSpPr>
        <p:spPr>
          <a:xfrm>
            <a:off x="145146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" name="12_small_6107">
            <a:extLst>
              <a:ext uri="{FF2B5EF4-FFF2-40B4-BE49-F238E27FC236}">
                <a16:creationId xmlns:a16="http://schemas.microsoft.com/office/drawing/2014/main" id="{0D572338-6FD4-4F4D-B383-46F5F7143DBE}"/>
              </a:ext>
            </a:extLst>
          </p:cNvPr>
          <p:cNvSpPr>
            <a:spLocks noGrp="1"/>
          </p:cNvSpPr>
          <p:nvPr/>
        </p:nvSpPr>
        <p:spPr>
          <a:xfrm>
            <a:off x="1448348" y="19964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" name="12_small_6108">
            <a:extLst>
              <a:ext uri="{FF2B5EF4-FFF2-40B4-BE49-F238E27FC236}">
                <a16:creationId xmlns:a16="http://schemas.microsoft.com/office/drawing/2014/main" id="{475C423B-398E-40A1-A185-3FEE0D84C8E3}"/>
              </a:ext>
            </a:extLst>
          </p:cNvPr>
          <p:cNvSpPr>
            <a:spLocks noGrp="1"/>
          </p:cNvSpPr>
          <p:nvPr/>
        </p:nvSpPr>
        <p:spPr>
          <a:xfrm>
            <a:off x="148887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" name="12_small_6109">
            <a:extLst>
              <a:ext uri="{FF2B5EF4-FFF2-40B4-BE49-F238E27FC236}">
                <a16:creationId xmlns:a16="http://schemas.microsoft.com/office/drawing/2014/main" id="{49A5A44C-0EAA-473F-A467-9E3B3C5AB767}"/>
              </a:ext>
            </a:extLst>
          </p:cNvPr>
          <p:cNvSpPr>
            <a:spLocks noGrp="1"/>
          </p:cNvSpPr>
          <p:nvPr/>
        </p:nvSpPr>
        <p:spPr>
          <a:xfrm>
            <a:off x="142863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" name="12_small_6110">
            <a:extLst>
              <a:ext uri="{FF2B5EF4-FFF2-40B4-BE49-F238E27FC236}">
                <a16:creationId xmlns:a16="http://schemas.microsoft.com/office/drawing/2014/main" id="{F0E2F117-3DB6-44D0-8554-D5FEBAA1037C}"/>
              </a:ext>
            </a:extLst>
          </p:cNvPr>
          <p:cNvSpPr>
            <a:spLocks noGrp="1"/>
          </p:cNvSpPr>
          <p:nvPr/>
        </p:nvSpPr>
        <p:spPr>
          <a:xfrm>
            <a:off x="150394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" name="12_small_6111">
            <a:extLst>
              <a:ext uri="{FF2B5EF4-FFF2-40B4-BE49-F238E27FC236}">
                <a16:creationId xmlns:a16="http://schemas.microsoft.com/office/drawing/2014/main" id="{65792D89-78DD-4140-9D9C-E9BA890A1A61}"/>
              </a:ext>
            </a:extLst>
          </p:cNvPr>
          <p:cNvSpPr>
            <a:spLocks noGrp="1"/>
          </p:cNvSpPr>
          <p:nvPr/>
        </p:nvSpPr>
        <p:spPr>
          <a:xfrm>
            <a:off x="147129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" name="12_small_6112">
            <a:extLst>
              <a:ext uri="{FF2B5EF4-FFF2-40B4-BE49-F238E27FC236}">
                <a16:creationId xmlns:a16="http://schemas.microsoft.com/office/drawing/2014/main" id="{2EE70F85-A5D4-4C76-AC3D-A00D169BB9F4}"/>
              </a:ext>
            </a:extLst>
          </p:cNvPr>
          <p:cNvSpPr>
            <a:spLocks noGrp="1"/>
          </p:cNvSpPr>
          <p:nvPr/>
        </p:nvSpPr>
        <p:spPr>
          <a:xfrm>
            <a:off x="140319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" name="12_small_6113">
            <a:extLst>
              <a:ext uri="{FF2B5EF4-FFF2-40B4-BE49-F238E27FC236}">
                <a16:creationId xmlns:a16="http://schemas.microsoft.com/office/drawing/2014/main" id="{3066A4BB-2D85-46BB-B4BB-36375C47D595}"/>
              </a:ext>
            </a:extLst>
          </p:cNvPr>
          <p:cNvSpPr>
            <a:spLocks noGrp="1"/>
          </p:cNvSpPr>
          <p:nvPr/>
        </p:nvSpPr>
        <p:spPr>
          <a:xfrm>
            <a:off x="136585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" name="12_small_6114">
            <a:extLst>
              <a:ext uri="{FF2B5EF4-FFF2-40B4-BE49-F238E27FC236}">
                <a16:creationId xmlns:a16="http://schemas.microsoft.com/office/drawing/2014/main" id="{16156AD7-611B-480D-AAA2-AC214674DE40}"/>
              </a:ext>
            </a:extLst>
          </p:cNvPr>
          <p:cNvSpPr>
            <a:spLocks noGrp="1"/>
          </p:cNvSpPr>
          <p:nvPr/>
        </p:nvSpPr>
        <p:spPr>
          <a:xfrm>
            <a:off x="149133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" name="12_small_6115">
            <a:extLst>
              <a:ext uri="{FF2B5EF4-FFF2-40B4-BE49-F238E27FC236}">
                <a16:creationId xmlns:a16="http://schemas.microsoft.com/office/drawing/2014/main" id="{18A5D861-D140-4D18-BB09-72887EC83A14}"/>
              </a:ext>
            </a:extLst>
          </p:cNvPr>
          <p:cNvSpPr>
            <a:spLocks noGrp="1"/>
          </p:cNvSpPr>
          <p:nvPr/>
        </p:nvSpPr>
        <p:spPr>
          <a:xfrm>
            <a:off x="150715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" name="12_small_6116">
            <a:extLst>
              <a:ext uri="{FF2B5EF4-FFF2-40B4-BE49-F238E27FC236}">
                <a16:creationId xmlns:a16="http://schemas.microsoft.com/office/drawing/2014/main" id="{E32CFC05-4E2E-4A83-ACD9-4B21B33ADEB9}"/>
              </a:ext>
            </a:extLst>
          </p:cNvPr>
          <p:cNvSpPr>
            <a:spLocks noGrp="1"/>
          </p:cNvSpPr>
          <p:nvPr/>
        </p:nvSpPr>
        <p:spPr>
          <a:xfrm>
            <a:off x="1442466" y="19349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" name="12_small_6117">
            <a:extLst>
              <a:ext uri="{FF2B5EF4-FFF2-40B4-BE49-F238E27FC236}">
                <a16:creationId xmlns:a16="http://schemas.microsoft.com/office/drawing/2014/main" id="{AF66B1FC-971E-4943-921F-F2C8E547DC4B}"/>
              </a:ext>
            </a:extLst>
          </p:cNvPr>
          <p:cNvSpPr>
            <a:spLocks noGrp="1"/>
          </p:cNvSpPr>
          <p:nvPr/>
        </p:nvSpPr>
        <p:spPr>
          <a:xfrm>
            <a:off x="148655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" name="12_small_6118">
            <a:extLst>
              <a:ext uri="{FF2B5EF4-FFF2-40B4-BE49-F238E27FC236}">
                <a16:creationId xmlns:a16="http://schemas.microsoft.com/office/drawing/2014/main" id="{A6C40A6A-0FE1-4394-B3E9-303077DCF794}"/>
              </a:ext>
            </a:extLst>
          </p:cNvPr>
          <p:cNvSpPr>
            <a:spLocks noGrp="1"/>
          </p:cNvSpPr>
          <p:nvPr/>
        </p:nvSpPr>
        <p:spPr>
          <a:xfrm>
            <a:off x="148120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" name="12_small_6119">
            <a:extLst>
              <a:ext uri="{FF2B5EF4-FFF2-40B4-BE49-F238E27FC236}">
                <a16:creationId xmlns:a16="http://schemas.microsoft.com/office/drawing/2014/main" id="{CBD6C821-C0CE-43A4-905E-581EC3F901C6}"/>
              </a:ext>
            </a:extLst>
          </p:cNvPr>
          <p:cNvSpPr>
            <a:spLocks noGrp="1"/>
          </p:cNvSpPr>
          <p:nvPr/>
        </p:nvSpPr>
        <p:spPr>
          <a:xfrm>
            <a:off x="1388994" y="19349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" name="12_small_6120">
            <a:extLst>
              <a:ext uri="{FF2B5EF4-FFF2-40B4-BE49-F238E27FC236}">
                <a16:creationId xmlns:a16="http://schemas.microsoft.com/office/drawing/2014/main" id="{AFF4C6F3-B920-425B-A972-C14A69A3CFC2}"/>
              </a:ext>
            </a:extLst>
          </p:cNvPr>
          <p:cNvSpPr>
            <a:spLocks noGrp="1"/>
          </p:cNvSpPr>
          <p:nvPr/>
        </p:nvSpPr>
        <p:spPr>
          <a:xfrm>
            <a:off x="144973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" name="12_small_6121">
            <a:extLst>
              <a:ext uri="{FF2B5EF4-FFF2-40B4-BE49-F238E27FC236}">
                <a16:creationId xmlns:a16="http://schemas.microsoft.com/office/drawing/2014/main" id="{F7A4CE39-189C-4754-92DB-46F7A689474C}"/>
              </a:ext>
            </a:extLst>
          </p:cNvPr>
          <p:cNvSpPr>
            <a:spLocks noGrp="1"/>
          </p:cNvSpPr>
          <p:nvPr/>
        </p:nvSpPr>
        <p:spPr>
          <a:xfrm>
            <a:off x="145401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" name="12_small_6122">
            <a:extLst>
              <a:ext uri="{FF2B5EF4-FFF2-40B4-BE49-F238E27FC236}">
                <a16:creationId xmlns:a16="http://schemas.microsoft.com/office/drawing/2014/main" id="{4AF1B475-8B3A-41DC-B773-7905343B3EA6}"/>
              </a:ext>
            </a:extLst>
          </p:cNvPr>
          <p:cNvSpPr>
            <a:spLocks noGrp="1"/>
          </p:cNvSpPr>
          <p:nvPr/>
        </p:nvSpPr>
        <p:spPr>
          <a:xfrm>
            <a:off x="149048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" name="12_small_6123">
            <a:extLst>
              <a:ext uri="{FF2B5EF4-FFF2-40B4-BE49-F238E27FC236}">
                <a16:creationId xmlns:a16="http://schemas.microsoft.com/office/drawing/2014/main" id="{F56DB035-8A84-45B5-A3A6-91B2F645BA37}"/>
              </a:ext>
            </a:extLst>
          </p:cNvPr>
          <p:cNvSpPr>
            <a:spLocks noGrp="1"/>
          </p:cNvSpPr>
          <p:nvPr/>
        </p:nvSpPr>
        <p:spPr>
          <a:xfrm>
            <a:off x="150242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" name="12_small_6124">
            <a:extLst>
              <a:ext uri="{FF2B5EF4-FFF2-40B4-BE49-F238E27FC236}">
                <a16:creationId xmlns:a16="http://schemas.microsoft.com/office/drawing/2014/main" id="{469C098B-BDA0-4328-9449-A167667C2A70}"/>
              </a:ext>
            </a:extLst>
          </p:cNvPr>
          <p:cNvSpPr>
            <a:spLocks noGrp="1"/>
          </p:cNvSpPr>
          <p:nvPr/>
        </p:nvSpPr>
        <p:spPr>
          <a:xfrm>
            <a:off x="149542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" name="12_small_6125">
            <a:extLst>
              <a:ext uri="{FF2B5EF4-FFF2-40B4-BE49-F238E27FC236}">
                <a16:creationId xmlns:a16="http://schemas.microsoft.com/office/drawing/2014/main" id="{F687FA5B-76CB-4F17-857E-1DB043081F2E}"/>
              </a:ext>
            </a:extLst>
          </p:cNvPr>
          <p:cNvSpPr>
            <a:spLocks noGrp="1"/>
          </p:cNvSpPr>
          <p:nvPr/>
        </p:nvSpPr>
        <p:spPr>
          <a:xfrm>
            <a:off x="143718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" name="12_small_6126">
            <a:extLst>
              <a:ext uri="{FF2B5EF4-FFF2-40B4-BE49-F238E27FC236}">
                <a16:creationId xmlns:a16="http://schemas.microsoft.com/office/drawing/2014/main" id="{B9E4BF1D-F483-4230-BD5C-C00570B7E52F}"/>
              </a:ext>
            </a:extLst>
          </p:cNvPr>
          <p:cNvSpPr>
            <a:spLocks noGrp="1"/>
          </p:cNvSpPr>
          <p:nvPr/>
        </p:nvSpPr>
        <p:spPr>
          <a:xfrm>
            <a:off x="148140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" name="12_small_6127">
            <a:extLst>
              <a:ext uri="{FF2B5EF4-FFF2-40B4-BE49-F238E27FC236}">
                <a16:creationId xmlns:a16="http://schemas.microsoft.com/office/drawing/2014/main" id="{F2815E95-1E50-4E2E-9F62-CA68E9383A71}"/>
              </a:ext>
            </a:extLst>
          </p:cNvPr>
          <p:cNvSpPr>
            <a:spLocks noGrp="1"/>
          </p:cNvSpPr>
          <p:nvPr/>
        </p:nvSpPr>
        <p:spPr>
          <a:xfrm>
            <a:off x="1462009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" name="12_small_6128">
            <a:extLst>
              <a:ext uri="{FF2B5EF4-FFF2-40B4-BE49-F238E27FC236}">
                <a16:creationId xmlns:a16="http://schemas.microsoft.com/office/drawing/2014/main" id="{6E4C0C32-E8E4-4BF2-9F56-997D72C398D6}"/>
              </a:ext>
            </a:extLst>
          </p:cNvPr>
          <p:cNvSpPr>
            <a:spLocks noGrp="1"/>
          </p:cNvSpPr>
          <p:nvPr/>
        </p:nvSpPr>
        <p:spPr>
          <a:xfrm>
            <a:off x="1401858" y="19086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" name="12_small_6129">
            <a:extLst>
              <a:ext uri="{FF2B5EF4-FFF2-40B4-BE49-F238E27FC236}">
                <a16:creationId xmlns:a16="http://schemas.microsoft.com/office/drawing/2014/main" id="{998E2572-2897-4D71-9ED2-3CEAB3F83F34}"/>
              </a:ext>
            </a:extLst>
          </p:cNvPr>
          <p:cNvSpPr>
            <a:spLocks noGrp="1"/>
          </p:cNvSpPr>
          <p:nvPr/>
        </p:nvSpPr>
        <p:spPr>
          <a:xfrm>
            <a:off x="13846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" name="12_small_6130">
            <a:extLst>
              <a:ext uri="{FF2B5EF4-FFF2-40B4-BE49-F238E27FC236}">
                <a16:creationId xmlns:a16="http://schemas.microsoft.com/office/drawing/2014/main" id="{3D1D1181-3D2E-4FD4-BAFB-6F2B4FF2702B}"/>
              </a:ext>
            </a:extLst>
          </p:cNvPr>
          <p:cNvSpPr>
            <a:spLocks noGrp="1"/>
          </p:cNvSpPr>
          <p:nvPr/>
        </p:nvSpPr>
        <p:spPr>
          <a:xfrm>
            <a:off x="144583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" name="12_small_6131">
            <a:extLst>
              <a:ext uri="{FF2B5EF4-FFF2-40B4-BE49-F238E27FC236}">
                <a16:creationId xmlns:a16="http://schemas.microsoft.com/office/drawing/2014/main" id="{3A3EABF1-5024-46F3-AC24-241E928F2DCB}"/>
              </a:ext>
            </a:extLst>
          </p:cNvPr>
          <p:cNvSpPr>
            <a:spLocks noGrp="1"/>
          </p:cNvSpPr>
          <p:nvPr/>
        </p:nvSpPr>
        <p:spPr>
          <a:xfrm>
            <a:off x="1464844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" name="12_small_6132">
            <a:extLst>
              <a:ext uri="{FF2B5EF4-FFF2-40B4-BE49-F238E27FC236}">
                <a16:creationId xmlns:a16="http://schemas.microsoft.com/office/drawing/2014/main" id="{51A240D5-22D7-4643-96D0-F0567ADF0C90}"/>
              </a:ext>
            </a:extLst>
          </p:cNvPr>
          <p:cNvSpPr>
            <a:spLocks noGrp="1"/>
          </p:cNvSpPr>
          <p:nvPr/>
        </p:nvSpPr>
        <p:spPr>
          <a:xfrm>
            <a:off x="1479619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" name="12_small_6133">
            <a:extLst>
              <a:ext uri="{FF2B5EF4-FFF2-40B4-BE49-F238E27FC236}">
                <a16:creationId xmlns:a16="http://schemas.microsoft.com/office/drawing/2014/main" id="{5F7C0F25-B7DB-4039-B542-6DE21E98AC80}"/>
              </a:ext>
            </a:extLst>
          </p:cNvPr>
          <p:cNvSpPr>
            <a:spLocks noGrp="1"/>
          </p:cNvSpPr>
          <p:nvPr/>
        </p:nvSpPr>
        <p:spPr>
          <a:xfrm>
            <a:off x="14490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" name="12_small_6134">
            <a:extLst>
              <a:ext uri="{FF2B5EF4-FFF2-40B4-BE49-F238E27FC236}">
                <a16:creationId xmlns:a16="http://schemas.microsoft.com/office/drawing/2014/main" id="{4F762D42-17AC-459E-9DF1-E0D056EC3F2A}"/>
              </a:ext>
            </a:extLst>
          </p:cNvPr>
          <p:cNvSpPr>
            <a:spLocks noGrp="1"/>
          </p:cNvSpPr>
          <p:nvPr/>
        </p:nvSpPr>
        <p:spPr>
          <a:xfrm>
            <a:off x="140926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" name="12_small_6135">
            <a:extLst>
              <a:ext uri="{FF2B5EF4-FFF2-40B4-BE49-F238E27FC236}">
                <a16:creationId xmlns:a16="http://schemas.microsoft.com/office/drawing/2014/main" id="{6E139A87-54A4-49D4-9E74-968D56F56674}"/>
              </a:ext>
            </a:extLst>
          </p:cNvPr>
          <p:cNvSpPr>
            <a:spLocks noGrp="1"/>
          </p:cNvSpPr>
          <p:nvPr/>
        </p:nvSpPr>
        <p:spPr>
          <a:xfrm>
            <a:off x="15029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0" name="12_small_6136">
            <a:extLst>
              <a:ext uri="{FF2B5EF4-FFF2-40B4-BE49-F238E27FC236}">
                <a16:creationId xmlns:a16="http://schemas.microsoft.com/office/drawing/2014/main" id="{EDFDC8C3-438B-4754-B486-43055AD98F3F}"/>
              </a:ext>
            </a:extLst>
          </p:cNvPr>
          <p:cNvSpPr>
            <a:spLocks noGrp="1"/>
          </p:cNvSpPr>
          <p:nvPr/>
        </p:nvSpPr>
        <p:spPr>
          <a:xfrm>
            <a:off x="14824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1" name="12_small_6137">
            <a:extLst>
              <a:ext uri="{FF2B5EF4-FFF2-40B4-BE49-F238E27FC236}">
                <a16:creationId xmlns:a16="http://schemas.microsoft.com/office/drawing/2014/main" id="{A027C4A7-806B-4700-A0A7-023CA9321219}"/>
              </a:ext>
            </a:extLst>
          </p:cNvPr>
          <p:cNvSpPr>
            <a:spLocks noGrp="1"/>
          </p:cNvSpPr>
          <p:nvPr/>
        </p:nvSpPr>
        <p:spPr>
          <a:xfrm>
            <a:off x="151085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2" name="12_small_6138">
            <a:extLst>
              <a:ext uri="{FF2B5EF4-FFF2-40B4-BE49-F238E27FC236}">
                <a16:creationId xmlns:a16="http://schemas.microsoft.com/office/drawing/2014/main" id="{FC1125EC-129E-4A49-9726-5722FE505308}"/>
              </a:ext>
            </a:extLst>
          </p:cNvPr>
          <p:cNvSpPr>
            <a:spLocks noGrp="1"/>
          </p:cNvSpPr>
          <p:nvPr/>
        </p:nvSpPr>
        <p:spPr>
          <a:xfrm>
            <a:off x="151084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" name="12_small_6139">
            <a:extLst>
              <a:ext uri="{FF2B5EF4-FFF2-40B4-BE49-F238E27FC236}">
                <a16:creationId xmlns:a16="http://schemas.microsoft.com/office/drawing/2014/main" id="{871E9938-B30E-4F27-AF46-69D843C01A63}"/>
              </a:ext>
            </a:extLst>
          </p:cNvPr>
          <p:cNvSpPr>
            <a:spLocks noGrp="1"/>
          </p:cNvSpPr>
          <p:nvPr/>
        </p:nvSpPr>
        <p:spPr>
          <a:xfrm>
            <a:off x="143050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" name="12_small_6140">
            <a:extLst>
              <a:ext uri="{FF2B5EF4-FFF2-40B4-BE49-F238E27FC236}">
                <a16:creationId xmlns:a16="http://schemas.microsoft.com/office/drawing/2014/main" id="{66B3A49F-269D-4CD5-BD70-1DCE530A48E3}"/>
              </a:ext>
            </a:extLst>
          </p:cNvPr>
          <p:cNvSpPr>
            <a:spLocks noGrp="1"/>
          </p:cNvSpPr>
          <p:nvPr/>
        </p:nvSpPr>
        <p:spPr>
          <a:xfrm>
            <a:off x="144401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" name="12_small_6141">
            <a:extLst>
              <a:ext uri="{FF2B5EF4-FFF2-40B4-BE49-F238E27FC236}">
                <a16:creationId xmlns:a16="http://schemas.microsoft.com/office/drawing/2014/main" id="{0324F7A7-8C3E-499F-B96E-2C13F23B036B}"/>
              </a:ext>
            </a:extLst>
          </p:cNvPr>
          <p:cNvSpPr>
            <a:spLocks noGrp="1"/>
          </p:cNvSpPr>
          <p:nvPr/>
        </p:nvSpPr>
        <p:spPr>
          <a:xfrm>
            <a:off x="140172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" name="12_small_6142">
            <a:extLst>
              <a:ext uri="{FF2B5EF4-FFF2-40B4-BE49-F238E27FC236}">
                <a16:creationId xmlns:a16="http://schemas.microsoft.com/office/drawing/2014/main" id="{7684F1D0-C833-48C4-BADD-4824D52E4A23}"/>
              </a:ext>
            </a:extLst>
          </p:cNvPr>
          <p:cNvSpPr>
            <a:spLocks noGrp="1"/>
          </p:cNvSpPr>
          <p:nvPr/>
        </p:nvSpPr>
        <p:spPr>
          <a:xfrm>
            <a:off x="218730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" name="12_small_6143">
            <a:extLst>
              <a:ext uri="{FF2B5EF4-FFF2-40B4-BE49-F238E27FC236}">
                <a16:creationId xmlns:a16="http://schemas.microsoft.com/office/drawing/2014/main" id="{10AB12F7-0DF8-436F-973A-8B1BFF652C34}"/>
              </a:ext>
            </a:extLst>
          </p:cNvPr>
          <p:cNvSpPr>
            <a:spLocks noGrp="1"/>
          </p:cNvSpPr>
          <p:nvPr/>
        </p:nvSpPr>
        <p:spPr>
          <a:xfrm>
            <a:off x="229158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" name="12_small_6144">
            <a:extLst>
              <a:ext uri="{FF2B5EF4-FFF2-40B4-BE49-F238E27FC236}">
                <a16:creationId xmlns:a16="http://schemas.microsoft.com/office/drawing/2014/main" id="{A687F05F-E66D-45D0-93EA-82C06790E3B5}"/>
              </a:ext>
            </a:extLst>
          </p:cNvPr>
          <p:cNvSpPr>
            <a:spLocks noGrp="1"/>
          </p:cNvSpPr>
          <p:nvPr/>
        </p:nvSpPr>
        <p:spPr>
          <a:xfrm>
            <a:off x="229002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" name="12_small_6145">
            <a:extLst>
              <a:ext uri="{FF2B5EF4-FFF2-40B4-BE49-F238E27FC236}">
                <a16:creationId xmlns:a16="http://schemas.microsoft.com/office/drawing/2014/main" id="{30F7C605-1803-450B-B07C-8309DA460F14}"/>
              </a:ext>
            </a:extLst>
          </p:cNvPr>
          <p:cNvSpPr>
            <a:spLocks noGrp="1"/>
          </p:cNvSpPr>
          <p:nvPr/>
        </p:nvSpPr>
        <p:spPr>
          <a:xfrm>
            <a:off x="221072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" name="12_small_6146">
            <a:extLst>
              <a:ext uri="{FF2B5EF4-FFF2-40B4-BE49-F238E27FC236}">
                <a16:creationId xmlns:a16="http://schemas.microsoft.com/office/drawing/2014/main" id="{392A8BFE-B6C3-4EC0-A6FE-AEA435E12C68}"/>
              </a:ext>
            </a:extLst>
          </p:cNvPr>
          <p:cNvSpPr>
            <a:spLocks noGrp="1"/>
          </p:cNvSpPr>
          <p:nvPr/>
        </p:nvSpPr>
        <p:spPr>
          <a:xfrm>
            <a:off x="229290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" name="12_small_6147">
            <a:extLst>
              <a:ext uri="{FF2B5EF4-FFF2-40B4-BE49-F238E27FC236}">
                <a16:creationId xmlns:a16="http://schemas.microsoft.com/office/drawing/2014/main" id="{D07328AB-37FB-4EB5-898B-50B9023646F9}"/>
              </a:ext>
            </a:extLst>
          </p:cNvPr>
          <p:cNvSpPr>
            <a:spLocks noGrp="1"/>
          </p:cNvSpPr>
          <p:nvPr/>
        </p:nvSpPr>
        <p:spPr>
          <a:xfrm>
            <a:off x="2262523" y="181769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" name="12_small_6148">
            <a:extLst>
              <a:ext uri="{FF2B5EF4-FFF2-40B4-BE49-F238E27FC236}">
                <a16:creationId xmlns:a16="http://schemas.microsoft.com/office/drawing/2014/main" id="{B1572CB0-C673-471A-B7F4-06C1C893BD11}"/>
              </a:ext>
            </a:extLst>
          </p:cNvPr>
          <p:cNvSpPr>
            <a:spLocks noGrp="1"/>
          </p:cNvSpPr>
          <p:nvPr/>
        </p:nvSpPr>
        <p:spPr>
          <a:xfrm>
            <a:off x="2169969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" name="12_small_6149">
            <a:extLst>
              <a:ext uri="{FF2B5EF4-FFF2-40B4-BE49-F238E27FC236}">
                <a16:creationId xmlns:a16="http://schemas.microsoft.com/office/drawing/2014/main" id="{73EFE5DA-AE26-49D1-AA39-43C1C514EAA1}"/>
              </a:ext>
            </a:extLst>
          </p:cNvPr>
          <p:cNvSpPr>
            <a:spLocks noGrp="1"/>
          </p:cNvSpPr>
          <p:nvPr/>
        </p:nvSpPr>
        <p:spPr>
          <a:xfrm>
            <a:off x="2202235" y="23958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" name="12_small_6150">
            <a:extLst>
              <a:ext uri="{FF2B5EF4-FFF2-40B4-BE49-F238E27FC236}">
                <a16:creationId xmlns:a16="http://schemas.microsoft.com/office/drawing/2014/main" id="{9348CAED-CCA9-4FF4-8AFC-C8D3AD1266B8}"/>
              </a:ext>
            </a:extLst>
          </p:cNvPr>
          <p:cNvSpPr>
            <a:spLocks noGrp="1"/>
          </p:cNvSpPr>
          <p:nvPr/>
        </p:nvSpPr>
        <p:spPr>
          <a:xfrm>
            <a:off x="221914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" name="12_small_6151">
            <a:extLst>
              <a:ext uri="{FF2B5EF4-FFF2-40B4-BE49-F238E27FC236}">
                <a16:creationId xmlns:a16="http://schemas.microsoft.com/office/drawing/2014/main" id="{1780C5A5-B232-4F25-AAF4-2A09BCC83D84}"/>
              </a:ext>
            </a:extLst>
          </p:cNvPr>
          <p:cNvSpPr>
            <a:spLocks noGrp="1"/>
          </p:cNvSpPr>
          <p:nvPr/>
        </p:nvSpPr>
        <p:spPr>
          <a:xfrm>
            <a:off x="220396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" name="12_small_6152">
            <a:extLst>
              <a:ext uri="{FF2B5EF4-FFF2-40B4-BE49-F238E27FC236}">
                <a16:creationId xmlns:a16="http://schemas.microsoft.com/office/drawing/2014/main" id="{B6A818CA-E38F-4B72-AC0C-8C7D6464B321}"/>
              </a:ext>
            </a:extLst>
          </p:cNvPr>
          <p:cNvSpPr>
            <a:spLocks noGrp="1"/>
          </p:cNvSpPr>
          <p:nvPr/>
        </p:nvSpPr>
        <p:spPr>
          <a:xfrm>
            <a:off x="2257813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" name="12_small_6153">
            <a:extLst>
              <a:ext uri="{FF2B5EF4-FFF2-40B4-BE49-F238E27FC236}">
                <a16:creationId xmlns:a16="http://schemas.microsoft.com/office/drawing/2014/main" id="{EC9F320F-CFAE-4839-ADA4-982C252EC3E1}"/>
              </a:ext>
            </a:extLst>
          </p:cNvPr>
          <p:cNvSpPr>
            <a:spLocks noGrp="1"/>
          </p:cNvSpPr>
          <p:nvPr/>
        </p:nvSpPr>
        <p:spPr>
          <a:xfrm>
            <a:off x="216272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" name="12_small_6154">
            <a:extLst>
              <a:ext uri="{FF2B5EF4-FFF2-40B4-BE49-F238E27FC236}">
                <a16:creationId xmlns:a16="http://schemas.microsoft.com/office/drawing/2014/main" id="{896581F0-553B-42E8-AB6C-C638521A87D6}"/>
              </a:ext>
            </a:extLst>
          </p:cNvPr>
          <p:cNvSpPr>
            <a:spLocks noGrp="1"/>
          </p:cNvSpPr>
          <p:nvPr/>
        </p:nvSpPr>
        <p:spPr>
          <a:xfrm>
            <a:off x="220312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" name="12_small_6155">
            <a:extLst>
              <a:ext uri="{FF2B5EF4-FFF2-40B4-BE49-F238E27FC236}">
                <a16:creationId xmlns:a16="http://schemas.microsoft.com/office/drawing/2014/main" id="{60B7085D-5D9F-49E0-B4DC-AFB66862F01A}"/>
              </a:ext>
            </a:extLst>
          </p:cNvPr>
          <p:cNvSpPr>
            <a:spLocks noGrp="1"/>
          </p:cNvSpPr>
          <p:nvPr/>
        </p:nvSpPr>
        <p:spPr>
          <a:xfrm>
            <a:off x="215732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" name="12_small_6156">
            <a:extLst>
              <a:ext uri="{FF2B5EF4-FFF2-40B4-BE49-F238E27FC236}">
                <a16:creationId xmlns:a16="http://schemas.microsoft.com/office/drawing/2014/main" id="{8B7D103C-648B-438F-AA99-AD6B82F1990C}"/>
              </a:ext>
            </a:extLst>
          </p:cNvPr>
          <p:cNvSpPr>
            <a:spLocks noGrp="1"/>
          </p:cNvSpPr>
          <p:nvPr/>
        </p:nvSpPr>
        <p:spPr>
          <a:xfrm>
            <a:off x="22870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" name="12_small_6157">
            <a:extLst>
              <a:ext uri="{FF2B5EF4-FFF2-40B4-BE49-F238E27FC236}">
                <a16:creationId xmlns:a16="http://schemas.microsoft.com/office/drawing/2014/main" id="{B91CAACF-7DA4-4850-AF8C-11AC8470B087}"/>
              </a:ext>
            </a:extLst>
          </p:cNvPr>
          <p:cNvSpPr>
            <a:spLocks noGrp="1"/>
          </p:cNvSpPr>
          <p:nvPr/>
        </p:nvSpPr>
        <p:spPr>
          <a:xfrm>
            <a:off x="21799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" name="12_small_6158">
            <a:extLst>
              <a:ext uri="{FF2B5EF4-FFF2-40B4-BE49-F238E27FC236}">
                <a16:creationId xmlns:a16="http://schemas.microsoft.com/office/drawing/2014/main" id="{D52C6DB5-E847-4FDD-A866-2C5B443B7845}"/>
              </a:ext>
            </a:extLst>
          </p:cNvPr>
          <p:cNvSpPr>
            <a:spLocks noGrp="1"/>
          </p:cNvSpPr>
          <p:nvPr/>
        </p:nvSpPr>
        <p:spPr>
          <a:xfrm>
            <a:off x="2174588" y="24060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" name="12_small_6159">
            <a:extLst>
              <a:ext uri="{FF2B5EF4-FFF2-40B4-BE49-F238E27FC236}">
                <a16:creationId xmlns:a16="http://schemas.microsoft.com/office/drawing/2014/main" id="{13FD8C0B-33F5-4F84-8B2E-58ADAA6F0DFE}"/>
              </a:ext>
            </a:extLst>
          </p:cNvPr>
          <p:cNvSpPr>
            <a:spLocks noGrp="1"/>
          </p:cNvSpPr>
          <p:nvPr/>
        </p:nvSpPr>
        <p:spPr>
          <a:xfrm>
            <a:off x="222335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" name="12_small_6160">
            <a:extLst>
              <a:ext uri="{FF2B5EF4-FFF2-40B4-BE49-F238E27FC236}">
                <a16:creationId xmlns:a16="http://schemas.microsoft.com/office/drawing/2014/main" id="{AD9BC701-5732-4C0C-A1C1-27DEB0D91BA3}"/>
              </a:ext>
            </a:extLst>
          </p:cNvPr>
          <p:cNvSpPr>
            <a:spLocks noGrp="1"/>
          </p:cNvSpPr>
          <p:nvPr/>
        </p:nvSpPr>
        <p:spPr>
          <a:xfrm>
            <a:off x="2180425" y="1951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" name="12_small_6161">
            <a:extLst>
              <a:ext uri="{FF2B5EF4-FFF2-40B4-BE49-F238E27FC236}">
                <a16:creationId xmlns:a16="http://schemas.microsoft.com/office/drawing/2014/main" id="{6781A273-8DED-4B43-9BAE-FC0686D23C55}"/>
              </a:ext>
            </a:extLst>
          </p:cNvPr>
          <p:cNvSpPr>
            <a:spLocks noGrp="1"/>
          </p:cNvSpPr>
          <p:nvPr/>
        </p:nvSpPr>
        <p:spPr>
          <a:xfrm>
            <a:off x="215137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" name="12_small_6162">
            <a:extLst>
              <a:ext uri="{FF2B5EF4-FFF2-40B4-BE49-F238E27FC236}">
                <a16:creationId xmlns:a16="http://schemas.microsoft.com/office/drawing/2014/main" id="{EF11D40D-7591-4438-9090-2D65B029DA42}"/>
              </a:ext>
            </a:extLst>
          </p:cNvPr>
          <p:cNvSpPr>
            <a:spLocks noGrp="1"/>
          </p:cNvSpPr>
          <p:nvPr/>
        </p:nvSpPr>
        <p:spPr>
          <a:xfrm>
            <a:off x="221579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" name="12_small_6163">
            <a:extLst>
              <a:ext uri="{FF2B5EF4-FFF2-40B4-BE49-F238E27FC236}">
                <a16:creationId xmlns:a16="http://schemas.microsoft.com/office/drawing/2014/main" id="{68D4158C-0870-43E4-819B-07376AF87195}"/>
              </a:ext>
            </a:extLst>
          </p:cNvPr>
          <p:cNvSpPr>
            <a:spLocks noGrp="1"/>
          </p:cNvSpPr>
          <p:nvPr/>
        </p:nvSpPr>
        <p:spPr>
          <a:xfrm>
            <a:off x="2206823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" name="12_small_6164">
            <a:extLst>
              <a:ext uri="{FF2B5EF4-FFF2-40B4-BE49-F238E27FC236}">
                <a16:creationId xmlns:a16="http://schemas.microsoft.com/office/drawing/2014/main" id="{5D1A234D-0F7F-4E1B-9A4E-947C24B387FC}"/>
              </a:ext>
            </a:extLst>
          </p:cNvPr>
          <p:cNvSpPr>
            <a:spLocks noGrp="1"/>
          </p:cNvSpPr>
          <p:nvPr/>
        </p:nvSpPr>
        <p:spPr>
          <a:xfrm>
            <a:off x="214927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" name="12_small_6165">
            <a:extLst>
              <a:ext uri="{FF2B5EF4-FFF2-40B4-BE49-F238E27FC236}">
                <a16:creationId xmlns:a16="http://schemas.microsoft.com/office/drawing/2014/main" id="{E2EA6095-B715-41B0-9228-5B8A57BEF52C}"/>
              </a:ext>
            </a:extLst>
          </p:cNvPr>
          <p:cNvSpPr>
            <a:spLocks noGrp="1"/>
          </p:cNvSpPr>
          <p:nvPr/>
        </p:nvSpPr>
        <p:spPr>
          <a:xfrm>
            <a:off x="225599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" name="12_small_6166">
            <a:extLst>
              <a:ext uri="{FF2B5EF4-FFF2-40B4-BE49-F238E27FC236}">
                <a16:creationId xmlns:a16="http://schemas.microsoft.com/office/drawing/2014/main" id="{A9142D14-DABE-4864-A005-2E6EB2456C62}"/>
              </a:ext>
            </a:extLst>
          </p:cNvPr>
          <p:cNvSpPr>
            <a:spLocks noGrp="1"/>
          </p:cNvSpPr>
          <p:nvPr/>
        </p:nvSpPr>
        <p:spPr>
          <a:xfrm>
            <a:off x="220015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" name="12_small_6167">
            <a:extLst>
              <a:ext uri="{FF2B5EF4-FFF2-40B4-BE49-F238E27FC236}">
                <a16:creationId xmlns:a16="http://schemas.microsoft.com/office/drawing/2014/main" id="{2C1ABE4E-1168-4CA3-9A73-E04DA43E55DE}"/>
              </a:ext>
            </a:extLst>
          </p:cNvPr>
          <p:cNvSpPr>
            <a:spLocks noGrp="1"/>
          </p:cNvSpPr>
          <p:nvPr/>
        </p:nvSpPr>
        <p:spPr>
          <a:xfrm>
            <a:off x="228177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" name="12_small_6168">
            <a:extLst>
              <a:ext uri="{FF2B5EF4-FFF2-40B4-BE49-F238E27FC236}">
                <a16:creationId xmlns:a16="http://schemas.microsoft.com/office/drawing/2014/main" id="{78A7994A-A85D-433C-B533-73BDD84F34BA}"/>
              </a:ext>
            </a:extLst>
          </p:cNvPr>
          <p:cNvSpPr>
            <a:spLocks noGrp="1"/>
          </p:cNvSpPr>
          <p:nvPr/>
        </p:nvSpPr>
        <p:spPr>
          <a:xfrm>
            <a:off x="219421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" name="12_small_6169">
            <a:extLst>
              <a:ext uri="{FF2B5EF4-FFF2-40B4-BE49-F238E27FC236}">
                <a16:creationId xmlns:a16="http://schemas.microsoft.com/office/drawing/2014/main" id="{F050AF44-9DEE-4223-A360-ADDA59BAE393}"/>
              </a:ext>
            </a:extLst>
          </p:cNvPr>
          <p:cNvSpPr>
            <a:spLocks noGrp="1"/>
          </p:cNvSpPr>
          <p:nvPr/>
        </p:nvSpPr>
        <p:spPr>
          <a:xfrm>
            <a:off x="225163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4" name="12_small_6170">
            <a:extLst>
              <a:ext uri="{FF2B5EF4-FFF2-40B4-BE49-F238E27FC236}">
                <a16:creationId xmlns:a16="http://schemas.microsoft.com/office/drawing/2014/main" id="{EE339B5F-DD59-4B35-9160-9F6F2632F9AE}"/>
              </a:ext>
            </a:extLst>
          </p:cNvPr>
          <p:cNvSpPr>
            <a:spLocks noGrp="1"/>
          </p:cNvSpPr>
          <p:nvPr/>
        </p:nvSpPr>
        <p:spPr>
          <a:xfrm>
            <a:off x="219249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5" name="12_small_6171">
            <a:extLst>
              <a:ext uri="{FF2B5EF4-FFF2-40B4-BE49-F238E27FC236}">
                <a16:creationId xmlns:a16="http://schemas.microsoft.com/office/drawing/2014/main" id="{BE025FB0-6390-4D66-82CB-5485C924558B}"/>
              </a:ext>
            </a:extLst>
          </p:cNvPr>
          <p:cNvSpPr>
            <a:spLocks noGrp="1"/>
          </p:cNvSpPr>
          <p:nvPr/>
        </p:nvSpPr>
        <p:spPr>
          <a:xfrm>
            <a:off x="2197683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6" name="12_small_6172">
            <a:extLst>
              <a:ext uri="{FF2B5EF4-FFF2-40B4-BE49-F238E27FC236}">
                <a16:creationId xmlns:a16="http://schemas.microsoft.com/office/drawing/2014/main" id="{8A270A06-8B6A-4DE2-91B1-A0D233FE272F}"/>
              </a:ext>
            </a:extLst>
          </p:cNvPr>
          <p:cNvSpPr>
            <a:spLocks noGrp="1"/>
          </p:cNvSpPr>
          <p:nvPr/>
        </p:nvSpPr>
        <p:spPr>
          <a:xfrm>
            <a:off x="225621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" name="12_small_6173">
            <a:extLst>
              <a:ext uri="{FF2B5EF4-FFF2-40B4-BE49-F238E27FC236}">
                <a16:creationId xmlns:a16="http://schemas.microsoft.com/office/drawing/2014/main" id="{511B0432-CD2B-4575-8258-D10258FC023F}"/>
              </a:ext>
            </a:extLst>
          </p:cNvPr>
          <p:cNvSpPr>
            <a:spLocks noGrp="1"/>
          </p:cNvSpPr>
          <p:nvPr/>
        </p:nvSpPr>
        <p:spPr>
          <a:xfrm>
            <a:off x="215653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" name="12_small_6174">
            <a:extLst>
              <a:ext uri="{FF2B5EF4-FFF2-40B4-BE49-F238E27FC236}">
                <a16:creationId xmlns:a16="http://schemas.microsoft.com/office/drawing/2014/main" id="{8D083D19-2739-4043-BEE0-CF01457D52A6}"/>
              </a:ext>
            </a:extLst>
          </p:cNvPr>
          <p:cNvSpPr>
            <a:spLocks noGrp="1"/>
          </p:cNvSpPr>
          <p:nvPr/>
        </p:nvSpPr>
        <p:spPr>
          <a:xfrm>
            <a:off x="21530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" name="12_small_6175">
            <a:extLst>
              <a:ext uri="{FF2B5EF4-FFF2-40B4-BE49-F238E27FC236}">
                <a16:creationId xmlns:a16="http://schemas.microsoft.com/office/drawing/2014/main" id="{B558E470-5518-4742-9EE0-CCFF87363CBE}"/>
              </a:ext>
            </a:extLst>
          </p:cNvPr>
          <p:cNvSpPr>
            <a:spLocks noGrp="1"/>
          </p:cNvSpPr>
          <p:nvPr/>
        </p:nvSpPr>
        <p:spPr>
          <a:xfrm>
            <a:off x="22775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" name="12_small_6176">
            <a:extLst>
              <a:ext uri="{FF2B5EF4-FFF2-40B4-BE49-F238E27FC236}">
                <a16:creationId xmlns:a16="http://schemas.microsoft.com/office/drawing/2014/main" id="{8EB93A97-0C07-48DF-8D8B-6AA4273425C5}"/>
              </a:ext>
            </a:extLst>
          </p:cNvPr>
          <p:cNvSpPr>
            <a:spLocks noGrp="1"/>
          </p:cNvSpPr>
          <p:nvPr/>
        </p:nvSpPr>
        <p:spPr>
          <a:xfrm>
            <a:off x="215242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" name="12_small_6177">
            <a:extLst>
              <a:ext uri="{FF2B5EF4-FFF2-40B4-BE49-F238E27FC236}">
                <a16:creationId xmlns:a16="http://schemas.microsoft.com/office/drawing/2014/main" id="{5FAA9885-F6DE-433E-A818-0FF326A8C89C}"/>
              </a:ext>
            </a:extLst>
          </p:cNvPr>
          <p:cNvSpPr>
            <a:spLocks noGrp="1"/>
          </p:cNvSpPr>
          <p:nvPr/>
        </p:nvSpPr>
        <p:spPr>
          <a:xfrm>
            <a:off x="219929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" name="12_small_6178">
            <a:extLst>
              <a:ext uri="{FF2B5EF4-FFF2-40B4-BE49-F238E27FC236}">
                <a16:creationId xmlns:a16="http://schemas.microsoft.com/office/drawing/2014/main" id="{57CE8AC6-5041-4CAF-9F92-DABF6CB10F5E}"/>
              </a:ext>
            </a:extLst>
          </p:cNvPr>
          <p:cNvSpPr>
            <a:spLocks noGrp="1"/>
          </p:cNvSpPr>
          <p:nvPr/>
        </p:nvSpPr>
        <p:spPr>
          <a:xfrm>
            <a:off x="221613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" name="12_small_6179">
            <a:extLst>
              <a:ext uri="{FF2B5EF4-FFF2-40B4-BE49-F238E27FC236}">
                <a16:creationId xmlns:a16="http://schemas.microsoft.com/office/drawing/2014/main" id="{2B931384-EC04-4EEC-B065-DFDB75BECC32}"/>
              </a:ext>
            </a:extLst>
          </p:cNvPr>
          <p:cNvSpPr>
            <a:spLocks noGrp="1"/>
          </p:cNvSpPr>
          <p:nvPr/>
        </p:nvSpPr>
        <p:spPr>
          <a:xfrm>
            <a:off x="21675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" name="12_small_6180">
            <a:extLst>
              <a:ext uri="{FF2B5EF4-FFF2-40B4-BE49-F238E27FC236}">
                <a16:creationId xmlns:a16="http://schemas.microsoft.com/office/drawing/2014/main" id="{1DBBEEA6-16A1-444E-981F-8E245491F2E7}"/>
              </a:ext>
            </a:extLst>
          </p:cNvPr>
          <p:cNvSpPr>
            <a:spLocks noGrp="1"/>
          </p:cNvSpPr>
          <p:nvPr/>
        </p:nvSpPr>
        <p:spPr>
          <a:xfrm>
            <a:off x="219902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" name="12_small_6181">
            <a:extLst>
              <a:ext uri="{FF2B5EF4-FFF2-40B4-BE49-F238E27FC236}">
                <a16:creationId xmlns:a16="http://schemas.microsoft.com/office/drawing/2014/main" id="{3B693064-2496-4975-B494-C15C5EE45B00}"/>
              </a:ext>
            </a:extLst>
          </p:cNvPr>
          <p:cNvSpPr>
            <a:spLocks noGrp="1"/>
          </p:cNvSpPr>
          <p:nvPr/>
        </p:nvSpPr>
        <p:spPr>
          <a:xfrm>
            <a:off x="219147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" name="12_small_6182">
            <a:extLst>
              <a:ext uri="{FF2B5EF4-FFF2-40B4-BE49-F238E27FC236}">
                <a16:creationId xmlns:a16="http://schemas.microsoft.com/office/drawing/2014/main" id="{0DE9E0B0-59CD-42C8-BDB5-405C9B9962D9}"/>
              </a:ext>
            </a:extLst>
          </p:cNvPr>
          <p:cNvSpPr>
            <a:spLocks noGrp="1"/>
          </p:cNvSpPr>
          <p:nvPr/>
        </p:nvSpPr>
        <p:spPr>
          <a:xfrm>
            <a:off x="2282009" y="23405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" name="12_small_6183">
            <a:extLst>
              <a:ext uri="{FF2B5EF4-FFF2-40B4-BE49-F238E27FC236}">
                <a16:creationId xmlns:a16="http://schemas.microsoft.com/office/drawing/2014/main" id="{507B7337-73E3-44D5-B9B4-7808F759B08D}"/>
              </a:ext>
            </a:extLst>
          </p:cNvPr>
          <p:cNvSpPr>
            <a:spLocks noGrp="1"/>
          </p:cNvSpPr>
          <p:nvPr/>
        </p:nvSpPr>
        <p:spPr>
          <a:xfrm>
            <a:off x="223271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" name="12_small_6184">
            <a:extLst>
              <a:ext uri="{FF2B5EF4-FFF2-40B4-BE49-F238E27FC236}">
                <a16:creationId xmlns:a16="http://schemas.microsoft.com/office/drawing/2014/main" id="{53812638-7C3B-492F-93DE-594D673205D9}"/>
              </a:ext>
            </a:extLst>
          </p:cNvPr>
          <p:cNvSpPr>
            <a:spLocks noGrp="1"/>
          </p:cNvSpPr>
          <p:nvPr/>
        </p:nvSpPr>
        <p:spPr>
          <a:xfrm>
            <a:off x="2229598" y="19964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" name="12_small_6185">
            <a:extLst>
              <a:ext uri="{FF2B5EF4-FFF2-40B4-BE49-F238E27FC236}">
                <a16:creationId xmlns:a16="http://schemas.microsoft.com/office/drawing/2014/main" id="{3D60BB45-80BC-4A6B-B1B2-E0F9230D2577}"/>
              </a:ext>
            </a:extLst>
          </p:cNvPr>
          <p:cNvSpPr>
            <a:spLocks noGrp="1"/>
          </p:cNvSpPr>
          <p:nvPr/>
        </p:nvSpPr>
        <p:spPr>
          <a:xfrm>
            <a:off x="227012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" name="12_small_6186">
            <a:extLst>
              <a:ext uri="{FF2B5EF4-FFF2-40B4-BE49-F238E27FC236}">
                <a16:creationId xmlns:a16="http://schemas.microsoft.com/office/drawing/2014/main" id="{42B7EDD7-E153-4775-9F1F-65880C5C708E}"/>
              </a:ext>
            </a:extLst>
          </p:cNvPr>
          <p:cNvSpPr>
            <a:spLocks noGrp="1"/>
          </p:cNvSpPr>
          <p:nvPr/>
        </p:nvSpPr>
        <p:spPr>
          <a:xfrm>
            <a:off x="220988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" name="12_small_6187">
            <a:extLst>
              <a:ext uri="{FF2B5EF4-FFF2-40B4-BE49-F238E27FC236}">
                <a16:creationId xmlns:a16="http://schemas.microsoft.com/office/drawing/2014/main" id="{4A710746-AFB5-4622-8C60-3ADFF057A3CD}"/>
              </a:ext>
            </a:extLst>
          </p:cNvPr>
          <p:cNvSpPr>
            <a:spLocks noGrp="1"/>
          </p:cNvSpPr>
          <p:nvPr/>
        </p:nvSpPr>
        <p:spPr>
          <a:xfrm>
            <a:off x="228519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" name="12_small_6188">
            <a:extLst>
              <a:ext uri="{FF2B5EF4-FFF2-40B4-BE49-F238E27FC236}">
                <a16:creationId xmlns:a16="http://schemas.microsoft.com/office/drawing/2014/main" id="{FA995D7E-D9CB-4549-9249-19D9F4CF4F08}"/>
              </a:ext>
            </a:extLst>
          </p:cNvPr>
          <p:cNvSpPr>
            <a:spLocks noGrp="1"/>
          </p:cNvSpPr>
          <p:nvPr/>
        </p:nvSpPr>
        <p:spPr>
          <a:xfrm>
            <a:off x="225254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" name="12_small_6189">
            <a:extLst>
              <a:ext uri="{FF2B5EF4-FFF2-40B4-BE49-F238E27FC236}">
                <a16:creationId xmlns:a16="http://schemas.microsoft.com/office/drawing/2014/main" id="{1A877C32-4344-4A1A-BC79-D68D5DFBDC9C}"/>
              </a:ext>
            </a:extLst>
          </p:cNvPr>
          <p:cNvSpPr>
            <a:spLocks noGrp="1"/>
          </p:cNvSpPr>
          <p:nvPr/>
        </p:nvSpPr>
        <p:spPr>
          <a:xfrm>
            <a:off x="218444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" name="12_small_6190">
            <a:extLst>
              <a:ext uri="{FF2B5EF4-FFF2-40B4-BE49-F238E27FC236}">
                <a16:creationId xmlns:a16="http://schemas.microsoft.com/office/drawing/2014/main" id="{AB0532ED-D080-4A2A-8541-88C25E3EC5A5}"/>
              </a:ext>
            </a:extLst>
          </p:cNvPr>
          <p:cNvSpPr>
            <a:spLocks noGrp="1"/>
          </p:cNvSpPr>
          <p:nvPr/>
        </p:nvSpPr>
        <p:spPr>
          <a:xfrm>
            <a:off x="214710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" name="12_small_6191">
            <a:extLst>
              <a:ext uri="{FF2B5EF4-FFF2-40B4-BE49-F238E27FC236}">
                <a16:creationId xmlns:a16="http://schemas.microsoft.com/office/drawing/2014/main" id="{C885FEA5-32FC-438C-A40F-C2790E71D52F}"/>
              </a:ext>
            </a:extLst>
          </p:cNvPr>
          <p:cNvSpPr>
            <a:spLocks noGrp="1"/>
          </p:cNvSpPr>
          <p:nvPr/>
        </p:nvSpPr>
        <p:spPr>
          <a:xfrm>
            <a:off x="227258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" name="12_small_6192">
            <a:extLst>
              <a:ext uri="{FF2B5EF4-FFF2-40B4-BE49-F238E27FC236}">
                <a16:creationId xmlns:a16="http://schemas.microsoft.com/office/drawing/2014/main" id="{07BECCD7-EBF0-4F66-B6BE-B3340B4BFBFE}"/>
              </a:ext>
            </a:extLst>
          </p:cNvPr>
          <p:cNvSpPr>
            <a:spLocks noGrp="1"/>
          </p:cNvSpPr>
          <p:nvPr/>
        </p:nvSpPr>
        <p:spPr>
          <a:xfrm>
            <a:off x="228840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" name="12_small_6193">
            <a:extLst>
              <a:ext uri="{FF2B5EF4-FFF2-40B4-BE49-F238E27FC236}">
                <a16:creationId xmlns:a16="http://schemas.microsoft.com/office/drawing/2014/main" id="{F9A6EDC1-9E2B-4665-A0B2-4139B680A7D1}"/>
              </a:ext>
            </a:extLst>
          </p:cNvPr>
          <p:cNvSpPr>
            <a:spLocks noGrp="1"/>
          </p:cNvSpPr>
          <p:nvPr/>
        </p:nvSpPr>
        <p:spPr>
          <a:xfrm>
            <a:off x="2223716" y="19349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" name="12_small_6194">
            <a:extLst>
              <a:ext uri="{FF2B5EF4-FFF2-40B4-BE49-F238E27FC236}">
                <a16:creationId xmlns:a16="http://schemas.microsoft.com/office/drawing/2014/main" id="{FA51A765-DC2A-4BFA-9947-FDAFCA171C75}"/>
              </a:ext>
            </a:extLst>
          </p:cNvPr>
          <p:cNvSpPr>
            <a:spLocks noGrp="1"/>
          </p:cNvSpPr>
          <p:nvPr/>
        </p:nvSpPr>
        <p:spPr>
          <a:xfrm>
            <a:off x="226780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" name="12_small_6195">
            <a:extLst>
              <a:ext uri="{FF2B5EF4-FFF2-40B4-BE49-F238E27FC236}">
                <a16:creationId xmlns:a16="http://schemas.microsoft.com/office/drawing/2014/main" id="{A1994C1B-5DB9-4F45-986A-1BA2373F50BC}"/>
              </a:ext>
            </a:extLst>
          </p:cNvPr>
          <p:cNvSpPr>
            <a:spLocks noGrp="1"/>
          </p:cNvSpPr>
          <p:nvPr/>
        </p:nvSpPr>
        <p:spPr>
          <a:xfrm>
            <a:off x="226245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" name="12_small_6196">
            <a:extLst>
              <a:ext uri="{FF2B5EF4-FFF2-40B4-BE49-F238E27FC236}">
                <a16:creationId xmlns:a16="http://schemas.microsoft.com/office/drawing/2014/main" id="{8768D0EF-61D6-4FE1-B0C2-FB2140B8C736}"/>
              </a:ext>
            </a:extLst>
          </p:cNvPr>
          <p:cNvSpPr>
            <a:spLocks noGrp="1"/>
          </p:cNvSpPr>
          <p:nvPr/>
        </p:nvSpPr>
        <p:spPr>
          <a:xfrm>
            <a:off x="2170244" y="19349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" name="12_small_6197">
            <a:extLst>
              <a:ext uri="{FF2B5EF4-FFF2-40B4-BE49-F238E27FC236}">
                <a16:creationId xmlns:a16="http://schemas.microsoft.com/office/drawing/2014/main" id="{0D544815-BCB2-476F-AF2A-5FFD5E76AF83}"/>
              </a:ext>
            </a:extLst>
          </p:cNvPr>
          <p:cNvSpPr>
            <a:spLocks noGrp="1"/>
          </p:cNvSpPr>
          <p:nvPr/>
        </p:nvSpPr>
        <p:spPr>
          <a:xfrm>
            <a:off x="223098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" name="12_small_6198">
            <a:extLst>
              <a:ext uri="{FF2B5EF4-FFF2-40B4-BE49-F238E27FC236}">
                <a16:creationId xmlns:a16="http://schemas.microsoft.com/office/drawing/2014/main" id="{265922F0-883C-4E6D-8984-70E1FBA0DAAE}"/>
              </a:ext>
            </a:extLst>
          </p:cNvPr>
          <p:cNvSpPr>
            <a:spLocks noGrp="1"/>
          </p:cNvSpPr>
          <p:nvPr/>
        </p:nvSpPr>
        <p:spPr>
          <a:xfrm>
            <a:off x="223526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" name="12_small_6199">
            <a:extLst>
              <a:ext uri="{FF2B5EF4-FFF2-40B4-BE49-F238E27FC236}">
                <a16:creationId xmlns:a16="http://schemas.microsoft.com/office/drawing/2014/main" id="{104FD0C9-1641-4547-B60F-69B58F2A0B9D}"/>
              </a:ext>
            </a:extLst>
          </p:cNvPr>
          <p:cNvSpPr>
            <a:spLocks noGrp="1"/>
          </p:cNvSpPr>
          <p:nvPr/>
        </p:nvSpPr>
        <p:spPr>
          <a:xfrm>
            <a:off x="227173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" name="12_small_6200">
            <a:extLst>
              <a:ext uri="{FF2B5EF4-FFF2-40B4-BE49-F238E27FC236}">
                <a16:creationId xmlns:a16="http://schemas.microsoft.com/office/drawing/2014/main" id="{B9D34662-C2EF-4EB1-9E5E-752D229582AF}"/>
              </a:ext>
            </a:extLst>
          </p:cNvPr>
          <p:cNvSpPr>
            <a:spLocks noGrp="1"/>
          </p:cNvSpPr>
          <p:nvPr/>
        </p:nvSpPr>
        <p:spPr>
          <a:xfrm>
            <a:off x="228367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" name="12_small_6201">
            <a:extLst>
              <a:ext uri="{FF2B5EF4-FFF2-40B4-BE49-F238E27FC236}">
                <a16:creationId xmlns:a16="http://schemas.microsoft.com/office/drawing/2014/main" id="{0DEEF2CE-9FDC-4AAB-AFF6-B05E046520BD}"/>
              </a:ext>
            </a:extLst>
          </p:cNvPr>
          <p:cNvSpPr>
            <a:spLocks noGrp="1"/>
          </p:cNvSpPr>
          <p:nvPr/>
        </p:nvSpPr>
        <p:spPr>
          <a:xfrm>
            <a:off x="227667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" name="12_small_6202">
            <a:extLst>
              <a:ext uri="{FF2B5EF4-FFF2-40B4-BE49-F238E27FC236}">
                <a16:creationId xmlns:a16="http://schemas.microsoft.com/office/drawing/2014/main" id="{CA820D10-B677-4023-90AE-E2229F77C9AD}"/>
              </a:ext>
            </a:extLst>
          </p:cNvPr>
          <p:cNvSpPr>
            <a:spLocks noGrp="1"/>
          </p:cNvSpPr>
          <p:nvPr/>
        </p:nvSpPr>
        <p:spPr>
          <a:xfrm>
            <a:off x="221843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" name="12_small_6203">
            <a:extLst>
              <a:ext uri="{FF2B5EF4-FFF2-40B4-BE49-F238E27FC236}">
                <a16:creationId xmlns:a16="http://schemas.microsoft.com/office/drawing/2014/main" id="{FCFC7431-9CBD-41CF-BA88-0AC3B204F564}"/>
              </a:ext>
            </a:extLst>
          </p:cNvPr>
          <p:cNvSpPr>
            <a:spLocks noGrp="1"/>
          </p:cNvSpPr>
          <p:nvPr/>
        </p:nvSpPr>
        <p:spPr>
          <a:xfrm>
            <a:off x="226265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" name="12_small_6204">
            <a:extLst>
              <a:ext uri="{FF2B5EF4-FFF2-40B4-BE49-F238E27FC236}">
                <a16:creationId xmlns:a16="http://schemas.microsoft.com/office/drawing/2014/main" id="{34287C31-5E7C-4D98-A62E-A7101CB4337C}"/>
              </a:ext>
            </a:extLst>
          </p:cNvPr>
          <p:cNvSpPr>
            <a:spLocks noGrp="1"/>
          </p:cNvSpPr>
          <p:nvPr/>
        </p:nvSpPr>
        <p:spPr>
          <a:xfrm>
            <a:off x="2243259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9" name="12_small_6205">
            <a:extLst>
              <a:ext uri="{FF2B5EF4-FFF2-40B4-BE49-F238E27FC236}">
                <a16:creationId xmlns:a16="http://schemas.microsoft.com/office/drawing/2014/main" id="{B8FCE1C6-9736-4B1B-86CF-190E7643C639}"/>
              </a:ext>
            </a:extLst>
          </p:cNvPr>
          <p:cNvSpPr>
            <a:spLocks noGrp="1"/>
          </p:cNvSpPr>
          <p:nvPr/>
        </p:nvSpPr>
        <p:spPr>
          <a:xfrm>
            <a:off x="2183108" y="19086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0" name="12_small_6206">
            <a:extLst>
              <a:ext uri="{FF2B5EF4-FFF2-40B4-BE49-F238E27FC236}">
                <a16:creationId xmlns:a16="http://schemas.microsoft.com/office/drawing/2014/main" id="{8BE447BE-DE14-4716-9148-4B10133EECAF}"/>
              </a:ext>
            </a:extLst>
          </p:cNvPr>
          <p:cNvSpPr>
            <a:spLocks noGrp="1"/>
          </p:cNvSpPr>
          <p:nvPr/>
        </p:nvSpPr>
        <p:spPr>
          <a:xfrm>
            <a:off x="21658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1" name="12_small_6207">
            <a:extLst>
              <a:ext uri="{FF2B5EF4-FFF2-40B4-BE49-F238E27FC236}">
                <a16:creationId xmlns:a16="http://schemas.microsoft.com/office/drawing/2014/main" id="{1B5CA3A2-CB52-49F3-AE0B-2F46E17F2932}"/>
              </a:ext>
            </a:extLst>
          </p:cNvPr>
          <p:cNvSpPr>
            <a:spLocks noGrp="1"/>
          </p:cNvSpPr>
          <p:nvPr/>
        </p:nvSpPr>
        <p:spPr>
          <a:xfrm>
            <a:off x="222708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" name="12_small_6208">
            <a:extLst>
              <a:ext uri="{FF2B5EF4-FFF2-40B4-BE49-F238E27FC236}">
                <a16:creationId xmlns:a16="http://schemas.microsoft.com/office/drawing/2014/main" id="{F4998961-70E3-4FE2-AC57-734A02DE600A}"/>
              </a:ext>
            </a:extLst>
          </p:cNvPr>
          <p:cNvSpPr>
            <a:spLocks noGrp="1"/>
          </p:cNvSpPr>
          <p:nvPr/>
        </p:nvSpPr>
        <p:spPr>
          <a:xfrm>
            <a:off x="2246094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" name="12_small_6209">
            <a:extLst>
              <a:ext uri="{FF2B5EF4-FFF2-40B4-BE49-F238E27FC236}">
                <a16:creationId xmlns:a16="http://schemas.microsoft.com/office/drawing/2014/main" id="{84A4E750-E513-42E8-A0AB-8D5F3F57961D}"/>
              </a:ext>
            </a:extLst>
          </p:cNvPr>
          <p:cNvSpPr>
            <a:spLocks noGrp="1"/>
          </p:cNvSpPr>
          <p:nvPr/>
        </p:nvSpPr>
        <p:spPr>
          <a:xfrm>
            <a:off x="2260869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" name="12_small_6210">
            <a:extLst>
              <a:ext uri="{FF2B5EF4-FFF2-40B4-BE49-F238E27FC236}">
                <a16:creationId xmlns:a16="http://schemas.microsoft.com/office/drawing/2014/main" id="{F9D2C645-7FC2-4DB2-BEAF-4FC89A4ABEF4}"/>
              </a:ext>
            </a:extLst>
          </p:cNvPr>
          <p:cNvSpPr>
            <a:spLocks noGrp="1"/>
          </p:cNvSpPr>
          <p:nvPr/>
        </p:nvSpPr>
        <p:spPr>
          <a:xfrm>
            <a:off x="22302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" name="12_small_6211">
            <a:extLst>
              <a:ext uri="{FF2B5EF4-FFF2-40B4-BE49-F238E27FC236}">
                <a16:creationId xmlns:a16="http://schemas.microsoft.com/office/drawing/2014/main" id="{693167F0-D183-43FD-8BBD-573C86CE8331}"/>
              </a:ext>
            </a:extLst>
          </p:cNvPr>
          <p:cNvSpPr>
            <a:spLocks noGrp="1"/>
          </p:cNvSpPr>
          <p:nvPr/>
        </p:nvSpPr>
        <p:spPr>
          <a:xfrm>
            <a:off x="219051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" name="12_small_6212">
            <a:extLst>
              <a:ext uri="{FF2B5EF4-FFF2-40B4-BE49-F238E27FC236}">
                <a16:creationId xmlns:a16="http://schemas.microsoft.com/office/drawing/2014/main" id="{B59F6AE6-4C89-4AF1-A86A-4A5F3A77A7EE}"/>
              </a:ext>
            </a:extLst>
          </p:cNvPr>
          <p:cNvSpPr>
            <a:spLocks noGrp="1"/>
          </p:cNvSpPr>
          <p:nvPr/>
        </p:nvSpPr>
        <p:spPr>
          <a:xfrm>
            <a:off x="22842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" name="12_small_6213">
            <a:extLst>
              <a:ext uri="{FF2B5EF4-FFF2-40B4-BE49-F238E27FC236}">
                <a16:creationId xmlns:a16="http://schemas.microsoft.com/office/drawing/2014/main" id="{E6547437-3E10-4061-8A6B-9BA8165A6597}"/>
              </a:ext>
            </a:extLst>
          </p:cNvPr>
          <p:cNvSpPr>
            <a:spLocks noGrp="1"/>
          </p:cNvSpPr>
          <p:nvPr/>
        </p:nvSpPr>
        <p:spPr>
          <a:xfrm>
            <a:off x="22636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" name="12_small_6214">
            <a:extLst>
              <a:ext uri="{FF2B5EF4-FFF2-40B4-BE49-F238E27FC236}">
                <a16:creationId xmlns:a16="http://schemas.microsoft.com/office/drawing/2014/main" id="{5BAC1255-13DD-4777-BCFF-2C3460140FE7}"/>
              </a:ext>
            </a:extLst>
          </p:cNvPr>
          <p:cNvSpPr>
            <a:spLocks noGrp="1"/>
          </p:cNvSpPr>
          <p:nvPr/>
        </p:nvSpPr>
        <p:spPr>
          <a:xfrm>
            <a:off x="229210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" name="12_small_6215">
            <a:extLst>
              <a:ext uri="{FF2B5EF4-FFF2-40B4-BE49-F238E27FC236}">
                <a16:creationId xmlns:a16="http://schemas.microsoft.com/office/drawing/2014/main" id="{33B7A149-CC69-484C-A5A3-4FFE6C5EDEE9}"/>
              </a:ext>
            </a:extLst>
          </p:cNvPr>
          <p:cNvSpPr>
            <a:spLocks noGrp="1"/>
          </p:cNvSpPr>
          <p:nvPr/>
        </p:nvSpPr>
        <p:spPr>
          <a:xfrm>
            <a:off x="229209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" name="12_small_6216">
            <a:extLst>
              <a:ext uri="{FF2B5EF4-FFF2-40B4-BE49-F238E27FC236}">
                <a16:creationId xmlns:a16="http://schemas.microsoft.com/office/drawing/2014/main" id="{E260D906-FA39-46B2-8DEF-CDA09CF1E7B1}"/>
              </a:ext>
            </a:extLst>
          </p:cNvPr>
          <p:cNvSpPr>
            <a:spLocks noGrp="1"/>
          </p:cNvSpPr>
          <p:nvPr/>
        </p:nvSpPr>
        <p:spPr>
          <a:xfrm>
            <a:off x="221175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" name="12_small_6217">
            <a:extLst>
              <a:ext uri="{FF2B5EF4-FFF2-40B4-BE49-F238E27FC236}">
                <a16:creationId xmlns:a16="http://schemas.microsoft.com/office/drawing/2014/main" id="{2E950567-1BCB-4469-81F0-6312EA708B8D}"/>
              </a:ext>
            </a:extLst>
          </p:cNvPr>
          <p:cNvSpPr>
            <a:spLocks noGrp="1"/>
          </p:cNvSpPr>
          <p:nvPr/>
        </p:nvSpPr>
        <p:spPr>
          <a:xfrm>
            <a:off x="222526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" name="12_small_6218">
            <a:extLst>
              <a:ext uri="{FF2B5EF4-FFF2-40B4-BE49-F238E27FC236}">
                <a16:creationId xmlns:a16="http://schemas.microsoft.com/office/drawing/2014/main" id="{20F39B11-1994-43E4-BC72-E16906B27BA4}"/>
              </a:ext>
            </a:extLst>
          </p:cNvPr>
          <p:cNvSpPr>
            <a:spLocks noGrp="1"/>
          </p:cNvSpPr>
          <p:nvPr/>
        </p:nvSpPr>
        <p:spPr>
          <a:xfrm>
            <a:off x="218297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" name="12_small_6219">
            <a:extLst>
              <a:ext uri="{FF2B5EF4-FFF2-40B4-BE49-F238E27FC236}">
                <a16:creationId xmlns:a16="http://schemas.microsoft.com/office/drawing/2014/main" id="{DFD01F9E-ABCD-4CDF-A754-7E8BE9B03393}"/>
              </a:ext>
            </a:extLst>
          </p:cNvPr>
          <p:cNvSpPr>
            <a:spLocks noGrp="1"/>
          </p:cNvSpPr>
          <p:nvPr/>
        </p:nvSpPr>
        <p:spPr>
          <a:xfrm>
            <a:off x="296855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" name="12_small_6220">
            <a:extLst>
              <a:ext uri="{FF2B5EF4-FFF2-40B4-BE49-F238E27FC236}">
                <a16:creationId xmlns:a16="http://schemas.microsoft.com/office/drawing/2014/main" id="{F05756F7-CE0A-41FD-9756-6BE9DC099B0A}"/>
              </a:ext>
            </a:extLst>
          </p:cNvPr>
          <p:cNvSpPr>
            <a:spLocks noGrp="1"/>
          </p:cNvSpPr>
          <p:nvPr/>
        </p:nvSpPr>
        <p:spPr>
          <a:xfrm>
            <a:off x="307283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" name="12_small_6221">
            <a:extLst>
              <a:ext uri="{FF2B5EF4-FFF2-40B4-BE49-F238E27FC236}">
                <a16:creationId xmlns:a16="http://schemas.microsoft.com/office/drawing/2014/main" id="{4344FB3E-3400-4948-9645-ADE4CB201926}"/>
              </a:ext>
            </a:extLst>
          </p:cNvPr>
          <p:cNvSpPr>
            <a:spLocks noGrp="1"/>
          </p:cNvSpPr>
          <p:nvPr/>
        </p:nvSpPr>
        <p:spPr>
          <a:xfrm>
            <a:off x="307127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" name="12_small_6222">
            <a:extLst>
              <a:ext uri="{FF2B5EF4-FFF2-40B4-BE49-F238E27FC236}">
                <a16:creationId xmlns:a16="http://schemas.microsoft.com/office/drawing/2014/main" id="{0E477420-ED85-40C5-9502-A2F4466BEE87}"/>
              </a:ext>
            </a:extLst>
          </p:cNvPr>
          <p:cNvSpPr>
            <a:spLocks noGrp="1"/>
          </p:cNvSpPr>
          <p:nvPr/>
        </p:nvSpPr>
        <p:spPr>
          <a:xfrm>
            <a:off x="299197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" name="12_small_6223">
            <a:extLst>
              <a:ext uri="{FF2B5EF4-FFF2-40B4-BE49-F238E27FC236}">
                <a16:creationId xmlns:a16="http://schemas.microsoft.com/office/drawing/2014/main" id="{FA2418EE-358D-447C-9D25-3915D1A294AD}"/>
              </a:ext>
            </a:extLst>
          </p:cNvPr>
          <p:cNvSpPr>
            <a:spLocks noGrp="1"/>
          </p:cNvSpPr>
          <p:nvPr/>
        </p:nvSpPr>
        <p:spPr>
          <a:xfrm>
            <a:off x="307415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" name="12_small_6224">
            <a:extLst>
              <a:ext uri="{FF2B5EF4-FFF2-40B4-BE49-F238E27FC236}">
                <a16:creationId xmlns:a16="http://schemas.microsoft.com/office/drawing/2014/main" id="{0D30F587-B9A2-45BD-ADEE-29B10D5110EA}"/>
              </a:ext>
            </a:extLst>
          </p:cNvPr>
          <p:cNvSpPr>
            <a:spLocks noGrp="1"/>
          </p:cNvSpPr>
          <p:nvPr/>
        </p:nvSpPr>
        <p:spPr>
          <a:xfrm>
            <a:off x="3043773" y="181769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" name="12_small_6225">
            <a:extLst>
              <a:ext uri="{FF2B5EF4-FFF2-40B4-BE49-F238E27FC236}">
                <a16:creationId xmlns:a16="http://schemas.microsoft.com/office/drawing/2014/main" id="{C65FBECB-ACBC-4F68-A918-E1620F464FB2}"/>
              </a:ext>
            </a:extLst>
          </p:cNvPr>
          <p:cNvSpPr>
            <a:spLocks noGrp="1"/>
          </p:cNvSpPr>
          <p:nvPr/>
        </p:nvSpPr>
        <p:spPr>
          <a:xfrm>
            <a:off x="2951219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" name="12_small_6226">
            <a:extLst>
              <a:ext uri="{FF2B5EF4-FFF2-40B4-BE49-F238E27FC236}">
                <a16:creationId xmlns:a16="http://schemas.microsoft.com/office/drawing/2014/main" id="{CB5B6294-D9E0-461C-882D-0C2CC5621C16}"/>
              </a:ext>
            </a:extLst>
          </p:cNvPr>
          <p:cNvSpPr>
            <a:spLocks noGrp="1"/>
          </p:cNvSpPr>
          <p:nvPr/>
        </p:nvSpPr>
        <p:spPr>
          <a:xfrm>
            <a:off x="2983485" y="23958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" name="12_small_6227">
            <a:extLst>
              <a:ext uri="{FF2B5EF4-FFF2-40B4-BE49-F238E27FC236}">
                <a16:creationId xmlns:a16="http://schemas.microsoft.com/office/drawing/2014/main" id="{D2219426-3B4D-471E-A5A1-BF2E5CB6A797}"/>
              </a:ext>
            </a:extLst>
          </p:cNvPr>
          <p:cNvSpPr>
            <a:spLocks noGrp="1"/>
          </p:cNvSpPr>
          <p:nvPr/>
        </p:nvSpPr>
        <p:spPr>
          <a:xfrm>
            <a:off x="300039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" name="12_small_6228">
            <a:extLst>
              <a:ext uri="{FF2B5EF4-FFF2-40B4-BE49-F238E27FC236}">
                <a16:creationId xmlns:a16="http://schemas.microsoft.com/office/drawing/2014/main" id="{856ED829-F09C-4766-BAA7-7F35E0B861BC}"/>
              </a:ext>
            </a:extLst>
          </p:cNvPr>
          <p:cNvSpPr>
            <a:spLocks noGrp="1"/>
          </p:cNvSpPr>
          <p:nvPr/>
        </p:nvSpPr>
        <p:spPr>
          <a:xfrm>
            <a:off x="298521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" name="12_small_6229">
            <a:extLst>
              <a:ext uri="{FF2B5EF4-FFF2-40B4-BE49-F238E27FC236}">
                <a16:creationId xmlns:a16="http://schemas.microsoft.com/office/drawing/2014/main" id="{14765A93-A060-49D3-B583-8D712E867C0B}"/>
              </a:ext>
            </a:extLst>
          </p:cNvPr>
          <p:cNvSpPr>
            <a:spLocks noGrp="1"/>
          </p:cNvSpPr>
          <p:nvPr/>
        </p:nvSpPr>
        <p:spPr>
          <a:xfrm>
            <a:off x="3039063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" name="12_small_6230">
            <a:extLst>
              <a:ext uri="{FF2B5EF4-FFF2-40B4-BE49-F238E27FC236}">
                <a16:creationId xmlns:a16="http://schemas.microsoft.com/office/drawing/2014/main" id="{4EF5B565-5685-46A2-86FC-162F23D57290}"/>
              </a:ext>
            </a:extLst>
          </p:cNvPr>
          <p:cNvSpPr>
            <a:spLocks noGrp="1"/>
          </p:cNvSpPr>
          <p:nvPr/>
        </p:nvSpPr>
        <p:spPr>
          <a:xfrm>
            <a:off x="294397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" name="12_small_6231">
            <a:extLst>
              <a:ext uri="{FF2B5EF4-FFF2-40B4-BE49-F238E27FC236}">
                <a16:creationId xmlns:a16="http://schemas.microsoft.com/office/drawing/2014/main" id="{F6698133-C62A-43B6-A320-F76F50ED76ED}"/>
              </a:ext>
            </a:extLst>
          </p:cNvPr>
          <p:cNvSpPr>
            <a:spLocks noGrp="1"/>
          </p:cNvSpPr>
          <p:nvPr/>
        </p:nvSpPr>
        <p:spPr>
          <a:xfrm>
            <a:off x="298437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" name="12_small_6232">
            <a:extLst>
              <a:ext uri="{FF2B5EF4-FFF2-40B4-BE49-F238E27FC236}">
                <a16:creationId xmlns:a16="http://schemas.microsoft.com/office/drawing/2014/main" id="{C99DC3D9-3B3E-4727-A9FD-94C12E5CA133}"/>
              </a:ext>
            </a:extLst>
          </p:cNvPr>
          <p:cNvSpPr>
            <a:spLocks noGrp="1"/>
          </p:cNvSpPr>
          <p:nvPr/>
        </p:nvSpPr>
        <p:spPr>
          <a:xfrm>
            <a:off x="293857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" name="12_small_6233">
            <a:extLst>
              <a:ext uri="{FF2B5EF4-FFF2-40B4-BE49-F238E27FC236}">
                <a16:creationId xmlns:a16="http://schemas.microsoft.com/office/drawing/2014/main" id="{65884CFF-EFE8-4747-BAC1-7913903A5BA8}"/>
              </a:ext>
            </a:extLst>
          </p:cNvPr>
          <p:cNvSpPr>
            <a:spLocks noGrp="1"/>
          </p:cNvSpPr>
          <p:nvPr/>
        </p:nvSpPr>
        <p:spPr>
          <a:xfrm>
            <a:off x="30683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" name="12_small_6234">
            <a:extLst>
              <a:ext uri="{FF2B5EF4-FFF2-40B4-BE49-F238E27FC236}">
                <a16:creationId xmlns:a16="http://schemas.microsoft.com/office/drawing/2014/main" id="{0409346F-9D86-48E9-94BB-407B0EEB11BA}"/>
              </a:ext>
            </a:extLst>
          </p:cNvPr>
          <p:cNvSpPr>
            <a:spLocks noGrp="1"/>
          </p:cNvSpPr>
          <p:nvPr/>
        </p:nvSpPr>
        <p:spPr>
          <a:xfrm>
            <a:off x="29611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" name="12_small_6235">
            <a:extLst>
              <a:ext uri="{FF2B5EF4-FFF2-40B4-BE49-F238E27FC236}">
                <a16:creationId xmlns:a16="http://schemas.microsoft.com/office/drawing/2014/main" id="{1594D66D-0336-4D9E-98F2-0CE5C19E462D}"/>
              </a:ext>
            </a:extLst>
          </p:cNvPr>
          <p:cNvSpPr>
            <a:spLocks noGrp="1"/>
          </p:cNvSpPr>
          <p:nvPr/>
        </p:nvSpPr>
        <p:spPr>
          <a:xfrm>
            <a:off x="2955838" y="24060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" name="12_small_6236">
            <a:extLst>
              <a:ext uri="{FF2B5EF4-FFF2-40B4-BE49-F238E27FC236}">
                <a16:creationId xmlns:a16="http://schemas.microsoft.com/office/drawing/2014/main" id="{34611F48-8FAC-4521-8564-24CB3D5A8033}"/>
              </a:ext>
            </a:extLst>
          </p:cNvPr>
          <p:cNvSpPr>
            <a:spLocks noGrp="1"/>
          </p:cNvSpPr>
          <p:nvPr/>
        </p:nvSpPr>
        <p:spPr>
          <a:xfrm>
            <a:off x="300460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" name="12_small_6237">
            <a:extLst>
              <a:ext uri="{FF2B5EF4-FFF2-40B4-BE49-F238E27FC236}">
                <a16:creationId xmlns:a16="http://schemas.microsoft.com/office/drawing/2014/main" id="{C7AA1854-6B99-4BF5-A948-A8ADA5274CE0}"/>
              </a:ext>
            </a:extLst>
          </p:cNvPr>
          <p:cNvSpPr>
            <a:spLocks noGrp="1"/>
          </p:cNvSpPr>
          <p:nvPr/>
        </p:nvSpPr>
        <p:spPr>
          <a:xfrm>
            <a:off x="2961675" y="1951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" name="12_small_6238">
            <a:extLst>
              <a:ext uri="{FF2B5EF4-FFF2-40B4-BE49-F238E27FC236}">
                <a16:creationId xmlns:a16="http://schemas.microsoft.com/office/drawing/2014/main" id="{035D21A1-73EA-4F18-9664-6B582C8935EE}"/>
              </a:ext>
            </a:extLst>
          </p:cNvPr>
          <p:cNvSpPr>
            <a:spLocks noGrp="1"/>
          </p:cNvSpPr>
          <p:nvPr/>
        </p:nvSpPr>
        <p:spPr>
          <a:xfrm>
            <a:off x="293262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" name="12_small_6239">
            <a:extLst>
              <a:ext uri="{FF2B5EF4-FFF2-40B4-BE49-F238E27FC236}">
                <a16:creationId xmlns:a16="http://schemas.microsoft.com/office/drawing/2014/main" id="{A91BD368-F7C6-4409-9ACB-1DB0ACE24D7C}"/>
              </a:ext>
            </a:extLst>
          </p:cNvPr>
          <p:cNvSpPr>
            <a:spLocks noGrp="1"/>
          </p:cNvSpPr>
          <p:nvPr/>
        </p:nvSpPr>
        <p:spPr>
          <a:xfrm>
            <a:off x="299704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4" name="12_small_6240">
            <a:extLst>
              <a:ext uri="{FF2B5EF4-FFF2-40B4-BE49-F238E27FC236}">
                <a16:creationId xmlns:a16="http://schemas.microsoft.com/office/drawing/2014/main" id="{92E6DC83-8D8F-4FE7-A69C-84A0CDB66883}"/>
              </a:ext>
            </a:extLst>
          </p:cNvPr>
          <p:cNvSpPr>
            <a:spLocks noGrp="1"/>
          </p:cNvSpPr>
          <p:nvPr/>
        </p:nvSpPr>
        <p:spPr>
          <a:xfrm>
            <a:off x="2988073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5" name="12_small_6241">
            <a:extLst>
              <a:ext uri="{FF2B5EF4-FFF2-40B4-BE49-F238E27FC236}">
                <a16:creationId xmlns:a16="http://schemas.microsoft.com/office/drawing/2014/main" id="{74833148-BD60-458E-AA9B-EBAFC6937F71}"/>
              </a:ext>
            </a:extLst>
          </p:cNvPr>
          <p:cNvSpPr>
            <a:spLocks noGrp="1"/>
          </p:cNvSpPr>
          <p:nvPr/>
        </p:nvSpPr>
        <p:spPr>
          <a:xfrm>
            <a:off x="293052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6" name="12_small_6242">
            <a:extLst>
              <a:ext uri="{FF2B5EF4-FFF2-40B4-BE49-F238E27FC236}">
                <a16:creationId xmlns:a16="http://schemas.microsoft.com/office/drawing/2014/main" id="{ABE5F168-A6A3-480D-AA0E-5F17B937AC71}"/>
              </a:ext>
            </a:extLst>
          </p:cNvPr>
          <p:cNvSpPr>
            <a:spLocks noGrp="1"/>
          </p:cNvSpPr>
          <p:nvPr/>
        </p:nvSpPr>
        <p:spPr>
          <a:xfrm>
            <a:off x="303724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7" name="12_small_6243">
            <a:extLst>
              <a:ext uri="{FF2B5EF4-FFF2-40B4-BE49-F238E27FC236}">
                <a16:creationId xmlns:a16="http://schemas.microsoft.com/office/drawing/2014/main" id="{B55CAAE3-4A89-45F4-824A-9F1DADD52D04}"/>
              </a:ext>
            </a:extLst>
          </p:cNvPr>
          <p:cNvSpPr>
            <a:spLocks noGrp="1"/>
          </p:cNvSpPr>
          <p:nvPr/>
        </p:nvSpPr>
        <p:spPr>
          <a:xfrm>
            <a:off x="298140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8" name="12_small_6244">
            <a:extLst>
              <a:ext uri="{FF2B5EF4-FFF2-40B4-BE49-F238E27FC236}">
                <a16:creationId xmlns:a16="http://schemas.microsoft.com/office/drawing/2014/main" id="{306AD64C-A151-45A6-9AA8-CA4AF3705768}"/>
              </a:ext>
            </a:extLst>
          </p:cNvPr>
          <p:cNvSpPr>
            <a:spLocks noGrp="1"/>
          </p:cNvSpPr>
          <p:nvPr/>
        </p:nvSpPr>
        <p:spPr>
          <a:xfrm>
            <a:off x="306302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9" name="12_small_6245">
            <a:extLst>
              <a:ext uri="{FF2B5EF4-FFF2-40B4-BE49-F238E27FC236}">
                <a16:creationId xmlns:a16="http://schemas.microsoft.com/office/drawing/2014/main" id="{CF2C37D5-C171-4735-A482-A142CD4BD2FA}"/>
              </a:ext>
            </a:extLst>
          </p:cNvPr>
          <p:cNvSpPr>
            <a:spLocks noGrp="1"/>
          </p:cNvSpPr>
          <p:nvPr/>
        </p:nvSpPr>
        <p:spPr>
          <a:xfrm>
            <a:off x="297546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0" name="12_small_6246">
            <a:extLst>
              <a:ext uri="{FF2B5EF4-FFF2-40B4-BE49-F238E27FC236}">
                <a16:creationId xmlns:a16="http://schemas.microsoft.com/office/drawing/2014/main" id="{9E5F131E-8899-48B1-A584-BF121FB7DC7F}"/>
              </a:ext>
            </a:extLst>
          </p:cNvPr>
          <p:cNvSpPr>
            <a:spLocks noGrp="1"/>
          </p:cNvSpPr>
          <p:nvPr/>
        </p:nvSpPr>
        <p:spPr>
          <a:xfrm>
            <a:off x="303288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1" name="12_small_6247">
            <a:extLst>
              <a:ext uri="{FF2B5EF4-FFF2-40B4-BE49-F238E27FC236}">
                <a16:creationId xmlns:a16="http://schemas.microsoft.com/office/drawing/2014/main" id="{AAA15525-E6F7-479E-99E8-414F0F791BD6}"/>
              </a:ext>
            </a:extLst>
          </p:cNvPr>
          <p:cNvSpPr>
            <a:spLocks noGrp="1"/>
          </p:cNvSpPr>
          <p:nvPr/>
        </p:nvSpPr>
        <p:spPr>
          <a:xfrm>
            <a:off x="297374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2" name="12_small_6248">
            <a:extLst>
              <a:ext uri="{FF2B5EF4-FFF2-40B4-BE49-F238E27FC236}">
                <a16:creationId xmlns:a16="http://schemas.microsoft.com/office/drawing/2014/main" id="{EF68893A-3FC8-41B2-88BE-1150042A30AD}"/>
              </a:ext>
            </a:extLst>
          </p:cNvPr>
          <p:cNvSpPr>
            <a:spLocks noGrp="1"/>
          </p:cNvSpPr>
          <p:nvPr/>
        </p:nvSpPr>
        <p:spPr>
          <a:xfrm>
            <a:off x="2978933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3" name="12_small_6249">
            <a:extLst>
              <a:ext uri="{FF2B5EF4-FFF2-40B4-BE49-F238E27FC236}">
                <a16:creationId xmlns:a16="http://schemas.microsoft.com/office/drawing/2014/main" id="{021A3271-65E4-4A2D-BEC9-7A72E2B6CC0C}"/>
              </a:ext>
            </a:extLst>
          </p:cNvPr>
          <p:cNvSpPr>
            <a:spLocks noGrp="1"/>
          </p:cNvSpPr>
          <p:nvPr/>
        </p:nvSpPr>
        <p:spPr>
          <a:xfrm>
            <a:off x="303746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4" name="12_small_6250">
            <a:extLst>
              <a:ext uri="{FF2B5EF4-FFF2-40B4-BE49-F238E27FC236}">
                <a16:creationId xmlns:a16="http://schemas.microsoft.com/office/drawing/2014/main" id="{C3E364A1-A217-4D22-88DB-0B34F5B02ABB}"/>
              </a:ext>
            </a:extLst>
          </p:cNvPr>
          <p:cNvSpPr>
            <a:spLocks noGrp="1"/>
          </p:cNvSpPr>
          <p:nvPr/>
        </p:nvSpPr>
        <p:spPr>
          <a:xfrm>
            <a:off x="293778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5" name="12_small_6251">
            <a:extLst>
              <a:ext uri="{FF2B5EF4-FFF2-40B4-BE49-F238E27FC236}">
                <a16:creationId xmlns:a16="http://schemas.microsoft.com/office/drawing/2014/main" id="{F01997E3-578D-478D-A5EA-4891B6BEB1AA}"/>
              </a:ext>
            </a:extLst>
          </p:cNvPr>
          <p:cNvSpPr>
            <a:spLocks noGrp="1"/>
          </p:cNvSpPr>
          <p:nvPr/>
        </p:nvSpPr>
        <p:spPr>
          <a:xfrm>
            <a:off x="29343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6" name="12_small_6252">
            <a:extLst>
              <a:ext uri="{FF2B5EF4-FFF2-40B4-BE49-F238E27FC236}">
                <a16:creationId xmlns:a16="http://schemas.microsoft.com/office/drawing/2014/main" id="{25C3C3A5-D728-4176-9CC0-261ED9938510}"/>
              </a:ext>
            </a:extLst>
          </p:cNvPr>
          <p:cNvSpPr>
            <a:spLocks noGrp="1"/>
          </p:cNvSpPr>
          <p:nvPr/>
        </p:nvSpPr>
        <p:spPr>
          <a:xfrm>
            <a:off x="30588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7" name="12_small_6253">
            <a:extLst>
              <a:ext uri="{FF2B5EF4-FFF2-40B4-BE49-F238E27FC236}">
                <a16:creationId xmlns:a16="http://schemas.microsoft.com/office/drawing/2014/main" id="{8F1FAFA8-E1B2-478E-8857-3C07C4582486}"/>
              </a:ext>
            </a:extLst>
          </p:cNvPr>
          <p:cNvSpPr>
            <a:spLocks noGrp="1"/>
          </p:cNvSpPr>
          <p:nvPr/>
        </p:nvSpPr>
        <p:spPr>
          <a:xfrm>
            <a:off x="293367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8" name="12_small_6254">
            <a:extLst>
              <a:ext uri="{FF2B5EF4-FFF2-40B4-BE49-F238E27FC236}">
                <a16:creationId xmlns:a16="http://schemas.microsoft.com/office/drawing/2014/main" id="{C9D755D9-BA3E-47D3-B4B7-138D8FAE742F}"/>
              </a:ext>
            </a:extLst>
          </p:cNvPr>
          <p:cNvSpPr>
            <a:spLocks noGrp="1"/>
          </p:cNvSpPr>
          <p:nvPr/>
        </p:nvSpPr>
        <p:spPr>
          <a:xfrm>
            <a:off x="298054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89" name="12_small_6255">
            <a:extLst>
              <a:ext uri="{FF2B5EF4-FFF2-40B4-BE49-F238E27FC236}">
                <a16:creationId xmlns:a16="http://schemas.microsoft.com/office/drawing/2014/main" id="{4E462C3F-63F7-4192-B42A-2D57A818C134}"/>
              </a:ext>
            </a:extLst>
          </p:cNvPr>
          <p:cNvSpPr>
            <a:spLocks noGrp="1"/>
          </p:cNvSpPr>
          <p:nvPr/>
        </p:nvSpPr>
        <p:spPr>
          <a:xfrm>
            <a:off x="299738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0" name="12_small_6256">
            <a:extLst>
              <a:ext uri="{FF2B5EF4-FFF2-40B4-BE49-F238E27FC236}">
                <a16:creationId xmlns:a16="http://schemas.microsoft.com/office/drawing/2014/main" id="{22120B22-05A8-4544-A2DA-366D4532C662}"/>
              </a:ext>
            </a:extLst>
          </p:cNvPr>
          <p:cNvSpPr>
            <a:spLocks noGrp="1"/>
          </p:cNvSpPr>
          <p:nvPr/>
        </p:nvSpPr>
        <p:spPr>
          <a:xfrm>
            <a:off x="29487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1" name="12_small_6257">
            <a:extLst>
              <a:ext uri="{FF2B5EF4-FFF2-40B4-BE49-F238E27FC236}">
                <a16:creationId xmlns:a16="http://schemas.microsoft.com/office/drawing/2014/main" id="{B73688CB-656A-4F1C-8CF7-E8AA616C1DFF}"/>
              </a:ext>
            </a:extLst>
          </p:cNvPr>
          <p:cNvSpPr>
            <a:spLocks noGrp="1"/>
          </p:cNvSpPr>
          <p:nvPr/>
        </p:nvSpPr>
        <p:spPr>
          <a:xfrm>
            <a:off x="298027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2" name="12_small_6258">
            <a:extLst>
              <a:ext uri="{FF2B5EF4-FFF2-40B4-BE49-F238E27FC236}">
                <a16:creationId xmlns:a16="http://schemas.microsoft.com/office/drawing/2014/main" id="{883BA618-7461-43F3-9ABC-A378FAEB294A}"/>
              </a:ext>
            </a:extLst>
          </p:cNvPr>
          <p:cNvSpPr>
            <a:spLocks noGrp="1"/>
          </p:cNvSpPr>
          <p:nvPr/>
        </p:nvSpPr>
        <p:spPr>
          <a:xfrm>
            <a:off x="297272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3" name="12_small_6259">
            <a:extLst>
              <a:ext uri="{FF2B5EF4-FFF2-40B4-BE49-F238E27FC236}">
                <a16:creationId xmlns:a16="http://schemas.microsoft.com/office/drawing/2014/main" id="{2A8A107E-2902-4B6F-B739-7FD3A16D83DC}"/>
              </a:ext>
            </a:extLst>
          </p:cNvPr>
          <p:cNvSpPr>
            <a:spLocks noGrp="1"/>
          </p:cNvSpPr>
          <p:nvPr/>
        </p:nvSpPr>
        <p:spPr>
          <a:xfrm>
            <a:off x="3063259" y="23405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4" name="12_small_6260">
            <a:extLst>
              <a:ext uri="{FF2B5EF4-FFF2-40B4-BE49-F238E27FC236}">
                <a16:creationId xmlns:a16="http://schemas.microsoft.com/office/drawing/2014/main" id="{60E69292-307B-4D5A-84E3-ED5B135AAD6F}"/>
              </a:ext>
            </a:extLst>
          </p:cNvPr>
          <p:cNvSpPr>
            <a:spLocks noGrp="1"/>
          </p:cNvSpPr>
          <p:nvPr/>
        </p:nvSpPr>
        <p:spPr>
          <a:xfrm>
            <a:off x="301396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5" name="12_small_6261">
            <a:extLst>
              <a:ext uri="{FF2B5EF4-FFF2-40B4-BE49-F238E27FC236}">
                <a16:creationId xmlns:a16="http://schemas.microsoft.com/office/drawing/2014/main" id="{9FF97711-F1E0-4C64-A9A6-3006EFE292C0}"/>
              </a:ext>
            </a:extLst>
          </p:cNvPr>
          <p:cNvSpPr>
            <a:spLocks noGrp="1"/>
          </p:cNvSpPr>
          <p:nvPr/>
        </p:nvSpPr>
        <p:spPr>
          <a:xfrm>
            <a:off x="3010848" y="19964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6" name="12_small_6262">
            <a:extLst>
              <a:ext uri="{FF2B5EF4-FFF2-40B4-BE49-F238E27FC236}">
                <a16:creationId xmlns:a16="http://schemas.microsoft.com/office/drawing/2014/main" id="{9E7F80CA-E39C-40A6-B098-357C43062873}"/>
              </a:ext>
            </a:extLst>
          </p:cNvPr>
          <p:cNvSpPr>
            <a:spLocks noGrp="1"/>
          </p:cNvSpPr>
          <p:nvPr/>
        </p:nvSpPr>
        <p:spPr>
          <a:xfrm>
            <a:off x="305137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7" name="12_small_6263">
            <a:extLst>
              <a:ext uri="{FF2B5EF4-FFF2-40B4-BE49-F238E27FC236}">
                <a16:creationId xmlns:a16="http://schemas.microsoft.com/office/drawing/2014/main" id="{B421822D-F520-48BE-9013-2CE16F8E0C5E}"/>
              </a:ext>
            </a:extLst>
          </p:cNvPr>
          <p:cNvSpPr>
            <a:spLocks noGrp="1"/>
          </p:cNvSpPr>
          <p:nvPr/>
        </p:nvSpPr>
        <p:spPr>
          <a:xfrm>
            <a:off x="299113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8" name="12_small_6264">
            <a:extLst>
              <a:ext uri="{FF2B5EF4-FFF2-40B4-BE49-F238E27FC236}">
                <a16:creationId xmlns:a16="http://schemas.microsoft.com/office/drawing/2014/main" id="{2E5B5355-7B68-4D35-BD1B-02F80EE16A08}"/>
              </a:ext>
            </a:extLst>
          </p:cNvPr>
          <p:cNvSpPr>
            <a:spLocks noGrp="1"/>
          </p:cNvSpPr>
          <p:nvPr/>
        </p:nvSpPr>
        <p:spPr>
          <a:xfrm>
            <a:off x="306644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99" name="12_small_6265">
            <a:extLst>
              <a:ext uri="{FF2B5EF4-FFF2-40B4-BE49-F238E27FC236}">
                <a16:creationId xmlns:a16="http://schemas.microsoft.com/office/drawing/2014/main" id="{BF78C62B-520F-4F41-B3DF-9BAAD2D28FA2}"/>
              </a:ext>
            </a:extLst>
          </p:cNvPr>
          <p:cNvSpPr>
            <a:spLocks noGrp="1"/>
          </p:cNvSpPr>
          <p:nvPr/>
        </p:nvSpPr>
        <p:spPr>
          <a:xfrm>
            <a:off x="303379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0" name="12_small_6266">
            <a:extLst>
              <a:ext uri="{FF2B5EF4-FFF2-40B4-BE49-F238E27FC236}">
                <a16:creationId xmlns:a16="http://schemas.microsoft.com/office/drawing/2014/main" id="{6BC722DA-2005-45E1-8EB2-2575AB1644FC}"/>
              </a:ext>
            </a:extLst>
          </p:cNvPr>
          <p:cNvSpPr>
            <a:spLocks noGrp="1"/>
          </p:cNvSpPr>
          <p:nvPr/>
        </p:nvSpPr>
        <p:spPr>
          <a:xfrm>
            <a:off x="296569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1" name="12_small_6267">
            <a:extLst>
              <a:ext uri="{FF2B5EF4-FFF2-40B4-BE49-F238E27FC236}">
                <a16:creationId xmlns:a16="http://schemas.microsoft.com/office/drawing/2014/main" id="{C0B30527-0AD1-4BEF-9EC7-6F64B462083E}"/>
              </a:ext>
            </a:extLst>
          </p:cNvPr>
          <p:cNvSpPr>
            <a:spLocks noGrp="1"/>
          </p:cNvSpPr>
          <p:nvPr/>
        </p:nvSpPr>
        <p:spPr>
          <a:xfrm>
            <a:off x="292835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2" name="12_small_6268">
            <a:extLst>
              <a:ext uri="{FF2B5EF4-FFF2-40B4-BE49-F238E27FC236}">
                <a16:creationId xmlns:a16="http://schemas.microsoft.com/office/drawing/2014/main" id="{6721AB25-D883-41DF-8CF9-6D22584A9210}"/>
              </a:ext>
            </a:extLst>
          </p:cNvPr>
          <p:cNvSpPr>
            <a:spLocks noGrp="1"/>
          </p:cNvSpPr>
          <p:nvPr/>
        </p:nvSpPr>
        <p:spPr>
          <a:xfrm>
            <a:off x="305383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3" name="12_small_6269">
            <a:extLst>
              <a:ext uri="{FF2B5EF4-FFF2-40B4-BE49-F238E27FC236}">
                <a16:creationId xmlns:a16="http://schemas.microsoft.com/office/drawing/2014/main" id="{434E1C27-588D-4753-AC5C-4E3901D05C96}"/>
              </a:ext>
            </a:extLst>
          </p:cNvPr>
          <p:cNvSpPr>
            <a:spLocks noGrp="1"/>
          </p:cNvSpPr>
          <p:nvPr/>
        </p:nvSpPr>
        <p:spPr>
          <a:xfrm>
            <a:off x="306965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4" name="12_small_6270">
            <a:extLst>
              <a:ext uri="{FF2B5EF4-FFF2-40B4-BE49-F238E27FC236}">
                <a16:creationId xmlns:a16="http://schemas.microsoft.com/office/drawing/2014/main" id="{9DDA557B-FFB7-4371-96A3-C7FCCAFC817D}"/>
              </a:ext>
            </a:extLst>
          </p:cNvPr>
          <p:cNvSpPr>
            <a:spLocks noGrp="1"/>
          </p:cNvSpPr>
          <p:nvPr/>
        </p:nvSpPr>
        <p:spPr>
          <a:xfrm>
            <a:off x="3004966" y="19349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5" name="12_small_6271">
            <a:extLst>
              <a:ext uri="{FF2B5EF4-FFF2-40B4-BE49-F238E27FC236}">
                <a16:creationId xmlns:a16="http://schemas.microsoft.com/office/drawing/2014/main" id="{2987BDCF-AD64-49DD-8737-941F7D7A5118}"/>
              </a:ext>
            </a:extLst>
          </p:cNvPr>
          <p:cNvSpPr>
            <a:spLocks noGrp="1"/>
          </p:cNvSpPr>
          <p:nvPr/>
        </p:nvSpPr>
        <p:spPr>
          <a:xfrm>
            <a:off x="304905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6" name="12_small_6272">
            <a:extLst>
              <a:ext uri="{FF2B5EF4-FFF2-40B4-BE49-F238E27FC236}">
                <a16:creationId xmlns:a16="http://schemas.microsoft.com/office/drawing/2014/main" id="{CF5539A0-8813-46E4-9441-B84EB72C4810}"/>
              </a:ext>
            </a:extLst>
          </p:cNvPr>
          <p:cNvSpPr>
            <a:spLocks noGrp="1"/>
          </p:cNvSpPr>
          <p:nvPr/>
        </p:nvSpPr>
        <p:spPr>
          <a:xfrm>
            <a:off x="304370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7" name="12_small_6273">
            <a:extLst>
              <a:ext uri="{FF2B5EF4-FFF2-40B4-BE49-F238E27FC236}">
                <a16:creationId xmlns:a16="http://schemas.microsoft.com/office/drawing/2014/main" id="{430E144D-CF9C-45A0-8B2E-4A78530943E8}"/>
              </a:ext>
            </a:extLst>
          </p:cNvPr>
          <p:cNvSpPr>
            <a:spLocks noGrp="1"/>
          </p:cNvSpPr>
          <p:nvPr/>
        </p:nvSpPr>
        <p:spPr>
          <a:xfrm>
            <a:off x="2951494" y="193499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8" name="12_small_6274">
            <a:extLst>
              <a:ext uri="{FF2B5EF4-FFF2-40B4-BE49-F238E27FC236}">
                <a16:creationId xmlns:a16="http://schemas.microsoft.com/office/drawing/2014/main" id="{1B26C48F-BB3B-4A33-A059-5CBAE53C165C}"/>
              </a:ext>
            </a:extLst>
          </p:cNvPr>
          <p:cNvSpPr>
            <a:spLocks noGrp="1"/>
          </p:cNvSpPr>
          <p:nvPr/>
        </p:nvSpPr>
        <p:spPr>
          <a:xfrm>
            <a:off x="301223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09" name="12_small_6275">
            <a:extLst>
              <a:ext uri="{FF2B5EF4-FFF2-40B4-BE49-F238E27FC236}">
                <a16:creationId xmlns:a16="http://schemas.microsoft.com/office/drawing/2014/main" id="{3ACF9561-5081-4C1C-975B-5751998BB30A}"/>
              </a:ext>
            </a:extLst>
          </p:cNvPr>
          <p:cNvSpPr>
            <a:spLocks noGrp="1"/>
          </p:cNvSpPr>
          <p:nvPr/>
        </p:nvSpPr>
        <p:spPr>
          <a:xfrm>
            <a:off x="301651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0" name="12_small_6276">
            <a:extLst>
              <a:ext uri="{FF2B5EF4-FFF2-40B4-BE49-F238E27FC236}">
                <a16:creationId xmlns:a16="http://schemas.microsoft.com/office/drawing/2014/main" id="{B1AD2057-9CE2-404C-9E32-041B835E9A1A}"/>
              </a:ext>
            </a:extLst>
          </p:cNvPr>
          <p:cNvSpPr>
            <a:spLocks noGrp="1"/>
          </p:cNvSpPr>
          <p:nvPr/>
        </p:nvSpPr>
        <p:spPr>
          <a:xfrm>
            <a:off x="305298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1" name="12_small_6277">
            <a:extLst>
              <a:ext uri="{FF2B5EF4-FFF2-40B4-BE49-F238E27FC236}">
                <a16:creationId xmlns:a16="http://schemas.microsoft.com/office/drawing/2014/main" id="{EEC0DDF4-B4DB-4F6A-8BEF-6EDE4957C672}"/>
              </a:ext>
            </a:extLst>
          </p:cNvPr>
          <p:cNvSpPr>
            <a:spLocks noGrp="1"/>
          </p:cNvSpPr>
          <p:nvPr/>
        </p:nvSpPr>
        <p:spPr>
          <a:xfrm>
            <a:off x="306492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2" name="12_small_6278">
            <a:extLst>
              <a:ext uri="{FF2B5EF4-FFF2-40B4-BE49-F238E27FC236}">
                <a16:creationId xmlns:a16="http://schemas.microsoft.com/office/drawing/2014/main" id="{A1AE89DF-98BF-4976-B0D4-5E9FF513B22D}"/>
              </a:ext>
            </a:extLst>
          </p:cNvPr>
          <p:cNvSpPr>
            <a:spLocks noGrp="1"/>
          </p:cNvSpPr>
          <p:nvPr/>
        </p:nvSpPr>
        <p:spPr>
          <a:xfrm>
            <a:off x="305792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3" name="12_small_6279">
            <a:extLst>
              <a:ext uri="{FF2B5EF4-FFF2-40B4-BE49-F238E27FC236}">
                <a16:creationId xmlns:a16="http://schemas.microsoft.com/office/drawing/2014/main" id="{24964C9B-6EA7-4490-AF2E-6C3731FEC501}"/>
              </a:ext>
            </a:extLst>
          </p:cNvPr>
          <p:cNvSpPr>
            <a:spLocks noGrp="1"/>
          </p:cNvSpPr>
          <p:nvPr/>
        </p:nvSpPr>
        <p:spPr>
          <a:xfrm>
            <a:off x="299968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4" name="12_small_6280">
            <a:extLst>
              <a:ext uri="{FF2B5EF4-FFF2-40B4-BE49-F238E27FC236}">
                <a16:creationId xmlns:a16="http://schemas.microsoft.com/office/drawing/2014/main" id="{F6068402-084B-4FF1-A37F-B459CF052590}"/>
              </a:ext>
            </a:extLst>
          </p:cNvPr>
          <p:cNvSpPr>
            <a:spLocks noGrp="1"/>
          </p:cNvSpPr>
          <p:nvPr/>
        </p:nvSpPr>
        <p:spPr>
          <a:xfrm>
            <a:off x="304390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5" name="12_small_6281">
            <a:extLst>
              <a:ext uri="{FF2B5EF4-FFF2-40B4-BE49-F238E27FC236}">
                <a16:creationId xmlns:a16="http://schemas.microsoft.com/office/drawing/2014/main" id="{9D4E9345-06FE-41E0-AAFE-EEF56A9BFEB1}"/>
              </a:ext>
            </a:extLst>
          </p:cNvPr>
          <p:cNvSpPr>
            <a:spLocks noGrp="1"/>
          </p:cNvSpPr>
          <p:nvPr/>
        </p:nvSpPr>
        <p:spPr>
          <a:xfrm>
            <a:off x="3024509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6" name="12_small_6282">
            <a:extLst>
              <a:ext uri="{FF2B5EF4-FFF2-40B4-BE49-F238E27FC236}">
                <a16:creationId xmlns:a16="http://schemas.microsoft.com/office/drawing/2014/main" id="{21443FF3-89D0-4234-8D5C-DF3DF463B092}"/>
              </a:ext>
            </a:extLst>
          </p:cNvPr>
          <p:cNvSpPr>
            <a:spLocks noGrp="1"/>
          </p:cNvSpPr>
          <p:nvPr/>
        </p:nvSpPr>
        <p:spPr>
          <a:xfrm>
            <a:off x="2964358" y="19086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7" name="12_small_6283">
            <a:extLst>
              <a:ext uri="{FF2B5EF4-FFF2-40B4-BE49-F238E27FC236}">
                <a16:creationId xmlns:a16="http://schemas.microsoft.com/office/drawing/2014/main" id="{C41D2F26-0AAC-4FE3-8EAB-9A03DE991288}"/>
              </a:ext>
            </a:extLst>
          </p:cNvPr>
          <p:cNvSpPr>
            <a:spLocks noGrp="1"/>
          </p:cNvSpPr>
          <p:nvPr/>
        </p:nvSpPr>
        <p:spPr>
          <a:xfrm>
            <a:off x="29471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8" name="12_small_6284">
            <a:extLst>
              <a:ext uri="{FF2B5EF4-FFF2-40B4-BE49-F238E27FC236}">
                <a16:creationId xmlns:a16="http://schemas.microsoft.com/office/drawing/2014/main" id="{5713104B-E2FB-42A8-BBE3-16503CB5A0FB}"/>
              </a:ext>
            </a:extLst>
          </p:cNvPr>
          <p:cNvSpPr>
            <a:spLocks noGrp="1"/>
          </p:cNvSpPr>
          <p:nvPr/>
        </p:nvSpPr>
        <p:spPr>
          <a:xfrm>
            <a:off x="300833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19" name="12_small_6285">
            <a:extLst>
              <a:ext uri="{FF2B5EF4-FFF2-40B4-BE49-F238E27FC236}">
                <a16:creationId xmlns:a16="http://schemas.microsoft.com/office/drawing/2014/main" id="{4392C5BF-812F-449A-B18C-D9488D8A3057}"/>
              </a:ext>
            </a:extLst>
          </p:cNvPr>
          <p:cNvSpPr>
            <a:spLocks noGrp="1"/>
          </p:cNvSpPr>
          <p:nvPr/>
        </p:nvSpPr>
        <p:spPr>
          <a:xfrm>
            <a:off x="3027344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0" name="12_small_6286">
            <a:extLst>
              <a:ext uri="{FF2B5EF4-FFF2-40B4-BE49-F238E27FC236}">
                <a16:creationId xmlns:a16="http://schemas.microsoft.com/office/drawing/2014/main" id="{3AF38987-49EC-4DAB-A80D-984652F15EB9}"/>
              </a:ext>
            </a:extLst>
          </p:cNvPr>
          <p:cNvSpPr>
            <a:spLocks noGrp="1"/>
          </p:cNvSpPr>
          <p:nvPr/>
        </p:nvSpPr>
        <p:spPr>
          <a:xfrm>
            <a:off x="3042119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1" name="12_small_6287">
            <a:extLst>
              <a:ext uri="{FF2B5EF4-FFF2-40B4-BE49-F238E27FC236}">
                <a16:creationId xmlns:a16="http://schemas.microsoft.com/office/drawing/2014/main" id="{BEAF2690-6F8C-434D-82B3-4583970218C1}"/>
              </a:ext>
            </a:extLst>
          </p:cNvPr>
          <p:cNvSpPr>
            <a:spLocks noGrp="1"/>
          </p:cNvSpPr>
          <p:nvPr/>
        </p:nvSpPr>
        <p:spPr>
          <a:xfrm>
            <a:off x="30115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2" name="12_small_6288">
            <a:extLst>
              <a:ext uri="{FF2B5EF4-FFF2-40B4-BE49-F238E27FC236}">
                <a16:creationId xmlns:a16="http://schemas.microsoft.com/office/drawing/2014/main" id="{F59F35DD-7685-46D4-A0BB-464BA0212A68}"/>
              </a:ext>
            </a:extLst>
          </p:cNvPr>
          <p:cNvSpPr>
            <a:spLocks noGrp="1"/>
          </p:cNvSpPr>
          <p:nvPr/>
        </p:nvSpPr>
        <p:spPr>
          <a:xfrm>
            <a:off x="297176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3" name="12_small_6289">
            <a:extLst>
              <a:ext uri="{FF2B5EF4-FFF2-40B4-BE49-F238E27FC236}">
                <a16:creationId xmlns:a16="http://schemas.microsoft.com/office/drawing/2014/main" id="{7E7AE51C-17D0-4BAF-B2C3-3A15CE29960D}"/>
              </a:ext>
            </a:extLst>
          </p:cNvPr>
          <p:cNvSpPr>
            <a:spLocks noGrp="1"/>
          </p:cNvSpPr>
          <p:nvPr/>
        </p:nvSpPr>
        <p:spPr>
          <a:xfrm>
            <a:off x="30654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4" name="12_small_6290">
            <a:extLst>
              <a:ext uri="{FF2B5EF4-FFF2-40B4-BE49-F238E27FC236}">
                <a16:creationId xmlns:a16="http://schemas.microsoft.com/office/drawing/2014/main" id="{F5AE039D-5FE0-4441-8A90-E1AC23147B1B}"/>
              </a:ext>
            </a:extLst>
          </p:cNvPr>
          <p:cNvSpPr>
            <a:spLocks noGrp="1"/>
          </p:cNvSpPr>
          <p:nvPr/>
        </p:nvSpPr>
        <p:spPr>
          <a:xfrm>
            <a:off x="30449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5" name="12_small_6291">
            <a:extLst>
              <a:ext uri="{FF2B5EF4-FFF2-40B4-BE49-F238E27FC236}">
                <a16:creationId xmlns:a16="http://schemas.microsoft.com/office/drawing/2014/main" id="{F80B61CA-8353-4E1D-9BE9-A8355A5DF877}"/>
              </a:ext>
            </a:extLst>
          </p:cNvPr>
          <p:cNvSpPr>
            <a:spLocks noGrp="1"/>
          </p:cNvSpPr>
          <p:nvPr/>
        </p:nvSpPr>
        <p:spPr>
          <a:xfrm>
            <a:off x="307335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6" name="12_small_6292">
            <a:extLst>
              <a:ext uri="{FF2B5EF4-FFF2-40B4-BE49-F238E27FC236}">
                <a16:creationId xmlns:a16="http://schemas.microsoft.com/office/drawing/2014/main" id="{43F03CEF-41FB-40BD-8158-09D5DF5A1F2C}"/>
              </a:ext>
            </a:extLst>
          </p:cNvPr>
          <p:cNvSpPr>
            <a:spLocks noGrp="1"/>
          </p:cNvSpPr>
          <p:nvPr/>
        </p:nvSpPr>
        <p:spPr>
          <a:xfrm>
            <a:off x="307334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7" name="12_small_6293">
            <a:extLst>
              <a:ext uri="{FF2B5EF4-FFF2-40B4-BE49-F238E27FC236}">
                <a16:creationId xmlns:a16="http://schemas.microsoft.com/office/drawing/2014/main" id="{45920047-17FF-4D03-B80D-F0730B4060D3}"/>
              </a:ext>
            </a:extLst>
          </p:cNvPr>
          <p:cNvSpPr>
            <a:spLocks noGrp="1"/>
          </p:cNvSpPr>
          <p:nvPr/>
        </p:nvSpPr>
        <p:spPr>
          <a:xfrm>
            <a:off x="299300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8" name="12_small_6294">
            <a:extLst>
              <a:ext uri="{FF2B5EF4-FFF2-40B4-BE49-F238E27FC236}">
                <a16:creationId xmlns:a16="http://schemas.microsoft.com/office/drawing/2014/main" id="{BBEC19B0-3C51-4ED0-BE39-91F8DF1CC319}"/>
              </a:ext>
            </a:extLst>
          </p:cNvPr>
          <p:cNvSpPr>
            <a:spLocks noGrp="1"/>
          </p:cNvSpPr>
          <p:nvPr/>
        </p:nvSpPr>
        <p:spPr>
          <a:xfrm>
            <a:off x="300651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29" name="12_small_6295">
            <a:extLst>
              <a:ext uri="{FF2B5EF4-FFF2-40B4-BE49-F238E27FC236}">
                <a16:creationId xmlns:a16="http://schemas.microsoft.com/office/drawing/2014/main" id="{26C23239-5AC9-4917-B096-03A8E11DD120}"/>
              </a:ext>
            </a:extLst>
          </p:cNvPr>
          <p:cNvSpPr>
            <a:spLocks noGrp="1"/>
          </p:cNvSpPr>
          <p:nvPr/>
        </p:nvSpPr>
        <p:spPr>
          <a:xfrm>
            <a:off x="296422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30" name="12_small_6296">
            <a:extLst>
              <a:ext uri="{FF2B5EF4-FFF2-40B4-BE49-F238E27FC236}">
                <a16:creationId xmlns:a16="http://schemas.microsoft.com/office/drawing/2014/main" id="{924EB9CC-AA13-4F44-9A15-A51B93E36D79}"/>
              </a:ext>
            </a:extLst>
          </p:cNvPr>
          <p:cNvSpPr>
            <a:spLocks noGrp="1"/>
          </p:cNvSpPr>
          <p:nvPr/>
        </p:nvSpPr>
        <p:spPr>
          <a:xfrm>
            <a:off x="648000" y="1728000"/>
            <a:ext cx="191" cy="811027"/>
          </a:xfrm>
          <a:custGeom>
            <a:avLst/>
            <a:gdLst/>
            <a:ahLst/>
            <a:cxnLst/>
            <a:rect l="0" t="0" r="0" b="0"/>
            <a:pathLst>
              <a:path w="191" h="811027">
                <a:moveTo>
                  <a:pt x="0" y="811027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31" name="12_small_6297">
            <a:extLst>
              <a:ext uri="{FF2B5EF4-FFF2-40B4-BE49-F238E27FC236}">
                <a16:creationId xmlns:a16="http://schemas.microsoft.com/office/drawing/2014/main" id="{F4FB1B1C-A9D6-4737-9AA8-840EC918DB21}"/>
              </a:ext>
            </a:extLst>
          </p:cNvPr>
          <p:cNvSpPr>
            <a:spLocks noGrp="1"/>
          </p:cNvSpPr>
          <p:nvPr/>
        </p:nvSpPr>
        <p:spPr>
          <a:xfrm>
            <a:off x="648000" y="2539027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332" name="text_6298">
            <a:extLst>
              <a:ext uri="{FF2B5EF4-FFF2-40B4-BE49-F238E27FC236}">
                <a16:creationId xmlns:a16="http://schemas.microsoft.com/office/drawing/2014/main" id="{83B2FC5A-3447-46DF-AC77-37E45A0ED331}"/>
              </a:ext>
            </a:extLst>
          </p:cNvPr>
          <p:cNvSpPr>
            <a:spLocks noGrp="1"/>
          </p:cNvSpPr>
          <p:nvPr/>
        </p:nvSpPr>
        <p:spPr>
          <a:xfrm>
            <a:off x="293625" y="1613141"/>
            <a:ext cx="83312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a</a:t>
            </a:r>
          </a:p>
        </p:txBody>
      </p:sp>
      <p:sp>
        <p:nvSpPr>
          <p:cNvPr id="333" name="text_6299">
            <a:extLst>
              <a:ext uri="{FF2B5EF4-FFF2-40B4-BE49-F238E27FC236}">
                <a16:creationId xmlns:a16="http://schemas.microsoft.com/office/drawing/2014/main" id="{BD0AABF3-D134-4539-93B6-29353BEC6A37}"/>
              </a:ext>
            </a:extLst>
          </p:cNvPr>
          <p:cNvSpPr>
            <a:spLocks noGrp="1"/>
          </p:cNvSpPr>
          <p:nvPr/>
        </p:nvSpPr>
        <p:spPr>
          <a:xfrm>
            <a:off x="648000" y="1528419"/>
            <a:ext cx="1209246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Top-1 · RMSD &lt;2 Å · GT</a:t>
            </a:r>
          </a:p>
        </p:txBody>
      </p:sp>
      <p:sp>
        <p:nvSpPr>
          <p:cNvPr id="334" name="12_small_6300">
            <a:extLst>
              <a:ext uri="{FF2B5EF4-FFF2-40B4-BE49-F238E27FC236}">
                <a16:creationId xmlns:a16="http://schemas.microsoft.com/office/drawing/2014/main" id="{C71C7F4E-5FEC-4151-9258-7EED05BD58D9}"/>
              </a:ext>
            </a:extLst>
          </p:cNvPr>
          <p:cNvSpPr>
            <a:spLocks noGrp="1"/>
          </p:cNvSpPr>
          <p:nvPr/>
        </p:nvSpPr>
        <p:spPr>
          <a:xfrm>
            <a:off x="671437" y="2095772"/>
            <a:ext cx="2343750" cy="406390"/>
          </a:xfrm>
          <a:custGeom>
            <a:avLst/>
            <a:gdLst/>
            <a:ahLst/>
            <a:cxnLst/>
            <a:rect l="0" t="0" r="0" b="0"/>
            <a:pathLst>
              <a:path w="2343750" h="406390">
                <a:moveTo>
                  <a:pt x="0" y="406390"/>
                </a:moveTo>
                <a:lnTo>
                  <a:pt x="43403" y="405500"/>
                </a:lnTo>
                <a:lnTo>
                  <a:pt x="43403" y="404968"/>
                </a:lnTo>
                <a:lnTo>
                  <a:pt x="65104" y="404038"/>
                </a:lnTo>
                <a:lnTo>
                  <a:pt x="65104" y="402841"/>
                </a:lnTo>
                <a:lnTo>
                  <a:pt x="78125" y="401848"/>
                </a:lnTo>
                <a:lnTo>
                  <a:pt x="78125" y="400891"/>
                </a:lnTo>
                <a:lnTo>
                  <a:pt x="111607" y="399868"/>
                </a:lnTo>
                <a:lnTo>
                  <a:pt x="111607" y="397816"/>
                </a:lnTo>
                <a:lnTo>
                  <a:pt x="130208" y="397693"/>
                </a:lnTo>
                <a:lnTo>
                  <a:pt x="130208" y="390389"/>
                </a:lnTo>
                <a:lnTo>
                  <a:pt x="142045" y="390266"/>
                </a:lnTo>
                <a:lnTo>
                  <a:pt x="142045" y="388525"/>
                </a:lnTo>
                <a:lnTo>
                  <a:pt x="156250" y="388402"/>
                </a:lnTo>
                <a:lnTo>
                  <a:pt x="156250" y="383615"/>
                </a:lnTo>
                <a:lnTo>
                  <a:pt x="180288" y="382286"/>
                </a:lnTo>
                <a:lnTo>
                  <a:pt x="180288" y="382163"/>
                </a:lnTo>
                <a:lnTo>
                  <a:pt x="195312" y="382041"/>
                </a:lnTo>
                <a:lnTo>
                  <a:pt x="195312" y="367678"/>
                </a:lnTo>
                <a:lnTo>
                  <a:pt x="213068" y="367432"/>
                </a:lnTo>
                <a:lnTo>
                  <a:pt x="213068" y="365691"/>
                </a:lnTo>
                <a:lnTo>
                  <a:pt x="223214" y="365568"/>
                </a:lnTo>
                <a:lnTo>
                  <a:pt x="223214" y="363517"/>
                </a:lnTo>
                <a:lnTo>
                  <a:pt x="260417" y="362191"/>
                </a:lnTo>
                <a:lnTo>
                  <a:pt x="260417" y="350897"/>
                </a:lnTo>
                <a:lnTo>
                  <a:pt x="284091" y="349967"/>
                </a:lnTo>
                <a:lnTo>
                  <a:pt x="284091" y="348226"/>
                </a:lnTo>
                <a:lnTo>
                  <a:pt x="312500" y="347858"/>
                </a:lnTo>
                <a:lnTo>
                  <a:pt x="312500" y="341155"/>
                </a:lnTo>
                <a:lnTo>
                  <a:pt x="334821" y="340910"/>
                </a:lnTo>
                <a:lnTo>
                  <a:pt x="334821" y="339542"/>
                </a:lnTo>
                <a:lnTo>
                  <a:pt x="355114" y="339297"/>
                </a:lnTo>
                <a:lnTo>
                  <a:pt x="355114" y="337556"/>
                </a:lnTo>
                <a:lnTo>
                  <a:pt x="390625" y="337187"/>
                </a:lnTo>
                <a:lnTo>
                  <a:pt x="390625" y="283557"/>
                </a:lnTo>
                <a:lnTo>
                  <a:pt x="426136" y="283189"/>
                </a:lnTo>
                <a:lnTo>
                  <a:pt x="426136" y="281448"/>
                </a:lnTo>
                <a:lnTo>
                  <a:pt x="446429" y="281202"/>
                </a:lnTo>
                <a:lnTo>
                  <a:pt x="446429" y="279150"/>
                </a:lnTo>
                <a:lnTo>
                  <a:pt x="468750" y="278107"/>
                </a:lnTo>
                <a:lnTo>
                  <a:pt x="468750" y="273319"/>
                </a:lnTo>
                <a:lnTo>
                  <a:pt x="510817" y="271958"/>
                </a:lnTo>
                <a:lnTo>
                  <a:pt x="510817" y="271835"/>
                </a:lnTo>
                <a:lnTo>
                  <a:pt x="520833" y="271835"/>
                </a:lnTo>
                <a:lnTo>
                  <a:pt x="520833" y="259743"/>
                </a:lnTo>
                <a:lnTo>
                  <a:pt x="558036" y="258417"/>
                </a:lnTo>
                <a:lnTo>
                  <a:pt x="558036" y="256365"/>
                </a:lnTo>
                <a:lnTo>
                  <a:pt x="568182" y="256243"/>
                </a:lnTo>
                <a:lnTo>
                  <a:pt x="568182" y="254502"/>
                </a:lnTo>
                <a:lnTo>
                  <a:pt x="585938" y="254256"/>
                </a:lnTo>
                <a:lnTo>
                  <a:pt x="585938" y="244681"/>
                </a:lnTo>
                <a:lnTo>
                  <a:pt x="625000" y="243506"/>
                </a:lnTo>
                <a:lnTo>
                  <a:pt x="625000" y="238718"/>
                </a:lnTo>
                <a:lnTo>
                  <a:pt x="639205" y="238595"/>
                </a:lnTo>
                <a:lnTo>
                  <a:pt x="639205" y="236855"/>
                </a:lnTo>
                <a:lnTo>
                  <a:pt x="651042" y="236732"/>
                </a:lnTo>
                <a:lnTo>
                  <a:pt x="651042" y="228630"/>
                </a:lnTo>
                <a:lnTo>
                  <a:pt x="669643" y="228507"/>
                </a:lnTo>
                <a:lnTo>
                  <a:pt x="669643" y="226455"/>
                </a:lnTo>
                <a:lnTo>
                  <a:pt x="703125" y="225964"/>
                </a:lnTo>
                <a:lnTo>
                  <a:pt x="703125" y="225006"/>
                </a:lnTo>
                <a:lnTo>
                  <a:pt x="751202" y="223645"/>
                </a:lnTo>
                <a:lnTo>
                  <a:pt x="751202" y="223522"/>
                </a:lnTo>
                <a:lnTo>
                  <a:pt x="781250" y="223277"/>
                </a:lnTo>
                <a:lnTo>
                  <a:pt x="781250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335" name="12_small_6301">
            <a:extLst>
              <a:ext uri="{FF2B5EF4-FFF2-40B4-BE49-F238E27FC236}">
                <a16:creationId xmlns:a16="http://schemas.microsoft.com/office/drawing/2014/main" id="{AF0EAD70-7431-403C-85FE-D7AF5E120104}"/>
              </a:ext>
            </a:extLst>
          </p:cNvPr>
          <p:cNvSpPr>
            <a:spLocks noGrp="1"/>
          </p:cNvSpPr>
          <p:nvPr/>
        </p:nvSpPr>
        <p:spPr>
          <a:xfrm>
            <a:off x="671437" y="1949189"/>
            <a:ext cx="2343750" cy="552973"/>
          </a:xfrm>
          <a:custGeom>
            <a:avLst/>
            <a:gdLst/>
            <a:ahLst/>
            <a:cxnLst/>
            <a:rect l="0" t="0" r="0" b="0"/>
            <a:pathLst>
              <a:path w="2343750" h="552973">
                <a:moveTo>
                  <a:pt x="0" y="552973"/>
                </a:moveTo>
                <a:lnTo>
                  <a:pt x="781250" y="552973"/>
                </a:lnTo>
                <a:lnTo>
                  <a:pt x="781250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336" name="12_small_6302">
            <a:extLst>
              <a:ext uri="{FF2B5EF4-FFF2-40B4-BE49-F238E27FC236}">
                <a16:creationId xmlns:a16="http://schemas.microsoft.com/office/drawing/2014/main" id="{591EDEC8-E221-4FF1-A404-A899F1FED6F1}"/>
              </a:ext>
            </a:extLst>
          </p:cNvPr>
          <p:cNvSpPr>
            <a:spLocks noGrp="1"/>
          </p:cNvSpPr>
          <p:nvPr/>
        </p:nvSpPr>
        <p:spPr>
          <a:xfrm>
            <a:off x="1040473" y="2357739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37" name="12_small_6303">
            <a:extLst>
              <a:ext uri="{FF2B5EF4-FFF2-40B4-BE49-F238E27FC236}">
                <a16:creationId xmlns:a16="http://schemas.microsoft.com/office/drawing/2014/main" id="{A9CA711C-7515-49D2-B3E9-22E0D482FE90}"/>
              </a:ext>
            </a:extLst>
          </p:cNvPr>
          <p:cNvSpPr>
            <a:spLocks noGrp="1"/>
          </p:cNvSpPr>
          <p:nvPr/>
        </p:nvSpPr>
        <p:spPr>
          <a:xfrm>
            <a:off x="1431098" y="2074182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38" name="12_small_6304">
            <a:extLst>
              <a:ext uri="{FF2B5EF4-FFF2-40B4-BE49-F238E27FC236}">
                <a16:creationId xmlns:a16="http://schemas.microsoft.com/office/drawing/2014/main" id="{97D5A9EC-F732-4391-967D-C38E3BC3F003}"/>
              </a:ext>
            </a:extLst>
          </p:cNvPr>
          <p:cNvSpPr>
            <a:spLocks noGrp="1"/>
          </p:cNvSpPr>
          <p:nvPr/>
        </p:nvSpPr>
        <p:spPr>
          <a:xfrm>
            <a:off x="2212348" y="2074182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39" name="12_small_6305">
            <a:extLst>
              <a:ext uri="{FF2B5EF4-FFF2-40B4-BE49-F238E27FC236}">
                <a16:creationId xmlns:a16="http://schemas.microsoft.com/office/drawing/2014/main" id="{3342533E-0FFA-4D0F-9A05-AA595C31B271}"/>
              </a:ext>
            </a:extLst>
          </p:cNvPr>
          <p:cNvSpPr>
            <a:spLocks noGrp="1"/>
          </p:cNvSpPr>
          <p:nvPr/>
        </p:nvSpPr>
        <p:spPr>
          <a:xfrm>
            <a:off x="2993598" y="2074182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340" name="12_small_6306">
            <a:extLst>
              <a:ext uri="{FF2B5EF4-FFF2-40B4-BE49-F238E27FC236}">
                <a16:creationId xmlns:a16="http://schemas.microsoft.com/office/drawing/2014/main" id="{E971CCB4-DDAF-40F3-BC8A-D34FE6372E41}"/>
              </a:ext>
            </a:extLst>
          </p:cNvPr>
          <p:cNvSpPr>
            <a:spLocks noGrp="1"/>
          </p:cNvSpPr>
          <p:nvPr/>
        </p:nvSpPr>
        <p:spPr>
          <a:xfrm>
            <a:off x="1026141" y="246624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41" name="12_small_6307">
            <a:extLst>
              <a:ext uri="{FF2B5EF4-FFF2-40B4-BE49-F238E27FC236}">
                <a16:creationId xmlns:a16="http://schemas.microsoft.com/office/drawing/2014/main" id="{651C9C67-363D-4640-8D6D-97D8EE1788BE}"/>
              </a:ext>
            </a:extLst>
          </p:cNvPr>
          <p:cNvSpPr>
            <a:spLocks noGrp="1"/>
          </p:cNvSpPr>
          <p:nvPr/>
        </p:nvSpPr>
        <p:spPr>
          <a:xfrm>
            <a:off x="1416766" y="191326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42" name="12_small_6308">
            <a:extLst>
              <a:ext uri="{FF2B5EF4-FFF2-40B4-BE49-F238E27FC236}">
                <a16:creationId xmlns:a16="http://schemas.microsoft.com/office/drawing/2014/main" id="{7DAF31EB-C7C7-4173-BDE6-041050104B6E}"/>
              </a:ext>
            </a:extLst>
          </p:cNvPr>
          <p:cNvSpPr>
            <a:spLocks noGrp="1"/>
          </p:cNvSpPr>
          <p:nvPr/>
        </p:nvSpPr>
        <p:spPr>
          <a:xfrm>
            <a:off x="2198016" y="191326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43" name="12_small_6309">
            <a:extLst>
              <a:ext uri="{FF2B5EF4-FFF2-40B4-BE49-F238E27FC236}">
                <a16:creationId xmlns:a16="http://schemas.microsoft.com/office/drawing/2014/main" id="{5C9DDC33-0EE2-4C93-A77D-39E2FAF31266}"/>
              </a:ext>
            </a:extLst>
          </p:cNvPr>
          <p:cNvSpPr>
            <a:spLocks noGrp="1"/>
          </p:cNvSpPr>
          <p:nvPr/>
        </p:nvSpPr>
        <p:spPr>
          <a:xfrm>
            <a:off x="2979266" y="191326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344" name="12_small_6310">
            <a:extLst>
              <a:ext uri="{FF2B5EF4-FFF2-40B4-BE49-F238E27FC236}">
                <a16:creationId xmlns:a16="http://schemas.microsoft.com/office/drawing/2014/main" id="{A9B983EE-A168-483D-A49C-9FEAAEE29537}"/>
              </a:ext>
            </a:extLst>
          </p:cNvPr>
          <p:cNvSpPr>
            <a:spLocks noGrp="1"/>
          </p:cNvSpPr>
          <p:nvPr/>
        </p:nvSpPr>
        <p:spPr>
          <a:xfrm>
            <a:off x="3786750" y="1728000"/>
            <a:ext cx="2531250" cy="811027"/>
          </a:xfrm>
          <a:custGeom>
            <a:avLst/>
            <a:gdLst/>
            <a:ahLst/>
            <a:cxnLst/>
            <a:rect l="0" t="0" r="0" b="0"/>
            <a:pathLst>
              <a:path w="2531250" h="811027">
                <a:moveTo>
                  <a:pt x="0" y="811027"/>
                </a:moveTo>
                <a:lnTo>
                  <a:pt x="2531250" y="811027"/>
                </a:lnTo>
                <a:lnTo>
                  <a:pt x="2531250" y="0"/>
                </a:lnTo>
                <a:lnTo>
                  <a:pt x="0" y="0"/>
                </a:lnTo>
                <a:lnTo>
                  <a:pt x="0" y="811027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345" name="12_small_6311">
            <a:extLst>
              <a:ext uri="{FF2B5EF4-FFF2-40B4-BE49-F238E27FC236}">
                <a16:creationId xmlns:a16="http://schemas.microsoft.com/office/drawing/2014/main" id="{41676429-D5F3-41C4-B3E9-8A49E3AFD5A9}"/>
              </a:ext>
            </a:extLst>
          </p:cNvPr>
          <p:cNvSpPr>
            <a:spLocks noGrp="1"/>
          </p:cNvSpPr>
          <p:nvPr/>
        </p:nvSpPr>
        <p:spPr>
          <a:xfrm>
            <a:off x="4099250" y="1764865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13" y="731153"/>
                </a:lnTo>
                <a:lnTo>
                  <a:pt x="4376" y="725009"/>
                </a:lnTo>
                <a:lnTo>
                  <a:pt x="9575" y="718865"/>
                </a:lnTo>
                <a:lnTo>
                  <a:pt x="16377" y="712720"/>
                </a:lnTo>
                <a:lnTo>
                  <a:pt x="24366" y="706576"/>
                </a:lnTo>
                <a:lnTo>
                  <a:pt x="33088" y="700432"/>
                </a:lnTo>
                <a:lnTo>
                  <a:pt x="42087" y="694288"/>
                </a:lnTo>
                <a:lnTo>
                  <a:pt x="50950" y="688144"/>
                </a:lnTo>
                <a:lnTo>
                  <a:pt x="59329" y="682000"/>
                </a:lnTo>
                <a:lnTo>
                  <a:pt x="66963" y="675856"/>
                </a:lnTo>
                <a:lnTo>
                  <a:pt x="73682" y="669711"/>
                </a:lnTo>
                <a:lnTo>
                  <a:pt x="79404" y="663567"/>
                </a:lnTo>
                <a:lnTo>
                  <a:pt x="84120" y="657423"/>
                </a:lnTo>
                <a:lnTo>
                  <a:pt x="87884" y="651279"/>
                </a:lnTo>
                <a:lnTo>
                  <a:pt x="90786" y="645135"/>
                </a:lnTo>
                <a:lnTo>
                  <a:pt x="92941" y="638991"/>
                </a:lnTo>
                <a:lnTo>
                  <a:pt x="94471" y="632847"/>
                </a:lnTo>
                <a:lnTo>
                  <a:pt x="95494" y="626702"/>
                </a:lnTo>
                <a:lnTo>
                  <a:pt x="96119" y="620558"/>
                </a:lnTo>
                <a:lnTo>
                  <a:pt x="96438" y="614414"/>
                </a:lnTo>
                <a:lnTo>
                  <a:pt x="96527" y="608270"/>
                </a:lnTo>
                <a:lnTo>
                  <a:pt x="96448" y="602126"/>
                </a:lnTo>
                <a:lnTo>
                  <a:pt x="96249" y="595982"/>
                </a:lnTo>
                <a:lnTo>
                  <a:pt x="95972" y="589838"/>
                </a:lnTo>
                <a:lnTo>
                  <a:pt x="95649" y="583693"/>
                </a:lnTo>
                <a:lnTo>
                  <a:pt x="95308" y="577549"/>
                </a:lnTo>
                <a:lnTo>
                  <a:pt x="94974" y="571405"/>
                </a:lnTo>
                <a:lnTo>
                  <a:pt x="94669" y="565261"/>
                </a:lnTo>
                <a:lnTo>
                  <a:pt x="94412" y="559117"/>
                </a:lnTo>
                <a:lnTo>
                  <a:pt x="94218" y="552973"/>
                </a:lnTo>
                <a:lnTo>
                  <a:pt x="94098" y="546829"/>
                </a:lnTo>
                <a:lnTo>
                  <a:pt x="94057" y="540684"/>
                </a:lnTo>
                <a:lnTo>
                  <a:pt x="94095" y="534540"/>
                </a:lnTo>
                <a:lnTo>
                  <a:pt x="94206" y="528396"/>
                </a:lnTo>
                <a:lnTo>
                  <a:pt x="94379" y="522252"/>
                </a:lnTo>
                <a:lnTo>
                  <a:pt x="94600" y="516108"/>
                </a:lnTo>
                <a:lnTo>
                  <a:pt x="94853" y="509964"/>
                </a:lnTo>
                <a:lnTo>
                  <a:pt x="95117" y="503820"/>
                </a:lnTo>
                <a:lnTo>
                  <a:pt x="95375" y="497675"/>
                </a:lnTo>
                <a:lnTo>
                  <a:pt x="95609" y="491531"/>
                </a:lnTo>
                <a:lnTo>
                  <a:pt x="95801" y="485387"/>
                </a:lnTo>
                <a:lnTo>
                  <a:pt x="95934" y="479243"/>
                </a:lnTo>
                <a:lnTo>
                  <a:pt x="95993" y="473099"/>
                </a:lnTo>
                <a:lnTo>
                  <a:pt x="95962" y="466955"/>
                </a:lnTo>
                <a:lnTo>
                  <a:pt x="95826" y="460811"/>
                </a:lnTo>
                <a:lnTo>
                  <a:pt x="95573" y="454666"/>
                </a:lnTo>
                <a:lnTo>
                  <a:pt x="95189" y="448522"/>
                </a:lnTo>
                <a:lnTo>
                  <a:pt x="94667" y="442378"/>
                </a:lnTo>
                <a:lnTo>
                  <a:pt x="94005" y="436234"/>
                </a:lnTo>
                <a:lnTo>
                  <a:pt x="93206" y="430090"/>
                </a:lnTo>
                <a:lnTo>
                  <a:pt x="92287" y="423946"/>
                </a:lnTo>
                <a:lnTo>
                  <a:pt x="91274" y="417802"/>
                </a:lnTo>
                <a:lnTo>
                  <a:pt x="90204" y="411657"/>
                </a:lnTo>
                <a:lnTo>
                  <a:pt x="89129" y="405513"/>
                </a:lnTo>
                <a:lnTo>
                  <a:pt x="88107" y="399369"/>
                </a:lnTo>
                <a:lnTo>
                  <a:pt x="87202" y="393225"/>
                </a:lnTo>
                <a:lnTo>
                  <a:pt x="86475" y="387081"/>
                </a:lnTo>
                <a:lnTo>
                  <a:pt x="85983" y="380937"/>
                </a:lnTo>
                <a:lnTo>
                  <a:pt x="85770" y="374793"/>
                </a:lnTo>
                <a:lnTo>
                  <a:pt x="85862" y="368648"/>
                </a:lnTo>
                <a:lnTo>
                  <a:pt x="86265" y="362504"/>
                </a:lnTo>
                <a:lnTo>
                  <a:pt x="86963" y="356360"/>
                </a:lnTo>
                <a:lnTo>
                  <a:pt x="87921" y="350216"/>
                </a:lnTo>
                <a:lnTo>
                  <a:pt x="89087" y="344072"/>
                </a:lnTo>
                <a:lnTo>
                  <a:pt x="90399" y="337928"/>
                </a:lnTo>
                <a:lnTo>
                  <a:pt x="91790" y="331784"/>
                </a:lnTo>
                <a:lnTo>
                  <a:pt x="93195" y="325639"/>
                </a:lnTo>
                <a:lnTo>
                  <a:pt x="94556" y="319495"/>
                </a:lnTo>
                <a:lnTo>
                  <a:pt x="95825" y="313351"/>
                </a:lnTo>
                <a:lnTo>
                  <a:pt x="96969" y="307207"/>
                </a:lnTo>
                <a:lnTo>
                  <a:pt x="97967" y="301063"/>
                </a:lnTo>
                <a:lnTo>
                  <a:pt x="98811" y="294919"/>
                </a:lnTo>
                <a:lnTo>
                  <a:pt x="99504" y="288775"/>
                </a:lnTo>
                <a:lnTo>
                  <a:pt x="100057" y="282630"/>
                </a:lnTo>
                <a:lnTo>
                  <a:pt x="100486" y="276486"/>
                </a:lnTo>
                <a:lnTo>
                  <a:pt x="100810" y="270342"/>
                </a:lnTo>
                <a:lnTo>
                  <a:pt x="101049" y="264198"/>
                </a:lnTo>
                <a:lnTo>
                  <a:pt x="101219" y="258054"/>
                </a:lnTo>
                <a:lnTo>
                  <a:pt x="101339" y="251910"/>
                </a:lnTo>
                <a:lnTo>
                  <a:pt x="101420" y="245766"/>
                </a:lnTo>
                <a:lnTo>
                  <a:pt x="101473" y="239622"/>
                </a:lnTo>
                <a:lnTo>
                  <a:pt x="101508" y="233477"/>
                </a:lnTo>
                <a:lnTo>
                  <a:pt x="101530" y="227333"/>
                </a:lnTo>
                <a:lnTo>
                  <a:pt x="101544" y="221189"/>
                </a:lnTo>
                <a:lnTo>
                  <a:pt x="101552" y="215045"/>
                </a:lnTo>
                <a:lnTo>
                  <a:pt x="101557" y="208901"/>
                </a:lnTo>
                <a:lnTo>
                  <a:pt x="101559" y="202757"/>
                </a:lnTo>
                <a:lnTo>
                  <a:pt x="101561" y="196613"/>
                </a:lnTo>
                <a:lnTo>
                  <a:pt x="101562" y="190468"/>
                </a:lnTo>
                <a:lnTo>
                  <a:pt x="101562" y="184324"/>
                </a:lnTo>
                <a:lnTo>
                  <a:pt x="101562" y="178180"/>
                </a:lnTo>
                <a:lnTo>
                  <a:pt x="101562" y="172036"/>
                </a:lnTo>
                <a:lnTo>
                  <a:pt x="101562" y="165892"/>
                </a:lnTo>
                <a:lnTo>
                  <a:pt x="101562" y="159748"/>
                </a:lnTo>
                <a:lnTo>
                  <a:pt x="101562" y="153604"/>
                </a:lnTo>
                <a:lnTo>
                  <a:pt x="101562" y="147459"/>
                </a:lnTo>
                <a:lnTo>
                  <a:pt x="101562" y="141315"/>
                </a:lnTo>
                <a:lnTo>
                  <a:pt x="101562" y="135171"/>
                </a:lnTo>
                <a:lnTo>
                  <a:pt x="101562" y="129027"/>
                </a:lnTo>
                <a:lnTo>
                  <a:pt x="101562" y="122883"/>
                </a:lnTo>
                <a:lnTo>
                  <a:pt x="101562" y="116739"/>
                </a:lnTo>
                <a:lnTo>
                  <a:pt x="101562" y="110595"/>
                </a:lnTo>
                <a:lnTo>
                  <a:pt x="101562" y="104450"/>
                </a:lnTo>
                <a:lnTo>
                  <a:pt x="101562" y="98306"/>
                </a:lnTo>
                <a:lnTo>
                  <a:pt x="101562" y="92162"/>
                </a:lnTo>
                <a:lnTo>
                  <a:pt x="101562" y="86018"/>
                </a:lnTo>
                <a:lnTo>
                  <a:pt x="101562" y="79874"/>
                </a:lnTo>
                <a:lnTo>
                  <a:pt x="101562" y="73730"/>
                </a:lnTo>
                <a:lnTo>
                  <a:pt x="101562" y="67586"/>
                </a:lnTo>
                <a:lnTo>
                  <a:pt x="101562" y="61441"/>
                </a:lnTo>
                <a:lnTo>
                  <a:pt x="101562" y="55297"/>
                </a:lnTo>
                <a:lnTo>
                  <a:pt x="101562" y="49153"/>
                </a:lnTo>
                <a:lnTo>
                  <a:pt x="101562" y="43009"/>
                </a:lnTo>
                <a:lnTo>
                  <a:pt x="101562" y="36865"/>
                </a:lnTo>
                <a:lnTo>
                  <a:pt x="101562" y="30721"/>
                </a:lnTo>
                <a:lnTo>
                  <a:pt x="101562" y="24577"/>
                </a:lnTo>
                <a:lnTo>
                  <a:pt x="101562" y="18432"/>
                </a:lnTo>
                <a:lnTo>
                  <a:pt x="101562" y="12288"/>
                </a:lnTo>
                <a:lnTo>
                  <a:pt x="101562" y="6144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6144"/>
                </a:lnTo>
                <a:lnTo>
                  <a:pt x="101562" y="12288"/>
                </a:lnTo>
                <a:lnTo>
                  <a:pt x="101562" y="18432"/>
                </a:lnTo>
                <a:lnTo>
                  <a:pt x="101562" y="24577"/>
                </a:lnTo>
                <a:lnTo>
                  <a:pt x="101562" y="30721"/>
                </a:lnTo>
                <a:lnTo>
                  <a:pt x="101562" y="36865"/>
                </a:lnTo>
                <a:lnTo>
                  <a:pt x="101562" y="43009"/>
                </a:lnTo>
                <a:lnTo>
                  <a:pt x="101562" y="49153"/>
                </a:lnTo>
                <a:lnTo>
                  <a:pt x="101562" y="55297"/>
                </a:lnTo>
                <a:lnTo>
                  <a:pt x="101562" y="61441"/>
                </a:lnTo>
                <a:lnTo>
                  <a:pt x="101562" y="67586"/>
                </a:lnTo>
                <a:lnTo>
                  <a:pt x="101562" y="73730"/>
                </a:lnTo>
                <a:lnTo>
                  <a:pt x="101562" y="79874"/>
                </a:lnTo>
                <a:lnTo>
                  <a:pt x="101562" y="86018"/>
                </a:lnTo>
                <a:lnTo>
                  <a:pt x="101562" y="92162"/>
                </a:lnTo>
                <a:lnTo>
                  <a:pt x="101562" y="98306"/>
                </a:lnTo>
                <a:lnTo>
                  <a:pt x="101562" y="104450"/>
                </a:lnTo>
                <a:lnTo>
                  <a:pt x="101562" y="110595"/>
                </a:lnTo>
                <a:lnTo>
                  <a:pt x="101562" y="116739"/>
                </a:lnTo>
                <a:lnTo>
                  <a:pt x="101562" y="122883"/>
                </a:lnTo>
                <a:lnTo>
                  <a:pt x="101562" y="129027"/>
                </a:lnTo>
                <a:lnTo>
                  <a:pt x="101562" y="135171"/>
                </a:lnTo>
                <a:lnTo>
                  <a:pt x="101562" y="141315"/>
                </a:lnTo>
                <a:lnTo>
                  <a:pt x="101562" y="147459"/>
                </a:lnTo>
                <a:lnTo>
                  <a:pt x="101563" y="153604"/>
                </a:lnTo>
                <a:lnTo>
                  <a:pt x="101563" y="159748"/>
                </a:lnTo>
                <a:lnTo>
                  <a:pt x="101563" y="165892"/>
                </a:lnTo>
                <a:lnTo>
                  <a:pt x="101563" y="172036"/>
                </a:lnTo>
                <a:lnTo>
                  <a:pt x="101563" y="178180"/>
                </a:lnTo>
                <a:lnTo>
                  <a:pt x="101563" y="184324"/>
                </a:lnTo>
                <a:lnTo>
                  <a:pt x="101563" y="190468"/>
                </a:lnTo>
                <a:lnTo>
                  <a:pt x="101564" y="196613"/>
                </a:lnTo>
                <a:lnTo>
                  <a:pt x="101566" y="202757"/>
                </a:lnTo>
                <a:lnTo>
                  <a:pt x="101568" y="208901"/>
                </a:lnTo>
                <a:lnTo>
                  <a:pt x="101573" y="215045"/>
                </a:lnTo>
                <a:lnTo>
                  <a:pt x="101581" y="221189"/>
                </a:lnTo>
                <a:lnTo>
                  <a:pt x="101595" y="227333"/>
                </a:lnTo>
                <a:lnTo>
                  <a:pt x="101617" y="233477"/>
                </a:lnTo>
                <a:lnTo>
                  <a:pt x="101652" y="239622"/>
                </a:lnTo>
                <a:lnTo>
                  <a:pt x="101705" y="245766"/>
                </a:lnTo>
                <a:lnTo>
                  <a:pt x="101786" y="251910"/>
                </a:lnTo>
                <a:lnTo>
                  <a:pt x="101906" y="258054"/>
                </a:lnTo>
                <a:lnTo>
                  <a:pt x="102076" y="264198"/>
                </a:lnTo>
                <a:lnTo>
                  <a:pt x="102315" y="270342"/>
                </a:lnTo>
                <a:lnTo>
                  <a:pt x="102639" y="276486"/>
                </a:lnTo>
                <a:lnTo>
                  <a:pt x="103068" y="282630"/>
                </a:lnTo>
                <a:lnTo>
                  <a:pt x="103621" y="288775"/>
                </a:lnTo>
                <a:lnTo>
                  <a:pt x="104314" y="294919"/>
                </a:lnTo>
                <a:lnTo>
                  <a:pt x="105158" y="301063"/>
                </a:lnTo>
                <a:lnTo>
                  <a:pt x="106156" y="307207"/>
                </a:lnTo>
                <a:lnTo>
                  <a:pt x="107300" y="313351"/>
                </a:lnTo>
                <a:lnTo>
                  <a:pt x="108569" y="319495"/>
                </a:lnTo>
                <a:lnTo>
                  <a:pt x="109930" y="325639"/>
                </a:lnTo>
                <a:lnTo>
                  <a:pt x="111335" y="331784"/>
                </a:lnTo>
                <a:lnTo>
                  <a:pt x="112726" y="337928"/>
                </a:lnTo>
                <a:lnTo>
                  <a:pt x="114038" y="344072"/>
                </a:lnTo>
                <a:lnTo>
                  <a:pt x="115204" y="350216"/>
                </a:lnTo>
                <a:lnTo>
                  <a:pt x="116162" y="356360"/>
                </a:lnTo>
                <a:lnTo>
                  <a:pt x="116860" y="362504"/>
                </a:lnTo>
                <a:lnTo>
                  <a:pt x="117263" y="368648"/>
                </a:lnTo>
                <a:lnTo>
                  <a:pt x="117355" y="374793"/>
                </a:lnTo>
                <a:lnTo>
                  <a:pt x="117142" y="380937"/>
                </a:lnTo>
                <a:lnTo>
                  <a:pt x="116650" y="387081"/>
                </a:lnTo>
                <a:lnTo>
                  <a:pt x="115923" y="393225"/>
                </a:lnTo>
                <a:lnTo>
                  <a:pt x="115018" y="399369"/>
                </a:lnTo>
                <a:lnTo>
                  <a:pt x="113996" y="405513"/>
                </a:lnTo>
                <a:lnTo>
                  <a:pt x="112921" y="411657"/>
                </a:lnTo>
                <a:lnTo>
                  <a:pt x="111851" y="417802"/>
                </a:lnTo>
                <a:lnTo>
                  <a:pt x="110838" y="423946"/>
                </a:lnTo>
                <a:lnTo>
                  <a:pt x="109919" y="430090"/>
                </a:lnTo>
                <a:lnTo>
                  <a:pt x="109120" y="436234"/>
                </a:lnTo>
                <a:lnTo>
                  <a:pt x="108458" y="442378"/>
                </a:lnTo>
                <a:lnTo>
                  <a:pt x="107936" y="448522"/>
                </a:lnTo>
                <a:lnTo>
                  <a:pt x="107552" y="454666"/>
                </a:lnTo>
                <a:lnTo>
                  <a:pt x="107299" y="460811"/>
                </a:lnTo>
                <a:lnTo>
                  <a:pt x="107163" y="466955"/>
                </a:lnTo>
                <a:lnTo>
                  <a:pt x="107132" y="473099"/>
                </a:lnTo>
                <a:lnTo>
                  <a:pt x="107191" y="479243"/>
                </a:lnTo>
                <a:lnTo>
                  <a:pt x="107324" y="485387"/>
                </a:lnTo>
                <a:lnTo>
                  <a:pt x="107516" y="491531"/>
                </a:lnTo>
                <a:lnTo>
                  <a:pt x="107750" y="497675"/>
                </a:lnTo>
                <a:lnTo>
                  <a:pt x="108008" y="503820"/>
                </a:lnTo>
                <a:lnTo>
                  <a:pt x="108272" y="509964"/>
                </a:lnTo>
                <a:lnTo>
                  <a:pt x="108525" y="516108"/>
                </a:lnTo>
                <a:lnTo>
                  <a:pt x="108746" y="522252"/>
                </a:lnTo>
                <a:lnTo>
                  <a:pt x="108919" y="528396"/>
                </a:lnTo>
                <a:lnTo>
                  <a:pt x="109030" y="534540"/>
                </a:lnTo>
                <a:lnTo>
                  <a:pt x="109068" y="540684"/>
                </a:lnTo>
                <a:lnTo>
                  <a:pt x="109027" y="546829"/>
                </a:lnTo>
                <a:lnTo>
                  <a:pt x="108907" y="552973"/>
                </a:lnTo>
                <a:lnTo>
                  <a:pt x="108713" y="559117"/>
                </a:lnTo>
                <a:lnTo>
                  <a:pt x="108456" y="565261"/>
                </a:lnTo>
                <a:lnTo>
                  <a:pt x="108151" y="571405"/>
                </a:lnTo>
                <a:lnTo>
                  <a:pt x="107817" y="577549"/>
                </a:lnTo>
                <a:lnTo>
                  <a:pt x="107476" y="583693"/>
                </a:lnTo>
                <a:lnTo>
                  <a:pt x="107153" y="589838"/>
                </a:lnTo>
                <a:lnTo>
                  <a:pt x="106876" y="595982"/>
                </a:lnTo>
                <a:lnTo>
                  <a:pt x="106677" y="602126"/>
                </a:lnTo>
                <a:lnTo>
                  <a:pt x="106598" y="608270"/>
                </a:lnTo>
                <a:lnTo>
                  <a:pt x="106687" y="614414"/>
                </a:lnTo>
                <a:lnTo>
                  <a:pt x="107006" y="620558"/>
                </a:lnTo>
                <a:lnTo>
                  <a:pt x="107631" y="626702"/>
                </a:lnTo>
                <a:lnTo>
                  <a:pt x="108654" y="632847"/>
                </a:lnTo>
                <a:lnTo>
                  <a:pt x="110184" y="638991"/>
                </a:lnTo>
                <a:lnTo>
                  <a:pt x="112339" y="645135"/>
                </a:lnTo>
                <a:lnTo>
                  <a:pt x="115241" y="651279"/>
                </a:lnTo>
                <a:lnTo>
                  <a:pt x="119005" y="657423"/>
                </a:lnTo>
                <a:lnTo>
                  <a:pt x="123721" y="663567"/>
                </a:lnTo>
                <a:lnTo>
                  <a:pt x="129443" y="669711"/>
                </a:lnTo>
                <a:lnTo>
                  <a:pt x="136162" y="675856"/>
                </a:lnTo>
                <a:lnTo>
                  <a:pt x="143796" y="682000"/>
                </a:lnTo>
                <a:lnTo>
                  <a:pt x="152175" y="688144"/>
                </a:lnTo>
                <a:lnTo>
                  <a:pt x="161038" y="694288"/>
                </a:lnTo>
                <a:lnTo>
                  <a:pt x="170037" y="700432"/>
                </a:lnTo>
                <a:lnTo>
                  <a:pt x="178759" y="706576"/>
                </a:lnTo>
                <a:lnTo>
                  <a:pt x="186748" y="712720"/>
                </a:lnTo>
                <a:lnTo>
                  <a:pt x="193550" y="718865"/>
                </a:lnTo>
                <a:lnTo>
                  <a:pt x="198749" y="725009"/>
                </a:lnTo>
                <a:lnTo>
                  <a:pt x="202012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346" name="12_small_6312">
            <a:extLst>
              <a:ext uri="{FF2B5EF4-FFF2-40B4-BE49-F238E27FC236}">
                <a16:creationId xmlns:a16="http://schemas.microsoft.com/office/drawing/2014/main" id="{3EABB1A2-2186-47F5-B451-4E03CB730D44}"/>
              </a:ext>
            </a:extLst>
          </p:cNvPr>
          <p:cNvSpPr>
            <a:spLocks noGrp="1"/>
          </p:cNvSpPr>
          <p:nvPr/>
        </p:nvSpPr>
        <p:spPr>
          <a:xfrm>
            <a:off x="4489875" y="1764865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20" y="731153"/>
                </a:lnTo>
                <a:lnTo>
                  <a:pt x="4404" y="725009"/>
                </a:lnTo>
                <a:lnTo>
                  <a:pt x="9636" y="718865"/>
                </a:lnTo>
                <a:lnTo>
                  <a:pt x="16477" y="712720"/>
                </a:lnTo>
                <a:lnTo>
                  <a:pt x="24509" y="706576"/>
                </a:lnTo>
                <a:lnTo>
                  <a:pt x="33270" y="700432"/>
                </a:lnTo>
                <a:lnTo>
                  <a:pt x="42302" y="694288"/>
                </a:lnTo>
                <a:lnTo>
                  <a:pt x="51183" y="688144"/>
                </a:lnTo>
                <a:lnTo>
                  <a:pt x="59564" y="682000"/>
                </a:lnTo>
                <a:lnTo>
                  <a:pt x="67179" y="675856"/>
                </a:lnTo>
                <a:lnTo>
                  <a:pt x="73859" y="669711"/>
                </a:lnTo>
                <a:lnTo>
                  <a:pt x="79522" y="663567"/>
                </a:lnTo>
                <a:lnTo>
                  <a:pt x="84164" y="657423"/>
                </a:lnTo>
                <a:lnTo>
                  <a:pt x="87841" y="651279"/>
                </a:lnTo>
                <a:lnTo>
                  <a:pt x="90651" y="645135"/>
                </a:lnTo>
                <a:lnTo>
                  <a:pt x="92716" y="638991"/>
                </a:lnTo>
                <a:lnTo>
                  <a:pt x="94166" y="632847"/>
                </a:lnTo>
                <a:lnTo>
                  <a:pt x="95126" y="626702"/>
                </a:lnTo>
                <a:lnTo>
                  <a:pt x="95709" y="620558"/>
                </a:lnTo>
                <a:lnTo>
                  <a:pt x="96013" y="614414"/>
                </a:lnTo>
                <a:lnTo>
                  <a:pt x="96117" y="608270"/>
                </a:lnTo>
                <a:lnTo>
                  <a:pt x="96083" y="602126"/>
                </a:lnTo>
                <a:lnTo>
                  <a:pt x="95958" y="595982"/>
                </a:lnTo>
                <a:lnTo>
                  <a:pt x="95781" y="589838"/>
                </a:lnTo>
                <a:lnTo>
                  <a:pt x="95580" y="583693"/>
                </a:lnTo>
                <a:lnTo>
                  <a:pt x="95378" y="577549"/>
                </a:lnTo>
                <a:lnTo>
                  <a:pt x="95194" y="571405"/>
                </a:lnTo>
                <a:lnTo>
                  <a:pt x="95045" y="565261"/>
                </a:lnTo>
                <a:lnTo>
                  <a:pt x="94946" y="559117"/>
                </a:lnTo>
                <a:lnTo>
                  <a:pt x="94907" y="552973"/>
                </a:lnTo>
                <a:lnTo>
                  <a:pt x="94937" y="546829"/>
                </a:lnTo>
                <a:lnTo>
                  <a:pt x="95040" y="540684"/>
                </a:lnTo>
                <a:lnTo>
                  <a:pt x="95216" y="534540"/>
                </a:lnTo>
                <a:lnTo>
                  <a:pt x="95460" y="528396"/>
                </a:lnTo>
                <a:lnTo>
                  <a:pt x="95766" y="522252"/>
                </a:lnTo>
                <a:lnTo>
                  <a:pt x="96123" y="516108"/>
                </a:lnTo>
                <a:lnTo>
                  <a:pt x="96516" y="509964"/>
                </a:lnTo>
                <a:lnTo>
                  <a:pt x="96933" y="503820"/>
                </a:lnTo>
                <a:lnTo>
                  <a:pt x="97359" y="497675"/>
                </a:lnTo>
                <a:lnTo>
                  <a:pt x="97778" y="491531"/>
                </a:lnTo>
                <a:lnTo>
                  <a:pt x="98177" y="485387"/>
                </a:lnTo>
                <a:lnTo>
                  <a:pt x="98542" y="479243"/>
                </a:lnTo>
                <a:lnTo>
                  <a:pt x="98858" y="473099"/>
                </a:lnTo>
                <a:lnTo>
                  <a:pt x="99113" y="466955"/>
                </a:lnTo>
                <a:lnTo>
                  <a:pt x="99294" y="460811"/>
                </a:lnTo>
                <a:lnTo>
                  <a:pt x="99391" y="454666"/>
                </a:lnTo>
                <a:lnTo>
                  <a:pt x="99393" y="448522"/>
                </a:lnTo>
                <a:lnTo>
                  <a:pt x="99293" y="442378"/>
                </a:lnTo>
                <a:lnTo>
                  <a:pt x="99088" y="436234"/>
                </a:lnTo>
                <a:lnTo>
                  <a:pt x="98780" y="430090"/>
                </a:lnTo>
                <a:lnTo>
                  <a:pt x="98376" y="423946"/>
                </a:lnTo>
                <a:lnTo>
                  <a:pt x="97892" y="417802"/>
                </a:lnTo>
                <a:lnTo>
                  <a:pt x="97349" y="411657"/>
                </a:lnTo>
                <a:lnTo>
                  <a:pt x="96776" y="405513"/>
                </a:lnTo>
                <a:lnTo>
                  <a:pt x="96204" y="399369"/>
                </a:lnTo>
                <a:lnTo>
                  <a:pt x="95671" y="393225"/>
                </a:lnTo>
                <a:lnTo>
                  <a:pt x="95211" y="387081"/>
                </a:lnTo>
                <a:lnTo>
                  <a:pt x="94858" y="380937"/>
                </a:lnTo>
                <a:lnTo>
                  <a:pt x="94637" y="374793"/>
                </a:lnTo>
                <a:lnTo>
                  <a:pt x="94566" y="368648"/>
                </a:lnTo>
                <a:lnTo>
                  <a:pt x="94650" y="362504"/>
                </a:lnTo>
                <a:lnTo>
                  <a:pt x="94886" y="356360"/>
                </a:lnTo>
                <a:lnTo>
                  <a:pt x="95258" y="350216"/>
                </a:lnTo>
                <a:lnTo>
                  <a:pt x="95742" y="344072"/>
                </a:lnTo>
                <a:lnTo>
                  <a:pt x="96307" y="337928"/>
                </a:lnTo>
                <a:lnTo>
                  <a:pt x="96920" y="331784"/>
                </a:lnTo>
                <a:lnTo>
                  <a:pt x="97547" y="325639"/>
                </a:lnTo>
                <a:lnTo>
                  <a:pt x="98156" y="319495"/>
                </a:lnTo>
                <a:lnTo>
                  <a:pt x="98721" y="313351"/>
                </a:lnTo>
                <a:lnTo>
                  <a:pt x="99220" y="307207"/>
                </a:lnTo>
                <a:lnTo>
                  <a:pt x="99639" y="301063"/>
                </a:lnTo>
                <a:lnTo>
                  <a:pt x="99968" y="294919"/>
                </a:lnTo>
                <a:lnTo>
                  <a:pt x="100206" y="288775"/>
                </a:lnTo>
                <a:lnTo>
                  <a:pt x="100353" y="282630"/>
                </a:lnTo>
                <a:lnTo>
                  <a:pt x="100413" y="276486"/>
                </a:lnTo>
                <a:lnTo>
                  <a:pt x="100396" y="270342"/>
                </a:lnTo>
                <a:lnTo>
                  <a:pt x="100310" y="264198"/>
                </a:lnTo>
                <a:lnTo>
                  <a:pt x="100168" y="258054"/>
                </a:lnTo>
                <a:lnTo>
                  <a:pt x="99983" y="251910"/>
                </a:lnTo>
                <a:lnTo>
                  <a:pt x="99771" y="245766"/>
                </a:lnTo>
                <a:lnTo>
                  <a:pt x="99548" y="239622"/>
                </a:lnTo>
                <a:lnTo>
                  <a:pt x="99329" y="233477"/>
                </a:lnTo>
                <a:lnTo>
                  <a:pt x="99131" y="227333"/>
                </a:lnTo>
                <a:lnTo>
                  <a:pt x="98968" y="221189"/>
                </a:lnTo>
                <a:lnTo>
                  <a:pt x="98851" y="215045"/>
                </a:lnTo>
                <a:lnTo>
                  <a:pt x="98791" y="208901"/>
                </a:lnTo>
                <a:lnTo>
                  <a:pt x="98790" y="202757"/>
                </a:lnTo>
                <a:lnTo>
                  <a:pt x="98850" y="196613"/>
                </a:lnTo>
                <a:lnTo>
                  <a:pt x="98965" y="190468"/>
                </a:lnTo>
                <a:lnTo>
                  <a:pt x="99126" y="184324"/>
                </a:lnTo>
                <a:lnTo>
                  <a:pt x="99321" y="178180"/>
                </a:lnTo>
                <a:lnTo>
                  <a:pt x="99537" y="172036"/>
                </a:lnTo>
                <a:lnTo>
                  <a:pt x="99756" y="165892"/>
                </a:lnTo>
                <a:lnTo>
                  <a:pt x="99963" y="159748"/>
                </a:lnTo>
                <a:lnTo>
                  <a:pt x="100140" y="153604"/>
                </a:lnTo>
                <a:lnTo>
                  <a:pt x="100271" y="147459"/>
                </a:lnTo>
                <a:lnTo>
                  <a:pt x="100337" y="141315"/>
                </a:lnTo>
                <a:lnTo>
                  <a:pt x="100320" y="135171"/>
                </a:lnTo>
                <a:lnTo>
                  <a:pt x="100195" y="129027"/>
                </a:lnTo>
                <a:lnTo>
                  <a:pt x="99935" y="122883"/>
                </a:lnTo>
                <a:lnTo>
                  <a:pt x="99503" y="116739"/>
                </a:lnTo>
                <a:lnTo>
                  <a:pt x="98854" y="110595"/>
                </a:lnTo>
                <a:lnTo>
                  <a:pt x="97929" y="104450"/>
                </a:lnTo>
                <a:lnTo>
                  <a:pt x="96664" y="98306"/>
                </a:lnTo>
                <a:lnTo>
                  <a:pt x="94982" y="92162"/>
                </a:lnTo>
                <a:lnTo>
                  <a:pt x="92804" y="86018"/>
                </a:lnTo>
                <a:lnTo>
                  <a:pt x="90054" y="79874"/>
                </a:lnTo>
                <a:lnTo>
                  <a:pt x="86671" y="73730"/>
                </a:lnTo>
                <a:lnTo>
                  <a:pt x="82618" y="67586"/>
                </a:lnTo>
                <a:lnTo>
                  <a:pt x="77898" y="61441"/>
                </a:lnTo>
                <a:lnTo>
                  <a:pt x="72562" y="55297"/>
                </a:lnTo>
                <a:lnTo>
                  <a:pt x="66725" y="49153"/>
                </a:lnTo>
                <a:lnTo>
                  <a:pt x="60562" y="43009"/>
                </a:lnTo>
                <a:lnTo>
                  <a:pt x="54310" y="36865"/>
                </a:lnTo>
                <a:lnTo>
                  <a:pt x="48253" y="30721"/>
                </a:lnTo>
                <a:lnTo>
                  <a:pt x="42705" y="24577"/>
                </a:lnTo>
                <a:lnTo>
                  <a:pt x="37981" y="18432"/>
                </a:lnTo>
                <a:lnTo>
                  <a:pt x="34369" y="12288"/>
                </a:lnTo>
                <a:lnTo>
                  <a:pt x="32101" y="6144"/>
                </a:lnTo>
                <a:lnTo>
                  <a:pt x="31328" y="0"/>
                </a:lnTo>
                <a:lnTo>
                  <a:pt x="171797" y="0"/>
                </a:lnTo>
                <a:lnTo>
                  <a:pt x="171797" y="0"/>
                </a:lnTo>
                <a:lnTo>
                  <a:pt x="171024" y="6144"/>
                </a:lnTo>
                <a:lnTo>
                  <a:pt x="168756" y="12288"/>
                </a:lnTo>
                <a:lnTo>
                  <a:pt x="165144" y="18432"/>
                </a:lnTo>
                <a:lnTo>
                  <a:pt x="160420" y="24577"/>
                </a:lnTo>
                <a:lnTo>
                  <a:pt x="154872" y="30721"/>
                </a:lnTo>
                <a:lnTo>
                  <a:pt x="148815" y="36865"/>
                </a:lnTo>
                <a:lnTo>
                  <a:pt x="142563" y="43009"/>
                </a:lnTo>
                <a:lnTo>
                  <a:pt x="136400" y="49153"/>
                </a:lnTo>
                <a:lnTo>
                  <a:pt x="130563" y="55297"/>
                </a:lnTo>
                <a:lnTo>
                  <a:pt x="125227" y="61441"/>
                </a:lnTo>
                <a:lnTo>
                  <a:pt x="120507" y="67586"/>
                </a:lnTo>
                <a:lnTo>
                  <a:pt x="116454" y="73730"/>
                </a:lnTo>
                <a:lnTo>
                  <a:pt x="113071" y="79874"/>
                </a:lnTo>
                <a:lnTo>
                  <a:pt x="110321" y="86018"/>
                </a:lnTo>
                <a:lnTo>
                  <a:pt x="108143" y="92162"/>
                </a:lnTo>
                <a:lnTo>
                  <a:pt x="106461" y="98306"/>
                </a:lnTo>
                <a:lnTo>
                  <a:pt x="105196" y="104450"/>
                </a:lnTo>
                <a:lnTo>
                  <a:pt x="104271" y="110595"/>
                </a:lnTo>
                <a:lnTo>
                  <a:pt x="103622" y="116739"/>
                </a:lnTo>
                <a:lnTo>
                  <a:pt x="103190" y="122883"/>
                </a:lnTo>
                <a:lnTo>
                  <a:pt x="102930" y="129027"/>
                </a:lnTo>
                <a:lnTo>
                  <a:pt x="102805" y="135171"/>
                </a:lnTo>
                <a:lnTo>
                  <a:pt x="102788" y="141315"/>
                </a:lnTo>
                <a:lnTo>
                  <a:pt x="102854" y="147459"/>
                </a:lnTo>
                <a:lnTo>
                  <a:pt x="102985" y="153604"/>
                </a:lnTo>
                <a:lnTo>
                  <a:pt x="103162" y="159748"/>
                </a:lnTo>
                <a:lnTo>
                  <a:pt x="103369" y="165892"/>
                </a:lnTo>
                <a:lnTo>
                  <a:pt x="103588" y="172036"/>
                </a:lnTo>
                <a:lnTo>
                  <a:pt x="103804" y="178180"/>
                </a:lnTo>
                <a:lnTo>
                  <a:pt x="103999" y="184324"/>
                </a:lnTo>
                <a:lnTo>
                  <a:pt x="104160" y="190468"/>
                </a:lnTo>
                <a:lnTo>
                  <a:pt x="104275" y="196613"/>
                </a:lnTo>
                <a:lnTo>
                  <a:pt x="104335" y="202757"/>
                </a:lnTo>
                <a:lnTo>
                  <a:pt x="104334" y="208901"/>
                </a:lnTo>
                <a:lnTo>
                  <a:pt x="104274" y="215045"/>
                </a:lnTo>
                <a:lnTo>
                  <a:pt x="104157" y="221189"/>
                </a:lnTo>
                <a:lnTo>
                  <a:pt x="103994" y="227333"/>
                </a:lnTo>
                <a:lnTo>
                  <a:pt x="103796" y="233477"/>
                </a:lnTo>
                <a:lnTo>
                  <a:pt x="103577" y="239622"/>
                </a:lnTo>
                <a:lnTo>
                  <a:pt x="103354" y="245766"/>
                </a:lnTo>
                <a:lnTo>
                  <a:pt x="103142" y="251910"/>
                </a:lnTo>
                <a:lnTo>
                  <a:pt x="102957" y="258054"/>
                </a:lnTo>
                <a:lnTo>
                  <a:pt x="102815" y="264198"/>
                </a:lnTo>
                <a:lnTo>
                  <a:pt x="102729" y="270342"/>
                </a:lnTo>
                <a:lnTo>
                  <a:pt x="102712" y="276486"/>
                </a:lnTo>
                <a:lnTo>
                  <a:pt x="102772" y="282630"/>
                </a:lnTo>
                <a:lnTo>
                  <a:pt x="102919" y="288775"/>
                </a:lnTo>
                <a:lnTo>
                  <a:pt x="103156" y="294919"/>
                </a:lnTo>
                <a:lnTo>
                  <a:pt x="103486" y="301063"/>
                </a:lnTo>
                <a:lnTo>
                  <a:pt x="103905" y="307207"/>
                </a:lnTo>
                <a:lnTo>
                  <a:pt x="104404" y="313351"/>
                </a:lnTo>
                <a:lnTo>
                  <a:pt x="104969" y="319495"/>
                </a:lnTo>
                <a:lnTo>
                  <a:pt x="105578" y="325639"/>
                </a:lnTo>
                <a:lnTo>
                  <a:pt x="106205" y="331784"/>
                </a:lnTo>
                <a:lnTo>
                  <a:pt x="106818" y="337928"/>
                </a:lnTo>
                <a:lnTo>
                  <a:pt x="107383" y="344072"/>
                </a:lnTo>
                <a:lnTo>
                  <a:pt x="107867" y="350216"/>
                </a:lnTo>
                <a:lnTo>
                  <a:pt x="108239" y="356360"/>
                </a:lnTo>
                <a:lnTo>
                  <a:pt x="108475" y="362504"/>
                </a:lnTo>
                <a:lnTo>
                  <a:pt x="108559" y="368648"/>
                </a:lnTo>
                <a:lnTo>
                  <a:pt x="108488" y="374793"/>
                </a:lnTo>
                <a:lnTo>
                  <a:pt x="108267" y="380937"/>
                </a:lnTo>
                <a:lnTo>
                  <a:pt x="107914" y="387081"/>
                </a:lnTo>
                <a:lnTo>
                  <a:pt x="107454" y="393225"/>
                </a:lnTo>
                <a:lnTo>
                  <a:pt x="106921" y="399369"/>
                </a:lnTo>
                <a:lnTo>
                  <a:pt x="106349" y="405513"/>
                </a:lnTo>
                <a:lnTo>
                  <a:pt x="105776" y="411657"/>
                </a:lnTo>
                <a:lnTo>
                  <a:pt x="105233" y="417802"/>
                </a:lnTo>
                <a:lnTo>
                  <a:pt x="104749" y="423946"/>
                </a:lnTo>
                <a:lnTo>
                  <a:pt x="104345" y="430090"/>
                </a:lnTo>
                <a:lnTo>
                  <a:pt x="104037" y="436234"/>
                </a:lnTo>
                <a:lnTo>
                  <a:pt x="103832" y="442378"/>
                </a:lnTo>
                <a:lnTo>
                  <a:pt x="103732" y="448522"/>
                </a:lnTo>
                <a:lnTo>
                  <a:pt x="103734" y="454666"/>
                </a:lnTo>
                <a:lnTo>
                  <a:pt x="103831" y="460811"/>
                </a:lnTo>
                <a:lnTo>
                  <a:pt x="104012" y="466955"/>
                </a:lnTo>
                <a:lnTo>
                  <a:pt x="104267" y="473099"/>
                </a:lnTo>
                <a:lnTo>
                  <a:pt x="104583" y="479243"/>
                </a:lnTo>
                <a:lnTo>
                  <a:pt x="104948" y="485387"/>
                </a:lnTo>
                <a:lnTo>
                  <a:pt x="105347" y="491531"/>
                </a:lnTo>
                <a:lnTo>
                  <a:pt x="105766" y="497675"/>
                </a:lnTo>
                <a:lnTo>
                  <a:pt x="106192" y="503820"/>
                </a:lnTo>
                <a:lnTo>
                  <a:pt x="106609" y="509964"/>
                </a:lnTo>
                <a:lnTo>
                  <a:pt x="107002" y="516108"/>
                </a:lnTo>
                <a:lnTo>
                  <a:pt x="107359" y="522252"/>
                </a:lnTo>
                <a:lnTo>
                  <a:pt x="107665" y="528396"/>
                </a:lnTo>
                <a:lnTo>
                  <a:pt x="107909" y="534540"/>
                </a:lnTo>
                <a:lnTo>
                  <a:pt x="108085" y="540684"/>
                </a:lnTo>
                <a:lnTo>
                  <a:pt x="108188" y="546829"/>
                </a:lnTo>
                <a:lnTo>
                  <a:pt x="108218" y="552973"/>
                </a:lnTo>
                <a:lnTo>
                  <a:pt x="108179" y="559117"/>
                </a:lnTo>
                <a:lnTo>
                  <a:pt x="108080" y="565261"/>
                </a:lnTo>
                <a:lnTo>
                  <a:pt x="107931" y="571405"/>
                </a:lnTo>
                <a:lnTo>
                  <a:pt x="107747" y="577549"/>
                </a:lnTo>
                <a:lnTo>
                  <a:pt x="107545" y="583693"/>
                </a:lnTo>
                <a:lnTo>
                  <a:pt x="107344" y="589838"/>
                </a:lnTo>
                <a:lnTo>
                  <a:pt x="107167" y="595982"/>
                </a:lnTo>
                <a:lnTo>
                  <a:pt x="107042" y="602126"/>
                </a:lnTo>
                <a:lnTo>
                  <a:pt x="107008" y="608270"/>
                </a:lnTo>
                <a:lnTo>
                  <a:pt x="107112" y="614414"/>
                </a:lnTo>
                <a:lnTo>
                  <a:pt x="107416" y="620558"/>
                </a:lnTo>
                <a:lnTo>
                  <a:pt x="107999" y="626702"/>
                </a:lnTo>
                <a:lnTo>
                  <a:pt x="108959" y="632847"/>
                </a:lnTo>
                <a:lnTo>
                  <a:pt x="110409" y="638991"/>
                </a:lnTo>
                <a:lnTo>
                  <a:pt x="112474" y="645135"/>
                </a:lnTo>
                <a:lnTo>
                  <a:pt x="115284" y="651279"/>
                </a:lnTo>
                <a:lnTo>
                  <a:pt x="118961" y="657423"/>
                </a:lnTo>
                <a:lnTo>
                  <a:pt x="123603" y="663567"/>
                </a:lnTo>
                <a:lnTo>
                  <a:pt x="129266" y="669711"/>
                </a:lnTo>
                <a:lnTo>
                  <a:pt x="135946" y="675856"/>
                </a:lnTo>
                <a:lnTo>
                  <a:pt x="143561" y="682000"/>
                </a:lnTo>
                <a:lnTo>
                  <a:pt x="151942" y="688144"/>
                </a:lnTo>
                <a:lnTo>
                  <a:pt x="160823" y="694288"/>
                </a:lnTo>
                <a:lnTo>
                  <a:pt x="169855" y="700432"/>
                </a:lnTo>
                <a:lnTo>
                  <a:pt x="178616" y="706576"/>
                </a:lnTo>
                <a:lnTo>
                  <a:pt x="186648" y="712720"/>
                </a:lnTo>
                <a:lnTo>
                  <a:pt x="193489" y="718865"/>
                </a:lnTo>
                <a:lnTo>
                  <a:pt x="198721" y="725009"/>
                </a:lnTo>
                <a:lnTo>
                  <a:pt x="202005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347" name="12_small_6313">
            <a:extLst>
              <a:ext uri="{FF2B5EF4-FFF2-40B4-BE49-F238E27FC236}">
                <a16:creationId xmlns:a16="http://schemas.microsoft.com/office/drawing/2014/main" id="{495E34D7-1101-4C10-9DFC-28020E210AAB}"/>
              </a:ext>
            </a:extLst>
          </p:cNvPr>
          <p:cNvSpPr>
            <a:spLocks noGrp="1"/>
          </p:cNvSpPr>
          <p:nvPr/>
        </p:nvSpPr>
        <p:spPr>
          <a:xfrm>
            <a:off x="5271125" y="1764865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16" y="731153"/>
                </a:lnTo>
                <a:lnTo>
                  <a:pt x="4388" y="725009"/>
                </a:lnTo>
                <a:lnTo>
                  <a:pt x="9599" y="718865"/>
                </a:lnTo>
                <a:lnTo>
                  <a:pt x="16414" y="712720"/>
                </a:lnTo>
                <a:lnTo>
                  <a:pt x="24413" y="706576"/>
                </a:lnTo>
                <a:lnTo>
                  <a:pt x="33137" y="700432"/>
                </a:lnTo>
                <a:lnTo>
                  <a:pt x="42124" y="694288"/>
                </a:lnTo>
                <a:lnTo>
                  <a:pt x="50955" y="688144"/>
                </a:lnTo>
                <a:lnTo>
                  <a:pt x="59278" y="682000"/>
                </a:lnTo>
                <a:lnTo>
                  <a:pt x="66827" y="675856"/>
                </a:lnTo>
                <a:lnTo>
                  <a:pt x="73428" y="669711"/>
                </a:lnTo>
                <a:lnTo>
                  <a:pt x="78998" y="663567"/>
                </a:lnTo>
                <a:lnTo>
                  <a:pt x="83533" y="657423"/>
                </a:lnTo>
                <a:lnTo>
                  <a:pt x="87087" y="651279"/>
                </a:lnTo>
                <a:lnTo>
                  <a:pt x="89759" y="645135"/>
                </a:lnTo>
                <a:lnTo>
                  <a:pt x="91673" y="638991"/>
                </a:lnTo>
                <a:lnTo>
                  <a:pt x="92962" y="632847"/>
                </a:lnTo>
                <a:lnTo>
                  <a:pt x="93756" y="626702"/>
                </a:lnTo>
                <a:lnTo>
                  <a:pt x="94177" y="620558"/>
                </a:lnTo>
                <a:lnTo>
                  <a:pt x="94326" y="614414"/>
                </a:lnTo>
                <a:lnTo>
                  <a:pt x="94289" y="608270"/>
                </a:lnTo>
                <a:lnTo>
                  <a:pt x="94135" y="602126"/>
                </a:lnTo>
                <a:lnTo>
                  <a:pt x="93916" y="595982"/>
                </a:lnTo>
                <a:lnTo>
                  <a:pt x="93672" y="589838"/>
                </a:lnTo>
                <a:lnTo>
                  <a:pt x="93430" y="583693"/>
                </a:lnTo>
                <a:lnTo>
                  <a:pt x="93212" y="577549"/>
                </a:lnTo>
                <a:lnTo>
                  <a:pt x="93033" y="571405"/>
                </a:lnTo>
                <a:lnTo>
                  <a:pt x="92903" y="565261"/>
                </a:lnTo>
                <a:lnTo>
                  <a:pt x="92830" y="559117"/>
                </a:lnTo>
                <a:lnTo>
                  <a:pt x="92820" y="552973"/>
                </a:lnTo>
                <a:lnTo>
                  <a:pt x="92874" y="546829"/>
                </a:lnTo>
                <a:lnTo>
                  <a:pt x="92994" y="540684"/>
                </a:lnTo>
                <a:lnTo>
                  <a:pt x="93178" y="534540"/>
                </a:lnTo>
                <a:lnTo>
                  <a:pt x="93423" y="528396"/>
                </a:lnTo>
                <a:lnTo>
                  <a:pt x="93725" y="522252"/>
                </a:lnTo>
                <a:lnTo>
                  <a:pt x="94078" y="516108"/>
                </a:lnTo>
                <a:lnTo>
                  <a:pt x="94475" y="509964"/>
                </a:lnTo>
                <a:lnTo>
                  <a:pt x="94909" y="503820"/>
                </a:lnTo>
                <a:lnTo>
                  <a:pt x="95372" y="497675"/>
                </a:lnTo>
                <a:lnTo>
                  <a:pt x="95852" y="491531"/>
                </a:lnTo>
                <a:lnTo>
                  <a:pt x="96338" y="485387"/>
                </a:lnTo>
                <a:lnTo>
                  <a:pt x="96817" y="479243"/>
                </a:lnTo>
                <a:lnTo>
                  <a:pt x="97274" y="473099"/>
                </a:lnTo>
                <a:lnTo>
                  <a:pt x="97692" y="466955"/>
                </a:lnTo>
                <a:lnTo>
                  <a:pt x="98054" y="460811"/>
                </a:lnTo>
                <a:lnTo>
                  <a:pt x="98344" y="454666"/>
                </a:lnTo>
                <a:lnTo>
                  <a:pt x="98546" y="448522"/>
                </a:lnTo>
                <a:lnTo>
                  <a:pt x="98648" y="442378"/>
                </a:lnTo>
                <a:lnTo>
                  <a:pt x="98643" y="436234"/>
                </a:lnTo>
                <a:lnTo>
                  <a:pt x="98529" y="430090"/>
                </a:lnTo>
                <a:lnTo>
                  <a:pt x="98311" y="423946"/>
                </a:lnTo>
                <a:lnTo>
                  <a:pt x="98001" y="417802"/>
                </a:lnTo>
                <a:lnTo>
                  <a:pt x="97619" y="411657"/>
                </a:lnTo>
                <a:lnTo>
                  <a:pt x="97191" y="405513"/>
                </a:lnTo>
                <a:lnTo>
                  <a:pt x="96749" y="399369"/>
                </a:lnTo>
                <a:lnTo>
                  <a:pt x="96325" y="393225"/>
                </a:lnTo>
                <a:lnTo>
                  <a:pt x="95954" y="387081"/>
                </a:lnTo>
                <a:lnTo>
                  <a:pt x="95666" y="380937"/>
                </a:lnTo>
                <a:lnTo>
                  <a:pt x="95486" y="374793"/>
                </a:lnTo>
                <a:lnTo>
                  <a:pt x="95428" y="368648"/>
                </a:lnTo>
                <a:lnTo>
                  <a:pt x="95501" y="362504"/>
                </a:lnTo>
                <a:lnTo>
                  <a:pt x="95699" y="356360"/>
                </a:lnTo>
                <a:lnTo>
                  <a:pt x="96009" y="350216"/>
                </a:lnTo>
                <a:lnTo>
                  <a:pt x="96409" y="344072"/>
                </a:lnTo>
                <a:lnTo>
                  <a:pt x="96872" y="337928"/>
                </a:lnTo>
                <a:lnTo>
                  <a:pt x="97366" y="331784"/>
                </a:lnTo>
                <a:lnTo>
                  <a:pt x="97861" y="325639"/>
                </a:lnTo>
                <a:lnTo>
                  <a:pt x="98330" y="319495"/>
                </a:lnTo>
                <a:lnTo>
                  <a:pt x="98748" y="313351"/>
                </a:lnTo>
                <a:lnTo>
                  <a:pt x="99099" y="307207"/>
                </a:lnTo>
                <a:lnTo>
                  <a:pt x="99371" y="301063"/>
                </a:lnTo>
                <a:lnTo>
                  <a:pt x="99562" y="294919"/>
                </a:lnTo>
                <a:lnTo>
                  <a:pt x="99674" y="288775"/>
                </a:lnTo>
                <a:lnTo>
                  <a:pt x="99713" y="282630"/>
                </a:lnTo>
                <a:lnTo>
                  <a:pt x="99690" y="276486"/>
                </a:lnTo>
                <a:lnTo>
                  <a:pt x="99620" y="270342"/>
                </a:lnTo>
                <a:lnTo>
                  <a:pt x="99516" y="264198"/>
                </a:lnTo>
                <a:lnTo>
                  <a:pt x="99394" y="258054"/>
                </a:lnTo>
                <a:lnTo>
                  <a:pt x="99268" y="251910"/>
                </a:lnTo>
                <a:lnTo>
                  <a:pt x="99150" y="245766"/>
                </a:lnTo>
                <a:lnTo>
                  <a:pt x="99051" y="239622"/>
                </a:lnTo>
                <a:lnTo>
                  <a:pt x="98979" y="233477"/>
                </a:lnTo>
                <a:lnTo>
                  <a:pt x="98942" y="227333"/>
                </a:lnTo>
                <a:lnTo>
                  <a:pt x="98941" y="221189"/>
                </a:lnTo>
                <a:lnTo>
                  <a:pt x="98980" y="215045"/>
                </a:lnTo>
                <a:lnTo>
                  <a:pt x="99056" y="208901"/>
                </a:lnTo>
                <a:lnTo>
                  <a:pt x="99168" y="202757"/>
                </a:lnTo>
                <a:lnTo>
                  <a:pt x="99309" y="196613"/>
                </a:lnTo>
                <a:lnTo>
                  <a:pt x="99475" y="190468"/>
                </a:lnTo>
                <a:lnTo>
                  <a:pt x="99656" y="184324"/>
                </a:lnTo>
                <a:lnTo>
                  <a:pt x="99844" y="178180"/>
                </a:lnTo>
                <a:lnTo>
                  <a:pt x="100029" y="172036"/>
                </a:lnTo>
                <a:lnTo>
                  <a:pt x="100201" y="165892"/>
                </a:lnTo>
                <a:lnTo>
                  <a:pt x="100348" y="159748"/>
                </a:lnTo>
                <a:lnTo>
                  <a:pt x="100458" y="153604"/>
                </a:lnTo>
                <a:lnTo>
                  <a:pt x="100518" y="147459"/>
                </a:lnTo>
                <a:lnTo>
                  <a:pt x="100510" y="141315"/>
                </a:lnTo>
                <a:lnTo>
                  <a:pt x="100417" y="135171"/>
                </a:lnTo>
                <a:lnTo>
                  <a:pt x="100210" y="129027"/>
                </a:lnTo>
                <a:lnTo>
                  <a:pt x="99858" y="122883"/>
                </a:lnTo>
                <a:lnTo>
                  <a:pt x="99316" y="116739"/>
                </a:lnTo>
                <a:lnTo>
                  <a:pt x="98529" y="110595"/>
                </a:lnTo>
                <a:lnTo>
                  <a:pt x="97428" y="104450"/>
                </a:lnTo>
                <a:lnTo>
                  <a:pt x="95932" y="98306"/>
                </a:lnTo>
                <a:lnTo>
                  <a:pt x="93950" y="92162"/>
                </a:lnTo>
                <a:lnTo>
                  <a:pt x="91388" y="86018"/>
                </a:lnTo>
                <a:lnTo>
                  <a:pt x="88153" y="79874"/>
                </a:lnTo>
                <a:lnTo>
                  <a:pt x="84172" y="73730"/>
                </a:lnTo>
                <a:lnTo>
                  <a:pt x="79401" y="67586"/>
                </a:lnTo>
                <a:lnTo>
                  <a:pt x="73841" y="61441"/>
                </a:lnTo>
                <a:lnTo>
                  <a:pt x="67555" y="55297"/>
                </a:lnTo>
                <a:lnTo>
                  <a:pt x="60676" y="49153"/>
                </a:lnTo>
                <a:lnTo>
                  <a:pt x="53410" y="43009"/>
                </a:lnTo>
                <a:lnTo>
                  <a:pt x="46038" y="36865"/>
                </a:lnTo>
                <a:lnTo>
                  <a:pt x="38895" y="30721"/>
                </a:lnTo>
                <a:lnTo>
                  <a:pt x="32351" y="24577"/>
                </a:lnTo>
                <a:lnTo>
                  <a:pt x="26778" y="18432"/>
                </a:lnTo>
                <a:lnTo>
                  <a:pt x="22518" y="12288"/>
                </a:lnTo>
                <a:lnTo>
                  <a:pt x="19843" y="6144"/>
                </a:lnTo>
                <a:lnTo>
                  <a:pt x="18931" y="0"/>
                </a:lnTo>
                <a:lnTo>
                  <a:pt x="184194" y="0"/>
                </a:lnTo>
                <a:lnTo>
                  <a:pt x="184194" y="0"/>
                </a:lnTo>
                <a:lnTo>
                  <a:pt x="183282" y="6144"/>
                </a:lnTo>
                <a:lnTo>
                  <a:pt x="180607" y="12288"/>
                </a:lnTo>
                <a:lnTo>
                  <a:pt x="176347" y="18432"/>
                </a:lnTo>
                <a:lnTo>
                  <a:pt x="170774" y="24577"/>
                </a:lnTo>
                <a:lnTo>
                  <a:pt x="164230" y="30721"/>
                </a:lnTo>
                <a:lnTo>
                  <a:pt x="157087" y="36865"/>
                </a:lnTo>
                <a:lnTo>
                  <a:pt x="149715" y="43009"/>
                </a:lnTo>
                <a:lnTo>
                  <a:pt x="142449" y="49153"/>
                </a:lnTo>
                <a:lnTo>
                  <a:pt x="135570" y="55297"/>
                </a:lnTo>
                <a:lnTo>
                  <a:pt x="129284" y="61441"/>
                </a:lnTo>
                <a:lnTo>
                  <a:pt x="123724" y="67586"/>
                </a:lnTo>
                <a:lnTo>
                  <a:pt x="118953" y="73730"/>
                </a:lnTo>
                <a:lnTo>
                  <a:pt x="114972" y="79874"/>
                </a:lnTo>
                <a:lnTo>
                  <a:pt x="111737" y="86018"/>
                </a:lnTo>
                <a:lnTo>
                  <a:pt x="109174" y="92162"/>
                </a:lnTo>
                <a:lnTo>
                  <a:pt x="107193" y="98306"/>
                </a:lnTo>
                <a:lnTo>
                  <a:pt x="105697" y="104450"/>
                </a:lnTo>
                <a:lnTo>
                  <a:pt x="104596" y="110595"/>
                </a:lnTo>
                <a:lnTo>
                  <a:pt x="103809" y="116739"/>
                </a:lnTo>
                <a:lnTo>
                  <a:pt x="103267" y="122883"/>
                </a:lnTo>
                <a:lnTo>
                  <a:pt x="102915" y="129027"/>
                </a:lnTo>
                <a:lnTo>
                  <a:pt x="102708" y="135171"/>
                </a:lnTo>
                <a:lnTo>
                  <a:pt x="102615" y="141315"/>
                </a:lnTo>
                <a:lnTo>
                  <a:pt x="102607" y="147459"/>
                </a:lnTo>
                <a:lnTo>
                  <a:pt x="102667" y="153604"/>
                </a:lnTo>
                <a:lnTo>
                  <a:pt x="102777" y="159748"/>
                </a:lnTo>
                <a:lnTo>
                  <a:pt x="102924" y="165892"/>
                </a:lnTo>
                <a:lnTo>
                  <a:pt x="103096" y="172036"/>
                </a:lnTo>
                <a:lnTo>
                  <a:pt x="103281" y="178180"/>
                </a:lnTo>
                <a:lnTo>
                  <a:pt x="103469" y="184324"/>
                </a:lnTo>
                <a:lnTo>
                  <a:pt x="103650" y="190468"/>
                </a:lnTo>
                <a:lnTo>
                  <a:pt x="103816" y="196613"/>
                </a:lnTo>
                <a:lnTo>
                  <a:pt x="103957" y="202757"/>
                </a:lnTo>
                <a:lnTo>
                  <a:pt x="104069" y="208901"/>
                </a:lnTo>
                <a:lnTo>
                  <a:pt x="104145" y="215045"/>
                </a:lnTo>
                <a:lnTo>
                  <a:pt x="104184" y="221189"/>
                </a:lnTo>
                <a:lnTo>
                  <a:pt x="104183" y="227333"/>
                </a:lnTo>
                <a:lnTo>
                  <a:pt x="104146" y="233477"/>
                </a:lnTo>
                <a:lnTo>
                  <a:pt x="104074" y="239622"/>
                </a:lnTo>
                <a:lnTo>
                  <a:pt x="103975" y="245766"/>
                </a:lnTo>
                <a:lnTo>
                  <a:pt x="103857" y="251910"/>
                </a:lnTo>
                <a:lnTo>
                  <a:pt x="103731" y="258054"/>
                </a:lnTo>
                <a:lnTo>
                  <a:pt x="103609" y="264198"/>
                </a:lnTo>
                <a:lnTo>
                  <a:pt x="103505" y="270342"/>
                </a:lnTo>
                <a:lnTo>
                  <a:pt x="103435" y="276486"/>
                </a:lnTo>
                <a:lnTo>
                  <a:pt x="103412" y="282630"/>
                </a:lnTo>
                <a:lnTo>
                  <a:pt x="103451" y="288775"/>
                </a:lnTo>
                <a:lnTo>
                  <a:pt x="103563" y="294919"/>
                </a:lnTo>
                <a:lnTo>
                  <a:pt x="103754" y="301063"/>
                </a:lnTo>
                <a:lnTo>
                  <a:pt x="104026" y="307207"/>
                </a:lnTo>
                <a:lnTo>
                  <a:pt x="104377" y="313351"/>
                </a:lnTo>
                <a:lnTo>
                  <a:pt x="104795" y="319495"/>
                </a:lnTo>
                <a:lnTo>
                  <a:pt x="105264" y="325639"/>
                </a:lnTo>
                <a:lnTo>
                  <a:pt x="105759" y="331784"/>
                </a:lnTo>
                <a:lnTo>
                  <a:pt x="106253" y="337928"/>
                </a:lnTo>
                <a:lnTo>
                  <a:pt x="106716" y="344072"/>
                </a:lnTo>
                <a:lnTo>
                  <a:pt x="107116" y="350216"/>
                </a:lnTo>
                <a:lnTo>
                  <a:pt x="107426" y="356360"/>
                </a:lnTo>
                <a:lnTo>
                  <a:pt x="107624" y="362504"/>
                </a:lnTo>
                <a:lnTo>
                  <a:pt x="107697" y="368648"/>
                </a:lnTo>
                <a:lnTo>
                  <a:pt x="107639" y="374793"/>
                </a:lnTo>
                <a:lnTo>
                  <a:pt x="107459" y="380937"/>
                </a:lnTo>
                <a:lnTo>
                  <a:pt x="107171" y="387081"/>
                </a:lnTo>
                <a:lnTo>
                  <a:pt x="106800" y="393225"/>
                </a:lnTo>
                <a:lnTo>
                  <a:pt x="106376" y="399369"/>
                </a:lnTo>
                <a:lnTo>
                  <a:pt x="105934" y="405513"/>
                </a:lnTo>
                <a:lnTo>
                  <a:pt x="105506" y="411657"/>
                </a:lnTo>
                <a:lnTo>
                  <a:pt x="105124" y="417802"/>
                </a:lnTo>
                <a:lnTo>
                  <a:pt x="104814" y="423946"/>
                </a:lnTo>
                <a:lnTo>
                  <a:pt x="104596" y="430090"/>
                </a:lnTo>
                <a:lnTo>
                  <a:pt x="104482" y="436234"/>
                </a:lnTo>
                <a:lnTo>
                  <a:pt x="104477" y="442378"/>
                </a:lnTo>
                <a:lnTo>
                  <a:pt x="104579" y="448522"/>
                </a:lnTo>
                <a:lnTo>
                  <a:pt x="104781" y="454666"/>
                </a:lnTo>
                <a:lnTo>
                  <a:pt x="105071" y="460811"/>
                </a:lnTo>
                <a:lnTo>
                  <a:pt x="105433" y="466955"/>
                </a:lnTo>
                <a:lnTo>
                  <a:pt x="105851" y="473099"/>
                </a:lnTo>
                <a:lnTo>
                  <a:pt x="106308" y="479243"/>
                </a:lnTo>
                <a:lnTo>
                  <a:pt x="106787" y="485387"/>
                </a:lnTo>
                <a:lnTo>
                  <a:pt x="107273" y="491531"/>
                </a:lnTo>
                <a:lnTo>
                  <a:pt x="107753" y="497675"/>
                </a:lnTo>
                <a:lnTo>
                  <a:pt x="108216" y="503820"/>
                </a:lnTo>
                <a:lnTo>
                  <a:pt x="108650" y="509964"/>
                </a:lnTo>
                <a:lnTo>
                  <a:pt x="109047" y="516108"/>
                </a:lnTo>
                <a:lnTo>
                  <a:pt x="109400" y="522252"/>
                </a:lnTo>
                <a:lnTo>
                  <a:pt x="109702" y="528396"/>
                </a:lnTo>
                <a:lnTo>
                  <a:pt x="109947" y="534540"/>
                </a:lnTo>
                <a:lnTo>
                  <a:pt x="110131" y="540684"/>
                </a:lnTo>
                <a:lnTo>
                  <a:pt x="110251" y="546829"/>
                </a:lnTo>
                <a:lnTo>
                  <a:pt x="110305" y="552973"/>
                </a:lnTo>
                <a:lnTo>
                  <a:pt x="110295" y="559117"/>
                </a:lnTo>
                <a:lnTo>
                  <a:pt x="110222" y="565261"/>
                </a:lnTo>
                <a:lnTo>
                  <a:pt x="110092" y="571405"/>
                </a:lnTo>
                <a:lnTo>
                  <a:pt x="109913" y="577549"/>
                </a:lnTo>
                <a:lnTo>
                  <a:pt x="109695" y="583693"/>
                </a:lnTo>
                <a:lnTo>
                  <a:pt x="109453" y="589838"/>
                </a:lnTo>
                <a:lnTo>
                  <a:pt x="109208" y="595982"/>
                </a:lnTo>
                <a:lnTo>
                  <a:pt x="108990" y="602126"/>
                </a:lnTo>
                <a:lnTo>
                  <a:pt x="108836" y="608270"/>
                </a:lnTo>
                <a:lnTo>
                  <a:pt x="108799" y="614414"/>
                </a:lnTo>
                <a:lnTo>
                  <a:pt x="108948" y="620558"/>
                </a:lnTo>
                <a:lnTo>
                  <a:pt x="109369" y="626702"/>
                </a:lnTo>
                <a:lnTo>
                  <a:pt x="110163" y="632847"/>
                </a:lnTo>
                <a:lnTo>
                  <a:pt x="111452" y="638991"/>
                </a:lnTo>
                <a:lnTo>
                  <a:pt x="113366" y="645135"/>
                </a:lnTo>
                <a:lnTo>
                  <a:pt x="116038" y="651279"/>
                </a:lnTo>
                <a:lnTo>
                  <a:pt x="119592" y="657423"/>
                </a:lnTo>
                <a:lnTo>
                  <a:pt x="124127" y="663567"/>
                </a:lnTo>
                <a:lnTo>
                  <a:pt x="129697" y="669711"/>
                </a:lnTo>
                <a:lnTo>
                  <a:pt x="136298" y="675856"/>
                </a:lnTo>
                <a:lnTo>
                  <a:pt x="143847" y="682000"/>
                </a:lnTo>
                <a:lnTo>
                  <a:pt x="152170" y="688144"/>
                </a:lnTo>
                <a:lnTo>
                  <a:pt x="161001" y="694288"/>
                </a:lnTo>
                <a:lnTo>
                  <a:pt x="169988" y="700432"/>
                </a:lnTo>
                <a:lnTo>
                  <a:pt x="178712" y="706576"/>
                </a:lnTo>
                <a:lnTo>
                  <a:pt x="186711" y="712720"/>
                </a:lnTo>
                <a:lnTo>
                  <a:pt x="193526" y="718865"/>
                </a:lnTo>
                <a:lnTo>
                  <a:pt x="198737" y="725009"/>
                </a:lnTo>
                <a:lnTo>
                  <a:pt x="202009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348" name="12_small_6314">
            <a:extLst>
              <a:ext uri="{FF2B5EF4-FFF2-40B4-BE49-F238E27FC236}">
                <a16:creationId xmlns:a16="http://schemas.microsoft.com/office/drawing/2014/main" id="{ABE4123A-E496-467A-AE00-9B1815C17130}"/>
              </a:ext>
            </a:extLst>
          </p:cNvPr>
          <p:cNvSpPr>
            <a:spLocks noGrp="1"/>
          </p:cNvSpPr>
          <p:nvPr/>
        </p:nvSpPr>
        <p:spPr>
          <a:xfrm>
            <a:off x="6052375" y="1764865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14" y="731153"/>
                </a:lnTo>
                <a:lnTo>
                  <a:pt x="4383" y="725009"/>
                </a:lnTo>
                <a:lnTo>
                  <a:pt x="9588" y="718865"/>
                </a:lnTo>
                <a:lnTo>
                  <a:pt x="16395" y="712720"/>
                </a:lnTo>
                <a:lnTo>
                  <a:pt x="24385" y="706576"/>
                </a:lnTo>
                <a:lnTo>
                  <a:pt x="33098" y="700432"/>
                </a:lnTo>
                <a:lnTo>
                  <a:pt x="42076" y="694288"/>
                </a:lnTo>
                <a:lnTo>
                  <a:pt x="50897" y="688144"/>
                </a:lnTo>
                <a:lnTo>
                  <a:pt x="59210" y="682000"/>
                </a:lnTo>
                <a:lnTo>
                  <a:pt x="66749" y="675856"/>
                </a:lnTo>
                <a:lnTo>
                  <a:pt x="73341" y="669711"/>
                </a:lnTo>
                <a:lnTo>
                  <a:pt x="78902" y="663567"/>
                </a:lnTo>
                <a:lnTo>
                  <a:pt x="83427" y="657423"/>
                </a:lnTo>
                <a:lnTo>
                  <a:pt x="86970" y="651279"/>
                </a:lnTo>
                <a:lnTo>
                  <a:pt x="89631" y="645135"/>
                </a:lnTo>
                <a:lnTo>
                  <a:pt x="91533" y="638991"/>
                </a:lnTo>
                <a:lnTo>
                  <a:pt x="92810" y="632847"/>
                </a:lnTo>
                <a:lnTo>
                  <a:pt x="93591" y="626702"/>
                </a:lnTo>
                <a:lnTo>
                  <a:pt x="93998" y="620558"/>
                </a:lnTo>
                <a:lnTo>
                  <a:pt x="94134" y="614414"/>
                </a:lnTo>
                <a:lnTo>
                  <a:pt x="94084" y="608270"/>
                </a:lnTo>
                <a:lnTo>
                  <a:pt x="93918" y="602126"/>
                </a:lnTo>
                <a:lnTo>
                  <a:pt x="93688" y="595982"/>
                </a:lnTo>
                <a:lnTo>
                  <a:pt x="93432" y="589838"/>
                </a:lnTo>
                <a:lnTo>
                  <a:pt x="93181" y="583693"/>
                </a:lnTo>
                <a:lnTo>
                  <a:pt x="92955" y="577549"/>
                </a:lnTo>
                <a:lnTo>
                  <a:pt x="92770" y="571405"/>
                </a:lnTo>
                <a:lnTo>
                  <a:pt x="92636" y="565261"/>
                </a:lnTo>
                <a:lnTo>
                  <a:pt x="92561" y="559117"/>
                </a:lnTo>
                <a:lnTo>
                  <a:pt x="92550" y="552973"/>
                </a:lnTo>
                <a:lnTo>
                  <a:pt x="92606" y="546829"/>
                </a:lnTo>
                <a:lnTo>
                  <a:pt x="92729" y="540684"/>
                </a:lnTo>
                <a:lnTo>
                  <a:pt x="92919" y="534540"/>
                </a:lnTo>
                <a:lnTo>
                  <a:pt x="93172" y="528396"/>
                </a:lnTo>
                <a:lnTo>
                  <a:pt x="93483" y="522252"/>
                </a:lnTo>
                <a:lnTo>
                  <a:pt x="93847" y="516108"/>
                </a:lnTo>
                <a:lnTo>
                  <a:pt x="94256" y="509964"/>
                </a:lnTo>
                <a:lnTo>
                  <a:pt x="94704" y="503820"/>
                </a:lnTo>
                <a:lnTo>
                  <a:pt x="95180" y="497675"/>
                </a:lnTo>
                <a:lnTo>
                  <a:pt x="95675" y="491531"/>
                </a:lnTo>
                <a:lnTo>
                  <a:pt x="96176" y="485387"/>
                </a:lnTo>
                <a:lnTo>
                  <a:pt x="96670" y="479243"/>
                </a:lnTo>
                <a:lnTo>
                  <a:pt x="97141" y="473099"/>
                </a:lnTo>
                <a:lnTo>
                  <a:pt x="97572" y="466955"/>
                </a:lnTo>
                <a:lnTo>
                  <a:pt x="97946" y="460811"/>
                </a:lnTo>
                <a:lnTo>
                  <a:pt x="98244" y="454666"/>
                </a:lnTo>
                <a:lnTo>
                  <a:pt x="98453" y="448522"/>
                </a:lnTo>
                <a:lnTo>
                  <a:pt x="98558" y="442378"/>
                </a:lnTo>
                <a:lnTo>
                  <a:pt x="98553" y="436234"/>
                </a:lnTo>
                <a:lnTo>
                  <a:pt x="98435" y="430090"/>
                </a:lnTo>
                <a:lnTo>
                  <a:pt x="98210" y="423946"/>
                </a:lnTo>
                <a:lnTo>
                  <a:pt x="97890" y="417802"/>
                </a:lnTo>
                <a:lnTo>
                  <a:pt x="97497" y="411657"/>
                </a:lnTo>
                <a:lnTo>
                  <a:pt x="97056" y="405513"/>
                </a:lnTo>
                <a:lnTo>
                  <a:pt x="96600" y="399369"/>
                </a:lnTo>
                <a:lnTo>
                  <a:pt x="96163" y="393225"/>
                </a:lnTo>
                <a:lnTo>
                  <a:pt x="95781" y="387081"/>
                </a:lnTo>
                <a:lnTo>
                  <a:pt x="95484" y="380937"/>
                </a:lnTo>
                <a:lnTo>
                  <a:pt x="95298" y="374793"/>
                </a:lnTo>
                <a:lnTo>
                  <a:pt x="95239" y="368648"/>
                </a:lnTo>
                <a:lnTo>
                  <a:pt x="95314" y="362504"/>
                </a:lnTo>
                <a:lnTo>
                  <a:pt x="95518" y="356360"/>
                </a:lnTo>
                <a:lnTo>
                  <a:pt x="95838" y="350216"/>
                </a:lnTo>
                <a:lnTo>
                  <a:pt x="96250" y="344072"/>
                </a:lnTo>
                <a:lnTo>
                  <a:pt x="96727" y="337928"/>
                </a:lnTo>
                <a:lnTo>
                  <a:pt x="97236" y="331784"/>
                </a:lnTo>
                <a:lnTo>
                  <a:pt x="97747" y="325639"/>
                </a:lnTo>
                <a:lnTo>
                  <a:pt x="98230" y="319495"/>
                </a:lnTo>
                <a:lnTo>
                  <a:pt x="98661" y="313351"/>
                </a:lnTo>
                <a:lnTo>
                  <a:pt x="99022" y="307207"/>
                </a:lnTo>
                <a:lnTo>
                  <a:pt x="99304" y="301063"/>
                </a:lnTo>
                <a:lnTo>
                  <a:pt x="99501" y="294919"/>
                </a:lnTo>
                <a:lnTo>
                  <a:pt x="99615" y="288775"/>
                </a:lnTo>
                <a:lnTo>
                  <a:pt x="99656" y="282630"/>
                </a:lnTo>
                <a:lnTo>
                  <a:pt x="99633" y="276486"/>
                </a:lnTo>
                <a:lnTo>
                  <a:pt x="99560" y="270342"/>
                </a:lnTo>
                <a:lnTo>
                  <a:pt x="99453" y="264198"/>
                </a:lnTo>
                <a:lnTo>
                  <a:pt x="99327" y="258054"/>
                </a:lnTo>
                <a:lnTo>
                  <a:pt x="99197" y="251910"/>
                </a:lnTo>
                <a:lnTo>
                  <a:pt x="99075" y="245766"/>
                </a:lnTo>
                <a:lnTo>
                  <a:pt x="98973" y="239622"/>
                </a:lnTo>
                <a:lnTo>
                  <a:pt x="98900" y="233477"/>
                </a:lnTo>
                <a:lnTo>
                  <a:pt x="98861" y="227333"/>
                </a:lnTo>
                <a:lnTo>
                  <a:pt x="98860" y="221189"/>
                </a:lnTo>
                <a:lnTo>
                  <a:pt x="98900" y="215045"/>
                </a:lnTo>
                <a:lnTo>
                  <a:pt x="98979" y="208901"/>
                </a:lnTo>
                <a:lnTo>
                  <a:pt x="99094" y="202757"/>
                </a:lnTo>
                <a:lnTo>
                  <a:pt x="99240" y="196613"/>
                </a:lnTo>
                <a:lnTo>
                  <a:pt x="99410" y="190468"/>
                </a:lnTo>
                <a:lnTo>
                  <a:pt x="99597" y="184324"/>
                </a:lnTo>
                <a:lnTo>
                  <a:pt x="99791" y="178180"/>
                </a:lnTo>
                <a:lnTo>
                  <a:pt x="99982" y="172036"/>
                </a:lnTo>
                <a:lnTo>
                  <a:pt x="100158" y="165892"/>
                </a:lnTo>
                <a:lnTo>
                  <a:pt x="100309" y="159748"/>
                </a:lnTo>
                <a:lnTo>
                  <a:pt x="100422" y="153604"/>
                </a:lnTo>
                <a:lnTo>
                  <a:pt x="100481" y="147459"/>
                </a:lnTo>
                <a:lnTo>
                  <a:pt x="100471" y="141315"/>
                </a:lnTo>
                <a:lnTo>
                  <a:pt x="100369" y="135171"/>
                </a:lnTo>
                <a:lnTo>
                  <a:pt x="100149" y="129027"/>
                </a:lnTo>
                <a:lnTo>
                  <a:pt x="99774" y="122883"/>
                </a:lnTo>
                <a:lnTo>
                  <a:pt x="99197" y="116739"/>
                </a:lnTo>
                <a:lnTo>
                  <a:pt x="98359" y="110595"/>
                </a:lnTo>
                <a:lnTo>
                  <a:pt x="97187" y="104450"/>
                </a:lnTo>
                <a:lnTo>
                  <a:pt x="95592" y="98306"/>
                </a:lnTo>
                <a:lnTo>
                  <a:pt x="93478" y="92162"/>
                </a:lnTo>
                <a:lnTo>
                  <a:pt x="90743" y="86018"/>
                </a:lnTo>
                <a:lnTo>
                  <a:pt x="87288" y="79874"/>
                </a:lnTo>
                <a:lnTo>
                  <a:pt x="83034" y="73730"/>
                </a:lnTo>
                <a:lnTo>
                  <a:pt x="77934" y="67586"/>
                </a:lnTo>
                <a:lnTo>
                  <a:pt x="71990" y="61441"/>
                </a:lnTo>
                <a:lnTo>
                  <a:pt x="65267" y="55297"/>
                </a:lnTo>
                <a:lnTo>
                  <a:pt x="57908" y="49153"/>
                </a:lnTo>
                <a:lnTo>
                  <a:pt x="50135" y="43009"/>
                </a:lnTo>
                <a:lnTo>
                  <a:pt x="42247" y="36865"/>
                </a:lnTo>
                <a:lnTo>
                  <a:pt x="34604" y="30721"/>
                </a:lnTo>
                <a:lnTo>
                  <a:pt x="27602" y="24577"/>
                </a:lnTo>
                <a:lnTo>
                  <a:pt x="21639" y="18432"/>
                </a:lnTo>
                <a:lnTo>
                  <a:pt x="17080" y="12288"/>
                </a:lnTo>
                <a:lnTo>
                  <a:pt x="14217" y="6144"/>
                </a:lnTo>
                <a:lnTo>
                  <a:pt x="13241" y="0"/>
                </a:lnTo>
                <a:lnTo>
                  <a:pt x="189884" y="0"/>
                </a:lnTo>
                <a:lnTo>
                  <a:pt x="189884" y="0"/>
                </a:lnTo>
                <a:lnTo>
                  <a:pt x="188908" y="6144"/>
                </a:lnTo>
                <a:lnTo>
                  <a:pt x="186045" y="12288"/>
                </a:lnTo>
                <a:lnTo>
                  <a:pt x="181486" y="18432"/>
                </a:lnTo>
                <a:lnTo>
                  <a:pt x="175523" y="24577"/>
                </a:lnTo>
                <a:lnTo>
                  <a:pt x="168521" y="30721"/>
                </a:lnTo>
                <a:lnTo>
                  <a:pt x="160878" y="36865"/>
                </a:lnTo>
                <a:lnTo>
                  <a:pt x="152990" y="43009"/>
                </a:lnTo>
                <a:lnTo>
                  <a:pt x="145217" y="49153"/>
                </a:lnTo>
                <a:lnTo>
                  <a:pt x="137858" y="55297"/>
                </a:lnTo>
                <a:lnTo>
                  <a:pt x="131135" y="61441"/>
                </a:lnTo>
                <a:lnTo>
                  <a:pt x="125191" y="67586"/>
                </a:lnTo>
                <a:lnTo>
                  <a:pt x="120091" y="73730"/>
                </a:lnTo>
                <a:lnTo>
                  <a:pt x="115837" y="79874"/>
                </a:lnTo>
                <a:lnTo>
                  <a:pt x="112382" y="86018"/>
                </a:lnTo>
                <a:lnTo>
                  <a:pt x="109647" y="92162"/>
                </a:lnTo>
                <a:lnTo>
                  <a:pt x="107533" y="98306"/>
                </a:lnTo>
                <a:lnTo>
                  <a:pt x="105938" y="104450"/>
                </a:lnTo>
                <a:lnTo>
                  <a:pt x="104766" y="110595"/>
                </a:lnTo>
                <a:lnTo>
                  <a:pt x="103928" y="116739"/>
                </a:lnTo>
                <a:lnTo>
                  <a:pt x="103351" y="122883"/>
                </a:lnTo>
                <a:lnTo>
                  <a:pt x="102976" y="129027"/>
                </a:lnTo>
                <a:lnTo>
                  <a:pt x="102756" y="135171"/>
                </a:lnTo>
                <a:lnTo>
                  <a:pt x="102654" y="141315"/>
                </a:lnTo>
                <a:lnTo>
                  <a:pt x="102644" y="147459"/>
                </a:lnTo>
                <a:lnTo>
                  <a:pt x="102703" y="153604"/>
                </a:lnTo>
                <a:lnTo>
                  <a:pt x="102816" y="159748"/>
                </a:lnTo>
                <a:lnTo>
                  <a:pt x="102967" y="165892"/>
                </a:lnTo>
                <a:lnTo>
                  <a:pt x="103143" y="172036"/>
                </a:lnTo>
                <a:lnTo>
                  <a:pt x="103334" y="178180"/>
                </a:lnTo>
                <a:lnTo>
                  <a:pt x="103528" y="184324"/>
                </a:lnTo>
                <a:lnTo>
                  <a:pt x="103715" y="190468"/>
                </a:lnTo>
                <a:lnTo>
                  <a:pt x="103885" y="196613"/>
                </a:lnTo>
                <a:lnTo>
                  <a:pt x="104031" y="202757"/>
                </a:lnTo>
                <a:lnTo>
                  <a:pt x="104146" y="208901"/>
                </a:lnTo>
                <a:lnTo>
                  <a:pt x="104225" y="215045"/>
                </a:lnTo>
                <a:lnTo>
                  <a:pt x="104265" y="221189"/>
                </a:lnTo>
                <a:lnTo>
                  <a:pt x="104264" y="227333"/>
                </a:lnTo>
                <a:lnTo>
                  <a:pt x="104225" y="233477"/>
                </a:lnTo>
                <a:lnTo>
                  <a:pt x="104152" y="239622"/>
                </a:lnTo>
                <a:lnTo>
                  <a:pt x="104050" y="245766"/>
                </a:lnTo>
                <a:lnTo>
                  <a:pt x="103928" y="251910"/>
                </a:lnTo>
                <a:lnTo>
                  <a:pt x="103798" y="258054"/>
                </a:lnTo>
                <a:lnTo>
                  <a:pt x="103672" y="264198"/>
                </a:lnTo>
                <a:lnTo>
                  <a:pt x="103565" y="270342"/>
                </a:lnTo>
                <a:lnTo>
                  <a:pt x="103492" y="276486"/>
                </a:lnTo>
                <a:lnTo>
                  <a:pt x="103469" y="282630"/>
                </a:lnTo>
                <a:lnTo>
                  <a:pt x="103510" y="288775"/>
                </a:lnTo>
                <a:lnTo>
                  <a:pt x="103624" y="294919"/>
                </a:lnTo>
                <a:lnTo>
                  <a:pt x="103821" y="301063"/>
                </a:lnTo>
                <a:lnTo>
                  <a:pt x="104102" y="307207"/>
                </a:lnTo>
                <a:lnTo>
                  <a:pt x="104464" y="313351"/>
                </a:lnTo>
                <a:lnTo>
                  <a:pt x="104895" y="319495"/>
                </a:lnTo>
                <a:lnTo>
                  <a:pt x="105378" y="325639"/>
                </a:lnTo>
                <a:lnTo>
                  <a:pt x="105889" y="331784"/>
                </a:lnTo>
                <a:lnTo>
                  <a:pt x="106398" y="337928"/>
                </a:lnTo>
                <a:lnTo>
                  <a:pt x="106875" y="344072"/>
                </a:lnTo>
                <a:lnTo>
                  <a:pt x="107287" y="350216"/>
                </a:lnTo>
                <a:lnTo>
                  <a:pt x="107607" y="356360"/>
                </a:lnTo>
                <a:lnTo>
                  <a:pt x="107811" y="362504"/>
                </a:lnTo>
                <a:lnTo>
                  <a:pt x="107886" y="368648"/>
                </a:lnTo>
                <a:lnTo>
                  <a:pt x="107827" y="374793"/>
                </a:lnTo>
                <a:lnTo>
                  <a:pt x="107641" y="380937"/>
                </a:lnTo>
                <a:lnTo>
                  <a:pt x="107344" y="387081"/>
                </a:lnTo>
                <a:lnTo>
                  <a:pt x="106962" y="393225"/>
                </a:lnTo>
                <a:lnTo>
                  <a:pt x="106525" y="399369"/>
                </a:lnTo>
                <a:lnTo>
                  <a:pt x="106069" y="405513"/>
                </a:lnTo>
                <a:lnTo>
                  <a:pt x="105628" y="411657"/>
                </a:lnTo>
                <a:lnTo>
                  <a:pt x="105234" y="417802"/>
                </a:lnTo>
                <a:lnTo>
                  <a:pt x="104915" y="423946"/>
                </a:lnTo>
                <a:lnTo>
                  <a:pt x="104690" y="430090"/>
                </a:lnTo>
                <a:lnTo>
                  <a:pt x="104572" y="436234"/>
                </a:lnTo>
                <a:lnTo>
                  <a:pt x="104567" y="442378"/>
                </a:lnTo>
                <a:lnTo>
                  <a:pt x="104672" y="448522"/>
                </a:lnTo>
                <a:lnTo>
                  <a:pt x="104881" y="454666"/>
                </a:lnTo>
                <a:lnTo>
                  <a:pt x="105179" y="460811"/>
                </a:lnTo>
                <a:lnTo>
                  <a:pt x="105553" y="466955"/>
                </a:lnTo>
                <a:lnTo>
                  <a:pt x="105984" y="473099"/>
                </a:lnTo>
                <a:lnTo>
                  <a:pt x="106455" y="479243"/>
                </a:lnTo>
                <a:lnTo>
                  <a:pt x="106949" y="485387"/>
                </a:lnTo>
                <a:lnTo>
                  <a:pt x="107450" y="491531"/>
                </a:lnTo>
                <a:lnTo>
                  <a:pt x="107945" y="497675"/>
                </a:lnTo>
                <a:lnTo>
                  <a:pt x="108421" y="503820"/>
                </a:lnTo>
                <a:lnTo>
                  <a:pt x="108869" y="509964"/>
                </a:lnTo>
                <a:lnTo>
                  <a:pt x="109278" y="516108"/>
                </a:lnTo>
                <a:lnTo>
                  <a:pt x="109642" y="522252"/>
                </a:lnTo>
                <a:lnTo>
                  <a:pt x="109953" y="528396"/>
                </a:lnTo>
                <a:lnTo>
                  <a:pt x="110206" y="534540"/>
                </a:lnTo>
                <a:lnTo>
                  <a:pt x="110396" y="540684"/>
                </a:lnTo>
                <a:lnTo>
                  <a:pt x="110519" y="546829"/>
                </a:lnTo>
                <a:lnTo>
                  <a:pt x="110575" y="552973"/>
                </a:lnTo>
                <a:lnTo>
                  <a:pt x="110564" y="559117"/>
                </a:lnTo>
                <a:lnTo>
                  <a:pt x="110489" y="565261"/>
                </a:lnTo>
                <a:lnTo>
                  <a:pt x="110355" y="571405"/>
                </a:lnTo>
                <a:lnTo>
                  <a:pt x="110170" y="577549"/>
                </a:lnTo>
                <a:lnTo>
                  <a:pt x="109944" y="583693"/>
                </a:lnTo>
                <a:lnTo>
                  <a:pt x="109693" y="589838"/>
                </a:lnTo>
                <a:lnTo>
                  <a:pt x="109437" y="595982"/>
                </a:lnTo>
                <a:lnTo>
                  <a:pt x="109207" y="602126"/>
                </a:lnTo>
                <a:lnTo>
                  <a:pt x="109041" y="608270"/>
                </a:lnTo>
                <a:lnTo>
                  <a:pt x="108991" y="614414"/>
                </a:lnTo>
                <a:lnTo>
                  <a:pt x="109127" y="620558"/>
                </a:lnTo>
                <a:lnTo>
                  <a:pt x="109534" y="626702"/>
                </a:lnTo>
                <a:lnTo>
                  <a:pt x="110315" y="632847"/>
                </a:lnTo>
                <a:lnTo>
                  <a:pt x="111592" y="638991"/>
                </a:lnTo>
                <a:lnTo>
                  <a:pt x="113494" y="645135"/>
                </a:lnTo>
                <a:lnTo>
                  <a:pt x="116155" y="651279"/>
                </a:lnTo>
                <a:lnTo>
                  <a:pt x="119698" y="657423"/>
                </a:lnTo>
                <a:lnTo>
                  <a:pt x="124223" y="663567"/>
                </a:lnTo>
                <a:lnTo>
                  <a:pt x="129784" y="669711"/>
                </a:lnTo>
                <a:lnTo>
                  <a:pt x="136376" y="675856"/>
                </a:lnTo>
                <a:lnTo>
                  <a:pt x="143915" y="682000"/>
                </a:lnTo>
                <a:lnTo>
                  <a:pt x="152228" y="688144"/>
                </a:lnTo>
                <a:lnTo>
                  <a:pt x="161049" y="694288"/>
                </a:lnTo>
                <a:lnTo>
                  <a:pt x="170027" y="700432"/>
                </a:lnTo>
                <a:lnTo>
                  <a:pt x="178740" y="706576"/>
                </a:lnTo>
                <a:lnTo>
                  <a:pt x="186730" y="712720"/>
                </a:lnTo>
                <a:lnTo>
                  <a:pt x="193537" y="718865"/>
                </a:lnTo>
                <a:lnTo>
                  <a:pt x="198742" y="725009"/>
                </a:lnTo>
                <a:lnTo>
                  <a:pt x="202011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349" name="12_small_6315">
            <a:extLst>
              <a:ext uri="{FF2B5EF4-FFF2-40B4-BE49-F238E27FC236}">
                <a16:creationId xmlns:a16="http://schemas.microsoft.com/office/drawing/2014/main" id="{5D73633A-8FC0-4D6F-BEF3-5247F8C58BB2}"/>
              </a:ext>
            </a:extLst>
          </p:cNvPr>
          <p:cNvSpPr>
            <a:spLocks noGrp="1"/>
          </p:cNvSpPr>
          <p:nvPr/>
        </p:nvSpPr>
        <p:spPr>
          <a:xfrm>
            <a:off x="3810188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50" name="12_small_6316">
            <a:extLst>
              <a:ext uri="{FF2B5EF4-FFF2-40B4-BE49-F238E27FC236}">
                <a16:creationId xmlns:a16="http://schemas.microsoft.com/office/drawing/2014/main" id="{C1AE6F75-A3C5-4A3A-A879-C73515CE4A81}"/>
              </a:ext>
            </a:extLst>
          </p:cNvPr>
          <p:cNvSpPr>
            <a:spLocks noGrp="1"/>
          </p:cNvSpPr>
          <p:nvPr/>
        </p:nvSpPr>
        <p:spPr>
          <a:xfrm>
            <a:off x="4200813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51" name="12_small_6317">
            <a:extLst>
              <a:ext uri="{FF2B5EF4-FFF2-40B4-BE49-F238E27FC236}">
                <a16:creationId xmlns:a16="http://schemas.microsoft.com/office/drawing/2014/main" id="{52C1E5C1-07E2-4462-948A-C4EB5CC6CF63}"/>
              </a:ext>
            </a:extLst>
          </p:cNvPr>
          <p:cNvSpPr>
            <a:spLocks noGrp="1"/>
          </p:cNvSpPr>
          <p:nvPr/>
        </p:nvSpPr>
        <p:spPr>
          <a:xfrm>
            <a:off x="4591438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52" name="12_small_6318">
            <a:extLst>
              <a:ext uri="{FF2B5EF4-FFF2-40B4-BE49-F238E27FC236}">
                <a16:creationId xmlns:a16="http://schemas.microsoft.com/office/drawing/2014/main" id="{15B7DF4E-8C8F-48F0-9A41-3B876073B3BD}"/>
              </a:ext>
            </a:extLst>
          </p:cNvPr>
          <p:cNvSpPr>
            <a:spLocks noGrp="1"/>
          </p:cNvSpPr>
          <p:nvPr/>
        </p:nvSpPr>
        <p:spPr>
          <a:xfrm>
            <a:off x="5372688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53" name="12_small_6319">
            <a:extLst>
              <a:ext uri="{FF2B5EF4-FFF2-40B4-BE49-F238E27FC236}">
                <a16:creationId xmlns:a16="http://schemas.microsoft.com/office/drawing/2014/main" id="{D0A9173A-917D-4EC7-9DA8-A2BFA940CC5C}"/>
              </a:ext>
            </a:extLst>
          </p:cNvPr>
          <p:cNvSpPr>
            <a:spLocks noGrp="1"/>
          </p:cNvSpPr>
          <p:nvPr/>
        </p:nvSpPr>
        <p:spPr>
          <a:xfrm>
            <a:off x="6153938" y="2539027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54" name="12_small_6320">
            <a:extLst>
              <a:ext uri="{FF2B5EF4-FFF2-40B4-BE49-F238E27FC236}">
                <a16:creationId xmlns:a16="http://schemas.microsoft.com/office/drawing/2014/main" id="{CCDF444A-DEE9-4AFA-8CEF-635FD05E3843}"/>
              </a:ext>
            </a:extLst>
          </p:cNvPr>
          <p:cNvSpPr>
            <a:spLocks noGrp="1"/>
          </p:cNvSpPr>
          <p:nvPr/>
        </p:nvSpPr>
        <p:spPr>
          <a:xfrm>
            <a:off x="3786750" y="2502162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55" name="12_small_6321">
            <a:extLst>
              <a:ext uri="{FF2B5EF4-FFF2-40B4-BE49-F238E27FC236}">
                <a16:creationId xmlns:a16="http://schemas.microsoft.com/office/drawing/2014/main" id="{EB80733A-F7BA-4E78-AFDA-6AC12A0B3570}"/>
              </a:ext>
            </a:extLst>
          </p:cNvPr>
          <p:cNvSpPr>
            <a:spLocks noGrp="1"/>
          </p:cNvSpPr>
          <p:nvPr/>
        </p:nvSpPr>
        <p:spPr>
          <a:xfrm>
            <a:off x="3748650" y="2502162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56" name="text_6322">
            <a:extLst>
              <a:ext uri="{FF2B5EF4-FFF2-40B4-BE49-F238E27FC236}">
                <a16:creationId xmlns:a16="http://schemas.microsoft.com/office/drawing/2014/main" id="{8DB50EBC-1624-4117-A30F-07B526298E45}"/>
              </a:ext>
            </a:extLst>
          </p:cNvPr>
          <p:cNvSpPr>
            <a:spLocks noGrp="1"/>
          </p:cNvSpPr>
          <p:nvPr/>
        </p:nvSpPr>
        <p:spPr>
          <a:xfrm>
            <a:off x="3659003" y="2462101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357" name="12_small_6323">
            <a:extLst>
              <a:ext uri="{FF2B5EF4-FFF2-40B4-BE49-F238E27FC236}">
                <a16:creationId xmlns:a16="http://schemas.microsoft.com/office/drawing/2014/main" id="{66F4240A-95F1-4A15-B505-CB64DB33E226}"/>
              </a:ext>
            </a:extLst>
          </p:cNvPr>
          <p:cNvSpPr>
            <a:spLocks noGrp="1"/>
          </p:cNvSpPr>
          <p:nvPr/>
        </p:nvSpPr>
        <p:spPr>
          <a:xfrm>
            <a:off x="3786750" y="2133513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58" name="12_small_6324">
            <a:extLst>
              <a:ext uri="{FF2B5EF4-FFF2-40B4-BE49-F238E27FC236}">
                <a16:creationId xmlns:a16="http://schemas.microsoft.com/office/drawing/2014/main" id="{6096E0F5-BD87-4E64-A086-8D6645081C48}"/>
              </a:ext>
            </a:extLst>
          </p:cNvPr>
          <p:cNvSpPr>
            <a:spLocks noGrp="1"/>
          </p:cNvSpPr>
          <p:nvPr/>
        </p:nvSpPr>
        <p:spPr>
          <a:xfrm>
            <a:off x="3748650" y="2133513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59" name="text_6325">
            <a:extLst>
              <a:ext uri="{FF2B5EF4-FFF2-40B4-BE49-F238E27FC236}">
                <a16:creationId xmlns:a16="http://schemas.microsoft.com/office/drawing/2014/main" id="{4D21FF4E-0C7D-4C57-A8FF-6FBF50A42F4A}"/>
              </a:ext>
            </a:extLst>
          </p:cNvPr>
          <p:cNvSpPr>
            <a:spLocks noGrp="1"/>
          </p:cNvSpPr>
          <p:nvPr/>
        </p:nvSpPr>
        <p:spPr>
          <a:xfrm>
            <a:off x="3607456" y="2093452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360" name="12_small_6326">
            <a:extLst>
              <a:ext uri="{FF2B5EF4-FFF2-40B4-BE49-F238E27FC236}">
                <a16:creationId xmlns:a16="http://schemas.microsoft.com/office/drawing/2014/main" id="{B6DB0728-B059-4FC5-8D8C-4281F7911647}"/>
              </a:ext>
            </a:extLst>
          </p:cNvPr>
          <p:cNvSpPr>
            <a:spLocks noGrp="1"/>
          </p:cNvSpPr>
          <p:nvPr/>
        </p:nvSpPr>
        <p:spPr>
          <a:xfrm>
            <a:off x="3786750" y="1764865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361" name="12_small_6327">
            <a:extLst>
              <a:ext uri="{FF2B5EF4-FFF2-40B4-BE49-F238E27FC236}">
                <a16:creationId xmlns:a16="http://schemas.microsoft.com/office/drawing/2014/main" id="{7DA1EFB9-7EF3-4A80-B19F-91A4E86E8D86}"/>
              </a:ext>
            </a:extLst>
          </p:cNvPr>
          <p:cNvSpPr>
            <a:spLocks noGrp="1"/>
          </p:cNvSpPr>
          <p:nvPr/>
        </p:nvSpPr>
        <p:spPr>
          <a:xfrm>
            <a:off x="3748650" y="1764865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362" name="text_6328">
            <a:extLst>
              <a:ext uri="{FF2B5EF4-FFF2-40B4-BE49-F238E27FC236}">
                <a16:creationId xmlns:a16="http://schemas.microsoft.com/office/drawing/2014/main" id="{B7688BEA-4A04-40DB-B288-232F1D3A51E9}"/>
              </a:ext>
            </a:extLst>
          </p:cNvPr>
          <p:cNvSpPr>
            <a:spLocks noGrp="1"/>
          </p:cNvSpPr>
          <p:nvPr/>
        </p:nvSpPr>
        <p:spPr>
          <a:xfrm>
            <a:off x="3555910" y="1724804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363" name="12_small_6329">
            <a:extLst>
              <a:ext uri="{FF2B5EF4-FFF2-40B4-BE49-F238E27FC236}">
                <a16:creationId xmlns:a16="http://schemas.microsoft.com/office/drawing/2014/main" id="{A5F37DBA-F7AD-4893-836A-AFD46DFD4EE3}"/>
              </a:ext>
            </a:extLst>
          </p:cNvPr>
          <p:cNvSpPr>
            <a:spLocks noGrp="1"/>
          </p:cNvSpPr>
          <p:nvPr/>
        </p:nvSpPr>
        <p:spPr>
          <a:xfrm>
            <a:off x="4154176" y="212876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4" name="12_small_6330">
            <a:extLst>
              <a:ext uri="{FF2B5EF4-FFF2-40B4-BE49-F238E27FC236}">
                <a16:creationId xmlns:a16="http://schemas.microsoft.com/office/drawing/2014/main" id="{FFA1D5B3-B6E9-4CEB-8693-3D3C1FFF1B1F}"/>
              </a:ext>
            </a:extLst>
          </p:cNvPr>
          <p:cNvSpPr>
            <a:spLocks noGrp="1"/>
          </p:cNvSpPr>
          <p:nvPr/>
        </p:nvSpPr>
        <p:spPr>
          <a:xfrm>
            <a:off x="425845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5" name="12_small_6331">
            <a:extLst>
              <a:ext uri="{FF2B5EF4-FFF2-40B4-BE49-F238E27FC236}">
                <a16:creationId xmlns:a16="http://schemas.microsoft.com/office/drawing/2014/main" id="{9899AA5E-0AF6-4B63-8004-29A1844E524B}"/>
              </a:ext>
            </a:extLst>
          </p:cNvPr>
          <p:cNvSpPr>
            <a:spLocks noGrp="1"/>
          </p:cNvSpPr>
          <p:nvPr/>
        </p:nvSpPr>
        <p:spPr>
          <a:xfrm>
            <a:off x="425689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6" name="12_small_6332">
            <a:extLst>
              <a:ext uri="{FF2B5EF4-FFF2-40B4-BE49-F238E27FC236}">
                <a16:creationId xmlns:a16="http://schemas.microsoft.com/office/drawing/2014/main" id="{D400E822-077F-4485-BA1F-AC57C2D8DC46}"/>
              </a:ext>
            </a:extLst>
          </p:cNvPr>
          <p:cNvSpPr>
            <a:spLocks noGrp="1"/>
          </p:cNvSpPr>
          <p:nvPr/>
        </p:nvSpPr>
        <p:spPr>
          <a:xfrm>
            <a:off x="4177601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7" name="12_small_6333">
            <a:extLst>
              <a:ext uri="{FF2B5EF4-FFF2-40B4-BE49-F238E27FC236}">
                <a16:creationId xmlns:a16="http://schemas.microsoft.com/office/drawing/2014/main" id="{FFE0470E-1C2E-4E0B-AAC9-5BEF59B77232}"/>
              </a:ext>
            </a:extLst>
          </p:cNvPr>
          <p:cNvSpPr>
            <a:spLocks noGrp="1"/>
          </p:cNvSpPr>
          <p:nvPr/>
        </p:nvSpPr>
        <p:spPr>
          <a:xfrm>
            <a:off x="4259777" y="22773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8" name="12_small_6334">
            <a:extLst>
              <a:ext uri="{FF2B5EF4-FFF2-40B4-BE49-F238E27FC236}">
                <a16:creationId xmlns:a16="http://schemas.microsoft.com/office/drawing/2014/main" id="{3B433A98-BB91-49C6-AD0D-DB72A69D8D3E}"/>
              </a:ext>
            </a:extLst>
          </p:cNvPr>
          <p:cNvSpPr>
            <a:spLocks noGrp="1"/>
          </p:cNvSpPr>
          <p:nvPr/>
        </p:nvSpPr>
        <p:spPr>
          <a:xfrm>
            <a:off x="4229398" y="215282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69" name="12_small_6335">
            <a:extLst>
              <a:ext uri="{FF2B5EF4-FFF2-40B4-BE49-F238E27FC236}">
                <a16:creationId xmlns:a16="http://schemas.microsoft.com/office/drawing/2014/main" id="{1D20A0BB-A36A-453D-8F57-03C195FFE7DD}"/>
              </a:ext>
            </a:extLst>
          </p:cNvPr>
          <p:cNvSpPr>
            <a:spLocks noGrp="1"/>
          </p:cNvSpPr>
          <p:nvPr/>
        </p:nvSpPr>
        <p:spPr>
          <a:xfrm>
            <a:off x="413684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0" name="12_small_6336">
            <a:extLst>
              <a:ext uri="{FF2B5EF4-FFF2-40B4-BE49-F238E27FC236}">
                <a16:creationId xmlns:a16="http://schemas.microsoft.com/office/drawing/2014/main" id="{1311CFAD-115F-4768-A3BE-CC296B56D55E}"/>
              </a:ext>
            </a:extLst>
          </p:cNvPr>
          <p:cNvSpPr>
            <a:spLocks noGrp="1"/>
          </p:cNvSpPr>
          <p:nvPr/>
        </p:nvSpPr>
        <p:spPr>
          <a:xfrm>
            <a:off x="4169110" y="245724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1" name="12_small_6337">
            <a:extLst>
              <a:ext uri="{FF2B5EF4-FFF2-40B4-BE49-F238E27FC236}">
                <a16:creationId xmlns:a16="http://schemas.microsoft.com/office/drawing/2014/main" id="{AC0E04BB-EDB0-4995-8264-F53687859BE4}"/>
              </a:ext>
            </a:extLst>
          </p:cNvPr>
          <p:cNvSpPr>
            <a:spLocks noGrp="1"/>
          </p:cNvSpPr>
          <p:nvPr/>
        </p:nvSpPr>
        <p:spPr>
          <a:xfrm>
            <a:off x="4186022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2" name="12_small_6338">
            <a:extLst>
              <a:ext uri="{FF2B5EF4-FFF2-40B4-BE49-F238E27FC236}">
                <a16:creationId xmlns:a16="http://schemas.microsoft.com/office/drawing/2014/main" id="{8555588C-2423-46E5-945D-D63122605C3C}"/>
              </a:ext>
            </a:extLst>
          </p:cNvPr>
          <p:cNvSpPr>
            <a:spLocks noGrp="1"/>
          </p:cNvSpPr>
          <p:nvPr/>
        </p:nvSpPr>
        <p:spPr>
          <a:xfrm>
            <a:off x="417083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3" name="12_small_6339">
            <a:extLst>
              <a:ext uri="{FF2B5EF4-FFF2-40B4-BE49-F238E27FC236}">
                <a16:creationId xmlns:a16="http://schemas.microsoft.com/office/drawing/2014/main" id="{E855819E-D82D-48C5-8510-F770EAD3E46A}"/>
              </a:ext>
            </a:extLst>
          </p:cNvPr>
          <p:cNvSpPr>
            <a:spLocks noGrp="1"/>
          </p:cNvSpPr>
          <p:nvPr/>
        </p:nvSpPr>
        <p:spPr>
          <a:xfrm>
            <a:off x="422468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4" name="12_small_6340">
            <a:extLst>
              <a:ext uri="{FF2B5EF4-FFF2-40B4-BE49-F238E27FC236}">
                <a16:creationId xmlns:a16="http://schemas.microsoft.com/office/drawing/2014/main" id="{49C835B0-B476-4B9C-87C1-46A90BCF91BC}"/>
              </a:ext>
            </a:extLst>
          </p:cNvPr>
          <p:cNvSpPr>
            <a:spLocks noGrp="1"/>
          </p:cNvSpPr>
          <p:nvPr/>
        </p:nvSpPr>
        <p:spPr>
          <a:xfrm>
            <a:off x="412960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5" name="12_small_6341">
            <a:extLst>
              <a:ext uri="{FF2B5EF4-FFF2-40B4-BE49-F238E27FC236}">
                <a16:creationId xmlns:a16="http://schemas.microsoft.com/office/drawing/2014/main" id="{A37DE9E4-4E98-4603-ADF6-6F87CC99188B}"/>
              </a:ext>
            </a:extLst>
          </p:cNvPr>
          <p:cNvSpPr>
            <a:spLocks noGrp="1"/>
          </p:cNvSpPr>
          <p:nvPr/>
        </p:nvSpPr>
        <p:spPr>
          <a:xfrm>
            <a:off x="416999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6" name="12_small_6342">
            <a:extLst>
              <a:ext uri="{FF2B5EF4-FFF2-40B4-BE49-F238E27FC236}">
                <a16:creationId xmlns:a16="http://schemas.microsoft.com/office/drawing/2014/main" id="{B4E7DD7F-6B62-4AC0-9364-4177A3F17E80}"/>
              </a:ext>
            </a:extLst>
          </p:cNvPr>
          <p:cNvSpPr>
            <a:spLocks noGrp="1"/>
          </p:cNvSpPr>
          <p:nvPr/>
        </p:nvSpPr>
        <p:spPr>
          <a:xfrm>
            <a:off x="4124198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7" name="12_small_6343">
            <a:extLst>
              <a:ext uri="{FF2B5EF4-FFF2-40B4-BE49-F238E27FC236}">
                <a16:creationId xmlns:a16="http://schemas.microsoft.com/office/drawing/2014/main" id="{B109098F-4E1A-4D0A-80AF-5B016637ECAA}"/>
              </a:ext>
            </a:extLst>
          </p:cNvPr>
          <p:cNvSpPr>
            <a:spLocks noGrp="1"/>
          </p:cNvSpPr>
          <p:nvPr/>
        </p:nvSpPr>
        <p:spPr>
          <a:xfrm>
            <a:off x="4253942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8" name="12_small_6344">
            <a:extLst>
              <a:ext uri="{FF2B5EF4-FFF2-40B4-BE49-F238E27FC236}">
                <a16:creationId xmlns:a16="http://schemas.microsoft.com/office/drawing/2014/main" id="{AB765C02-3E42-4E16-9FCA-51C1E75958E1}"/>
              </a:ext>
            </a:extLst>
          </p:cNvPr>
          <p:cNvSpPr>
            <a:spLocks noGrp="1"/>
          </p:cNvSpPr>
          <p:nvPr/>
        </p:nvSpPr>
        <p:spPr>
          <a:xfrm>
            <a:off x="4146797" y="244700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79" name="12_small_6345">
            <a:extLst>
              <a:ext uri="{FF2B5EF4-FFF2-40B4-BE49-F238E27FC236}">
                <a16:creationId xmlns:a16="http://schemas.microsoft.com/office/drawing/2014/main" id="{C3769FEB-31E0-41B8-B609-67E8A7548989}"/>
              </a:ext>
            </a:extLst>
          </p:cNvPr>
          <p:cNvSpPr>
            <a:spLocks noGrp="1"/>
          </p:cNvSpPr>
          <p:nvPr/>
        </p:nvSpPr>
        <p:spPr>
          <a:xfrm>
            <a:off x="4141463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0" name="12_small_6346">
            <a:extLst>
              <a:ext uri="{FF2B5EF4-FFF2-40B4-BE49-F238E27FC236}">
                <a16:creationId xmlns:a16="http://schemas.microsoft.com/office/drawing/2014/main" id="{80B8C4F2-E395-4119-AC0C-6E5F63E89EE6}"/>
              </a:ext>
            </a:extLst>
          </p:cNvPr>
          <p:cNvSpPr>
            <a:spLocks noGrp="1"/>
          </p:cNvSpPr>
          <p:nvPr/>
        </p:nvSpPr>
        <p:spPr>
          <a:xfrm>
            <a:off x="419022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1" name="12_small_6347">
            <a:extLst>
              <a:ext uri="{FF2B5EF4-FFF2-40B4-BE49-F238E27FC236}">
                <a16:creationId xmlns:a16="http://schemas.microsoft.com/office/drawing/2014/main" id="{D3FDFE51-F7CC-4FA9-B74B-09075792F104}"/>
              </a:ext>
            </a:extLst>
          </p:cNvPr>
          <p:cNvSpPr>
            <a:spLocks noGrp="1"/>
          </p:cNvSpPr>
          <p:nvPr/>
        </p:nvSpPr>
        <p:spPr>
          <a:xfrm>
            <a:off x="4147300" y="228688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2" name="12_small_6348">
            <a:extLst>
              <a:ext uri="{FF2B5EF4-FFF2-40B4-BE49-F238E27FC236}">
                <a16:creationId xmlns:a16="http://schemas.microsoft.com/office/drawing/2014/main" id="{BFA0F0DF-11B5-4C29-822E-6D4B39FB36B9}"/>
              </a:ext>
            </a:extLst>
          </p:cNvPr>
          <p:cNvSpPr>
            <a:spLocks noGrp="1"/>
          </p:cNvSpPr>
          <p:nvPr/>
        </p:nvSpPr>
        <p:spPr>
          <a:xfrm>
            <a:off x="411824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3" name="12_small_6349">
            <a:extLst>
              <a:ext uri="{FF2B5EF4-FFF2-40B4-BE49-F238E27FC236}">
                <a16:creationId xmlns:a16="http://schemas.microsoft.com/office/drawing/2014/main" id="{0BACF493-AAAA-451C-98E9-800EFDD4FEBC}"/>
              </a:ext>
            </a:extLst>
          </p:cNvPr>
          <p:cNvSpPr>
            <a:spLocks noGrp="1"/>
          </p:cNvSpPr>
          <p:nvPr/>
        </p:nvSpPr>
        <p:spPr>
          <a:xfrm>
            <a:off x="4182671" y="219304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4" name="12_small_6350">
            <a:extLst>
              <a:ext uri="{FF2B5EF4-FFF2-40B4-BE49-F238E27FC236}">
                <a16:creationId xmlns:a16="http://schemas.microsoft.com/office/drawing/2014/main" id="{0B409B1E-86EC-46F5-8A1E-F4D7D4DF8B9B}"/>
              </a:ext>
            </a:extLst>
          </p:cNvPr>
          <p:cNvSpPr>
            <a:spLocks noGrp="1"/>
          </p:cNvSpPr>
          <p:nvPr/>
        </p:nvSpPr>
        <p:spPr>
          <a:xfrm>
            <a:off x="4173698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5" name="12_small_6351">
            <a:extLst>
              <a:ext uri="{FF2B5EF4-FFF2-40B4-BE49-F238E27FC236}">
                <a16:creationId xmlns:a16="http://schemas.microsoft.com/office/drawing/2014/main" id="{D4C47035-5134-4009-9EBF-90D6B71038AD}"/>
              </a:ext>
            </a:extLst>
          </p:cNvPr>
          <p:cNvSpPr>
            <a:spLocks noGrp="1"/>
          </p:cNvSpPr>
          <p:nvPr/>
        </p:nvSpPr>
        <p:spPr>
          <a:xfrm>
            <a:off x="411614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6" name="12_small_6352">
            <a:extLst>
              <a:ext uri="{FF2B5EF4-FFF2-40B4-BE49-F238E27FC236}">
                <a16:creationId xmlns:a16="http://schemas.microsoft.com/office/drawing/2014/main" id="{4F3B6FCC-E8E4-4740-92B9-23E3AD736754}"/>
              </a:ext>
            </a:extLst>
          </p:cNvPr>
          <p:cNvSpPr>
            <a:spLocks noGrp="1"/>
          </p:cNvSpPr>
          <p:nvPr/>
        </p:nvSpPr>
        <p:spPr>
          <a:xfrm>
            <a:off x="422286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7" name="12_small_6353">
            <a:extLst>
              <a:ext uri="{FF2B5EF4-FFF2-40B4-BE49-F238E27FC236}">
                <a16:creationId xmlns:a16="http://schemas.microsoft.com/office/drawing/2014/main" id="{2D59557D-3939-40D6-B2AA-B8F6759D640E}"/>
              </a:ext>
            </a:extLst>
          </p:cNvPr>
          <p:cNvSpPr>
            <a:spLocks noGrp="1"/>
          </p:cNvSpPr>
          <p:nvPr/>
        </p:nvSpPr>
        <p:spPr>
          <a:xfrm>
            <a:off x="416703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8" name="12_small_6354">
            <a:extLst>
              <a:ext uri="{FF2B5EF4-FFF2-40B4-BE49-F238E27FC236}">
                <a16:creationId xmlns:a16="http://schemas.microsoft.com/office/drawing/2014/main" id="{76A2B966-B638-4F79-8964-8888D5F969D9}"/>
              </a:ext>
            </a:extLst>
          </p:cNvPr>
          <p:cNvSpPr>
            <a:spLocks noGrp="1"/>
          </p:cNvSpPr>
          <p:nvPr/>
        </p:nvSpPr>
        <p:spPr>
          <a:xfrm>
            <a:off x="4248649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89" name="12_small_6355">
            <a:extLst>
              <a:ext uri="{FF2B5EF4-FFF2-40B4-BE49-F238E27FC236}">
                <a16:creationId xmlns:a16="http://schemas.microsoft.com/office/drawing/2014/main" id="{5CD88FCB-E913-4914-9FB9-BBE2E41F43A1}"/>
              </a:ext>
            </a:extLst>
          </p:cNvPr>
          <p:cNvSpPr>
            <a:spLocks noGrp="1"/>
          </p:cNvSpPr>
          <p:nvPr/>
        </p:nvSpPr>
        <p:spPr>
          <a:xfrm>
            <a:off x="416108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0" name="12_small_6356">
            <a:extLst>
              <a:ext uri="{FF2B5EF4-FFF2-40B4-BE49-F238E27FC236}">
                <a16:creationId xmlns:a16="http://schemas.microsoft.com/office/drawing/2014/main" id="{FCEAC541-4EF3-41B2-AFAA-D6E122AB74CA}"/>
              </a:ext>
            </a:extLst>
          </p:cNvPr>
          <p:cNvSpPr>
            <a:spLocks noGrp="1"/>
          </p:cNvSpPr>
          <p:nvPr/>
        </p:nvSpPr>
        <p:spPr>
          <a:xfrm>
            <a:off x="421851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1" name="12_small_6357">
            <a:extLst>
              <a:ext uri="{FF2B5EF4-FFF2-40B4-BE49-F238E27FC236}">
                <a16:creationId xmlns:a16="http://schemas.microsoft.com/office/drawing/2014/main" id="{13CD3F46-6B34-4B64-AA05-2BB20823F2EC}"/>
              </a:ext>
            </a:extLst>
          </p:cNvPr>
          <p:cNvSpPr>
            <a:spLocks noGrp="1"/>
          </p:cNvSpPr>
          <p:nvPr/>
        </p:nvSpPr>
        <p:spPr>
          <a:xfrm>
            <a:off x="415936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2" name="12_small_6358">
            <a:extLst>
              <a:ext uri="{FF2B5EF4-FFF2-40B4-BE49-F238E27FC236}">
                <a16:creationId xmlns:a16="http://schemas.microsoft.com/office/drawing/2014/main" id="{9EF81567-CB3B-41F6-9E7A-DBBA99BBF32F}"/>
              </a:ext>
            </a:extLst>
          </p:cNvPr>
          <p:cNvSpPr>
            <a:spLocks noGrp="1"/>
          </p:cNvSpPr>
          <p:nvPr/>
        </p:nvSpPr>
        <p:spPr>
          <a:xfrm>
            <a:off x="416455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3" name="12_small_6359">
            <a:extLst>
              <a:ext uri="{FF2B5EF4-FFF2-40B4-BE49-F238E27FC236}">
                <a16:creationId xmlns:a16="http://schemas.microsoft.com/office/drawing/2014/main" id="{9BB1BCCE-EE29-418E-AAE0-BD3E1AADD143}"/>
              </a:ext>
            </a:extLst>
          </p:cNvPr>
          <p:cNvSpPr>
            <a:spLocks noGrp="1"/>
          </p:cNvSpPr>
          <p:nvPr/>
        </p:nvSpPr>
        <p:spPr>
          <a:xfrm>
            <a:off x="422308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4" name="12_small_6360">
            <a:extLst>
              <a:ext uri="{FF2B5EF4-FFF2-40B4-BE49-F238E27FC236}">
                <a16:creationId xmlns:a16="http://schemas.microsoft.com/office/drawing/2014/main" id="{D41A638A-1E80-47FC-9F49-8E18A1F3E6C9}"/>
              </a:ext>
            </a:extLst>
          </p:cNvPr>
          <p:cNvSpPr>
            <a:spLocks noGrp="1"/>
          </p:cNvSpPr>
          <p:nvPr/>
        </p:nvSpPr>
        <p:spPr>
          <a:xfrm>
            <a:off x="4123411" y="219304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5" name="12_small_6361">
            <a:extLst>
              <a:ext uri="{FF2B5EF4-FFF2-40B4-BE49-F238E27FC236}">
                <a16:creationId xmlns:a16="http://schemas.microsoft.com/office/drawing/2014/main" id="{D5B756A9-FD82-4954-BE96-BE13AF7CC7BA}"/>
              </a:ext>
            </a:extLst>
          </p:cNvPr>
          <p:cNvSpPr>
            <a:spLocks noGrp="1"/>
          </p:cNvSpPr>
          <p:nvPr/>
        </p:nvSpPr>
        <p:spPr>
          <a:xfrm>
            <a:off x="411994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6" name="12_small_6362">
            <a:extLst>
              <a:ext uri="{FF2B5EF4-FFF2-40B4-BE49-F238E27FC236}">
                <a16:creationId xmlns:a16="http://schemas.microsoft.com/office/drawing/2014/main" id="{F667E20B-8CA4-46C5-9F01-B292FAEC7087}"/>
              </a:ext>
            </a:extLst>
          </p:cNvPr>
          <p:cNvSpPr>
            <a:spLocks noGrp="1"/>
          </p:cNvSpPr>
          <p:nvPr/>
        </p:nvSpPr>
        <p:spPr>
          <a:xfrm>
            <a:off x="424443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7" name="12_small_6363">
            <a:extLst>
              <a:ext uri="{FF2B5EF4-FFF2-40B4-BE49-F238E27FC236}">
                <a16:creationId xmlns:a16="http://schemas.microsoft.com/office/drawing/2014/main" id="{9DE35797-D24B-4D08-B171-D5D6B4A47768}"/>
              </a:ext>
            </a:extLst>
          </p:cNvPr>
          <p:cNvSpPr>
            <a:spLocks noGrp="1"/>
          </p:cNvSpPr>
          <p:nvPr/>
        </p:nvSpPr>
        <p:spPr>
          <a:xfrm>
            <a:off x="411929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8" name="12_small_6364">
            <a:extLst>
              <a:ext uri="{FF2B5EF4-FFF2-40B4-BE49-F238E27FC236}">
                <a16:creationId xmlns:a16="http://schemas.microsoft.com/office/drawing/2014/main" id="{037DE65A-4D09-40F0-B933-D96BD4918082}"/>
              </a:ext>
            </a:extLst>
          </p:cNvPr>
          <p:cNvSpPr>
            <a:spLocks noGrp="1"/>
          </p:cNvSpPr>
          <p:nvPr/>
        </p:nvSpPr>
        <p:spPr>
          <a:xfrm>
            <a:off x="416616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399" name="12_small_6365">
            <a:extLst>
              <a:ext uri="{FF2B5EF4-FFF2-40B4-BE49-F238E27FC236}">
                <a16:creationId xmlns:a16="http://schemas.microsoft.com/office/drawing/2014/main" id="{75C00896-EB21-4C03-BB23-A165F9EB2F00}"/>
              </a:ext>
            </a:extLst>
          </p:cNvPr>
          <p:cNvSpPr>
            <a:spLocks noGrp="1"/>
          </p:cNvSpPr>
          <p:nvPr/>
        </p:nvSpPr>
        <p:spPr>
          <a:xfrm>
            <a:off x="418300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0" name="12_small_6366">
            <a:extLst>
              <a:ext uri="{FF2B5EF4-FFF2-40B4-BE49-F238E27FC236}">
                <a16:creationId xmlns:a16="http://schemas.microsoft.com/office/drawing/2014/main" id="{DD0A4B6E-A6D8-4FD2-A8FE-64370611B1AF}"/>
              </a:ext>
            </a:extLst>
          </p:cNvPr>
          <p:cNvSpPr>
            <a:spLocks noGrp="1"/>
          </p:cNvSpPr>
          <p:nvPr/>
        </p:nvSpPr>
        <p:spPr>
          <a:xfrm>
            <a:off x="413439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1" name="12_small_6367">
            <a:extLst>
              <a:ext uri="{FF2B5EF4-FFF2-40B4-BE49-F238E27FC236}">
                <a16:creationId xmlns:a16="http://schemas.microsoft.com/office/drawing/2014/main" id="{12DD119E-48C5-4788-9C3C-DCC2B4708767}"/>
              </a:ext>
            </a:extLst>
          </p:cNvPr>
          <p:cNvSpPr>
            <a:spLocks noGrp="1"/>
          </p:cNvSpPr>
          <p:nvPr/>
        </p:nvSpPr>
        <p:spPr>
          <a:xfrm>
            <a:off x="416589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2" name="12_small_6368">
            <a:extLst>
              <a:ext uri="{FF2B5EF4-FFF2-40B4-BE49-F238E27FC236}">
                <a16:creationId xmlns:a16="http://schemas.microsoft.com/office/drawing/2014/main" id="{50A7E79B-7AB6-46B0-B64E-CAF9CA7905CB}"/>
              </a:ext>
            </a:extLst>
          </p:cNvPr>
          <p:cNvSpPr>
            <a:spLocks noGrp="1"/>
          </p:cNvSpPr>
          <p:nvPr/>
        </p:nvSpPr>
        <p:spPr>
          <a:xfrm>
            <a:off x="415835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3" name="12_small_6369">
            <a:extLst>
              <a:ext uri="{FF2B5EF4-FFF2-40B4-BE49-F238E27FC236}">
                <a16:creationId xmlns:a16="http://schemas.microsoft.com/office/drawing/2014/main" id="{0FF09725-FF45-4565-84E7-AB50E10DE22C}"/>
              </a:ext>
            </a:extLst>
          </p:cNvPr>
          <p:cNvSpPr>
            <a:spLocks noGrp="1"/>
          </p:cNvSpPr>
          <p:nvPr/>
        </p:nvSpPr>
        <p:spPr>
          <a:xfrm>
            <a:off x="424888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4" name="12_small_6370">
            <a:extLst>
              <a:ext uri="{FF2B5EF4-FFF2-40B4-BE49-F238E27FC236}">
                <a16:creationId xmlns:a16="http://schemas.microsoft.com/office/drawing/2014/main" id="{10BA01B9-3F6C-4951-A234-8D6E6A2F7332}"/>
              </a:ext>
            </a:extLst>
          </p:cNvPr>
          <p:cNvSpPr>
            <a:spLocks noGrp="1"/>
          </p:cNvSpPr>
          <p:nvPr/>
        </p:nvSpPr>
        <p:spPr>
          <a:xfrm>
            <a:off x="4199588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5" name="12_small_6371">
            <a:extLst>
              <a:ext uri="{FF2B5EF4-FFF2-40B4-BE49-F238E27FC236}">
                <a16:creationId xmlns:a16="http://schemas.microsoft.com/office/drawing/2014/main" id="{98A9CB1A-5B46-4D23-B6FC-175FD07B281A}"/>
              </a:ext>
            </a:extLst>
          </p:cNvPr>
          <p:cNvSpPr>
            <a:spLocks noGrp="1"/>
          </p:cNvSpPr>
          <p:nvPr/>
        </p:nvSpPr>
        <p:spPr>
          <a:xfrm>
            <a:off x="4196473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6" name="12_small_6372">
            <a:extLst>
              <a:ext uri="{FF2B5EF4-FFF2-40B4-BE49-F238E27FC236}">
                <a16:creationId xmlns:a16="http://schemas.microsoft.com/office/drawing/2014/main" id="{D09A6C6E-EEA0-4863-A7F5-4239807FB9C6}"/>
              </a:ext>
            </a:extLst>
          </p:cNvPr>
          <p:cNvSpPr>
            <a:spLocks noGrp="1"/>
          </p:cNvSpPr>
          <p:nvPr/>
        </p:nvSpPr>
        <p:spPr>
          <a:xfrm>
            <a:off x="4237002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7" name="12_small_6373">
            <a:extLst>
              <a:ext uri="{FF2B5EF4-FFF2-40B4-BE49-F238E27FC236}">
                <a16:creationId xmlns:a16="http://schemas.microsoft.com/office/drawing/2014/main" id="{0A3C2EBF-3A2B-4121-BD38-6A03653B887D}"/>
              </a:ext>
            </a:extLst>
          </p:cNvPr>
          <p:cNvSpPr>
            <a:spLocks noGrp="1"/>
          </p:cNvSpPr>
          <p:nvPr/>
        </p:nvSpPr>
        <p:spPr>
          <a:xfrm>
            <a:off x="417676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8" name="12_small_6374">
            <a:extLst>
              <a:ext uri="{FF2B5EF4-FFF2-40B4-BE49-F238E27FC236}">
                <a16:creationId xmlns:a16="http://schemas.microsoft.com/office/drawing/2014/main" id="{424A81D8-1BBB-4CAE-81AB-6DEB1EB8B130}"/>
              </a:ext>
            </a:extLst>
          </p:cNvPr>
          <p:cNvSpPr>
            <a:spLocks noGrp="1"/>
          </p:cNvSpPr>
          <p:nvPr/>
        </p:nvSpPr>
        <p:spPr>
          <a:xfrm>
            <a:off x="42520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09" name="12_small_6375">
            <a:extLst>
              <a:ext uri="{FF2B5EF4-FFF2-40B4-BE49-F238E27FC236}">
                <a16:creationId xmlns:a16="http://schemas.microsoft.com/office/drawing/2014/main" id="{D52A2A4C-5E2F-4F93-9C84-7E739E7E5306}"/>
              </a:ext>
            </a:extLst>
          </p:cNvPr>
          <p:cNvSpPr>
            <a:spLocks noGrp="1"/>
          </p:cNvSpPr>
          <p:nvPr/>
        </p:nvSpPr>
        <p:spPr>
          <a:xfrm>
            <a:off x="4219420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0" name="12_small_6376">
            <a:extLst>
              <a:ext uri="{FF2B5EF4-FFF2-40B4-BE49-F238E27FC236}">
                <a16:creationId xmlns:a16="http://schemas.microsoft.com/office/drawing/2014/main" id="{032E5B86-190B-4FCF-A525-A24A294BF547}"/>
              </a:ext>
            </a:extLst>
          </p:cNvPr>
          <p:cNvSpPr>
            <a:spLocks noGrp="1"/>
          </p:cNvSpPr>
          <p:nvPr/>
        </p:nvSpPr>
        <p:spPr>
          <a:xfrm>
            <a:off x="415131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1" name="12_small_6377">
            <a:extLst>
              <a:ext uri="{FF2B5EF4-FFF2-40B4-BE49-F238E27FC236}">
                <a16:creationId xmlns:a16="http://schemas.microsoft.com/office/drawing/2014/main" id="{1FEA8AF8-2B20-4ED2-9A6A-02027851D881}"/>
              </a:ext>
            </a:extLst>
          </p:cNvPr>
          <p:cNvSpPr>
            <a:spLocks noGrp="1"/>
          </p:cNvSpPr>
          <p:nvPr/>
        </p:nvSpPr>
        <p:spPr>
          <a:xfrm>
            <a:off x="4113978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2" name="12_small_6378">
            <a:extLst>
              <a:ext uri="{FF2B5EF4-FFF2-40B4-BE49-F238E27FC236}">
                <a16:creationId xmlns:a16="http://schemas.microsoft.com/office/drawing/2014/main" id="{3851BE66-A925-4D31-9672-230EED0EF25A}"/>
              </a:ext>
            </a:extLst>
          </p:cNvPr>
          <p:cNvSpPr>
            <a:spLocks noGrp="1"/>
          </p:cNvSpPr>
          <p:nvPr/>
        </p:nvSpPr>
        <p:spPr>
          <a:xfrm>
            <a:off x="4239461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3" name="12_small_6379">
            <a:extLst>
              <a:ext uri="{FF2B5EF4-FFF2-40B4-BE49-F238E27FC236}">
                <a16:creationId xmlns:a16="http://schemas.microsoft.com/office/drawing/2014/main" id="{79DE2346-EF66-49A2-8A09-A51C4F3EB31B}"/>
              </a:ext>
            </a:extLst>
          </p:cNvPr>
          <p:cNvSpPr>
            <a:spLocks noGrp="1"/>
          </p:cNvSpPr>
          <p:nvPr/>
        </p:nvSpPr>
        <p:spPr>
          <a:xfrm>
            <a:off x="425528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4" name="12_small_6380">
            <a:extLst>
              <a:ext uri="{FF2B5EF4-FFF2-40B4-BE49-F238E27FC236}">
                <a16:creationId xmlns:a16="http://schemas.microsoft.com/office/drawing/2014/main" id="{80409391-93B3-4E47-80F4-FC32624E868B}"/>
              </a:ext>
            </a:extLst>
          </p:cNvPr>
          <p:cNvSpPr>
            <a:spLocks noGrp="1"/>
          </p:cNvSpPr>
          <p:nvPr/>
        </p:nvSpPr>
        <p:spPr>
          <a:xfrm>
            <a:off x="4190591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5" name="12_small_6381">
            <a:extLst>
              <a:ext uri="{FF2B5EF4-FFF2-40B4-BE49-F238E27FC236}">
                <a16:creationId xmlns:a16="http://schemas.microsoft.com/office/drawing/2014/main" id="{E58A0D45-E3F6-4911-B181-3FE2C084B732}"/>
              </a:ext>
            </a:extLst>
          </p:cNvPr>
          <p:cNvSpPr>
            <a:spLocks noGrp="1"/>
          </p:cNvSpPr>
          <p:nvPr/>
        </p:nvSpPr>
        <p:spPr>
          <a:xfrm>
            <a:off x="423467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6" name="12_small_6382">
            <a:extLst>
              <a:ext uri="{FF2B5EF4-FFF2-40B4-BE49-F238E27FC236}">
                <a16:creationId xmlns:a16="http://schemas.microsoft.com/office/drawing/2014/main" id="{EB6F321A-C9F4-4CE0-A30E-CB9DF65779B5}"/>
              </a:ext>
            </a:extLst>
          </p:cNvPr>
          <p:cNvSpPr>
            <a:spLocks noGrp="1"/>
          </p:cNvSpPr>
          <p:nvPr/>
        </p:nvSpPr>
        <p:spPr>
          <a:xfrm>
            <a:off x="422932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7" name="12_small_6383">
            <a:extLst>
              <a:ext uri="{FF2B5EF4-FFF2-40B4-BE49-F238E27FC236}">
                <a16:creationId xmlns:a16="http://schemas.microsoft.com/office/drawing/2014/main" id="{47BEE2B9-7CB9-48BC-8D1E-0FD7238677E5}"/>
              </a:ext>
            </a:extLst>
          </p:cNvPr>
          <p:cNvSpPr>
            <a:spLocks noGrp="1"/>
          </p:cNvSpPr>
          <p:nvPr/>
        </p:nvSpPr>
        <p:spPr>
          <a:xfrm>
            <a:off x="413711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8" name="12_small_6384">
            <a:extLst>
              <a:ext uri="{FF2B5EF4-FFF2-40B4-BE49-F238E27FC236}">
                <a16:creationId xmlns:a16="http://schemas.microsoft.com/office/drawing/2014/main" id="{9A368026-B273-4BA0-A9E2-DEB8C469483C}"/>
              </a:ext>
            </a:extLst>
          </p:cNvPr>
          <p:cNvSpPr>
            <a:spLocks noGrp="1"/>
          </p:cNvSpPr>
          <p:nvPr/>
        </p:nvSpPr>
        <p:spPr>
          <a:xfrm>
            <a:off x="419786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19" name="12_small_6385">
            <a:extLst>
              <a:ext uri="{FF2B5EF4-FFF2-40B4-BE49-F238E27FC236}">
                <a16:creationId xmlns:a16="http://schemas.microsoft.com/office/drawing/2014/main" id="{49D22FFA-265B-43B6-B870-9A900D738D96}"/>
              </a:ext>
            </a:extLst>
          </p:cNvPr>
          <p:cNvSpPr>
            <a:spLocks noGrp="1"/>
          </p:cNvSpPr>
          <p:nvPr/>
        </p:nvSpPr>
        <p:spPr>
          <a:xfrm>
            <a:off x="420213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0" name="12_small_6386">
            <a:extLst>
              <a:ext uri="{FF2B5EF4-FFF2-40B4-BE49-F238E27FC236}">
                <a16:creationId xmlns:a16="http://schemas.microsoft.com/office/drawing/2014/main" id="{3E897CBA-7F68-4D18-BB80-2E4CE686DDA4}"/>
              </a:ext>
            </a:extLst>
          </p:cNvPr>
          <p:cNvSpPr>
            <a:spLocks noGrp="1"/>
          </p:cNvSpPr>
          <p:nvPr/>
        </p:nvSpPr>
        <p:spPr>
          <a:xfrm>
            <a:off x="423861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1" name="12_small_6387">
            <a:extLst>
              <a:ext uri="{FF2B5EF4-FFF2-40B4-BE49-F238E27FC236}">
                <a16:creationId xmlns:a16="http://schemas.microsoft.com/office/drawing/2014/main" id="{277F063C-24C4-47B3-A17B-54F4C1BFABCE}"/>
              </a:ext>
            </a:extLst>
          </p:cNvPr>
          <p:cNvSpPr>
            <a:spLocks noGrp="1"/>
          </p:cNvSpPr>
          <p:nvPr/>
        </p:nvSpPr>
        <p:spPr>
          <a:xfrm>
            <a:off x="425055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2" name="12_small_6388">
            <a:extLst>
              <a:ext uri="{FF2B5EF4-FFF2-40B4-BE49-F238E27FC236}">
                <a16:creationId xmlns:a16="http://schemas.microsoft.com/office/drawing/2014/main" id="{3C3592CB-91A1-4F0C-A3A8-422E32830BEF}"/>
              </a:ext>
            </a:extLst>
          </p:cNvPr>
          <p:cNvSpPr>
            <a:spLocks noGrp="1"/>
          </p:cNvSpPr>
          <p:nvPr/>
        </p:nvSpPr>
        <p:spPr>
          <a:xfrm>
            <a:off x="424355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3" name="12_small_6389">
            <a:extLst>
              <a:ext uri="{FF2B5EF4-FFF2-40B4-BE49-F238E27FC236}">
                <a16:creationId xmlns:a16="http://schemas.microsoft.com/office/drawing/2014/main" id="{CA214EB5-19C0-42E7-9BC9-9C50B2206C8D}"/>
              </a:ext>
            </a:extLst>
          </p:cNvPr>
          <p:cNvSpPr>
            <a:spLocks noGrp="1"/>
          </p:cNvSpPr>
          <p:nvPr/>
        </p:nvSpPr>
        <p:spPr>
          <a:xfrm>
            <a:off x="4185305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4" name="12_small_6390">
            <a:extLst>
              <a:ext uri="{FF2B5EF4-FFF2-40B4-BE49-F238E27FC236}">
                <a16:creationId xmlns:a16="http://schemas.microsoft.com/office/drawing/2014/main" id="{0FD6BEA2-46AB-4C5E-A355-671D5329986C}"/>
              </a:ext>
            </a:extLst>
          </p:cNvPr>
          <p:cNvSpPr>
            <a:spLocks noGrp="1"/>
          </p:cNvSpPr>
          <p:nvPr/>
        </p:nvSpPr>
        <p:spPr>
          <a:xfrm>
            <a:off x="4229531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5" name="12_small_6391">
            <a:extLst>
              <a:ext uri="{FF2B5EF4-FFF2-40B4-BE49-F238E27FC236}">
                <a16:creationId xmlns:a16="http://schemas.microsoft.com/office/drawing/2014/main" id="{0F282A94-3091-4343-B069-6F7EB8E4427A}"/>
              </a:ext>
            </a:extLst>
          </p:cNvPr>
          <p:cNvSpPr>
            <a:spLocks noGrp="1"/>
          </p:cNvSpPr>
          <p:nvPr/>
        </p:nvSpPr>
        <p:spPr>
          <a:xfrm>
            <a:off x="4210134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6" name="12_small_6392">
            <a:extLst>
              <a:ext uri="{FF2B5EF4-FFF2-40B4-BE49-F238E27FC236}">
                <a16:creationId xmlns:a16="http://schemas.microsoft.com/office/drawing/2014/main" id="{0DE2E4F4-8A4F-4F05-A455-7157E8C7AE75}"/>
              </a:ext>
            </a:extLst>
          </p:cNvPr>
          <p:cNvSpPr>
            <a:spLocks noGrp="1"/>
          </p:cNvSpPr>
          <p:nvPr/>
        </p:nvSpPr>
        <p:spPr>
          <a:xfrm>
            <a:off x="4149983" y="24352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7" name="12_small_6393">
            <a:extLst>
              <a:ext uri="{FF2B5EF4-FFF2-40B4-BE49-F238E27FC236}">
                <a16:creationId xmlns:a16="http://schemas.microsoft.com/office/drawing/2014/main" id="{10A800AB-E4DC-48AB-A1CA-99B69C0C3B2C}"/>
              </a:ext>
            </a:extLst>
          </p:cNvPr>
          <p:cNvSpPr>
            <a:spLocks noGrp="1"/>
          </p:cNvSpPr>
          <p:nvPr/>
        </p:nvSpPr>
        <p:spPr>
          <a:xfrm>
            <a:off x="4132730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8" name="12_small_6394">
            <a:extLst>
              <a:ext uri="{FF2B5EF4-FFF2-40B4-BE49-F238E27FC236}">
                <a16:creationId xmlns:a16="http://schemas.microsoft.com/office/drawing/2014/main" id="{CDF9F9DA-2C34-460B-BB0E-0B97B51D6822}"/>
              </a:ext>
            </a:extLst>
          </p:cNvPr>
          <p:cNvSpPr>
            <a:spLocks noGrp="1"/>
          </p:cNvSpPr>
          <p:nvPr/>
        </p:nvSpPr>
        <p:spPr>
          <a:xfrm>
            <a:off x="419396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29" name="12_small_6395">
            <a:extLst>
              <a:ext uri="{FF2B5EF4-FFF2-40B4-BE49-F238E27FC236}">
                <a16:creationId xmlns:a16="http://schemas.microsoft.com/office/drawing/2014/main" id="{7AAAA784-2D77-441A-9F13-F399636FC78D}"/>
              </a:ext>
            </a:extLst>
          </p:cNvPr>
          <p:cNvSpPr>
            <a:spLocks noGrp="1"/>
          </p:cNvSpPr>
          <p:nvPr/>
        </p:nvSpPr>
        <p:spPr>
          <a:xfrm>
            <a:off x="421296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0" name="12_small_6396">
            <a:extLst>
              <a:ext uri="{FF2B5EF4-FFF2-40B4-BE49-F238E27FC236}">
                <a16:creationId xmlns:a16="http://schemas.microsoft.com/office/drawing/2014/main" id="{D747CA49-3541-46D3-9B4D-7C332BE9E3D6}"/>
              </a:ext>
            </a:extLst>
          </p:cNvPr>
          <p:cNvSpPr>
            <a:spLocks noGrp="1"/>
          </p:cNvSpPr>
          <p:nvPr/>
        </p:nvSpPr>
        <p:spPr>
          <a:xfrm>
            <a:off x="422774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1" name="12_small_6397">
            <a:extLst>
              <a:ext uri="{FF2B5EF4-FFF2-40B4-BE49-F238E27FC236}">
                <a16:creationId xmlns:a16="http://schemas.microsoft.com/office/drawing/2014/main" id="{E42F072C-8500-4BDC-83CB-4AD15D3FC360}"/>
              </a:ext>
            </a:extLst>
          </p:cNvPr>
          <p:cNvSpPr>
            <a:spLocks noGrp="1"/>
          </p:cNvSpPr>
          <p:nvPr/>
        </p:nvSpPr>
        <p:spPr>
          <a:xfrm>
            <a:off x="419713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2" name="12_small_6398">
            <a:extLst>
              <a:ext uri="{FF2B5EF4-FFF2-40B4-BE49-F238E27FC236}">
                <a16:creationId xmlns:a16="http://schemas.microsoft.com/office/drawing/2014/main" id="{81106CDD-BA95-4C2D-B5F5-010ABC459922}"/>
              </a:ext>
            </a:extLst>
          </p:cNvPr>
          <p:cNvSpPr>
            <a:spLocks noGrp="1"/>
          </p:cNvSpPr>
          <p:nvPr/>
        </p:nvSpPr>
        <p:spPr>
          <a:xfrm>
            <a:off x="415739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3" name="12_small_6399">
            <a:extLst>
              <a:ext uri="{FF2B5EF4-FFF2-40B4-BE49-F238E27FC236}">
                <a16:creationId xmlns:a16="http://schemas.microsoft.com/office/drawing/2014/main" id="{78DEE53B-0673-4633-9B7F-A1605B328788}"/>
              </a:ext>
            </a:extLst>
          </p:cNvPr>
          <p:cNvSpPr>
            <a:spLocks noGrp="1"/>
          </p:cNvSpPr>
          <p:nvPr/>
        </p:nvSpPr>
        <p:spPr>
          <a:xfrm>
            <a:off x="425109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4" name="12_small_6400">
            <a:extLst>
              <a:ext uri="{FF2B5EF4-FFF2-40B4-BE49-F238E27FC236}">
                <a16:creationId xmlns:a16="http://schemas.microsoft.com/office/drawing/2014/main" id="{E50F9B58-DAA2-4758-BE15-34DFE559A476}"/>
              </a:ext>
            </a:extLst>
          </p:cNvPr>
          <p:cNvSpPr>
            <a:spLocks noGrp="1"/>
          </p:cNvSpPr>
          <p:nvPr/>
        </p:nvSpPr>
        <p:spPr>
          <a:xfrm>
            <a:off x="4230542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5" name="12_small_6401">
            <a:extLst>
              <a:ext uri="{FF2B5EF4-FFF2-40B4-BE49-F238E27FC236}">
                <a16:creationId xmlns:a16="http://schemas.microsoft.com/office/drawing/2014/main" id="{5AEC2B85-2815-4CA4-A1B7-0EB254E82B17}"/>
              </a:ext>
            </a:extLst>
          </p:cNvPr>
          <p:cNvSpPr>
            <a:spLocks noGrp="1"/>
          </p:cNvSpPr>
          <p:nvPr/>
        </p:nvSpPr>
        <p:spPr>
          <a:xfrm>
            <a:off x="425897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6" name="12_small_6402">
            <a:extLst>
              <a:ext uri="{FF2B5EF4-FFF2-40B4-BE49-F238E27FC236}">
                <a16:creationId xmlns:a16="http://schemas.microsoft.com/office/drawing/2014/main" id="{4AEC2721-0060-4123-927A-2F6D91F960E2}"/>
              </a:ext>
            </a:extLst>
          </p:cNvPr>
          <p:cNvSpPr>
            <a:spLocks noGrp="1"/>
          </p:cNvSpPr>
          <p:nvPr/>
        </p:nvSpPr>
        <p:spPr>
          <a:xfrm>
            <a:off x="4258969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7" name="12_small_6403">
            <a:extLst>
              <a:ext uri="{FF2B5EF4-FFF2-40B4-BE49-F238E27FC236}">
                <a16:creationId xmlns:a16="http://schemas.microsoft.com/office/drawing/2014/main" id="{6005CE42-9221-4721-BE0A-8EB54F39396C}"/>
              </a:ext>
            </a:extLst>
          </p:cNvPr>
          <p:cNvSpPr>
            <a:spLocks noGrp="1"/>
          </p:cNvSpPr>
          <p:nvPr/>
        </p:nvSpPr>
        <p:spPr>
          <a:xfrm>
            <a:off x="417862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8" name="12_small_6404">
            <a:extLst>
              <a:ext uri="{FF2B5EF4-FFF2-40B4-BE49-F238E27FC236}">
                <a16:creationId xmlns:a16="http://schemas.microsoft.com/office/drawing/2014/main" id="{3BAAE043-38F4-4969-A4BB-A77CB9F3FFF3}"/>
              </a:ext>
            </a:extLst>
          </p:cNvPr>
          <p:cNvSpPr>
            <a:spLocks noGrp="1"/>
          </p:cNvSpPr>
          <p:nvPr/>
        </p:nvSpPr>
        <p:spPr>
          <a:xfrm>
            <a:off x="419214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39" name="12_small_6405">
            <a:extLst>
              <a:ext uri="{FF2B5EF4-FFF2-40B4-BE49-F238E27FC236}">
                <a16:creationId xmlns:a16="http://schemas.microsoft.com/office/drawing/2014/main" id="{86D96FC7-36A4-48F4-A302-1751C1D53C07}"/>
              </a:ext>
            </a:extLst>
          </p:cNvPr>
          <p:cNvSpPr>
            <a:spLocks noGrp="1"/>
          </p:cNvSpPr>
          <p:nvPr/>
        </p:nvSpPr>
        <p:spPr>
          <a:xfrm>
            <a:off x="414984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0" name="12_small_6406">
            <a:extLst>
              <a:ext uri="{FF2B5EF4-FFF2-40B4-BE49-F238E27FC236}">
                <a16:creationId xmlns:a16="http://schemas.microsoft.com/office/drawing/2014/main" id="{26088C1A-3E83-451B-8574-27541251EB4D}"/>
              </a:ext>
            </a:extLst>
          </p:cNvPr>
          <p:cNvSpPr>
            <a:spLocks noGrp="1"/>
          </p:cNvSpPr>
          <p:nvPr/>
        </p:nvSpPr>
        <p:spPr>
          <a:xfrm>
            <a:off x="4544801" y="1769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1" name="12_small_6407">
            <a:extLst>
              <a:ext uri="{FF2B5EF4-FFF2-40B4-BE49-F238E27FC236}">
                <a16:creationId xmlns:a16="http://schemas.microsoft.com/office/drawing/2014/main" id="{E104887B-09DA-4A04-B258-71B11A11BF26}"/>
              </a:ext>
            </a:extLst>
          </p:cNvPr>
          <p:cNvSpPr>
            <a:spLocks noGrp="1"/>
          </p:cNvSpPr>
          <p:nvPr/>
        </p:nvSpPr>
        <p:spPr>
          <a:xfrm>
            <a:off x="464908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2" name="12_small_6408">
            <a:extLst>
              <a:ext uri="{FF2B5EF4-FFF2-40B4-BE49-F238E27FC236}">
                <a16:creationId xmlns:a16="http://schemas.microsoft.com/office/drawing/2014/main" id="{638CAECF-AE3A-4C93-B920-4E0BD18762E8}"/>
              </a:ext>
            </a:extLst>
          </p:cNvPr>
          <p:cNvSpPr>
            <a:spLocks noGrp="1"/>
          </p:cNvSpPr>
          <p:nvPr/>
        </p:nvSpPr>
        <p:spPr>
          <a:xfrm>
            <a:off x="464752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3" name="12_small_6409">
            <a:extLst>
              <a:ext uri="{FF2B5EF4-FFF2-40B4-BE49-F238E27FC236}">
                <a16:creationId xmlns:a16="http://schemas.microsoft.com/office/drawing/2014/main" id="{0E768BF4-FD5B-479F-9501-C3AA083371F9}"/>
              </a:ext>
            </a:extLst>
          </p:cNvPr>
          <p:cNvSpPr>
            <a:spLocks noGrp="1"/>
          </p:cNvSpPr>
          <p:nvPr/>
        </p:nvSpPr>
        <p:spPr>
          <a:xfrm>
            <a:off x="456822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4" name="12_small_6410">
            <a:extLst>
              <a:ext uri="{FF2B5EF4-FFF2-40B4-BE49-F238E27FC236}">
                <a16:creationId xmlns:a16="http://schemas.microsoft.com/office/drawing/2014/main" id="{47999624-F59E-4A9E-B7A9-22E23751AB95}"/>
              </a:ext>
            </a:extLst>
          </p:cNvPr>
          <p:cNvSpPr>
            <a:spLocks noGrp="1"/>
          </p:cNvSpPr>
          <p:nvPr/>
        </p:nvSpPr>
        <p:spPr>
          <a:xfrm>
            <a:off x="4650402" y="196132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5" name="12_small_6411">
            <a:extLst>
              <a:ext uri="{FF2B5EF4-FFF2-40B4-BE49-F238E27FC236}">
                <a16:creationId xmlns:a16="http://schemas.microsoft.com/office/drawing/2014/main" id="{ECD5D18A-0D1D-4E24-95B6-0D32A7D1088B}"/>
              </a:ext>
            </a:extLst>
          </p:cNvPr>
          <p:cNvSpPr>
            <a:spLocks noGrp="1"/>
          </p:cNvSpPr>
          <p:nvPr/>
        </p:nvSpPr>
        <p:spPr>
          <a:xfrm>
            <a:off x="4620023" y="181769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6" name="12_small_6412">
            <a:extLst>
              <a:ext uri="{FF2B5EF4-FFF2-40B4-BE49-F238E27FC236}">
                <a16:creationId xmlns:a16="http://schemas.microsoft.com/office/drawing/2014/main" id="{1EEFD9B3-0AEF-4534-BB57-89D3896787A7}"/>
              </a:ext>
            </a:extLst>
          </p:cNvPr>
          <p:cNvSpPr>
            <a:spLocks noGrp="1"/>
          </p:cNvSpPr>
          <p:nvPr/>
        </p:nvSpPr>
        <p:spPr>
          <a:xfrm>
            <a:off x="452746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7" name="12_small_6413">
            <a:extLst>
              <a:ext uri="{FF2B5EF4-FFF2-40B4-BE49-F238E27FC236}">
                <a16:creationId xmlns:a16="http://schemas.microsoft.com/office/drawing/2014/main" id="{17A243FF-8AB0-4F7F-BFE8-7753E736025B}"/>
              </a:ext>
            </a:extLst>
          </p:cNvPr>
          <p:cNvSpPr>
            <a:spLocks noGrp="1"/>
          </p:cNvSpPr>
          <p:nvPr/>
        </p:nvSpPr>
        <p:spPr>
          <a:xfrm>
            <a:off x="4559735" y="245724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8" name="12_small_6414">
            <a:extLst>
              <a:ext uri="{FF2B5EF4-FFF2-40B4-BE49-F238E27FC236}">
                <a16:creationId xmlns:a16="http://schemas.microsoft.com/office/drawing/2014/main" id="{47D86975-981C-4E07-AF1B-2A45A961D566}"/>
              </a:ext>
            </a:extLst>
          </p:cNvPr>
          <p:cNvSpPr>
            <a:spLocks noGrp="1"/>
          </p:cNvSpPr>
          <p:nvPr/>
        </p:nvSpPr>
        <p:spPr>
          <a:xfrm>
            <a:off x="457664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49" name="12_small_6415">
            <a:extLst>
              <a:ext uri="{FF2B5EF4-FFF2-40B4-BE49-F238E27FC236}">
                <a16:creationId xmlns:a16="http://schemas.microsoft.com/office/drawing/2014/main" id="{6593BC8F-26AB-48FA-8518-1DA477789983}"/>
              </a:ext>
            </a:extLst>
          </p:cNvPr>
          <p:cNvSpPr>
            <a:spLocks noGrp="1"/>
          </p:cNvSpPr>
          <p:nvPr/>
        </p:nvSpPr>
        <p:spPr>
          <a:xfrm>
            <a:off x="456146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0" name="12_small_6416">
            <a:extLst>
              <a:ext uri="{FF2B5EF4-FFF2-40B4-BE49-F238E27FC236}">
                <a16:creationId xmlns:a16="http://schemas.microsoft.com/office/drawing/2014/main" id="{A3BB8444-6F44-4635-8687-D137718272D8}"/>
              </a:ext>
            </a:extLst>
          </p:cNvPr>
          <p:cNvSpPr>
            <a:spLocks noGrp="1"/>
          </p:cNvSpPr>
          <p:nvPr/>
        </p:nvSpPr>
        <p:spPr>
          <a:xfrm>
            <a:off x="461531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1" name="12_small_6417">
            <a:extLst>
              <a:ext uri="{FF2B5EF4-FFF2-40B4-BE49-F238E27FC236}">
                <a16:creationId xmlns:a16="http://schemas.microsoft.com/office/drawing/2014/main" id="{6023F6B2-3ACF-44AA-8D06-87DBFB33E809}"/>
              </a:ext>
            </a:extLst>
          </p:cNvPr>
          <p:cNvSpPr>
            <a:spLocks noGrp="1"/>
          </p:cNvSpPr>
          <p:nvPr/>
        </p:nvSpPr>
        <p:spPr>
          <a:xfrm>
            <a:off x="452022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2" name="12_small_6418">
            <a:extLst>
              <a:ext uri="{FF2B5EF4-FFF2-40B4-BE49-F238E27FC236}">
                <a16:creationId xmlns:a16="http://schemas.microsoft.com/office/drawing/2014/main" id="{20951340-9F97-4841-8970-BC1558D9455B}"/>
              </a:ext>
            </a:extLst>
          </p:cNvPr>
          <p:cNvSpPr>
            <a:spLocks noGrp="1"/>
          </p:cNvSpPr>
          <p:nvPr/>
        </p:nvSpPr>
        <p:spPr>
          <a:xfrm>
            <a:off x="45606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3" name="12_small_6419">
            <a:extLst>
              <a:ext uri="{FF2B5EF4-FFF2-40B4-BE49-F238E27FC236}">
                <a16:creationId xmlns:a16="http://schemas.microsoft.com/office/drawing/2014/main" id="{A4F79673-4DB6-4AFE-8E25-B6C3071FF8CA}"/>
              </a:ext>
            </a:extLst>
          </p:cNvPr>
          <p:cNvSpPr>
            <a:spLocks noGrp="1"/>
          </p:cNvSpPr>
          <p:nvPr/>
        </p:nvSpPr>
        <p:spPr>
          <a:xfrm>
            <a:off x="451482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4" name="12_small_6420">
            <a:extLst>
              <a:ext uri="{FF2B5EF4-FFF2-40B4-BE49-F238E27FC236}">
                <a16:creationId xmlns:a16="http://schemas.microsoft.com/office/drawing/2014/main" id="{5C77ABC0-E017-4C23-86D0-CC1B2D51A3CF}"/>
              </a:ext>
            </a:extLst>
          </p:cNvPr>
          <p:cNvSpPr>
            <a:spLocks noGrp="1"/>
          </p:cNvSpPr>
          <p:nvPr/>
        </p:nvSpPr>
        <p:spPr>
          <a:xfrm>
            <a:off x="46445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5" name="12_small_6421">
            <a:extLst>
              <a:ext uri="{FF2B5EF4-FFF2-40B4-BE49-F238E27FC236}">
                <a16:creationId xmlns:a16="http://schemas.microsoft.com/office/drawing/2014/main" id="{9E2D4273-B432-4B42-8A35-3B583C9BA29F}"/>
              </a:ext>
            </a:extLst>
          </p:cNvPr>
          <p:cNvSpPr>
            <a:spLocks noGrp="1"/>
          </p:cNvSpPr>
          <p:nvPr/>
        </p:nvSpPr>
        <p:spPr>
          <a:xfrm>
            <a:off x="4537422" y="244700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6" name="12_small_6422">
            <a:extLst>
              <a:ext uri="{FF2B5EF4-FFF2-40B4-BE49-F238E27FC236}">
                <a16:creationId xmlns:a16="http://schemas.microsoft.com/office/drawing/2014/main" id="{E8181BFA-F205-490D-BDE0-22B44775A615}"/>
              </a:ext>
            </a:extLst>
          </p:cNvPr>
          <p:cNvSpPr>
            <a:spLocks noGrp="1"/>
          </p:cNvSpPr>
          <p:nvPr/>
        </p:nvSpPr>
        <p:spPr>
          <a:xfrm>
            <a:off x="4532088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7" name="12_small_6423">
            <a:extLst>
              <a:ext uri="{FF2B5EF4-FFF2-40B4-BE49-F238E27FC236}">
                <a16:creationId xmlns:a16="http://schemas.microsoft.com/office/drawing/2014/main" id="{1F019A3A-8CE5-4F7C-B0CB-3E5DAEB1A672}"/>
              </a:ext>
            </a:extLst>
          </p:cNvPr>
          <p:cNvSpPr>
            <a:spLocks noGrp="1"/>
          </p:cNvSpPr>
          <p:nvPr/>
        </p:nvSpPr>
        <p:spPr>
          <a:xfrm>
            <a:off x="458085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8" name="12_small_6424">
            <a:extLst>
              <a:ext uri="{FF2B5EF4-FFF2-40B4-BE49-F238E27FC236}">
                <a16:creationId xmlns:a16="http://schemas.microsoft.com/office/drawing/2014/main" id="{0360908F-D62D-43AA-8D85-B9293740CA3A}"/>
              </a:ext>
            </a:extLst>
          </p:cNvPr>
          <p:cNvSpPr>
            <a:spLocks noGrp="1"/>
          </p:cNvSpPr>
          <p:nvPr/>
        </p:nvSpPr>
        <p:spPr>
          <a:xfrm>
            <a:off x="4537925" y="1951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59" name="12_small_6425">
            <a:extLst>
              <a:ext uri="{FF2B5EF4-FFF2-40B4-BE49-F238E27FC236}">
                <a16:creationId xmlns:a16="http://schemas.microsoft.com/office/drawing/2014/main" id="{16AD5B29-80B8-4036-B898-0084449F85A3}"/>
              </a:ext>
            </a:extLst>
          </p:cNvPr>
          <p:cNvSpPr>
            <a:spLocks noGrp="1"/>
          </p:cNvSpPr>
          <p:nvPr/>
        </p:nvSpPr>
        <p:spPr>
          <a:xfrm>
            <a:off x="450887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0" name="12_small_6426">
            <a:extLst>
              <a:ext uri="{FF2B5EF4-FFF2-40B4-BE49-F238E27FC236}">
                <a16:creationId xmlns:a16="http://schemas.microsoft.com/office/drawing/2014/main" id="{B98DA267-8C9D-472B-99F2-4404C6CD5850}"/>
              </a:ext>
            </a:extLst>
          </p:cNvPr>
          <p:cNvSpPr>
            <a:spLocks noGrp="1"/>
          </p:cNvSpPr>
          <p:nvPr/>
        </p:nvSpPr>
        <p:spPr>
          <a:xfrm>
            <a:off x="457329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1" name="12_small_6427">
            <a:extLst>
              <a:ext uri="{FF2B5EF4-FFF2-40B4-BE49-F238E27FC236}">
                <a16:creationId xmlns:a16="http://schemas.microsoft.com/office/drawing/2014/main" id="{22C6EFA0-025B-4394-B3AC-0546E9B6BE9F}"/>
              </a:ext>
            </a:extLst>
          </p:cNvPr>
          <p:cNvSpPr>
            <a:spLocks noGrp="1"/>
          </p:cNvSpPr>
          <p:nvPr/>
        </p:nvSpPr>
        <p:spPr>
          <a:xfrm>
            <a:off x="4564323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2" name="12_small_6428">
            <a:extLst>
              <a:ext uri="{FF2B5EF4-FFF2-40B4-BE49-F238E27FC236}">
                <a16:creationId xmlns:a16="http://schemas.microsoft.com/office/drawing/2014/main" id="{625C8AD0-47B3-4D80-9178-CCB48005E1D2}"/>
              </a:ext>
            </a:extLst>
          </p:cNvPr>
          <p:cNvSpPr>
            <a:spLocks noGrp="1"/>
          </p:cNvSpPr>
          <p:nvPr/>
        </p:nvSpPr>
        <p:spPr>
          <a:xfrm>
            <a:off x="450677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3" name="12_small_6429">
            <a:extLst>
              <a:ext uri="{FF2B5EF4-FFF2-40B4-BE49-F238E27FC236}">
                <a16:creationId xmlns:a16="http://schemas.microsoft.com/office/drawing/2014/main" id="{A141776B-5222-450E-81B3-3B7B9ACD5FE7}"/>
              </a:ext>
            </a:extLst>
          </p:cNvPr>
          <p:cNvSpPr>
            <a:spLocks noGrp="1"/>
          </p:cNvSpPr>
          <p:nvPr/>
        </p:nvSpPr>
        <p:spPr>
          <a:xfrm>
            <a:off x="461349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4" name="12_small_6430">
            <a:extLst>
              <a:ext uri="{FF2B5EF4-FFF2-40B4-BE49-F238E27FC236}">
                <a16:creationId xmlns:a16="http://schemas.microsoft.com/office/drawing/2014/main" id="{D20C6C67-33C3-4998-A11F-A6BFDE038915}"/>
              </a:ext>
            </a:extLst>
          </p:cNvPr>
          <p:cNvSpPr>
            <a:spLocks noGrp="1"/>
          </p:cNvSpPr>
          <p:nvPr/>
        </p:nvSpPr>
        <p:spPr>
          <a:xfrm>
            <a:off x="455765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5" name="12_small_6431">
            <a:extLst>
              <a:ext uri="{FF2B5EF4-FFF2-40B4-BE49-F238E27FC236}">
                <a16:creationId xmlns:a16="http://schemas.microsoft.com/office/drawing/2014/main" id="{82ECA611-6825-47A8-97ED-054B7A2CFFD9}"/>
              </a:ext>
            </a:extLst>
          </p:cNvPr>
          <p:cNvSpPr>
            <a:spLocks noGrp="1"/>
          </p:cNvSpPr>
          <p:nvPr/>
        </p:nvSpPr>
        <p:spPr>
          <a:xfrm>
            <a:off x="463927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6" name="12_small_6432">
            <a:extLst>
              <a:ext uri="{FF2B5EF4-FFF2-40B4-BE49-F238E27FC236}">
                <a16:creationId xmlns:a16="http://schemas.microsoft.com/office/drawing/2014/main" id="{33D87177-8B0B-49D6-99D9-027B3860324D}"/>
              </a:ext>
            </a:extLst>
          </p:cNvPr>
          <p:cNvSpPr>
            <a:spLocks noGrp="1"/>
          </p:cNvSpPr>
          <p:nvPr/>
        </p:nvSpPr>
        <p:spPr>
          <a:xfrm>
            <a:off x="455171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7" name="12_small_6433">
            <a:extLst>
              <a:ext uri="{FF2B5EF4-FFF2-40B4-BE49-F238E27FC236}">
                <a16:creationId xmlns:a16="http://schemas.microsoft.com/office/drawing/2014/main" id="{6D4A69B1-46A9-4815-98AC-4145FCA3DB6D}"/>
              </a:ext>
            </a:extLst>
          </p:cNvPr>
          <p:cNvSpPr>
            <a:spLocks noGrp="1"/>
          </p:cNvSpPr>
          <p:nvPr/>
        </p:nvSpPr>
        <p:spPr>
          <a:xfrm>
            <a:off x="460913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8" name="12_small_6434">
            <a:extLst>
              <a:ext uri="{FF2B5EF4-FFF2-40B4-BE49-F238E27FC236}">
                <a16:creationId xmlns:a16="http://schemas.microsoft.com/office/drawing/2014/main" id="{579EEB08-DE8A-4C63-9994-28D806512A29}"/>
              </a:ext>
            </a:extLst>
          </p:cNvPr>
          <p:cNvSpPr>
            <a:spLocks noGrp="1"/>
          </p:cNvSpPr>
          <p:nvPr/>
        </p:nvSpPr>
        <p:spPr>
          <a:xfrm>
            <a:off x="454999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69" name="12_small_6435">
            <a:extLst>
              <a:ext uri="{FF2B5EF4-FFF2-40B4-BE49-F238E27FC236}">
                <a16:creationId xmlns:a16="http://schemas.microsoft.com/office/drawing/2014/main" id="{E18F77DD-BF01-4823-AE68-11646D54F61D}"/>
              </a:ext>
            </a:extLst>
          </p:cNvPr>
          <p:cNvSpPr>
            <a:spLocks noGrp="1"/>
          </p:cNvSpPr>
          <p:nvPr/>
        </p:nvSpPr>
        <p:spPr>
          <a:xfrm>
            <a:off x="455518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0" name="12_small_6436">
            <a:extLst>
              <a:ext uri="{FF2B5EF4-FFF2-40B4-BE49-F238E27FC236}">
                <a16:creationId xmlns:a16="http://schemas.microsoft.com/office/drawing/2014/main" id="{FDCDE3FE-9E47-461E-94BC-35346C94F002}"/>
              </a:ext>
            </a:extLst>
          </p:cNvPr>
          <p:cNvSpPr>
            <a:spLocks noGrp="1"/>
          </p:cNvSpPr>
          <p:nvPr/>
        </p:nvSpPr>
        <p:spPr>
          <a:xfrm>
            <a:off x="461371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1" name="12_small_6437">
            <a:extLst>
              <a:ext uri="{FF2B5EF4-FFF2-40B4-BE49-F238E27FC236}">
                <a16:creationId xmlns:a16="http://schemas.microsoft.com/office/drawing/2014/main" id="{F6D23528-FFAB-472E-BAE0-78E4525B5E91}"/>
              </a:ext>
            </a:extLst>
          </p:cNvPr>
          <p:cNvSpPr>
            <a:spLocks noGrp="1"/>
          </p:cNvSpPr>
          <p:nvPr/>
        </p:nvSpPr>
        <p:spPr>
          <a:xfrm>
            <a:off x="451403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2" name="12_small_6438">
            <a:extLst>
              <a:ext uri="{FF2B5EF4-FFF2-40B4-BE49-F238E27FC236}">
                <a16:creationId xmlns:a16="http://schemas.microsoft.com/office/drawing/2014/main" id="{38D28A6B-A9E5-4FC5-A6C0-D7DC88A9F53E}"/>
              </a:ext>
            </a:extLst>
          </p:cNvPr>
          <p:cNvSpPr>
            <a:spLocks noGrp="1"/>
          </p:cNvSpPr>
          <p:nvPr/>
        </p:nvSpPr>
        <p:spPr>
          <a:xfrm>
            <a:off x="45105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3" name="12_small_6439">
            <a:extLst>
              <a:ext uri="{FF2B5EF4-FFF2-40B4-BE49-F238E27FC236}">
                <a16:creationId xmlns:a16="http://schemas.microsoft.com/office/drawing/2014/main" id="{DC844DB7-E64C-4065-AC24-E0DDA2EAD333}"/>
              </a:ext>
            </a:extLst>
          </p:cNvPr>
          <p:cNvSpPr>
            <a:spLocks noGrp="1"/>
          </p:cNvSpPr>
          <p:nvPr/>
        </p:nvSpPr>
        <p:spPr>
          <a:xfrm>
            <a:off x="46350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4" name="12_small_6440">
            <a:extLst>
              <a:ext uri="{FF2B5EF4-FFF2-40B4-BE49-F238E27FC236}">
                <a16:creationId xmlns:a16="http://schemas.microsoft.com/office/drawing/2014/main" id="{39250E29-1477-4DB1-A488-5B5D6FD72D73}"/>
              </a:ext>
            </a:extLst>
          </p:cNvPr>
          <p:cNvSpPr>
            <a:spLocks noGrp="1"/>
          </p:cNvSpPr>
          <p:nvPr/>
        </p:nvSpPr>
        <p:spPr>
          <a:xfrm>
            <a:off x="450992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5" name="12_small_6441">
            <a:extLst>
              <a:ext uri="{FF2B5EF4-FFF2-40B4-BE49-F238E27FC236}">
                <a16:creationId xmlns:a16="http://schemas.microsoft.com/office/drawing/2014/main" id="{FB875C4D-AD8B-4831-BF43-259AA9BBE499}"/>
              </a:ext>
            </a:extLst>
          </p:cNvPr>
          <p:cNvSpPr>
            <a:spLocks noGrp="1"/>
          </p:cNvSpPr>
          <p:nvPr/>
        </p:nvSpPr>
        <p:spPr>
          <a:xfrm>
            <a:off x="455679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6" name="12_small_6442">
            <a:extLst>
              <a:ext uri="{FF2B5EF4-FFF2-40B4-BE49-F238E27FC236}">
                <a16:creationId xmlns:a16="http://schemas.microsoft.com/office/drawing/2014/main" id="{D5308BB2-AC1C-4C95-BC62-3E2445A785B6}"/>
              </a:ext>
            </a:extLst>
          </p:cNvPr>
          <p:cNvSpPr>
            <a:spLocks noGrp="1"/>
          </p:cNvSpPr>
          <p:nvPr/>
        </p:nvSpPr>
        <p:spPr>
          <a:xfrm>
            <a:off x="457363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7" name="12_small_6443">
            <a:extLst>
              <a:ext uri="{FF2B5EF4-FFF2-40B4-BE49-F238E27FC236}">
                <a16:creationId xmlns:a16="http://schemas.microsoft.com/office/drawing/2014/main" id="{2CBE8FB3-52BE-4E65-B5D1-04E96516945F}"/>
              </a:ext>
            </a:extLst>
          </p:cNvPr>
          <p:cNvSpPr>
            <a:spLocks noGrp="1"/>
          </p:cNvSpPr>
          <p:nvPr/>
        </p:nvSpPr>
        <p:spPr>
          <a:xfrm>
            <a:off x="45250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8" name="12_small_6444">
            <a:extLst>
              <a:ext uri="{FF2B5EF4-FFF2-40B4-BE49-F238E27FC236}">
                <a16:creationId xmlns:a16="http://schemas.microsoft.com/office/drawing/2014/main" id="{50BD45D8-9C8D-4097-A393-9B4C7006320F}"/>
              </a:ext>
            </a:extLst>
          </p:cNvPr>
          <p:cNvSpPr>
            <a:spLocks noGrp="1"/>
          </p:cNvSpPr>
          <p:nvPr/>
        </p:nvSpPr>
        <p:spPr>
          <a:xfrm>
            <a:off x="455652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79" name="12_small_6445">
            <a:extLst>
              <a:ext uri="{FF2B5EF4-FFF2-40B4-BE49-F238E27FC236}">
                <a16:creationId xmlns:a16="http://schemas.microsoft.com/office/drawing/2014/main" id="{57F250C6-EBF6-454F-A4A2-4C69F8A31096}"/>
              </a:ext>
            </a:extLst>
          </p:cNvPr>
          <p:cNvSpPr>
            <a:spLocks noGrp="1"/>
          </p:cNvSpPr>
          <p:nvPr/>
        </p:nvSpPr>
        <p:spPr>
          <a:xfrm>
            <a:off x="454897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0" name="12_small_6446">
            <a:extLst>
              <a:ext uri="{FF2B5EF4-FFF2-40B4-BE49-F238E27FC236}">
                <a16:creationId xmlns:a16="http://schemas.microsoft.com/office/drawing/2014/main" id="{6E9DA19E-EF20-42E2-B6EF-EEB8FFD78A3C}"/>
              </a:ext>
            </a:extLst>
          </p:cNvPr>
          <p:cNvSpPr>
            <a:spLocks noGrp="1"/>
          </p:cNvSpPr>
          <p:nvPr/>
        </p:nvSpPr>
        <p:spPr>
          <a:xfrm>
            <a:off x="463950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1" name="12_small_6447">
            <a:extLst>
              <a:ext uri="{FF2B5EF4-FFF2-40B4-BE49-F238E27FC236}">
                <a16:creationId xmlns:a16="http://schemas.microsoft.com/office/drawing/2014/main" id="{C03BDF79-2387-43E1-8F77-8B3C50CBB530}"/>
              </a:ext>
            </a:extLst>
          </p:cNvPr>
          <p:cNvSpPr>
            <a:spLocks noGrp="1"/>
          </p:cNvSpPr>
          <p:nvPr/>
        </p:nvSpPr>
        <p:spPr>
          <a:xfrm>
            <a:off x="4590213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2" name="12_small_6448">
            <a:extLst>
              <a:ext uri="{FF2B5EF4-FFF2-40B4-BE49-F238E27FC236}">
                <a16:creationId xmlns:a16="http://schemas.microsoft.com/office/drawing/2014/main" id="{7ADE3DFB-6B25-46A9-9835-D426A9D2B0BA}"/>
              </a:ext>
            </a:extLst>
          </p:cNvPr>
          <p:cNvSpPr>
            <a:spLocks noGrp="1"/>
          </p:cNvSpPr>
          <p:nvPr/>
        </p:nvSpPr>
        <p:spPr>
          <a:xfrm>
            <a:off x="4587098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3" name="12_small_6449">
            <a:extLst>
              <a:ext uri="{FF2B5EF4-FFF2-40B4-BE49-F238E27FC236}">
                <a16:creationId xmlns:a16="http://schemas.microsoft.com/office/drawing/2014/main" id="{D2DEB05F-C139-46CE-AB69-4FEFF46A3C9D}"/>
              </a:ext>
            </a:extLst>
          </p:cNvPr>
          <p:cNvSpPr>
            <a:spLocks noGrp="1"/>
          </p:cNvSpPr>
          <p:nvPr/>
        </p:nvSpPr>
        <p:spPr>
          <a:xfrm>
            <a:off x="462762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4" name="12_small_6450">
            <a:extLst>
              <a:ext uri="{FF2B5EF4-FFF2-40B4-BE49-F238E27FC236}">
                <a16:creationId xmlns:a16="http://schemas.microsoft.com/office/drawing/2014/main" id="{C6CA0ECE-9B5B-4988-B052-4483F29E8778}"/>
              </a:ext>
            </a:extLst>
          </p:cNvPr>
          <p:cNvSpPr>
            <a:spLocks noGrp="1"/>
          </p:cNvSpPr>
          <p:nvPr/>
        </p:nvSpPr>
        <p:spPr>
          <a:xfrm>
            <a:off x="456738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5" name="12_small_6451">
            <a:extLst>
              <a:ext uri="{FF2B5EF4-FFF2-40B4-BE49-F238E27FC236}">
                <a16:creationId xmlns:a16="http://schemas.microsoft.com/office/drawing/2014/main" id="{CEBD1B46-FE96-4B12-AC42-0F6787305ACD}"/>
              </a:ext>
            </a:extLst>
          </p:cNvPr>
          <p:cNvSpPr>
            <a:spLocks noGrp="1"/>
          </p:cNvSpPr>
          <p:nvPr/>
        </p:nvSpPr>
        <p:spPr>
          <a:xfrm>
            <a:off x="464269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6" name="12_small_6452">
            <a:extLst>
              <a:ext uri="{FF2B5EF4-FFF2-40B4-BE49-F238E27FC236}">
                <a16:creationId xmlns:a16="http://schemas.microsoft.com/office/drawing/2014/main" id="{9702CCB2-E2B8-4F4E-BEA3-4F81B63D9484}"/>
              </a:ext>
            </a:extLst>
          </p:cNvPr>
          <p:cNvSpPr>
            <a:spLocks noGrp="1"/>
          </p:cNvSpPr>
          <p:nvPr/>
        </p:nvSpPr>
        <p:spPr>
          <a:xfrm>
            <a:off x="461004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7" name="12_small_6453">
            <a:extLst>
              <a:ext uri="{FF2B5EF4-FFF2-40B4-BE49-F238E27FC236}">
                <a16:creationId xmlns:a16="http://schemas.microsoft.com/office/drawing/2014/main" id="{EA50F104-05B4-4D26-BC2E-F327E2DD165C}"/>
              </a:ext>
            </a:extLst>
          </p:cNvPr>
          <p:cNvSpPr>
            <a:spLocks noGrp="1"/>
          </p:cNvSpPr>
          <p:nvPr/>
        </p:nvSpPr>
        <p:spPr>
          <a:xfrm>
            <a:off x="454194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8" name="12_small_6454">
            <a:extLst>
              <a:ext uri="{FF2B5EF4-FFF2-40B4-BE49-F238E27FC236}">
                <a16:creationId xmlns:a16="http://schemas.microsoft.com/office/drawing/2014/main" id="{73CA027F-C6FF-45BF-942C-6F9EE5329A39}"/>
              </a:ext>
            </a:extLst>
          </p:cNvPr>
          <p:cNvSpPr>
            <a:spLocks noGrp="1"/>
          </p:cNvSpPr>
          <p:nvPr/>
        </p:nvSpPr>
        <p:spPr>
          <a:xfrm>
            <a:off x="450460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89" name="12_small_6455">
            <a:extLst>
              <a:ext uri="{FF2B5EF4-FFF2-40B4-BE49-F238E27FC236}">
                <a16:creationId xmlns:a16="http://schemas.microsoft.com/office/drawing/2014/main" id="{2E5500DE-D628-4955-9BD4-DC87E1BE6B39}"/>
              </a:ext>
            </a:extLst>
          </p:cNvPr>
          <p:cNvSpPr>
            <a:spLocks noGrp="1"/>
          </p:cNvSpPr>
          <p:nvPr/>
        </p:nvSpPr>
        <p:spPr>
          <a:xfrm>
            <a:off x="463008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0" name="12_small_6456">
            <a:extLst>
              <a:ext uri="{FF2B5EF4-FFF2-40B4-BE49-F238E27FC236}">
                <a16:creationId xmlns:a16="http://schemas.microsoft.com/office/drawing/2014/main" id="{05A8E8DA-6A24-442E-9365-5FA1FBE93D09}"/>
              </a:ext>
            </a:extLst>
          </p:cNvPr>
          <p:cNvSpPr>
            <a:spLocks noGrp="1"/>
          </p:cNvSpPr>
          <p:nvPr/>
        </p:nvSpPr>
        <p:spPr>
          <a:xfrm>
            <a:off x="464590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1" name="12_small_6457">
            <a:extLst>
              <a:ext uri="{FF2B5EF4-FFF2-40B4-BE49-F238E27FC236}">
                <a16:creationId xmlns:a16="http://schemas.microsoft.com/office/drawing/2014/main" id="{A2F982D6-6FAF-4A88-9FE4-A425BFAF7650}"/>
              </a:ext>
            </a:extLst>
          </p:cNvPr>
          <p:cNvSpPr>
            <a:spLocks noGrp="1"/>
          </p:cNvSpPr>
          <p:nvPr/>
        </p:nvSpPr>
        <p:spPr>
          <a:xfrm>
            <a:off x="458121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2" name="12_small_6458">
            <a:extLst>
              <a:ext uri="{FF2B5EF4-FFF2-40B4-BE49-F238E27FC236}">
                <a16:creationId xmlns:a16="http://schemas.microsoft.com/office/drawing/2014/main" id="{D26C25BC-AADE-4516-9D4D-7055B44DB9B8}"/>
              </a:ext>
            </a:extLst>
          </p:cNvPr>
          <p:cNvSpPr>
            <a:spLocks noGrp="1"/>
          </p:cNvSpPr>
          <p:nvPr/>
        </p:nvSpPr>
        <p:spPr>
          <a:xfrm>
            <a:off x="462530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3" name="12_small_6459">
            <a:extLst>
              <a:ext uri="{FF2B5EF4-FFF2-40B4-BE49-F238E27FC236}">
                <a16:creationId xmlns:a16="http://schemas.microsoft.com/office/drawing/2014/main" id="{35FDB307-A698-4A30-89CA-BDA74CD76646}"/>
              </a:ext>
            </a:extLst>
          </p:cNvPr>
          <p:cNvSpPr>
            <a:spLocks noGrp="1"/>
          </p:cNvSpPr>
          <p:nvPr/>
        </p:nvSpPr>
        <p:spPr>
          <a:xfrm>
            <a:off x="461995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4" name="12_small_6460">
            <a:extLst>
              <a:ext uri="{FF2B5EF4-FFF2-40B4-BE49-F238E27FC236}">
                <a16:creationId xmlns:a16="http://schemas.microsoft.com/office/drawing/2014/main" id="{BE2E39C9-12F5-43F8-AD61-B6310F78AC76}"/>
              </a:ext>
            </a:extLst>
          </p:cNvPr>
          <p:cNvSpPr>
            <a:spLocks noGrp="1"/>
          </p:cNvSpPr>
          <p:nvPr/>
        </p:nvSpPr>
        <p:spPr>
          <a:xfrm>
            <a:off x="4527744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5" name="12_small_6461">
            <a:extLst>
              <a:ext uri="{FF2B5EF4-FFF2-40B4-BE49-F238E27FC236}">
                <a16:creationId xmlns:a16="http://schemas.microsoft.com/office/drawing/2014/main" id="{7D06538E-FE98-4015-A8A7-AC132B7BEFD3}"/>
              </a:ext>
            </a:extLst>
          </p:cNvPr>
          <p:cNvSpPr>
            <a:spLocks noGrp="1"/>
          </p:cNvSpPr>
          <p:nvPr/>
        </p:nvSpPr>
        <p:spPr>
          <a:xfrm>
            <a:off x="458848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6" name="12_small_6462">
            <a:extLst>
              <a:ext uri="{FF2B5EF4-FFF2-40B4-BE49-F238E27FC236}">
                <a16:creationId xmlns:a16="http://schemas.microsoft.com/office/drawing/2014/main" id="{D6922752-B9AF-4695-BFAB-21CC06AE172A}"/>
              </a:ext>
            </a:extLst>
          </p:cNvPr>
          <p:cNvSpPr>
            <a:spLocks noGrp="1"/>
          </p:cNvSpPr>
          <p:nvPr/>
        </p:nvSpPr>
        <p:spPr>
          <a:xfrm>
            <a:off x="459276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7" name="12_small_6463">
            <a:extLst>
              <a:ext uri="{FF2B5EF4-FFF2-40B4-BE49-F238E27FC236}">
                <a16:creationId xmlns:a16="http://schemas.microsoft.com/office/drawing/2014/main" id="{AA385B57-0D3F-4B0A-A837-8CE03CE59945}"/>
              </a:ext>
            </a:extLst>
          </p:cNvPr>
          <p:cNvSpPr>
            <a:spLocks noGrp="1"/>
          </p:cNvSpPr>
          <p:nvPr/>
        </p:nvSpPr>
        <p:spPr>
          <a:xfrm>
            <a:off x="462923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8" name="12_small_6464">
            <a:extLst>
              <a:ext uri="{FF2B5EF4-FFF2-40B4-BE49-F238E27FC236}">
                <a16:creationId xmlns:a16="http://schemas.microsoft.com/office/drawing/2014/main" id="{C49B6B98-420E-4B34-A6CC-C0442BCE6A5D}"/>
              </a:ext>
            </a:extLst>
          </p:cNvPr>
          <p:cNvSpPr>
            <a:spLocks noGrp="1"/>
          </p:cNvSpPr>
          <p:nvPr/>
        </p:nvSpPr>
        <p:spPr>
          <a:xfrm>
            <a:off x="464117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499" name="12_small_6465">
            <a:extLst>
              <a:ext uri="{FF2B5EF4-FFF2-40B4-BE49-F238E27FC236}">
                <a16:creationId xmlns:a16="http://schemas.microsoft.com/office/drawing/2014/main" id="{56F3E758-7EBC-4901-BA54-4C6D84C175AE}"/>
              </a:ext>
            </a:extLst>
          </p:cNvPr>
          <p:cNvSpPr>
            <a:spLocks noGrp="1"/>
          </p:cNvSpPr>
          <p:nvPr/>
        </p:nvSpPr>
        <p:spPr>
          <a:xfrm>
            <a:off x="463417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0" name="12_small_6466">
            <a:extLst>
              <a:ext uri="{FF2B5EF4-FFF2-40B4-BE49-F238E27FC236}">
                <a16:creationId xmlns:a16="http://schemas.microsoft.com/office/drawing/2014/main" id="{D2E4DF5A-9513-4841-B9E1-EEE76483F29A}"/>
              </a:ext>
            </a:extLst>
          </p:cNvPr>
          <p:cNvSpPr>
            <a:spLocks noGrp="1"/>
          </p:cNvSpPr>
          <p:nvPr/>
        </p:nvSpPr>
        <p:spPr>
          <a:xfrm>
            <a:off x="457593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1" name="12_small_6467">
            <a:extLst>
              <a:ext uri="{FF2B5EF4-FFF2-40B4-BE49-F238E27FC236}">
                <a16:creationId xmlns:a16="http://schemas.microsoft.com/office/drawing/2014/main" id="{3932FB86-B919-4D3F-B5C9-340DFBEACD0F}"/>
              </a:ext>
            </a:extLst>
          </p:cNvPr>
          <p:cNvSpPr>
            <a:spLocks noGrp="1"/>
          </p:cNvSpPr>
          <p:nvPr/>
        </p:nvSpPr>
        <p:spPr>
          <a:xfrm>
            <a:off x="4620156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2" name="12_small_6468">
            <a:extLst>
              <a:ext uri="{FF2B5EF4-FFF2-40B4-BE49-F238E27FC236}">
                <a16:creationId xmlns:a16="http://schemas.microsoft.com/office/drawing/2014/main" id="{A7C8A992-BDBE-4EBD-9C29-7DB2885D6FAD}"/>
              </a:ext>
            </a:extLst>
          </p:cNvPr>
          <p:cNvSpPr>
            <a:spLocks noGrp="1"/>
          </p:cNvSpPr>
          <p:nvPr/>
        </p:nvSpPr>
        <p:spPr>
          <a:xfrm>
            <a:off x="4600759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3" name="12_small_6469">
            <a:extLst>
              <a:ext uri="{FF2B5EF4-FFF2-40B4-BE49-F238E27FC236}">
                <a16:creationId xmlns:a16="http://schemas.microsoft.com/office/drawing/2014/main" id="{FC572F8F-8319-4F42-9716-06707FBCE29F}"/>
              </a:ext>
            </a:extLst>
          </p:cNvPr>
          <p:cNvSpPr>
            <a:spLocks noGrp="1"/>
          </p:cNvSpPr>
          <p:nvPr/>
        </p:nvSpPr>
        <p:spPr>
          <a:xfrm>
            <a:off x="4540608" y="22773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4" name="12_small_6470">
            <a:extLst>
              <a:ext uri="{FF2B5EF4-FFF2-40B4-BE49-F238E27FC236}">
                <a16:creationId xmlns:a16="http://schemas.microsoft.com/office/drawing/2014/main" id="{D9A4FDB6-662D-48C4-8B2A-1F1DCB133007}"/>
              </a:ext>
            </a:extLst>
          </p:cNvPr>
          <p:cNvSpPr>
            <a:spLocks noGrp="1"/>
          </p:cNvSpPr>
          <p:nvPr/>
        </p:nvSpPr>
        <p:spPr>
          <a:xfrm>
            <a:off x="45233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5" name="12_small_6471">
            <a:extLst>
              <a:ext uri="{FF2B5EF4-FFF2-40B4-BE49-F238E27FC236}">
                <a16:creationId xmlns:a16="http://schemas.microsoft.com/office/drawing/2014/main" id="{F940DCE5-910A-4556-BD6C-996E936FFC84}"/>
              </a:ext>
            </a:extLst>
          </p:cNvPr>
          <p:cNvSpPr>
            <a:spLocks noGrp="1"/>
          </p:cNvSpPr>
          <p:nvPr/>
        </p:nvSpPr>
        <p:spPr>
          <a:xfrm>
            <a:off x="458458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6" name="12_small_6472">
            <a:extLst>
              <a:ext uri="{FF2B5EF4-FFF2-40B4-BE49-F238E27FC236}">
                <a16:creationId xmlns:a16="http://schemas.microsoft.com/office/drawing/2014/main" id="{46EA2D9E-28EB-4BDC-9360-B3BF3BF204A1}"/>
              </a:ext>
            </a:extLst>
          </p:cNvPr>
          <p:cNvSpPr>
            <a:spLocks noGrp="1"/>
          </p:cNvSpPr>
          <p:nvPr/>
        </p:nvSpPr>
        <p:spPr>
          <a:xfrm>
            <a:off x="460359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7" name="12_small_6473">
            <a:extLst>
              <a:ext uri="{FF2B5EF4-FFF2-40B4-BE49-F238E27FC236}">
                <a16:creationId xmlns:a16="http://schemas.microsoft.com/office/drawing/2014/main" id="{0D0A3602-BA29-45A5-BF2C-BE96DF0D64B8}"/>
              </a:ext>
            </a:extLst>
          </p:cNvPr>
          <p:cNvSpPr>
            <a:spLocks noGrp="1"/>
          </p:cNvSpPr>
          <p:nvPr/>
        </p:nvSpPr>
        <p:spPr>
          <a:xfrm>
            <a:off x="4618369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8" name="12_small_6474">
            <a:extLst>
              <a:ext uri="{FF2B5EF4-FFF2-40B4-BE49-F238E27FC236}">
                <a16:creationId xmlns:a16="http://schemas.microsoft.com/office/drawing/2014/main" id="{238CFE53-465D-447E-B1C5-8C384DB85767}"/>
              </a:ext>
            </a:extLst>
          </p:cNvPr>
          <p:cNvSpPr>
            <a:spLocks noGrp="1"/>
          </p:cNvSpPr>
          <p:nvPr/>
        </p:nvSpPr>
        <p:spPr>
          <a:xfrm>
            <a:off x="45877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09" name="12_small_6475">
            <a:extLst>
              <a:ext uri="{FF2B5EF4-FFF2-40B4-BE49-F238E27FC236}">
                <a16:creationId xmlns:a16="http://schemas.microsoft.com/office/drawing/2014/main" id="{C3338AEC-C506-4178-8BFA-BB333405955B}"/>
              </a:ext>
            </a:extLst>
          </p:cNvPr>
          <p:cNvSpPr>
            <a:spLocks noGrp="1"/>
          </p:cNvSpPr>
          <p:nvPr/>
        </p:nvSpPr>
        <p:spPr>
          <a:xfrm>
            <a:off x="454801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0" name="12_small_6476">
            <a:extLst>
              <a:ext uri="{FF2B5EF4-FFF2-40B4-BE49-F238E27FC236}">
                <a16:creationId xmlns:a16="http://schemas.microsoft.com/office/drawing/2014/main" id="{5956AC4C-5B92-415E-9003-0C7B0BD4E026}"/>
              </a:ext>
            </a:extLst>
          </p:cNvPr>
          <p:cNvSpPr>
            <a:spLocks noGrp="1"/>
          </p:cNvSpPr>
          <p:nvPr/>
        </p:nvSpPr>
        <p:spPr>
          <a:xfrm>
            <a:off x="46417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1" name="12_small_6477">
            <a:extLst>
              <a:ext uri="{FF2B5EF4-FFF2-40B4-BE49-F238E27FC236}">
                <a16:creationId xmlns:a16="http://schemas.microsoft.com/office/drawing/2014/main" id="{9B763742-C500-4620-B3E0-291253FC5DDD}"/>
              </a:ext>
            </a:extLst>
          </p:cNvPr>
          <p:cNvSpPr>
            <a:spLocks noGrp="1"/>
          </p:cNvSpPr>
          <p:nvPr/>
        </p:nvSpPr>
        <p:spPr>
          <a:xfrm>
            <a:off x="46211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2" name="12_small_6478">
            <a:extLst>
              <a:ext uri="{FF2B5EF4-FFF2-40B4-BE49-F238E27FC236}">
                <a16:creationId xmlns:a16="http://schemas.microsoft.com/office/drawing/2014/main" id="{554A5D9D-DC41-46B7-A53C-0701B3CA37A9}"/>
              </a:ext>
            </a:extLst>
          </p:cNvPr>
          <p:cNvSpPr>
            <a:spLocks noGrp="1"/>
          </p:cNvSpPr>
          <p:nvPr/>
        </p:nvSpPr>
        <p:spPr>
          <a:xfrm>
            <a:off x="464960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3" name="12_small_6479">
            <a:extLst>
              <a:ext uri="{FF2B5EF4-FFF2-40B4-BE49-F238E27FC236}">
                <a16:creationId xmlns:a16="http://schemas.microsoft.com/office/drawing/2014/main" id="{ACC3447D-62D9-4370-AE28-318DB555B39F}"/>
              </a:ext>
            </a:extLst>
          </p:cNvPr>
          <p:cNvSpPr>
            <a:spLocks noGrp="1"/>
          </p:cNvSpPr>
          <p:nvPr/>
        </p:nvSpPr>
        <p:spPr>
          <a:xfrm>
            <a:off x="464959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4" name="12_small_6480">
            <a:extLst>
              <a:ext uri="{FF2B5EF4-FFF2-40B4-BE49-F238E27FC236}">
                <a16:creationId xmlns:a16="http://schemas.microsoft.com/office/drawing/2014/main" id="{C8557BF7-F016-491E-84D6-3C6F69B62EA6}"/>
              </a:ext>
            </a:extLst>
          </p:cNvPr>
          <p:cNvSpPr>
            <a:spLocks noGrp="1"/>
          </p:cNvSpPr>
          <p:nvPr/>
        </p:nvSpPr>
        <p:spPr>
          <a:xfrm>
            <a:off x="456925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5" name="12_small_6481">
            <a:extLst>
              <a:ext uri="{FF2B5EF4-FFF2-40B4-BE49-F238E27FC236}">
                <a16:creationId xmlns:a16="http://schemas.microsoft.com/office/drawing/2014/main" id="{3BB58404-D0C1-4A66-8AE7-02B31CEB0118}"/>
              </a:ext>
            </a:extLst>
          </p:cNvPr>
          <p:cNvSpPr>
            <a:spLocks noGrp="1"/>
          </p:cNvSpPr>
          <p:nvPr/>
        </p:nvSpPr>
        <p:spPr>
          <a:xfrm>
            <a:off x="458276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6" name="12_small_6482">
            <a:extLst>
              <a:ext uri="{FF2B5EF4-FFF2-40B4-BE49-F238E27FC236}">
                <a16:creationId xmlns:a16="http://schemas.microsoft.com/office/drawing/2014/main" id="{D8E59D6D-33E4-4F49-B603-54095A77F935}"/>
              </a:ext>
            </a:extLst>
          </p:cNvPr>
          <p:cNvSpPr>
            <a:spLocks noGrp="1"/>
          </p:cNvSpPr>
          <p:nvPr/>
        </p:nvSpPr>
        <p:spPr>
          <a:xfrm>
            <a:off x="454047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7" name="12_small_6483">
            <a:extLst>
              <a:ext uri="{FF2B5EF4-FFF2-40B4-BE49-F238E27FC236}">
                <a16:creationId xmlns:a16="http://schemas.microsoft.com/office/drawing/2014/main" id="{2387DDDB-81B5-4153-8405-634095E6A7D3}"/>
              </a:ext>
            </a:extLst>
          </p:cNvPr>
          <p:cNvSpPr>
            <a:spLocks noGrp="1"/>
          </p:cNvSpPr>
          <p:nvPr/>
        </p:nvSpPr>
        <p:spPr>
          <a:xfrm>
            <a:off x="5326051" y="1769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8" name="12_small_6484">
            <a:extLst>
              <a:ext uri="{FF2B5EF4-FFF2-40B4-BE49-F238E27FC236}">
                <a16:creationId xmlns:a16="http://schemas.microsoft.com/office/drawing/2014/main" id="{FDEC3870-4859-4398-AFF3-0E44ECA0C35D}"/>
              </a:ext>
            </a:extLst>
          </p:cNvPr>
          <p:cNvSpPr>
            <a:spLocks noGrp="1"/>
          </p:cNvSpPr>
          <p:nvPr/>
        </p:nvSpPr>
        <p:spPr>
          <a:xfrm>
            <a:off x="543033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19" name="12_small_6485">
            <a:extLst>
              <a:ext uri="{FF2B5EF4-FFF2-40B4-BE49-F238E27FC236}">
                <a16:creationId xmlns:a16="http://schemas.microsoft.com/office/drawing/2014/main" id="{D151F68E-8E6C-4599-B08C-FD6601F0DF77}"/>
              </a:ext>
            </a:extLst>
          </p:cNvPr>
          <p:cNvSpPr>
            <a:spLocks noGrp="1"/>
          </p:cNvSpPr>
          <p:nvPr/>
        </p:nvSpPr>
        <p:spPr>
          <a:xfrm>
            <a:off x="542877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0" name="12_small_6486">
            <a:extLst>
              <a:ext uri="{FF2B5EF4-FFF2-40B4-BE49-F238E27FC236}">
                <a16:creationId xmlns:a16="http://schemas.microsoft.com/office/drawing/2014/main" id="{610918DF-27EF-4C6B-9D69-8CAD16ACE296}"/>
              </a:ext>
            </a:extLst>
          </p:cNvPr>
          <p:cNvSpPr>
            <a:spLocks noGrp="1"/>
          </p:cNvSpPr>
          <p:nvPr/>
        </p:nvSpPr>
        <p:spPr>
          <a:xfrm>
            <a:off x="534947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1" name="12_small_6487">
            <a:extLst>
              <a:ext uri="{FF2B5EF4-FFF2-40B4-BE49-F238E27FC236}">
                <a16:creationId xmlns:a16="http://schemas.microsoft.com/office/drawing/2014/main" id="{E1378CBC-0449-40FB-8C5E-3B7F834B5BD0}"/>
              </a:ext>
            </a:extLst>
          </p:cNvPr>
          <p:cNvSpPr>
            <a:spLocks noGrp="1"/>
          </p:cNvSpPr>
          <p:nvPr/>
        </p:nvSpPr>
        <p:spPr>
          <a:xfrm>
            <a:off x="543165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2" name="12_small_6488">
            <a:extLst>
              <a:ext uri="{FF2B5EF4-FFF2-40B4-BE49-F238E27FC236}">
                <a16:creationId xmlns:a16="http://schemas.microsoft.com/office/drawing/2014/main" id="{2177FA72-DFBB-4D33-8D7D-7F685AC7C12A}"/>
              </a:ext>
            </a:extLst>
          </p:cNvPr>
          <p:cNvSpPr>
            <a:spLocks noGrp="1"/>
          </p:cNvSpPr>
          <p:nvPr/>
        </p:nvSpPr>
        <p:spPr>
          <a:xfrm>
            <a:off x="5401273" y="181769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3" name="12_small_6489">
            <a:extLst>
              <a:ext uri="{FF2B5EF4-FFF2-40B4-BE49-F238E27FC236}">
                <a16:creationId xmlns:a16="http://schemas.microsoft.com/office/drawing/2014/main" id="{2E17CA8D-07AF-4E3B-BE0D-3C1B9EA64BED}"/>
              </a:ext>
            </a:extLst>
          </p:cNvPr>
          <p:cNvSpPr>
            <a:spLocks noGrp="1"/>
          </p:cNvSpPr>
          <p:nvPr/>
        </p:nvSpPr>
        <p:spPr>
          <a:xfrm>
            <a:off x="530871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4" name="12_small_6490">
            <a:extLst>
              <a:ext uri="{FF2B5EF4-FFF2-40B4-BE49-F238E27FC236}">
                <a16:creationId xmlns:a16="http://schemas.microsoft.com/office/drawing/2014/main" id="{960B741C-37FF-49CB-A5CD-3A215E79FDF1}"/>
              </a:ext>
            </a:extLst>
          </p:cNvPr>
          <p:cNvSpPr>
            <a:spLocks noGrp="1"/>
          </p:cNvSpPr>
          <p:nvPr/>
        </p:nvSpPr>
        <p:spPr>
          <a:xfrm>
            <a:off x="5340985" y="245724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5" name="12_small_6491">
            <a:extLst>
              <a:ext uri="{FF2B5EF4-FFF2-40B4-BE49-F238E27FC236}">
                <a16:creationId xmlns:a16="http://schemas.microsoft.com/office/drawing/2014/main" id="{8CCB2354-5904-43F4-8A00-7D43367FB1E7}"/>
              </a:ext>
            </a:extLst>
          </p:cNvPr>
          <p:cNvSpPr>
            <a:spLocks noGrp="1"/>
          </p:cNvSpPr>
          <p:nvPr/>
        </p:nvSpPr>
        <p:spPr>
          <a:xfrm>
            <a:off x="535789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6" name="12_small_6492">
            <a:extLst>
              <a:ext uri="{FF2B5EF4-FFF2-40B4-BE49-F238E27FC236}">
                <a16:creationId xmlns:a16="http://schemas.microsoft.com/office/drawing/2014/main" id="{41748368-04A5-4CDD-9B61-2927B158E4AE}"/>
              </a:ext>
            </a:extLst>
          </p:cNvPr>
          <p:cNvSpPr>
            <a:spLocks noGrp="1"/>
          </p:cNvSpPr>
          <p:nvPr/>
        </p:nvSpPr>
        <p:spPr>
          <a:xfrm>
            <a:off x="534271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7" name="12_small_6493">
            <a:extLst>
              <a:ext uri="{FF2B5EF4-FFF2-40B4-BE49-F238E27FC236}">
                <a16:creationId xmlns:a16="http://schemas.microsoft.com/office/drawing/2014/main" id="{9A7D6E5F-4A2A-48BD-8E16-C961BDF74CA9}"/>
              </a:ext>
            </a:extLst>
          </p:cNvPr>
          <p:cNvSpPr>
            <a:spLocks noGrp="1"/>
          </p:cNvSpPr>
          <p:nvPr/>
        </p:nvSpPr>
        <p:spPr>
          <a:xfrm>
            <a:off x="539656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8" name="12_small_6494">
            <a:extLst>
              <a:ext uri="{FF2B5EF4-FFF2-40B4-BE49-F238E27FC236}">
                <a16:creationId xmlns:a16="http://schemas.microsoft.com/office/drawing/2014/main" id="{00D0C940-53B1-4762-91FC-37148FE69299}"/>
              </a:ext>
            </a:extLst>
          </p:cNvPr>
          <p:cNvSpPr>
            <a:spLocks noGrp="1"/>
          </p:cNvSpPr>
          <p:nvPr/>
        </p:nvSpPr>
        <p:spPr>
          <a:xfrm>
            <a:off x="530147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29" name="12_small_6495">
            <a:extLst>
              <a:ext uri="{FF2B5EF4-FFF2-40B4-BE49-F238E27FC236}">
                <a16:creationId xmlns:a16="http://schemas.microsoft.com/office/drawing/2014/main" id="{A6F634A4-7A82-435F-924B-29BC9DB63B43}"/>
              </a:ext>
            </a:extLst>
          </p:cNvPr>
          <p:cNvSpPr>
            <a:spLocks noGrp="1"/>
          </p:cNvSpPr>
          <p:nvPr/>
        </p:nvSpPr>
        <p:spPr>
          <a:xfrm>
            <a:off x="53418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0" name="12_small_6496">
            <a:extLst>
              <a:ext uri="{FF2B5EF4-FFF2-40B4-BE49-F238E27FC236}">
                <a16:creationId xmlns:a16="http://schemas.microsoft.com/office/drawing/2014/main" id="{9D903BF9-B64D-4277-969F-266104185D7C}"/>
              </a:ext>
            </a:extLst>
          </p:cNvPr>
          <p:cNvSpPr>
            <a:spLocks noGrp="1"/>
          </p:cNvSpPr>
          <p:nvPr/>
        </p:nvSpPr>
        <p:spPr>
          <a:xfrm>
            <a:off x="529607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1" name="12_small_6497">
            <a:extLst>
              <a:ext uri="{FF2B5EF4-FFF2-40B4-BE49-F238E27FC236}">
                <a16:creationId xmlns:a16="http://schemas.microsoft.com/office/drawing/2014/main" id="{F10C1DCA-506D-42B4-8B87-4FBA3C1AB6B5}"/>
              </a:ext>
            </a:extLst>
          </p:cNvPr>
          <p:cNvSpPr>
            <a:spLocks noGrp="1"/>
          </p:cNvSpPr>
          <p:nvPr/>
        </p:nvSpPr>
        <p:spPr>
          <a:xfrm>
            <a:off x="54258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2" name="12_small_6498">
            <a:extLst>
              <a:ext uri="{FF2B5EF4-FFF2-40B4-BE49-F238E27FC236}">
                <a16:creationId xmlns:a16="http://schemas.microsoft.com/office/drawing/2014/main" id="{F71E6313-295A-46C6-B64C-E82F2213B0A1}"/>
              </a:ext>
            </a:extLst>
          </p:cNvPr>
          <p:cNvSpPr>
            <a:spLocks noGrp="1"/>
          </p:cNvSpPr>
          <p:nvPr/>
        </p:nvSpPr>
        <p:spPr>
          <a:xfrm>
            <a:off x="5318672" y="244700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3" name="12_small_6499">
            <a:extLst>
              <a:ext uri="{FF2B5EF4-FFF2-40B4-BE49-F238E27FC236}">
                <a16:creationId xmlns:a16="http://schemas.microsoft.com/office/drawing/2014/main" id="{7CAA779C-90AB-43B1-BA5B-6797F0135AA8}"/>
              </a:ext>
            </a:extLst>
          </p:cNvPr>
          <p:cNvSpPr>
            <a:spLocks noGrp="1"/>
          </p:cNvSpPr>
          <p:nvPr/>
        </p:nvSpPr>
        <p:spPr>
          <a:xfrm>
            <a:off x="5313338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4" name="12_small_6500">
            <a:extLst>
              <a:ext uri="{FF2B5EF4-FFF2-40B4-BE49-F238E27FC236}">
                <a16:creationId xmlns:a16="http://schemas.microsoft.com/office/drawing/2014/main" id="{21019B31-3CBC-49F4-A0B9-B703913866F9}"/>
              </a:ext>
            </a:extLst>
          </p:cNvPr>
          <p:cNvSpPr>
            <a:spLocks noGrp="1"/>
          </p:cNvSpPr>
          <p:nvPr/>
        </p:nvSpPr>
        <p:spPr>
          <a:xfrm>
            <a:off x="536210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5" name="12_small_6501">
            <a:extLst>
              <a:ext uri="{FF2B5EF4-FFF2-40B4-BE49-F238E27FC236}">
                <a16:creationId xmlns:a16="http://schemas.microsoft.com/office/drawing/2014/main" id="{0121EE4D-8A34-461A-AD12-5DD675D94C27}"/>
              </a:ext>
            </a:extLst>
          </p:cNvPr>
          <p:cNvSpPr>
            <a:spLocks noGrp="1"/>
          </p:cNvSpPr>
          <p:nvPr/>
        </p:nvSpPr>
        <p:spPr>
          <a:xfrm>
            <a:off x="5319175" y="1951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6" name="12_small_6502">
            <a:extLst>
              <a:ext uri="{FF2B5EF4-FFF2-40B4-BE49-F238E27FC236}">
                <a16:creationId xmlns:a16="http://schemas.microsoft.com/office/drawing/2014/main" id="{11F95715-36AF-4CCC-B676-E91BAF442089}"/>
              </a:ext>
            </a:extLst>
          </p:cNvPr>
          <p:cNvSpPr>
            <a:spLocks noGrp="1"/>
          </p:cNvSpPr>
          <p:nvPr/>
        </p:nvSpPr>
        <p:spPr>
          <a:xfrm>
            <a:off x="529012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7" name="12_small_6503">
            <a:extLst>
              <a:ext uri="{FF2B5EF4-FFF2-40B4-BE49-F238E27FC236}">
                <a16:creationId xmlns:a16="http://schemas.microsoft.com/office/drawing/2014/main" id="{05DF9395-FAF2-41D5-BC20-703086812D65}"/>
              </a:ext>
            </a:extLst>
          </p:cNvPr>
          <p:cNvSpPr>
            <a:spLocks noGrp="1"/>
          </p:cNvSpPr>
          <p:nvPr/>
        </p:nvSpPr>
        <p:spPr>
          <a:xfrm>
            <a:off x="535454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8" name="12_small_6504">
            <a:extLst>
              <a:ext uri="{FF2B5EF4-FFF2-40B4-BE49-F238E27FC236}">
                <a16:creationId xmlns:a16="http://schemas.microsoft.com/office/drawing/2014/main" id="{39D90FCA-C129-4464-9E70-8188E57A99E4}"/>
              </a:ext>
            </a:extLst>
          </p:cNvPr>
          <p:cNvSpPr>
            <a:spLocks noGrp="1"/>
          </p:cNvSpPr>
          <p:nvPr/>
        </p:nvSpPr>
        <p:spPr>
          <a:xfrm>
            <a:off x="5345573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39" name="12_small_6505">
            <a:extLst>
              <a:ext uri="{FF2B5EF4-FFF2-40B4-BE49-F238E27FC236}">
                <a16:creationId xmlns:a16="http://schemas.microsoft.com/office/drawing/2014/main" id="{B28B13F9-9C53-4DEA-8DA6-AEAE504F05EB}"/>
              </a:ext>
            </a:extLst>
          </p:cNvPr>
          <p:cNvSpPr>
            <a:spLocks noGrp="1"/>
          </p:cNvSpPr>
          <p:nvPr/>
        </p:nvSpPr>
        <p:spPr>
          <a:xfrm>
            <a:off x="528802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0" name="12_small_6506">
            <a:extLst>
              <a:ext uri="{FF2B5EF4-FFF2-40B4-BE49-F238E27FC236}">
                <a16:creationId xmlns:a16="http://schemas.microsoft.com/office/drawing/2014/main" id="{0D01B1D3-3D2F-4F09-99A1-7C955DAB38BF}"/>
              </a:ext>
            </a:extLst>
          </p:cNvPr>
          <p:cNvSpPr>
            <a:spLocks noGrp="1"/>
          </p:cNvSpPr>
          <p:nvPr/>
        </p:nvSpPr>
        <p:spPr>
          <a:xfrm>
            <a:off x="539474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1" name="12_small_6507">
            <a:extLst>
              <a:ext uri="{FF2B5EF4-FFF2-40B4-BE49-F238E27FC236}">
                <a16:creationId xmlns:a16="http://schemas.microsoft.com/office/drawing/2014/main" id="{3141914A-3AB3-4489-9638-F3B00D171C91}"/>
              </a:ext>
            </a:extLst>
          </p:cNvPr>
          <p:cNvSpPr>
            <a:spLocks noGrp="1"/>
          </p:cNvSpPr>
          <p:nvPr/>
        </p:nvSpPr>
        <p:spPr>
          <a:xfrm>
            <a:off x="533890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2" name="12_small_6508">
            <a:extLst>
              <a:ext uri="{FF2B5EF4-FFF2-40B4-BE49-F238E27FC236}">
                <a16:creationId xmlns:a16="http://schemas.microsoft.com/office/drawing/2014/main" id="{06B9CD83-546B-4BC8-8881-10807EB13A2D}"/>
              </a:ext>
            </a:extLst>
          </p:cNvPr>
          <p:cNvSpPr>
            <a:spLocks noGrp="1"/>
          </p:cNvSpPr>
          <p:nvPr/>
        </p:nvSpPr>
        <p:spPr>
          <a:xfrm>
            <a:off x="542052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3" name="12_small_6509">
            <a:extLst>
              <a:ext uri="{FF2B5EF4-FFF2-40B4-BE49-F238E27FC236}">
                <a16:creationId xmlns:a16="http://schemas.microsoft.com/office/drawing/2014/main" id="{A04135DA-D8C4-4A2A-880B-11E2C0DF152C}"/>
              </a:ext>
            </a:extLst>
          </p:cNvPr>
          <p:cNvSpPr>
            <a:spLocks noGrp="1"/>
          </p:cNvSpPr>
          <p:nvPr/>
        </p:nvSpPr>
        <p:spPr>
          <a:xfrm>
            <a:off x="533296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4" name="12_small_6510">
            <a:extLst>
              <a:ext uri="{FF2B5EF4-FFF2-40B4-BE49-F238E27FC236}">
                <a16:creationId xmlns:a16="http://schemas.microsoft.com/office/drawing/2014/main" id="{4606AFD8-2DD3-4EC3-AD6C-B5FFD5C38943}"/>
              </a:ext>
            </a:extLst>
          </p:cNvPr>
          <p:cNvSpPr>
            <a:spLocks noGrp="1"/>
          </p:cNvSpPr>
          <p:nvPr/>
        </p:nvSpPr>
        <p:spPr>
          <a:xfrm>
            <a:off x="539038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5" name="12_small_6511">
            <a:extLst>
              <a:ext uri="{FF2B5EF4-FFF2-40B4-BE49-F238E27FC236}">
                <a16:creationId xmlns:a16="http://schemas.microsoft.com/office/drawing/2014/main" id="{8CCD537B-EA1E-41F3-98EB-C355EB54343B}"/>
              </a:ext>
            </a:extLst>
          </p:cNvPr>
          <p:cNvSpPr>
            <a:spLocks noGrp="1"/>
          </p:cNvSpPr>
          <p:nvPr/>
        </p:nvSpPr>
        <p:spPr>
          <a:xfrm>
            <a:off x="533124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6" name="12_small_6512">
            <a:extLst>
              <a:ext uri="{FF2B5EF4-FFF2-40B4-BE49-F238E27FC236}">
                <a16:creationId xmlns:a16="http://schemas.microsoft.com/office/drawing/2014/main" id="{1E55CBE9-033A-49D5-8066-D13CB2A234EF}"/>
              </a:ext>
            </a:extLst>
          </p:cNvPr>
          <p:cNvSpPr>
            <a:spLocks noGrp="1"/>
          </p:cNvSpPr>
          <p:nvPr/>
        </p:nvSpPr>
        <p:spPr>
          <a:xfrm>
            <a:off x="533643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7" name="12_small_6513">
            <a:extLst>
              <a:ext uri="{FF2B5EF4-FFF2-40B4-BE49-F238E27FC236}">
                <a16:creationId xmlns:a16="http://schemas.microsoft.com/office/drawing/2014/main" id="{2E9F311C-F4DA-4318-A0D1-9555E8C6690A}"/>
              </a:ext>
            </a:extLst>
          </p:cNvPr>
          <p:cNvSpPr>
            <a:spLocks noGrp="1"/>
          </p:cNvSpPr>
          <p:nvPr/>
        </p:nvSpPr>
        <p:spPr>
          <a:xfrm>
            <a:off x="539496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8" name="12_small_6514">
            <a:extLst>
              <a:ext uri="{FF2B5EF4-FFF2-40B4-BE49-F238E27FC236}">
                <a16:creationId xmlns:a16="http://schemas.microsoft.com/office/drawing/2014/main" id="{31475124-7BDF-4930-A16F-D23B31DDBAB6}"/>
              </a:ext>
            </a:extLst>
          </p:cNvPr>
          <p:cNvSpPr>
            <a:spLocks noGrp="1"/>
          </p:cNvSpPr>
          <p:nvPr/>
        </p:nvSpPr>
        <p:spPr>
          <a:xfrm>
            <a:off x="529528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49" name="12_small_6515">
            <a:extLst>
              <a:ext uri="{FF2B5EF4-FFF2-40B4-BE49-F238E27FC236}">
                <a16:creationId xmlns:a16="http://schemas.microsoft.com/office/drawing/2014/main" id="{B125B06B-F79F-49E3-AF45-A94B1D4EADD7}"/>
              </a:ext>
            </a:extLst>
          </p:cNvPr>
          <p:cNvSpPr>
            <a:spLocks noGrp="1"/>
          </p:cNvSpPr>
          <p:nvPr/>
        </p:nvSpPr>
        <p:spPr>
          <a:xfrm>
            <a:off x="52918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0" name="12_small_6516">
            <a:extLst>
              <a:ext uri="{FF2B5EF4-FFF2-40B4-BE49-F238E27FC236}">
                <a16:creationId xmlns:a16="http://schemas.microsoft.com/office/drawing/2014/main" id="{697BFCDA-CDFE-448B-BAC5-2AD204AC18A7}"/>
              </a:ext>
            </a:extLst>
          </p:cNvPr>
          <p:cNvSpPr>
            <a:spLocks noGrp="1"/>
          </p:cNvSpPr>
          <p:nvPr/>
        </p:nvSpPr>
        <p:spPr>
          <a:xfrm>
            <a:off x="54163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1" name="12_small_6517">
            <a:extLst>
              <a:ext uri="{FF2B5EF4-FFF2-40B4-BE49-F238E27FC236}">
                <a16:creationId xmlns:a16="http://schemas.microsoft.com/office/drawing/2014/main" id="{1D73FC17-E4A4-48E9-978C-3D480157571A}"/>
              </a:ext>
            </a:extLst>
          </p:cNvPr>
          <p:cNvSpPr>
            <a:spLocks noGrp="1"/>
          </p:cNvSpPr>
          <p:nvPr/>
        </p:nvSpPr>
        <p:spPr>
          <a:xfrm>
            <a:off x="529117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2" name="12_small_6518">
            <a:extLst>
              <a:ext uri="{FF2B5EF4-FFF2-40B4-BE49-F238E27FC236}">
                <a16:creationId xmlns:a16="http://schemas.microsoft.com/office/drawing/2014/main" id="{28E7BA48-B23D-4EC4-A2D1-D9BD1B576C0D}"/>
              </a:ext>
            </a:extLst>
          </p:cNvPr>
          <p:cNvSpPr>
            <a:spLocks noGrp="1"/>
          </p:cNvSpPr>
          <p:nvPr/>
        </p:nvSpPr>
        <p:spPr>
          <a:xfrm>
            <a:off x="533804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3" name="12_small_6519">
            <a:extLst>
              <a:ext uri="{FF2B5EF4-FFF2-40B4-BE49-F238E27FC236}">
                <a16:creationId xmlns:a16="http://schemas.microsoft.com/office/drawing/2014/main" id="{52F883C3-7342-466B-AF1B-CF6E1CC207E2}"/>
              </a:ext>
            </a:extLst>
          </p:cNvPr>
          <p:cNvSpPr>
            <a:spLocks noGrp="1"/>
          </p:cNvSpPr>
          <p:nvPr/>
        </p:nvSpPr>
        <p:spPr>
          <a:xfrm>
            <a:off x="535488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4" name="12_small_6520">
            <a:extLst>
              <a:ext uri="{FF2B5EF4-FFF2-40B4-BE49-F238E27FC236}">
                <a16:creationId xmlns:a16="http://schemas.microsoft.com/office/drawing/2014/main" id="{1A31A98C-564F-45B3-ACCC-A65C61668E4D}"/>
              </a:ext>
            </a:extLst>
          </p:cNvPr>
          <p:cNvSpPr>
            <a:spLocks noGrp="1"/>
          </p:cNvSpPr>
          <p:nvPr/>
        </p:nvSpPr>
        <p:spPr>
          <a:xfrm>
            <a:off x="53062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5" name="12_small_6521">
            <a:extLst>
              <a:ext uri="{FF2B5EF4-FFF2-40B4-BE49-F238E27FC236}">
                <a16:creationId xmlns:a16="http://schemas.microsoft.com/office/drawing/2014/main" id="{B251A3D9-E304-4E2A-9AB4-2A5A256D9361}"/>
              </a:ext>
            </a:extLst>
          </p:cNvPr>
          <p:cNvSpPr>
            <a:spLocks noGrp="1"/>
          </p:cNvSpPr>
          <p:nvPr/>
        </p:nvSpPr>
        <p:spPr>
          <a:xfrm>
            <a:off x="533777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6" name="12_small_6522">
            <a:extLst>
              <a:ext uri="{FF2B5EF4-FFF2-40B4-BE49-F238E27FC236}">
                <a16:creationId xmlns:a16="http://schemas.microsoft.com/office/drawing/2014/main" id="{4417AE9A-0382-4AB5-92A0-4ADB40E2758A}"/>
              </a:ext>
            </a:extLst>
          </p:cNvPr>
          <p:cNvSpPr>
            <a:spLocks noGrp="1"/>
          </p:cNvSpPr>
          <p:nvPr/>
        </p:nvSpPr>
        <p:spPr>
          <a:xfrm>
            <a:off x="533022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7" name="12_small_6523">
            <a:extLst>
              <a:ext uri="{FF2B5EF4-FFF2-40B4-BE49-F238E27FC236}">
                <a16:creationId xmlns:a16="http://schemas.microsoft.com/office/drawing/2014/main" id="{EEAE127E-372B-4BCF-A6EA-433D1B1A98AC}"/>
              </a:ext>
            </a:extLst>
          </p:cNvPr>
          <p:cNvSpPr>
            <a:spLocks noGrp="1"/>
          </p:cNvSpPr>
          <p:nvPr/>
        </p:nvSpPr>
        <p:spPr>
          <a:xfrm>
            <a:off x="5420759" y="23405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8" name="12_small_6524">
            <a:extLst>
              <a:ext uri="{FF2B5EF4-FFF2-40B4-BE49-F238E27FC236}">
                <a16:creationId xmlns:a16="http://schemas.microsoft.com/office/drawing/2014/main" id="{0A3A6F3B-1B75-4B7C-AFD2-4F9E39809395}"/>
              </a:ext>
            </a:extLst>
          </p:cNvPr>
          <p:cNvSpPr>
            <a:spLocks noGrp="1"/>
          </p:cNvSpPr>
          <p:nvPr/>
        </p:nvSpPr>
        <p:spPr>
          <a:xfrm>
            <a:off x="5371463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59" name="12_small_6525">
            <a:extLst>
              <a:ext uri="{FF2B5EF4-FFF2-40B4-BE49-F238E27FC236}">
                <a16:creationId xmlns:a16="http://schemas.microsoft.com/office/drawing/2014/main" id="{3905C97A-AA21-4202-AB5E-6DBCE08282FE}"/>
              </a:ext>
            </a:extLst>
          </p:cNvPr>
          <p:cNvSpPr>
            <a:spLocks noGrp="1"/>
          </p:cNvSpPr>
          <p:nvPr/>
        </p:nvSpPr>
        <p:spPr>
          <a:xfrm>
            <a:off x="5368348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0" name="12_small_6526">
            <a:extLst>
              <a:ext uri="{FF2B5EF4-FFF2-40B4-BE49-F238E27FC236}">
                <a16:creationId xmlns:a16="http://schemas.microsoft.com/office/drawing/2014/main" id="{AAB4BC4F-293F-408F-B625-7B4E05AE229E}"/>
              </a:ext>
            </a:extLst>
          </p:cNvPr>
          <p:cNvSpPr>
            <a:spLocks noGrp="1"/>
          </p:cNvSpPr>
          <p:nvPr/>
        </p:nvSpPr>
        <p:spPr>
          <a:xfrm>
            <a:off x="540887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1" name="12_small_6527">
            <a:extLst>
              <a:ext uri="{FF2B5EF4-FFF2-40B4-BE49-F238E27FC236}">
                <a16:creationId xmlns:a16="http://schemas.microsoft.com/office/drawing/2014/main" id="{07113A1D-8502-46C5-8B15-EE5DA6D99461}"/>
              </a:ext>
            </a:extLst>
          </p:cNvPr>
          <p:cNvSpPr>
            <a:spLocks noGrp="1"/>
          </p:cNvSpPr>
          <p:nvPr/>
        </p:nvSpPr>
        <p:spPr>
          <a:xfrm>
            <a:off x="534863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2" name="12_small_6528">
            <a:extLst>
              <a:ext uri="{FF2B5EF4-FFF2-40B4-BE49-F238E27FC236}">
                <a16:creationId xmlns:a16="http://schemas.microsoft.com/office/drawing/2014/main" id="{76947C1A-BD85-45CB-BA46-FD5BB4623BC6}"/>
              </a:ext>
            </a:extLst>
          </p:cNvPr>
          <p:cNvSpPr>
            <a:spLocks noGrp="1"/>
          </p:cNvSpPr>
          <p:nvPr/>
        </p:nvSpPr>
        <p:spPr>
          <a:xfrm>
            <a:off x="542394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3" name="12_small_6529">
            <a:extLst>
              <a:ext uri="{FF2B5EF4-FFF2-40B4-BE49-F238E27FC236}">
                <a16:creationId xmlns:a16="http://schemas.microsoft.com/office/drawing/2014/main" id="{8A75A6DA-2833-4656-B764-9B5003570F68}"/>
              </a:ext>
            </a:extLst>
          </p:cNvPr>
          <p:cNvSpPr>
            <a:spLocks noGrp="1"/>
          </p:cNvSpPr>
          <p:nvPr/>
        </p:nvSpPr>
        <p:spPr>
          <a:xfrm>
            <a:off x="539129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4" name="12_small_6530">
            <a:extLst>
              <a:ext uri="{FF2B5EF4-FFF2-40B4-BE49-F238E27FC236}">
                <a16:creationId xmlns:a16="http://schemas.microsoft.com/office/drawing/2014/main" id="{235FB2D0-C16B-4BBE-93D7-C616BE6BEF8A}"/>
              </a:ext>
            </a:extLst>
          </p:cNvPr>
          <p:cNvSpPr>
            <a:spLocks noGrp="1"/>
          </p:cNvSpPr>
          <p:nvPr/>
        </p:nvSpPr>
        <p:spPr>
          <a:xfrm>
            <a:off x="532319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5" name="12_small_6531">
            <a:extLst>
              <a:ext uri="{FF2B5EF4-FFF2-40B4-BE49-F238E27FC236}">
                <a16:creationId xmlns:a16="http://schemas.microsoft.com/office/drawing/2014/main" id="{0A8DBBEE-6AFD-42EC-B97D-F02CE9DCA484}"/>
              </a:ext>
            </a:extLst>
          </p:cNvPr>
          <p:cNvSpPr>
            <a:spLocks noGrp="1"/>
          </p:cNvSpPr>
          <p:nvPr/>
        </p:nvSpPr>
        <p:spPr>
          <a:xfrm>
            <a:off x="528585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6" name="12_small_6532">
            <a:extLst>
              <a:ext uri="{FF2B5EF4-FFF2-40B4-BE49-F238E27FC236}">
                <a16:creationId xmlns:a16="http://schemas.microsoft.com/office/drawing/2014/main" id="{9EEA4DFD-5AC2-40DA-9F27-4F1B70C66833}"/>
              </a:ext>
            </a:extLst>
          </p:cNvPr>
          <p:cNvSpPr>
            <a:spLocks noGrp="1"/>
          </p:cNvSpPr>
          <p:nvPr/>
        </p:nvSpPr>
        <p:spPr>
          <a:xfrm>
            <a:off x="541133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7" name="12_small_6533">
            <a:extLst>
              <a:ext uri="{FF2B5EF4-FFF2-40B4-BE49-F238E27FC236}">
                <a16:creationId xmlns:a16="http://schemas.microsoft.com/office/drawing/2014/main" id="{09FB90A4-40A1-41E6-B342-54A231FFEBE4}"/>
              </a:ext>
            </a:extLst>
          </p:cNvPr>
          <p:cNvSpPr>
            <a:spLocks noGrp="1"/>
          </p:cNvSpPr>
          <p:nvPr/>
        </p:nvSpPr>
        <p:spPr>
          <a:xfrm>
            <a:off x="542715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8" name="12_small_6534">
            <a:extLst>
              <a:ext uri="{FF2B5EF4-FFF2-40B4-BE49-F238E27FC236}">
                <a16:creationId xmlns:a16="http://schemas.microsoft.com/office/drawing/2014/main" id="{89437F71-C28E-4DB1-A3DA-A5D7F76CDDC3}"/>
              </a:ext>
            </a:extLst>
          </p:cNvPr>
          <p:cNvSpPr>
            <a:spLocks noGrp="1"/>
          </p:cNvSpPr>
          <p:nvPr/>
        </p:nvSpPr>
        <p:spPr>
          <a:xfrm>
            <a:off x="536246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69" name="12_small_6535">
            <a:extLst>
              <a:ext uri="{FF2B5EF4-FFF2-40B4-BE49-F238E27FC236}">
                <a16:creationId xmlns:a16="http://schemas.microsoft.com/office/drawing/2014/main" id="{3F54A613-1E71-4363-BA43-EB6BAEC6CAEE}"/>
              </a:ext>
            </a:extLst>
          </p:cNvPr>
          <p:cNvSpPr>
            <a:spLocks noGrp="1"/>
          </p:cNvSpPr>
          <p:nvPr/>
        </p:nvSpPr>
        <p:spPr>
          <a:xfrm>
            <a:off x="540655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0" name="12_small_6536">
            <a:extLst>
              <a:ext uri="{FF2B5EF4-FFF2-40B4-BE49-F238E27FC236}">
                <a16:creationId xmlns:a16="http://schemas.microsoft.com/office/drawing/2014/main" id="{9358A237-02ED-47EC-B237-B96A3AED952D}"/>
              </a:ext>
            </a:extLst>
          </p:cNvPr>
          <p:cNvSpPr>
            <a:spLocks noGrp="1"/>
          </p:cNvSpPr>
          <p:nvPr/>
        </p:nvSpPr>
        <p:spPr>
          <a:xfrm>
            <a:off x="540120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1" name="12_small_6537">
            <a:extLst>
              <a:ext uri="{FF2B5EF4-FFF2-40B4-BE49-F238E27FC236}">
                <a16:creationId xmlns:a16="http://schemas.microsoft.com/office/drawing/2014/main" id="{303B193A-C8DE-4770-96C8-2A82B107D48C}"/>
              </a:ext>
            </a:extLst>
          </p:cNvPr>
          <p:cNvSpPr>
            <a:spLocks noGrp="1"/>
          </p:cNvSpPr>
          <p:nvPr/>
        </p:nvSpPr>
        <p:spPr>
          <a:xfrm>
            <a:off x="5308994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2" name="12_small_6538">
            <a:extLst>
              <a:ext uri="{FF2B5EF4-FFF2-40B4-BE49-F238E27FC236}">
                <a16:creationId xmlns:a16="http://schemas.microsoft.com/office/drawing/2014/main" id="{3B3097D7-3F66-46BA-BFA6-83D7CACD407E}"/>
              </a:ext>
            </a:extLst>
          </p:cNvPr>
          <p:cNvSpPr>
            <a:spLocks noGrp="1"/>
          </p:cNvSpPr>
          <p:nvPr/>
        </p:nvSpPr>
        <p:spPr>
          <a:xfrm>
            <a:off x="536973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3" name="12_small_6539">
            <a:extLst>
              <a:ext uri="{FF2B5EF4-FFF2-40B4-BE49-F238E27FC236}">
                <a16:creationId xmlns:a16="http://schemas.microsoft.com/office/drawing/2014/main" id="{BFB55F87-2F28-42F1-A512-BBDF2F8DB92A}"/>
              </a:ext>
            </a:extLst>
          </p:cNvPr>
          <p:cNvSpPr>
            <a:spLocks noGrp="1"/>
          </p:cNvSpPr>
          <p:nvPr/>
        </p:nvSpPr>
        <p:spPr>
          <a:xfrm>
            <a:off x="537401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4" name="12_small_6540">
            <a:extLst>
              <a:ext uri="{FF2B5EF4-FFF2-40B4-BE49-F238E27FC236}">
                <a16:creationId xmlns:a16="http://schemas.microsoft.com/office/drawing/2014/main" id="{40FE0721-E285-4BEF-A38F-C5D3CA5B2F5F}"/>
              </a:ext>
            </a:extLst>
          </p:cNvPr>
          <p:cNvSpPr>
            <a:spLocks noGrp="1"/>
          </p:cNvSpPr>
          <p:nvPr/>
        </p:nvSpPr>
        <p:spPr>
          <a:xfrm>
            <a:off x="541048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5" name="12_small_6541">
            <a:extLst>
              <a:ext uri="{FF2B5EF4-FFF2-40B4-BE49-F238E27FC236}">
                <a16:creationId xmlns:a16="http://schemas.microsoft.com/office/drawing/2014/main" id="{85533751-CB67-4864-B4D6-AB1E2613BBAE}"/>
              </a:ext>
            </a:extLst>
          </p:cNvPr>
          <p:cNvSpPr>
            <a:spLocks noGrp="1"/>
          </p:cNvSpPr>
          <p:nvPr/>
        </p:nvSpPr>
        <p:spPr>
          <a:xfrm>
            <a:off x="542242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6" name="12_small_6542">
            <a:extLst>
              <a:ext uri="{FF2B5EF4-FFF2-40B4-BE49-F238E27FC236}">
                <a16:creationId xmlns:a16="http://schemas.microsoft.com/office/drawing/2014/main" id="{B202A876-AA94-4871-BDBA-3E7E6F03D793}"/>
              </a:ext>
            </a:extLst>
          </p:cNvPr>
          <p:cNvSpPr>
            <a:spLocks noGrp="1"/>
          </p:cNvSpPr>
          <p:nvPr/>
        </p:nvSpPr>
        <p:spPr>
          <a:xfrm>
            <a:off x="541542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7" name="12_small_6543">
            <a:extLst>
              <a:ext uri="{FF2B5EF4-FFF2-40B4-BE49-F238E27FC236}">
                <a16:creationId xmlns:a16="http://schemas.microsoft.com/office/drawing/2014/main" id="{5AB5B25D-EAE4-4568-A560-E0040AEF27DA}"/>
              </a:ext>
            </a:extLst>
          </p:cNvPr>
          <p:cNvSpPr>
            <a:spLocks noGrp="1"/>
          </p:cNvSpPr>
          <p:nvPr/>
        </p:nvSpPr>
        <p:spPr>
          <a:xfrm>
            <a:off x="535718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8" name="12_small_6544">
            <a:extLst>
              <a:ext uri="{FF2B5EF4-FFF2-40B4-BE49-F238E27FC236}">
                <a16:creationId xmlns:a16="http://schemas.microsoft.com/office/drawing/2014/main" id="{5415EC45-1193-4E0C-8245-C2C2A33238D2}"/>
              </a:ext>
            </a:extLst>
          </p:cNvPr>
          <p:cNvSpPr>
            <a:spLocks noGrp="1"/>
          </p:cNvSpPr>
          <p:nvPr/>
        </p:nvSpPr>
        <p:spPr>
          <a:xfrm>
            <a:off x="5401406" y="19964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79" name="12_small_6545">
            <a:extLst>
              <a:ext uri="{FF2B5EF4-FFF2-40B4-BE49-F238E27FC236}">
                <a16:creationId xmlns:a16="http://schemas.microsoft.com/office/drawing/2014/main" id="{FE9FF129-933C-4BD8-8449-8430472D631A}"/>
              </a:ext>
            </a:extLst>
          </p:cNvPr>
          <p:cNvSpPr>
            <a:spLocks noGrp="1"/>
          </p:cNvSpPr>
          <p:nvPr/>
        </p:nvSpPr>
        <p:spPr>
          <a:xfrm>
            <a:off x="5382009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0" name="12_small_6546">
            <a:extLst>
              <a:ext uri="{FF2B5EF4-FFF2-40B4-BE49-F238E27FC236}">
                <a16:creationId xmlns:a16="http://schemas.microsoft.com/office/drawing/2014/main" id="{97589D1B-09F9-4AD3-BDD9-AB1DA63373E5}"/>
              </a:ext>
            </a:extLst>
          </p:cNvPr>
          <p:cNvSpPr>
            <a:spLocks noGrp="1"/>
          </p:cNvSpPr>
          <p:nvPr/>
        </p:nvSpPr>
        <p:spPr>
          <a:xfrm>
            <a:off x="5321858" y="22773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1" name="12_small_6547">
            <a:extLst>
              <a:ext uri="{FF2B5EF4-FFF2-40B4-BE49-F238E27FC236}">
                <a16:creationId xmlns:a16="http://schemas.microsoft.com/office/drawing/2014/main" id="{BC675521-CCB0-428E-A0F9-F32193244B82}"/>
              </a:ext>
            </a:extLst>
          </p:cNvPr>
          <p:cNvSpPr>
            <a:spLocks noGrp="1"/>
          </p:cNvSpPr>
          <p:nvPr/>
        </p:nvSpPr>
        <p:spPr>
          <a:xfrm>
            <a:off x="53046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2" name="12_small_6548">
            <a:extLst>
              <a:ext uri="{FF2B5EF4-FFF2-40B4-BE49-F238E27FC236}">
                <a16:creationId xmlns:a16="http://schemas.microsoft.com/office/drawing/2014/main" id="{7100348A-A3A5-44E5-BCB2-857EF129761E}"/>
              </a:ext>
            </a:extLst>
          </p:cNvPr>
          <p:cNvSpPr>
            <a:spLocks noGrp="1"/>
          </p:cNvSpPr>
          <p:nvPr/>
        </p:nvSpPr>
        <p:spPr>
          <a:xfrm>
            <a:off x="536583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3" name="12_small_6549">
            <a:extLst>
              <a:ext uri="{FF2B5EF4-FFF2-40B4-BE49-F238E27FC236}">
                <a16:creationId xmlns:a16="http://schemas.microsoft.com/office/drawing/2014/main" id="{26879F69-82B5-4009-BDA4-A753EABFBE03}"/>
              </a:ext>
            </a:extLst>
          </p:cNvPr>
          <p:cNvSpPr>
            <a:spLocks noGrp="1"/>
          </p:cNvSpPr>
          <p:nvPr/>
        </p:nvSpPr>
        <p:spPr>
          <a:xfrm>
            <a:off x="5384844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4" name="12_small_6550">
            <a:extLst>
              <a:ext uri="{FF2B5EF4-FFF2-40B4-BE49-F238E27FC236}">
                <a16:creationId xmlns:a16="http://schemas.microsoft.com/office/drawing/2014/main" id="{70D26F6F-26DD-47D4-B296-7CF68DD137D3}"/>
              </a:ext>
            </a:extLst>
          </p:cNvPr>
          <p:cNvSpPr>
            <a:spLocks noGrp="1"/>
          </p:cNvSpPr>
          <p:nvPr/>
        </p:nvSpPr>
        <p:spPr>
          <a:xfrm>
            <a:off x="5399619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5" name="12_small_6551">
            <a:extLst>
              <a:ext uri="{FF2B5EF4-FFF2-40B4-BE49-F238E27FC236}">
                <a16:creationId xmlns:a16="http://schemas.microsoft.com/office/drawing/2014/main" id="{38D2F43E-E5F3-4339-B23D-BE9B721A55C6}"/>
              </a:ext>
            </a:extLst>
          </p:cNvPr>
          <p:cNvSpPr>
            <a:spLocks noGrp="1"/>
          </p:cNvSpPr>
          <p:nvPr/>
        </p:nvSpPr>
        <p:spPr>
          <a:xfrm>
            <a:off x="536900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6" name="12_small_6552">
            <a:extLst>
              <a:ext uri="{FF2B5EF4-FFF2-40B4-BE49-F238E27FC236}">
                <a16:creationId xmlns:a16="http://schemas.microsoft.com/office/drawing/2014/main" id="{C87DB1CB-C61F-4502-A4BD-0924C7A3BF9D}"/>
              </a:ext>
            </a:extLst>
          </p:cNvPr>
          <p:cNvSpPr>
            <a:spLocks noGrp="1"/>
          </p:cNvSpPr>
          <p:nvPr/>
        </p:nvSpPr>
        <p:spPr>
          <a:xfrm>
            <a:off x="532926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7" name="12_small_6553">
            <a:extLst>
              <a:ext uri="{FF2B5EF4-FFF2-40B4-BE49-F238E27FC236}">
                <a16:creationId xmlns:a16="http://schemas.microsoft.com/office/drawing/2014/main" id="{0B982FB1-B211-4AC3-8E27-EA2B1D034E1D}"/>
              </a:ext>
            </a:extLst>
          </p:cNvPr>
          <p:cNvSpPr>
            <a:spLocks noGrp="1"/>
          </p:cNvSpPr>
          <p:nvPr/>
        </p:nvSpPr>
        <p:spPr>
          <a:xfrm>
            <a:off x="54229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8" name="12_small_6554">
            <a:extLst>
              <a:ext uri="{FF2B5EF4-FFF2-40B4-BE49-F238E27FC236}">
                <a16:creationId xmlns:a16="http://schemas.microsoft.com/office/drawing/2014/main" id="{AAA13CB4-AE32-4DA2-A8B8-1511EC4697AA}"/>
              </a:ext>
            </a:extLst>
          </p:cNvPr>
          <p:cNvSpPr>
            <a:spLocks noGrp="1"/>
          </p:cNvSpPr>
          <p:nvPr/>
        </p:nvSpPr>
        <p:spPr>
          <a:xfrm>
            <a:off x="54024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89" name="12_small_6555">
            <a:extLst>
              <a:ext uri="{FF2B5EF4-FFF2-40B4-BE49-F238E27FC236}">
                <a16:creationId xmlns:a16="http://schemas.microsoft.com/office/drawing/2014/main" id="{BE573E96-0178-496A-BA86-2803C4A11061}"/>
              </a:ext>
            </a:extLst>
          </p:cNvPr>
          <p:cNvSpPr>
            <a:spLocks noGrp="1"/>
          </p:cNvSpPr>
          <p:nvPr/>
        </p:nvSpPr>
        <p:spPr>
          <a:xfrm>
            <a:off x="543085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0" name="12_small_6556">
            <a:extLst>
              <a:ext uri="{FF2B5EF4-FFF2-40B4-BE49-F238E27FC236}">
                <a16:creationId xmlns:a16="http://schemas.microsoft.com/office/drawing/2014/main" id="{978704F4-4803-4EAE-821F-49F5A1C88F84}"/>
              </a:ext>
            </a:extLst>
          </p:cNvPr>
          <p:cNvSpPr>
            <a:spLocks noGrp="1"/>
          </p:cNvSpPr>
          <p:nvPr/>
        </p:nvSpPr>
        <p:spPr>
          <a:xfrm>
            <a:off x="543084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1" name="12_small_6557">
            <a:extLst>
              <a:ext uri="{FF2B5EF4-FFF2-40B4-BE49-F238E27FC236}">
                <a16:creationId xmlns:a16="http://schemas.microsoft.com/office/drawing/2014/main" id="{CB241C31-F546-47A9-880D-653B37BD3E74}"/>
              </a:ext>
            </a:extLst>
          </p:cNvPr>
          <p:cNvSpPr>
            <a:spLocks noGrp="1"/>
          </p:cNvSpPr>
          <p:nvPr/>
        </p:nvSpPr>
        <p:spPr>
          <a:xfrm>
            <a:off x="535050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2" name="12_small_6558">
            <a:extLst>
              <a:ext uri="{FF2B5EF4-FFF2-40B4-BE49-F238E27FC236}">
                <a16:creationId xmlns:a16="http://schemas.microsoft.com/office/drawing/2014/main" id="{C5C36897-431B-404F-A783-E1F9E1FD9F86}"/>
              </a:ext>
            </a:extLst>
          </p:cNvPr>
          <p:cNvSpPr>
            <a:spLocks noGrp="1"/>
          </p:cNvSpPr>
          <p:nvPr/>
        </p:nvSpPr>
        <p:spPr>
          <a:xfrm>
            <a:off x="536401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3" name="12_small_6559">
            <a:extLst>
              <a:ext uri="{FF2B5EF4-FFF2-40B4-BE49-F238E27FC236}">
                <a16:creationId xmlns:a16="http://schemas.microsoft.com/office/drawing/2014/main" id="{60076A53-3B64-4C36-A695-0A4EF62AB913}"/>
              </a:ext>
            </a:extLst>
          </p:cNvPr>
          <p:cNvSpPr>
            <a:spLocks noGrp="1"/>
          </p:cNvSpPr>
          <p:nvPr/>
        </p:nvSpPr>
        <p:spPr>
          <a:xfrm>
            <a:off x="532172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4" name="12_small_6560">
            <a:extLst>
              <a:ext uri="{FF2B5EF4-FFF2-40B4-BE49-F238E27FC236}">
                <a16:creationId xmlns:a16="http://schemas.microsoft.com/office/drawing/2014/main" id="{9FCAF207-3A6D-4A9D-A9AE-623D70A5CDFD}"/>
              </a:ext>
            </a:extLst>
          </p:cNvPr>
          <p:cNvSpPr>
            <a:spLocks noGrp="1"/>
          </p:cNvSpPr>
          <p:nvPr/>
        </p:nvSpPr>
        <p:spPr>
          <a:xfrm>
            <a:off x="6107301" y="176957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5" name="12_small_6561">
            <a:extLst>
              <a:ext uri="{FF2B5EF4-FFF2-40B4-BE49-F238E27FC236}">
                <a16:creationId xmlns:a16="http://schemas.microsoft.com/office/drawing/2014/main" id="{128849EE-3F22-442C-802D-DD88F3536181}"/>
              </a:ext>
            </a:extLst>
          </p:cNvPr>
          <p:cNvSpPr>
            <a:spLocks noGrp="1"/>
          </p:cNvSpPr>
          <p:nvPr/>
        </p:nvSpPr>
        <p:spPr>
          <a:xfrm>
            <a:off x="621158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6" name="12_small_6562">
            <a:extLst>
              <a:ext uri="{FF2B5EF4-FFF2-40B4-BE49-F238E27FC236}">
                <a16:creationId xmlns:a16="http://schemas.microsoft.com/office/drawing/2014/main" id="{4CDBEA81-1585-436B-A13E-F0F71D9E56DB}"/>
              </a:ext>
            </a:extLst>
          </p:cNvPr>
          <p:cNvSpPr>
            <a:spLocks noGrp="1"/>
          </p:cNvSpPr>
          <p:nvPr/>
        </p:nvSpPr>
        <p:spPr>
          <a:xfrm>
            <a:off x="621002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7" name="12_small_6563">
            <a:extLst>
              <a:ext uri="{FF2B5EF4-FFF2-40B4-BE49-F238E27FC236}">
                <a16:creationId xmlns:a16="http://schemas.microsoft.com/office/drawing/2014/main" id="{9C5C37AE-3C75-4117-8ADB-DB0718BDF109}"/>
              </a:ext>
            </a:extLst>
          </p:cNvPr>
          <p:cNvSpPr>
            <a:spLocks noGrp="1"/>
          </p:cNvSpPr>
          <p:nvPr/>
        </p:nvSpPr>
        <p:spPr>
          <a:xfrm>
            <a:off x="613072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8" name="12_small_6564">
            <a:extLst>
              <a:ext uri="{FF2B5EF4-FFF2-40B4-BE49-F238E27FC236}">
                <a16:creationId xmlns:a16="http://schemas.microsoft.com/office/drawing/2014/main" id="{3F471605-9D01-4526-A2DF-C67CCC3427D7}"/>
              </a:ext>
            </a:extLst>
          </p:cNvPr>
          <p:cNvSpPr>
            <a:spLocks noGrp="1"/>
          </p:cNvSpPr>
          <p:nvPr/>
        </p:nvSpPr>
        <p:spPr>
          <a:xfrm>
            <a:off x="621290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599" name="12_small_6565">
            <a:extLst>
              <a:ext uri="{FF2B5EF4-FFF2-40B4-BE49-F238E27FC236}">
                <a16:creationId xmlns:a16="http://schemas.microsoft.com/office/drawing/2014/main" id="{67EF4381-8C2B-4A31-95DB-D1CC0763314B}"/>
              </a:ext>
            </a:extLst>
          </p:cNvPr>
          <p:cNvSpPr>
            <a:spLocks noGrp="1"/>
          </p:cNvSpPr>
          <p:nvPr/>
        </p:nvSpPr>
        <p:spPr>
          <a:xfrm>
            <a:off x="6182523" y="181769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0" name="12_small_6566">
            <a:extLst>
              <a:ext uri="{FF2B5EF4-FFF2-40B4-BE49-F238E27FC236}">
                <a16:creationId xmlns:a16="http://schemas.microsoft.com/office/drawing/2014/main" id="{2E5D3DB1-FAA5-4EB8-81F9-9ACF30A1EA91}"/>
              </a:ext>
            </a:extLst>
          </p:cNvPr>
          <p:cNvSpPr>
            <a:spLocks noGrp="1"/>
          </p:cNvSpPr>
          <p:nvPr/>
        </p:nvSpPr>
        <p:spPr>
          <a:xfrm>
            <a:off x="608996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1" name="12_small_6567">
            <a:extLst>
              <a:ext uri="{FF2B5EF4-FFF2-40B4-BE49-F238E27FC236}">
                <a16:creationId xmlns:a16="http://schemas.microsoft.com/office/drawing/2014/main" id="{5F217104-4C16-453B-B1AE-DEF6E16C8091}"/>
              </a:ext>
            </a:extLst>
          </p:cNvPr>
          <p:cNvSpPr>
            <a:spLocks noGrp="1"/>
          </p:cNvSpPr>
          <p:nvPr/>
        </p:nvSpPr>
        <p:spPr>
          <a:xfrm>
            <a:off x="6122235" y="245724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2" name="12_small_6568">
            <a:extLst>
              <a:ext uri="{FF2B5EF4-FFF2-40B4-BE49-F238E27FC236}">
                <a16:creationId xmlns:a16="http://schemas.microsoft.com/office/drawing/2014/main" id="{23C6B71D-6717-4A67-904C-6F36407ADA38}"/>
              </a:ext>
            </a:extLst>
          </p:cNvPr>
          <p:cNvSpPr>
            <a:spLocks noGrp="1"/>
          </p:cNvSpPr>
          <p:nvPr/>
        </p:nvSpPr>
        <p:spPr>
          <a:xfrm>
            <a:off x="613914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3" name="12_small_6569">
            <a:extLst>
              <a:ext uri="{FF2B5EF4-FFF2-40B4-BE49-F238E27FC236}">
                <a16:creationId xmlns:a16="http://schemas.microsoft.com/office/drawing/2014/main" id="{4416B994-CDFA-40B1-8D46-D87E36D46B18}"/>
              </a:ext>
            </a:extLst>
          </p:cNvPr>
          <p:cNvSpPr>
            <a:spLocks noGrp="1"/>
          </p:cNvSpPr>
          <p:nvPr/>
        </p:nvSpPr>
        <p:spPr>
          <a:xfrm>
            <a:off x="612396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4" name="12_small_6570">
            <a:extLst>
              <a:ext uri="{FF2B5EF4-FFF2-40B4-BE49-F238E27FC236}">
                <a16:creationId xmlns:a16="http://schemas.microsoft.com/office/drawing/2014/main" id="{608EE86C-CD2E-4447-A97F-B28A06853E75}"/>
              </a:ext>
            </a:extLst>
          </p:cNvPr>
          <p:cNvSpPr>
            <a:spLocks noGrp="1"/>
          </p:cNvSpPr>
          <p:nvPr/>
        </p:nvSpPr>
        <p:spPr>
          <a:xfrm>
            <a:off x="617781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5" name="12_small_6571">
            <a:extLst>
              <a:ext uri="{FF2B5EF4-FFF2-40B4-BE49-F238E27FC236}">
                <a16:creationId xmlns:a16="http://schemas.microsoft.com/office/drawing/2014/main" id="{B55E9324-4413-48A9-AD59-3F28A2344B19}"/>
              </a:ext>
            </a:extLst>
          </p:cNvPr>
          <p:cNvSpPr>
            <a:spLocks noGrp="1"/>
          </p:cNvSpPr>
          <p:nvPr/>
        </p:nvSpPr>
        <p:spPr>
          <a:xfrm>
            <a:off x="6082728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6" name="12_small_6572">
            <a:extLst>
              <a:ext uri="{FF2B5EF4-FFF2-40B4-BE49-F238E27FC236}">
                <a16:creationId xmlns:a16="http://schemas.microsoft.com/office/drawing/2014/main" id="{21D2F439-3712-4027-A263-DBC40AB17503}"/>
              </a:ext>
            </a:extLst>
          </p:cNvPr>
          <p:cNvSpPr>
            <a:spLocks noGrp="1"/>
          </p:cNvSpPr>
          <p:nvPr/>
        </p:nvSpPr>
        <p:spPr>
          <a:xfrm>
            <a:off x="61231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7" name="12_small_6573">
            <a:extLst>
              <a:ext uri="{FF2B5EF4-FFF2-40B4-BE49-F238E27FC236}">
                <a16:creationId xmlns:a16="http://schemas.microsoft.com/office/drawing/2014/main" id="{69D27CC3-69A3-47BA-9B78-F75B8EABF00A}"/>
              </a:ext>
            </a:extLst>
          </p:cNvPr>
          <p:cNvSpPr>
            <a:spLocks noGrp="1"/>
          </p:cNvSpPr>
          <p:nvPr/>
        </p:nvSpPr>
        <p:spPr>
          <a:xfrm>
            <a:off x="607732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8" name="12_small_6574">
            <a:extLst>
              <a:ext uri="{FF2B5EF4-FFF2-40B4-BE49-F238E27FC236}">
                <a16:creationId xmlns:a16="http://schemas.microsoft.com/office/drawing/2014/main" id="{F78924A0-90D0-4CE2-8225-B4EC6DACD430}"/>
              </a:ext>
            </a:extLst>
          </p:cNvPr>
          <p:cNvSpPr>
            <a:spLocks noGrp="1"/>
          </p:cNvSpPr>
          <p:nvPr/>
        </p:nvSpPr>
        <p:spPr>
          <a:xfrm>
            <a:off x="62070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09" name="12_small_6575">
            <a:extLst>
              <a:ext uri="{FF2B5EF4-FFF2-40B4-BE49-F238E27FC236}">
                <a16:creationId xmlns:a16="http://schemas.microsoft.com/office/drawing/2014/main" id="{C89A290E-4FFA-4D88-8295-0539CB2142C3}"/>
              </a:ext>
            </a:extLst>
          </p:cNvPr>
          <p:cNvSpPr>
            <a:spLocks noGrp="1"/>
          </p:cNvSpPr>
          <p:nvPr/>
        </p:nvSpPr>
        <p:spPr>
          <a:xfrm>
            <a:off x="6099922" y="244700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0" name="12_small_6576">
            <a:extLst>
              <a:ext uri="{FF2B5EF4-FFF2-40B4-BE49-F238E27FC236}">
                <a16:creationId xmlns:a16="http://schemas.microsoft.com/office/drawing/2014/main" id="{2D6B5863-537A-4A4A-A28F-34528ED8DC79}"/>
              </a:ext>
            </a:extLst>
          </p:cNvPr>
          <p:cNvSpPr>
            <a:spLocks noGrp="1"/>
          </p:cNvSpPr>
          <p:nvPr/>
        </p:nvSpPr>
        <p:spPr>
          <a:xfrm>
            <a:off x="6094588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1" name="12_small_6577">
            <a:extLst>
              <a:ext uri="{FF2B5EF4-FFF2-40B4-BE49-F238E27FC236}">
                <a16:creationId xmlns:a16="http://schemas.microsoft.com/office/drawing/2014/main" id="{3424093F-39FF-4DEA-9596-8E33ED1597BB}"/>
              </a:ext>
            </a:extLst>
          </p:cNvPr>
          <p:cNvSpPr>
            <a:spLocks noGrp="1"/>
          </p:cNvSpPr>
          <p:nvPr/>
        </p:nvSpPr>
        <p:spPr>
          <a:xfrm>
            <a:off x="614335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2" name="12_small_6578">
            <a:extLst>
              <a:ext uri="{FF2B5EF4-FFF2-40B4-BE49-F238E27FC236}">
                <a16:creationId xmlns:a16="http://schemas.microsoft.com/office/drawing/2014/main" id="{C665AB2D-C5F8-47C1-ACB4-463BF01C0CA8}"/>
              </a:ext>
            </a:extLst>
          </p:cNvPr>
          <p:cNvSpPr>
            <a:spLocks noGrp="1"/>
          </p:cNvSpPr>
          <p:nvPr/>
        </p:nvSpPr>
        <p:spPr>
          <a:xfrm>
            <a:off x="6100425" y="1951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3" name="12_small_6579">
            <a:extLst>
              <a:ext uri="{FF2B5EF4-FFF2-40B4-BE49-F238E27FC236}">
                <a16:creationId xmlns:a16="http://schemas.microsoft.com/office/drawing/2014/main" id="{BEC7CD54-0798-46B4-9718-4F0AEA0A45CE}"/>
              </a:ext>
            </a:extLst>
          </p:cNvPr>
          <p:cNvSpPr>
            <a:spLocks noGrp="1"/>
          </p:cNvSpPr>
          <p:nvPr/>
        </p:nvSpPr>
        <p:spPr>
          <a:xfrm>
            <a:off x="607137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4" name="12_small_6580">
            <a:extLst>
              <a:ext uri="{FF2B5EF4-FFF2-40B4-BE49-F238E27FC236}">
                <a16:creationId xmlns:a16="http://schemas.microsoft.com/office/drawing/2014/main" id="{569E85EC-1B4D-4708-917A-002CB18B95C9}"/>
              </a:ext>
            </a:extLst>
          </p:cNvPr>
          <p:cNvSpPr>
            <a:spLocks noGrp="1"/>
          </p:cNvSpPr>
          <p:nvPr/>
        </p:nvSpPr>
        <p:spPr>
          <a:xfrm>
            <a:off x="613579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5" name="12_small_6581">
            <a:extLst>
              <a:ext uri="{FF2B5EF4-FFF2-40B4-BE49-F238E27FC236}">
                <a16:creationId xmlns:a16="http://schemas.microsoft.com/office/drawing/2014/main" id="{3B63F11F-BB94-4FCC-BA5D-0292F60C73A9}"/>
              </a:ext>
            </a:extLst>
          </p:cNvPr>
          <p:cNvSpPr>
            <a:spLocks noGrp="1"/>
          </p:cNvSpPr>
          <p:nvPr/>
        </p:nvSpPr>
        <p:spPr>
          <a:xfrm>
            <a:off x="6126823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6" name="12_small_6582">
            <a:extLst>
              <a:ext uri="{FF2B5EF4-FFF2-40B4-BE49-F238E27FC236}">
                <a16:creationId xmlns:a16="http://schemas.microsoft.com/office/drawing/2014/main" id="{42D0A501-12AC-471A-91A0-8A456B950FAC}"/>
              </a:ext>
            </a:extLst>
          </p:cNvPr>
          <p:cNvSpPr>
            <a:spLocks noGrp="1"/>
          </p:cNvSpPr>
          <p:nvPr/>
        </p:nvSpPr>
        <p:spPr>
          <a:xfrm>
            <a:off x="606927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7" name="12_small_6583">
            <a:extLst>
              <a:ext uri="{FF2B5EF4-FFF2-40B4-BE49-F238E27FC236}">
                <a16:creationId xmlns:a16="http://schemas.microsoft.com/office/drawing/2014/main" id="{70555DCC-1C58-4574-B446-00522BC00C2A}"/>
              </a:ext>
            </a:extLst>
          </p:cNvPr>
          <p:cNvSpPr>
            <a:spLocks noGrp="1"/>
          </p:cNvSpPr>
          <p:nvPr/>
        </p:nvSpPr>
        <p:spPr>
          <a:xfrm>
            <a:off x="617599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8" name="12_small_6584">
            <a:extLst>
              <a:ext uri="{FF2B5EF4-FFF2-40B4-BE49-F238E27FC236}">
                <a16:creationId xmlns:a16="http://schemas.microsoft.com/office/drawing/2014/main" id="{2303FE21-D5E1-44CB-BE0D-94B5E5598D4A}"/>
              </a:ext>
            </a:extLst>
          </p:cNvPr>
          <p:cNvSpPr>
            <a:spLocks noGrp="1"/>
          </p:cNvSpPr>
          <p:nvPr/>
        </p:nvSpPr>
        <p:spPr>
          <a:xfrm>
            <a:off x="612015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19" name="12_small_6585">
            <a:extLst>
              <a:ext uri="{FF2B5EF4-FFF2-40B4-BE49-F238E27FC236}">
                <a16:creationId xmlns:a16="http://schemas.microsoft.com/office/drawing/2014/main" id="{22D82277-99D6-4AB9-8D31-82937D7BEA54}"/>
              </a:ext>
            </a:extLst>
          </p:cNvPr>
          <p:cNvSpPr>
            <a:spLocks noGrp="1"/>
          </p:cNvSpPr>
          <p:nvPr/>
        </p:nvSpPr>
        <p:spPr>
          <a:xfrm>
            <a:off x="620177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0" name="12_small_6586">
            <a:extLst>
              <a:ext uri="{FF2B5EF4-FFF2-40B4-BE49-F238E27FC236}">
                <a16:creationId xmlns:a16="http://schemas.microsoft.com/office/drawing/2014/main" id="{D9F38096-F258-4D9A-A3E9-70D427D4C841}"/>
              </a:ext>
            </a:extLst>
          </p:cNvPr>
          <p:cNvSpPr>
            <a:spLocks noGrp="1"/>
          </p:cNvSpPr>
          <p:nvPr/>
        </p:nvSpPr>
        <p:spPr>
          <a:xfrm>
            <a:off x="611421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1" name="12_small_6587">
            <a:extLst>
              <a:ext uri="{FF2B5EF4-FFF2-40B4-BE49-F238E27FC236}">
                <a16:creationId xmlns:a16="http://schemas.microsoft.com/office/drawing/2014/main" id="{53FCF9FD-41C0-48E2-BBA6-88FB034D60C4}"/>
              </a:ext>
            </a:extLst>
          </p:cNvPr>
          <p:cNvSpPr>
            <a:spLocks noGrp="1"/>
          </p:cNvSpPr>
          <p:nvPr/>
        </p:nvSpPr>
        <p:spPr>
          <a:xfrm>
            <a:off x="617163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2" name="12_small_6588">
            <a:extLst>
              <a:ext uri="{FF2B5EF4-FFF2-40B4-BE49-F238E27FC236}">
                <a16:creationId xmlns:a16="http://schemas.microsoft.com/office/drawing/2014/main" id="{ECA8F9F1-F02F-46C9-833D-C9AD286E0C16}"/>
              </a:ext>
            </a:extLst>
          </p:cNvPr>
          <p:cNvSpPr>
            <a:spLocks noGrp="1"/>
          </p:cNvSpPr>
          <p:nvPr/>
        </p:nvSpPr>
        <p:spPr>
          <a:xfrm>
            <a:off x="611249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3" name="12_small_6589">
            <a:extLst>
              <a:ext uri="{FF2B5EF4-FFF2-40B4-BE49-F238E27FC236}">
                <a16:creationId xmlns:a16="http://schemas.microsoft.com/office/drawing/2014/main" id="{CC4DDEF9-5CCD-40CC-80D9-AF269EA3CD49}"/>
              </a:ext>
            </a:extLst>
          </p:cNvPr>
          <p:cNvSpPr>
            <a:spLocks noGrp="1"/>
          </p:cNvSpPr>
          <p:nvPr/>
        </p:nvSpPr>
        <p:spPr>
          <a:xfrm>
            <a:off x="611768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4" name="12_small_6590">
            <a:extLst>
              <a:ext uri="{FF2B5EF4-FFF2-40B4-BE49-F238E27FC236}">
                <a16:creationId xmlns:a16="http://schemas.microsoft.com/office/drawing/2014/main" id="{9B696063-FD73-4C35-9AA2-7E4E697D8020}"/>
              </a:ext>
            </a:extLst>
          </p:cNvPr>
          <p:cNvSpPr>
            <a:spLocks noGrp="1"/>
          </p:cNvSpPr>
          <p:nvPr/>
        </p:nvSpPr>
        <p:spPr>
          <a:xfrm>
            <a:off x="617621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5" name="12_small_6591">
            <a:extLst>
              <a:ext uri="{FF2B5EF4-FFF2-40B4-BE49-F238E27FC236}">
                <a16:creationId xmlns:a16="http://schemas.microsoft.com/office/drawing/2014/main" id="{58418983-ACCA-4174-88BA-02FB80FE3F1C}"/>
              </a:ext>
            </a:extLst>
          </p:cNvPr>
          <p:cNvSpPr>
            <a:spLocks noGrp="1"/>
          </p:cNvSpPr>
          <p:nvPr/>
        </p:nvSpPr>
        <p:spPr>
          <a:xfrm>
            <a:off x="607653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6" name="12_small_6592">
            <a:extLst>
              <a:ext uri="{FF2B5EF4-FFF2-40B4-BE49-F238E27FC236}">
                <a16:creationId xmlns:a16="http://schemas.microsoft.com/office/drawing/2014/main" id="{531707DA-534C-4852-8CB2-035A691DF27B}"/>
              </a:ext>
            </a:extLst>
          </p:cNvPr>
          <p:cNvSpPr>
            <a:spLocks noGrp="1"/>
          </p:cNvSpPr>
          <p:nvPr/>
        </p:nvSpPr>
        <p:spPr>
          <a:xfrm>
            <a:off x="607307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7" name="12_small_6593">
            <a:extLst>
              <a:ext uri="{FF2B5EF4-FFF2-40B4-BE49-F238E27FC236}">
                <a16:creationId xmlns:a16="http://schemas.microsoft.com/office/drawing/2014/main" id="{CDD88367-9970-41E9-899A-B6F5F78224AE}"/>
              </a:ext>
            </a:extLst>
          </p:cNvPr>
          <p:cNvSpPr>
            <a:spLocks noGrp="1"/>
          </p:cNvSpPr>
          <p:nvPr/>
        </p:nvSpPr>
        <p:spPr>
          <a:xfrm>
            <a:off x="61975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8" name="12_small_6594">
            <a:extLst>
              <a:ext uri="{FF2B5EF4-FFF2-40B4-BE49-F238E27FC236}">
                <a16:creationId xmlns:a16="http://schemas.microsoft.com/office/drawing/2014/main" id="{53FD0EF5-B21F-4B92-B681-CF8DA9FDD22A}"/>
              </a:ext>
            </a:extLst>
          </p:cNvPr>
          <p:cNvSpPr>
            <a:spLocks noGrp="1"/>
          </p:cNvSpPr>
          <p:nvPr/>
        </p:nvSpPr>
        <p:spPr>
          <a:xfrm>
            <a:off x="6072421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29" name="12_small_6595">
            <a:extLst>
              <a:ext uri="{FF2B5EF4-FFF2-40B4-BE49-F238E27FC236}">
                <a16:creationId xmlns:a16="http://schemas.microsoft.com/office/drawing/2014/main" id="{34B44EAD-B211-42D2-A688-DA168ADC3556}"/>
              </a:ext>
            </a:extLst>
          </p:cNvPr>
          <p:cNvSpPr>
            <a:spLocks noGrp="1"/>
          </p:cNvSpPr>
          <p:nvPr/>
        </p:nvSpPr>
        <p:spPr>
          <a:xfrm>
            <a:off x="611929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0" name="12_small_6596">
            <a:extLst>
              <a:ext uri="{FF2B5EF4-FFF2-40B4-BE49-F238E27FC236}">
                <a16:creationId xmlns:a16="http://schemas.microsoft.com/office/drawing/2014/main" id="{BE3C06B5-FCFF-4B5D-B3EA-A4F40826FDA4}"/>
              </a:ext>
            </a:extLst>
          </p:cNvPr>
          <p:cNvSpPr>
            <a:spLocks noGrp="1"/>
          </p:cNvSpPr>
          <p:nvPr/>
        </p:nvSpPr>
        <p:spPr>
          <a:xfrm>
            <a:off x="613613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1" name="12_small_6597">
            <a:extLst>
              <a:ext uri="{FF2B5EF4-FFF2-40B4-BE49-F238E27FC236}">
                <a16:creationId xmlns:a16="http://schemas.microsoft.com/office/drawing/2014/main" id="{B14E9869-247E-447E-9B93-0BF2DF2F17D7}"/>
              </a:ext>
            </a:extLst>
          </p:cNvPr>
          <p:cNvSpPr>
            <a:spLocks noGrp="1"/>
          </p:cNvSpPr>
          <p:nvPr/>
        </p:nvSpPr>
        <p:spPr>
          <a:xfrm>
            <a:off x="6087522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2" name="12_small_6598">
            <a:extLst>
              <a:ext uri="{FF2B5EF4-FFF2-40B4-BE49-F238E27FC236}">
                <a16:creationId xmlns:a16="http://schemas.microsoft.com/office/drawing/2014/main" id="{F202A0BD-EBAF-4462-BE58-7E57E1C15C3B}"/>
              </a:ext>
            </a:extLst>
          </p:cNvPr>
          <p:cNvSpPr>
            <a:spLocks noGrp="1"/>
          </p:cNvSpPr>
          <p:nvPr/>
        </p:nvSpPr>
        <p:spPr>
          <a:xfrm>
            <a:off x="611902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3" name="12_small_6599">
            <a:extLst>
              <a:ext uri="{FF2B5EF4-FFF2-40B4-BE49-F238E27FC236}">
                <a16:creationId xmlns:a16="http://schemas.microsoft.com/office/drawing/2014/main" id="{86D42376-1DAB-48AE-AC83-59B941BDADC6}"/>
              </a:ext>
            </a:extLst>
          </p:cNvPr>
          <p:cNvSpPr>
            <a:spLocks noGrp="1"/>
          </p:cNvSpPr>
          <p:nvPr/>
        </p:nvSpPr>
        <p:spPr>
          <a:xfrm>
            <a:off x="6111479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4" name="12_small_6600">
            <a:extLst>
              <a:ext uri="{FF2B5EF4-FFF2-40B4-BE49-F238E27FC236}">
                <a16:creationId xmlns:a16="http://schemas.microsoft.com/office/drawing/2014/main" id="{618CE85F-0600-447E-90E8-CF6A8D050710}"/>
              </a:ext>
            </a:extLst>
          </p:cNvPr>
          <p:cNvSpPr>
            <a:spLocks noGrp="1"/>
          </p:cNvSpPr>
          <p:nvPr/>
        </p:nvSpPr>
        <p:spPr>
          <a:xfrm>
            <a:off x="6202009" y="234050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5" name="12_small_6601">
            <a:extLst>
              <a:ext uri="{FF2B5EF4-FFF2-40B4-BE49-F238E27FC236}">
                <a16:creationId xmlns:a16="http://schemas.microsoft.com/office/drawing/2014/main" id="{FE08B70E-F81B-4FF6-97E4-B82869F46B15}"/>
              </a:ext>
            </a:extLst>
          </p:cNvPr>
          <p:cNvSpPr>
            <a:spLocks noGrp="1"/>
          </p:cNvSpPr>
          <p:nvPr/>
        </p:nvSpPr>
        <p:spPr>
          <a:xfrm>
            <a:off x="6152713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6" name="12_small_6602">
            <a:extLst>
              <a:ext uri="{FF2B5EF4-FFF2-40B4-BE49-F238E27FC236}">
                <a16:creationId xmlns:a16="http://schemas.microsoft.com/office/drawing/2014/main" id="{78DDBD91-6EC3-41E7-B451-2B9A7E40A5E5}"/>
              </a:ext>
            </a:extLst>
          </p:cNvPr>
          <p:cNvSpPr>
            <a:spLocks noGrp="1"/>
          </p:cNvSpPr>
          <p:nvPr/>
        </p:nvSpPr>
        <p:spPr>
          <a:xfrm>
            <a:off x="6149598" y="23650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7" name="12_small_6603">
            <a:extLst>
              <a:ext uri="{FF2B5EF4-FFF2-40B4-BE49-F238E27FC236}">
                <a16:creationId xmlns:a16="http://schemas.microsoft.com/office/drawing/2014/main" id="{D271A70E-B97E-4334-9E75-D2DCF6A50C58}"/>
              </a:ext>
            </a:extLst>
          </p:cNvPr>
          <p:cNvSpPr>
            <a:spLocks noGrp="1"/>
          </p:cNvSpPr>
          <p:nvPr/>
        </p:nvSpPr>
        <p:spPr>
          <a:xfrm>
            <a:off x="619012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8" name="12_small_6604">
            <a:extLst>
              <a:ext uri="{FF2B5EF4-FFF2-40B4-BE49-F238E27FC236}">
                <a16:creationId xmlns:a16="http://schemas.microsoft.com/office/drawing/2014/main" id="{4629C05E-FDB3-4A3D-BBBE-CBF0F98A99DB}"/>
              </a:ext>
            </a:extLst>
          </p:cNvPr>
          <p:cNvSpPr>
            <a:spLocks noGrp="1"/>
          </p:cNvSpPr>
          <p:nvPr/>
        </p:nvSpPr>
        <p:spPr>
          <a:xfrm>
            <a:off x="612988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39" name="12_small_6605">
            <a:extLst>
              <a:ext uri="{FF2B5EF4-FFF2-40B4-BE49-F238E27FC236}">
                <a16:creationId xmlns:a16="http://schemas.microsoft.com/office/drawing/2014/main" id="{BD6FAD07-49DD-486B-8699-2152CF578B44}"/>
              </a:ext>
            </a:extLst>
          </p:cNvPr>
          <p:cNvSpPr>
            <a:spLocks noGrp="1"/>
          </p:cNvSpPr>
          <p:nvPr/>
        </p:nvSpPr>
        <p:spPr>
          <a:xfrm>
            <a:off x="620519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0" name="12_small_6606">
            <a:extLst>
              <a:ext uri="{FF2B5EF4-FFF2-40B4-BE49-F238E27FC236}">
                <a16:creationId xmlns:a16="http://schemas.microsoft.com/office/drawing/2014/main" id="{51078C97-32CB-4A68-A53E-EF504C8A4E1F}"/>
              </a:ext>
            </a:extLst>
          </p:cNvPr>
          <p:cNvSpPr>
            <a:spLocks noGrp="1"/>
          </p:cNvSpPr>
          <p:nvPr/>
        </p:nvSpPr>
        <p:spPr>
          <a:xfrm>
            <a:off x="617254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1" name="12_small_6607">
            <a:extLst>
              <a:ext uri="{FF2B5EF4-FFF2-40B4-BE49-F238E27FC236}">
                <a16:creationId xmlns:a16="http://schemas.microsoft.com/office/drawing/2014/main" id="{C0288AB6-7E44-43A0-8EFC-7231D08660B5}"/>
              </a:ext>
            </a:extLst>
          </p:cNvPr>
          <p:cNvSpPr>
            <a:spLocks noGrp="1"/>
          </p:cNvSpPr>
          <p:nvPr/>
        </p:nvSpPr>
        <p:spPr>
          <a:xfrm>
            <a:off x="6104441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2" name="12_small_6608">
            <a:extLst>
              <a:ext uri="{FF2B5EF4-FFF2-40B4-BE49-F238E27FC236}">
                <a16:creationId xmlns:a16="http://schemas.microsoft.com/office/drawing/2014/main" id="{1B065E39-5680-498D-9682-3146273504DE}"/>
              </a:ext>
            </a:extLst>
          </p:cNvPr>
          <p:cNvSpPr>
            <a:spLocks noGrp="1"/>
          </p:cNvSpPr>
          <p:nvPr/>
        </p:nvSpPr>
        <p:spPr>
          <a:xfrm>
            <a:off x="6067103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3" name="12_small_6609">
            <a:extLst>
              <a:ext uri="{FF2B5EF4-FFF2-40B4-BE49-F238E27FC236}">
                <a16:creationId xmlns:a16="http://schemas.microsoft.com/office/drawing/2014/main" id="{61935EF3-B24A-46D7-BE3D-935344A2A2B5}"/>
              </a:ext>
            </a:extLst>
          </p:cNvPr>
          <p:cNvSpPr>
            <a:spLocks noGrp="1"/>
          </p:cNvSpPr>
          <p:nvPr/>
        </p:nvSpPr>
        <p:spPr>
          <a:xfrm>
            <a:off x="619258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4" name="12_small_6610">
            <a:extLst>
              <a:ext uri="{FF2B5EF4-FFF2-40B4-BE49-F238E27FC236}">
                <a16:creationId xmlns:a16="http://schemas.microsoft.com/office/drawing/2014/main" id="{631923BD-24A5-4147-B273-22B9E20A9A4E}"/>
              </a:ext>
            </a:extLst>
          </p:cNvPr>
          <p:cNvSpPr>
            <a:spLocks noGrp="1"/>
          </p:cNvSpPr>
          <p:nvPr/>
        </p:nvSpPr>
        <p:spPr>
          <a:xfrm>
            <a:off x="6208407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5" name="12_small_6611">
            <a:extLst>
              <a:ext uri="{FF2B5EF4-FFF2-40B4-BE49-F238E27FC236}">
                <a16:creationId xmlns:a16="http://schemas.microsoft.com/office/drawing/2014/main" id="{3C4D2445-7DFA-48A5-83C9-0CF8B42C9A2C}"/>
              </a:ext>
            </a:extLst>
          </p:cNvPr>
          <p:cNvSpPr>
            <a:spLocks noGrp="1"/>
          </p:cNvSpPr>
          <p:nvPr/>
        </p:nvSpPr>
        <p:spPr>
          <a:xfrm>
            <a:off x="6143716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6" name="12_small_6612">
            <a:extLst>
              <a:ext uri="{FF2B5EF4-FFF2-40B4-BE49-F238E27FC236}">
                <a16:creationId xmlns:a16="http://schemas.microsoft.com/office/drawing/2014/main" id="{A688F7E4-4FDA-4BCE-A811-A54587C10274}"/>
              </a:ext>
            </a:extLst>
          </p:cNvPr>
          <p:cNvSpPr>
            <a:spLocks noGrp="1"/>
          </p:cNvSpPr>
          <p:nvPr/>
        </p:nvSpPr>
        <p:spPr>
          <a:xfrm>
            <a:off x="618780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7" name="12_small_6613">
            <a:extLst>
              <a:ext uri="{FF2B5EF4-FFF2-40B4-BE49-F238E27FC236}">
                <a16:creationId xmlns:a16="http://schemas.microsoft.com/office/drawing/2014/main" id="{D8A103D1-F065-4C7C-9AC5-E6584E68932C}"/>
              </a:ext>
            </a:extLst>
          </p:cNvPr>
          <p:cNvSpPr>
            <a:spLocks noGrp="1"/>
          </p:cNvSpPr>
          <p:nvPr/>
        </p:nvSpPr>
        <p:spPr>
          <a:xfrm>
            <a:off x="6182452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8" name="12_small_6614">
            <a:extLst>
              <a:ext uri="{FF2B5EF4-FFF2-40B4-BE49-F238E27FC236}">
                <a16:creationId xmlns:a16="http://schemas.microsoft.com/office/drawing/2014/main" id="{B0CDAE39-6763-418C-8BFC-D36A83B1E032}"/>
              </a:ext>
            </a:extLst>
          </p:cNvPr>
          <p:cNvSpPr>
            <a:spLocks noGrp="1"/>
          </p:cNvSpPr>
          <p:nvPr/>
        </p:nvSpPr>
        <p:spPr>
          <a:xfrm>
            <a:off x="6090244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49" name="12_small_6615">
            <a:extLst>
              <a:ext uri="{FF2B5EF4-FFF2-40B4-BE49-F238E27FC236}">
                <a16:creationId xmlns:a16="http://schemas.microsoft.com/office/drawing/2014/main" id="{3A52AD95-5C0A-473D-AFCE-92754B1CCA71}"/>
              </a:ext>
            </a:extLst>
          </p:cNvPr>
          <p:cNvSpPr>
            <a:spLocks noGrp="1"/>
          </p:cNvSpPr>
          <p:nvPr/>
        </p:nvSpPr>
        <p:spPr>
          <a:xfrm>
            <a:off x="615098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0" name="12_small_6616">
            <a:extLst>
              <a:ext uri="{FF2B5EF4-FFF2-40B4-BE49-F238E27FC236}">
                <a16:creationId xmlns:a16="http://schemas.microsoft.com/office/drawing/2014/main" id="{D5BF3F1F-0728-4E7C-AC86-B022D1DA0CC2}"/>
              </a:ext>
            </a:extLst>
          </p:cNvPr>
          <p:cNvSpPr>
            <a:spLocks noGrp="1"/>
          </p:cNvSpPr>
          <p:nvPr/>
        </p:nvSpPr>
        <p:spPr>
          <a:xfrm>
            <a:off x="615526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1" name="12_small_6617">
            <a:extLst>
              <a:ext uri="{FF2B5EF4-FFF2-40B4-BE49-F238E27FC236}">
                <a16:creationId xmlns:a16="http://schemas.microsoft.com/office/drawing/2014/main" id="{747A1B90-7B51-4AF8-8356-39B23010DE45}"/>
              </a:ext>
            </a:extLst>
          </p:cNvPr>
          <p:cNvSpPr>
            <a:spLocks noGrp="1"/>
          </p:cNvSpPr>
          <p:nvPr/>
        </p:nvSpPr>
        <p:spPr>
          <a:xfrm>
            <a:off x="6191736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2" name="12_small_6618">
            <a:extLst>
              <a:ext uri="{FF2B5EF4-FFF2-40B4-BE49-F238E27FC236}">
                <a16:creationId xmlns:a16="http://schemas.microsoft.com/office/drawing/2014/main" id="{10F6925F-2546-4493-BF4E-9C5D569417FA}"/>
              </a:ext>
            </a:extLst>
          </p:cNvPr>
          <p:cNvSpPr>
            <a:spLocks noGrp="1"/>
          </p:cNvSpPr>
          <p:nvPr/>
        </p:nvSpPr>
        <p:spPr>
          <a:xfrm>
            <a:off x="620367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3" name="12_small_6619">
            <a:extLst>
              <a:ext uri="{FF2B5EF4-FFF2-40B4-BE49-F238E27FC236}">
                <a16:creationId xmlns:a16="http://schemas.microsoft.com/office/drawing/2014/main" id="{9AF6FBEE-B595-4712-B469-768289A59E91}"/>
              </a:ext>
            </a:extLst>
          </p:cNvPr>
          <p:cNvSpPr>
            <a:spLocks noGrp="1"/>
          </p:cNvSpPr>
          <p:nvPr/>
        </p:nvSpPr>
        <p:spPr>
          <a:xfrm>
            <a:off x="6196675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4" name="12_small_6620">
            <a:extLst>
              <a:ext uri="{FF2B5EF4-FFF2-40B4-BE49-F238E27FC236}">
                <a16:creationId xmlns:a16="http://schemas.microsoft.com/office/drawing/2014/main" id="{686D3225-4D74-4750-AD5D-208CEF549AD7}"/>
              </a:ext>
            </a:extLst>
          </p:cNvPr>
          <p:cNvSpPr>
            <a:spLocks noGrp="1"/>
          </p:cNvSpPr>
          <p:nvPr/>
        </p:nvSpPr>
        <p:spPr>
          <a:xfrm>
            <a:off x="6138430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5" name="12_small_6621">
            <a:extLst>
              <a:ext uri="{FF2B5EF4-FFF2-40B4-BE49-F238E27FC236}">
                <a16:creationId xmlns:a16="http://schemas.microsoft.com/office/drawing/2014/main" id="{2CBEEE13-E2E4-4312-B092-26E1BAF527B3}"/>
              </a:ext>
            </a:extLst>
          </p:cNvPr>
          <p:cNvSpPr>
            <a:spLocks noGrp="1"/>
          </p:cNvSpPr>
          <p:nvPr/>
        </p:nvSpPr>
        <p:spPr>
          <a:xfrm>
            <a:off x="6182656" y="19964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6" name="12_small_6622">
            <a:extLst>
              <a:ext uri="{FF2B5EF4-FFF2-40B4-BE49-F238E27FC236}">
                <a16:creationId xmlns:a16="http://schemas.microsoft.com/office/drawing/2014/main" id="{070FFEA5-AD55-49B2-8E03-056083224E4B}"/>
              </a:ext>
            </a:extLst>
          </p:cNvPr>
          <p:cNvSpPr>
            <a:spLocks noGrp="1"/>
          </p:cNvSpPr>
          <p:nvPr/>
        </p:nvSpPr>
        <p:spPr>
          <a:xfrm>
            <a:off x="6163259" y="2303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7" name="12_small_6623">
            <a:extLst>
              <a:ext uri="{FF2B5EF4-FFF2-40B4-BE49-F238E27FC236}">
                <a16:creationId xmlns:a16="http://schemas.microsoft.com/office/drawing/2014/main" id="{E84E9A95-D7D2-4303-8AB7-0C4499CEB813}"/>
              </a:ext>
            </a:extLst>
          </p:cNvPr>
          <p:cNvSpPr>
            <a:spLocks noGrp="1"/>
          </p:cNvSpPr>
          <p:nvPr/>
        </p:nvSpPr>
        <p:spPr>
          <a:xfrm>
            <a:off x="6103108" y="22773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8" name="12_small_6624">
            <a:extLst>
              <a:ext uri="{FF2B5EF4-FFF2-40B4-BE49-F238E27FC236}">
                <a16:creationId xmlns:a16="http://schemas.microsoft.com/office/drawing/2014/main" id="{26311CB8-E7CA-44B3-AB8F-EC58FA4120AA}"/>
              </a:ext>
            </a:extLst>
          </p:cNvPr>
          <p:cNvSpPr>
            <a:spLocks noGrp="1"/>
          </p:cNvSpPr>
          <p:nvPr/>
        </p:nvSpPr>
        <p:spPr>
          <a:xfrm>
            <a:off x="60858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59" name="12_small_6625">
            <a:extLst>
              <a:ext uri="{FF2B5EF4-FFF2-40B4-BE49-F238E27FC236}">
                <a16:creationId xmlns:a16="http://schemas.microsoft.com/office/drawing/2014/main" id="{256EC099-50F6-4709-B166-31240D13CAEF}"/>
              </a:ext>
            </a:extLst>
          </p:cNvPr>
          <p:cNvSpPr>
            <a:spLocks noGrp="1"/>
          </p:cNvSpPr>
          <p:nvPr/>
        </p:nvSpPr>
        <p:spPr>
          <a:xfrm>
            <a:off x="6147087" y="21193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0" name="12_small_6626">
            <a:extLst>
              <a:ext uri="{FF2B5EF4-FFF2-40B4-BE49-F238E27FC236}">
                <a16:creationId xmlns:a16="http://schemas.microsoft.com/office/drawing/2014/main" id="{CB92CCA2-191C-4A04-9874-1005B1A85375}"/>
              </a:ext>
            </a:extLst>
          </p:cNvPr>
          <p:cNvSpPr>
            <a:spLocks noGrp="1"/>
          </p:cNvSpPr>
          <p:nvPr/>
        </p:nvSpPr>
        <p:spPr>
          <a:xfrm>
            <a:off x="6166094" y="224219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1" name="12_small_6627">
            <a:extLst>
              <a:ext uri="{FF2B5EF4-FFF2-40B4-BE49-F238E27FC236}">
                <a16:creationId xmlns:a16="http://schemas.microsoft.com/office/drawing/2014/main" id="{958BB831-28B3-4D09-9BAB-395069F4A602}"/>
              </a:ext>
            </a:extLst>
          </p:cNvPr>
          <p:cNvSpPr>
            <a:spLocks noGrp="1"/>
          </p:cNvSpPr>
          <p:nvPr/>
        </p:nvSpPr>
        <p:spPr>
          <a:xfrm>
            <a:off x="6180869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2" name="12_small_6628">
            <a:extLst>
              <a:ext uri="{FF2B5EF4-FFF2-40B4-BE49-F238E27FC236}">
                <a16:creationId xmlns:a16="http://schemas.microsoft.com/office/drawing/2014/main" id="{316D012A-5EC1-4B1A-B1FF-3AB42A31613B}"/>
              </a:ext>
            </a:extLst>
          </p:cNvPr>
          <p:cNvSpPr>
            <a:spLocks noGrp="1"/>
          </p:cNvSpPr>
          <p:nvPr/>
        </p:nvSpPr>
        <p:spPr>
          <a:xfrm>
            <a:off x="6150255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3" name="12_small_6629">
            <a:extLst>
              <a:ext uri="{FF2B5EF4-FFF2-40B4-BE49-F238E27FC236}">
                <a16:creationId xmlns:a16="http://schemas.microsoft.com/office/drawing/2014/main" id="{BFA19BA1-4E5D-41DE-9BD1-8502C72A4D49}"/>
              </a:ext>
            </a:extLst>
          </p:cNvPr>
          <p:cNvSpPr>
            <a:spLocks noGrp="1"/>
          </p:cNvSpPr>
          <p:nvPr/>
        </p:nvSpPr>
        <p:spPr>
          <a:xfrm>
            <a:off x="611051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4" name="12_small_6630">
            <a:extLst>
              <a:ext uri="{FF2B5EF4-FFF2-40B4-BE49-F238E27FC236}">
                <a16:creationId xmlns:a16="http://schemas.microsoft.com/office/drawing/2014/main" id="{74CC01A8-09E5-4E49-9D9F-C7A452648D85}"/>
              </a:ext>
            </a:extLst>
          </p:cNvPr>
          <p:cNvSpPr>
            <a:spLocks noGrp="1"/>
          </p:cNvSpPr>
          <p:nvPr/>
        </p:nvSpPr>
        <p:spPr>
          <a:xfrm>
            <a:off x="620421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5" name="12_small_6631">
            <a:extLst>
              <a:ext uri="{FF2B5EF4-FFF2-40B4-BE49-F238E27FC236}">
                <a16:creationId xmlns:a16="http://schemas.microsoft.com/office/drawing/2014/main" id="{1632E39F-8B04-4F3F-ACA4-05E7986A76F2}"/>
              </a:ext>
            </a:extLst>
          </p:cNvPr>
          <p:cNvSpPr>
            <a:spLocks noGrp="1"/>
          </p:cNvSpPr>
          <p:nvPr/>
        </p:nvSpPr>
        <p:spPr>
          <a:xfrm>
            <a:off x="6183667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6" name="12_small_6632">
            <a:extLst>
              <a:ext uri="{FF2B5EF4-FFF2-40B4-BE49-F238E27FC236}">
                <a16:creationId xmlns:a16="http://schemas.microsoft.com/office/drawing/2014/main" id="{DBDA27AA-C0BA-43A8-B3D3-98102CE9A5B2}"/>
              </a:ext>
            </a:extLst>
          </p:cNvPr>
          <p:cNvSpPr>
            <a:spLocks noGrp="1"/>
          </p:cNvSpPr>
          <p:nvPr/>
        </p:nvSpPr>
        <p:spPr>
          <a:xfrm>
            <a:off x="6212104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7" name="12_small_6633">
            <a:extLst>
              <a:ext uri="{FF2B5EF4-FFF2-40B4-BE49-F238E27FC236}">
                <a16:creationId xmlns:a16="http://schemas.microsoft.com/office/drawing/2014/main" id="{115294AC-6C83-43C4-91E8-352721FE13B8}"/>
              </a:ext>
            </a:extLst>
          </p:cNvPr>
          <p:cNvSpPr>
            <a:spLocks noGrp="1"/>
          </p:cNvSpPr>
          <p:nvPr/>
        </p:nvSpPr>
        <p:spPr>
          <a:xfrm>
            <a:off x="6212094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8" name="12_small_6634">
            <a:extLst>
              <a:ext uri="{FF2B5EF4-FFF2-40B4-BE49-F238E27FC236}">
                <a16:creationId xmlns:a16="http://schemas.microsoft.com/office/drawing/2014/main" id="{08DC0430-11E4-4F8C-BE90-F0AEC1CC391C}"/>
              </a:ext>
            </a:extLst>
          </p:cNvPr>
          <p:cNvSpPr>
            <a:spLocks noGrp="1"/>
          </p:cNvSpPr>
          <p:nvPr/>
        </p:nvSpPr>
        <p:spPr>
          <a:xfrm>
            <a:off x="6131750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69" name="12_small_6635">
            <a:extLst>
              <a:ext uri="{FF2B5EF4-FFF2-40B4-BE49-F238E27FC236}">
                <a16:creationId xmlns:a16="http://schemas.microsoft.com/office/drawing/2014/main" id="{A4225541-F7DD-494A-95B4-3BABADA20ABB}"/>
              </a:ext>
            </a:extLst>
          </p:cNvPr>
          <p:cNvSpPr>
            <a:spLocks noGrp="1"/>
          </p:cNvSpPr>
          <p:nvPr/>
        </p:nvSpPr>
        <p:spPr>
          <a:xfrm>
            <a:off x="6145268" y="1750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0" name="12_small_6636">
            <a:extLst>
              <a:ext uri="{FF2B5EF4-FFF2-40B4-BE49-F238E27FC236}">
                <a16:creationId xmlns:a16="http://schemas.microsoft.com/office/drawing/2014/main" id="{CB254114-1D20-42C7-B146-A34704B5B322}"/>
              </a:ext>
            </a:extLst>
          </p:cNvPr>
          <p:cNvSpPr>
            <a:spLocks noGrp="1"/>
          </p:cNvSpPr>
          <p:nvPr/>
        </p:nvSpPr>
        <p:spPr>
          <a:xfrm>
            <a:off x="6102973" y="2487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671" name="12_small_6637">
            <a:extLst>
              <a:ext uri="{FF2B5EF4-FFF2-40B4-BE49-F238E27FC236}">
                <a16:creationId xmlns:a16="http://schemas.microsoft.com/office/drawing/2014/main" id="{56533FE1-F03C-4FFA-B5F8-E153DAB79643}"/>
              </a:ext>
            </a:extLst>
          </p:cNvPr>
          <p:cNvSpPr>
            <a:spLocks noGrp="1"/>
          </p:cNvSpPr>
          <p:nvPr/>
        </p:nvSpPr>
        <p:spPr>
          <a:xfrm>
            <a:off x="3786750" y="1728000"/>
            <a:ext cx="191" cy="811027"/>
          </a:xfrm>
          <a:custGeom>
            <a:avLst/>
            <a:gdLst/>
            <a:ahLst/>
            <a:cxnLst/>
            <a:rect l="0" t="0" r="0" b="0"/>
            <a:pathLst>
              <a:path w="191" h="811027">
                <a:moveTo>
                  <a:pt x="0" y="811027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672" name="12_small_6638">
            <a:extLst>
              <a:ext uri="{FF2B5EF4-FFF2-40B4-BE49-F238E27FC236}">
                <a16:creationId xmlns:a16="http://schemas.microsoft.com/office/drawing/2014/main" id="{611E23E5-FD0B-475E-A3B2-F361F15081E2}"/>
              </a:ext>
            </a:extLst>
          </p:cNvPr>
          <p:cNvSpPr>
            <a:spLocks noGrp="1"/>
          </p:cNvSpPr>
          <p:nvPr/>
        </p:nvSpPr>
        <p:spPr>
          <a:xfrm>
            <a:off x="3786750" y="2539027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673" name="text_6639">
            <a:extLst>
              <a:ext uri="{FF2B5EF4-FFF2-40B4-BE49-F238E27FC236}">
                <a16:creationId xmlns:a16="http://schemas.microsoft.com/office/drawing/2014/main" id="{FB7B1123-DD7A-4A4A-AB07-7A13D2261C83}"/>
              </a:ext>
            </a:extLst>
          </p:cNvPr>
          <p:cNvSpPr>
            <a:spLocks noGrp="1"/>
          </p:cNvSpPr>
          <p:nvPr/>
        </p:nvSpPr>
        <p:spPr>
          <a:xfrm>
            <a:off x="3432375" y="1613141"/>
            <a:ext cx="90297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674" name="text_6640">
            <a:extLst>
              <a:ext uri="{FF2B5EF4-FFF2-40B4-BE49-F238E27FC236}">
                <a16:creationId xmlns:a16="http://schemas.microsoft.com/office/drawing/2014/main" id="{461CEF7E-558B-4189-B765-50D9F001B0C6}"/>
              </a:ext>
            </a:extLst>
          </p:cNvPr>
          <p:cNvSpPr>
            <a:spLocks noGrp="1"/>
          </p:cNvSpPr>
          <p:nvPr/>
        </p:nvSpPr>
        <p:spPr>
          <a:xfrm>
            <a:off x="3786750" y="1528419"/>
            <a:ext cx="1269267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Top-1 · RMSD &lt;2 Å · CA2</a:t>
            </a:r>
          </a:p>
        </p:txBody>
      </p:sp>
      <p:sp>
        <p:nvSpPr>
          <p:cNvPr id="675" name="12_small_6641">
            <a:extLst>
              <a:ext uri="{FF2B5EF4-FFF2-40B4-BE49-F238E27FC236}">
                <a16:creationId xmlns:a16="http://schemas.microsoft.com/office/drawing/2014/main" id="{7CC1724E-062B-41ED-979B-4D49EB07A3E1}"/>
              </a:ext>
            </a:extLst>
          </p:cNvPr>
          <p:cNvSpPr>
            <a:spLocks noGrp="1"/>
          </p:cNvSpPr>
          <p:nvPr/>
        </p:nvSpPr>
        <p:spPr>
          <a:xfrm>
            <a:off x="3810188" y="2170758"/>
            <a:ext cx="2343750" cy="331404"/>
          </a:xfrm>
          <a:custGeom>
            <a:avLst/>
            <a:gdLst/>
            <a:ahLst/>
            <a:cxnLst/>
            <a:rect l="0" t="0" r="0" b="0"/>
            <a:pathLst>
              <a:path w="2343750" h="331404">
                <a:moveTo>
                  <a:pt x="0" y="331404"/>
                </a:moveTo>
                <a:lnTo>
                  <a:pt x="65104" y="330135"/>
                </a:lnTo>
                <a:lnTo>
                  <a:pt x="65104" y="329337"/>
                </a:lnTo>
                <a:lnTo>
                  <a:pt x="78125" y="328344"/>
                </a:lnTo>
                <a:lnTo>
                  <a:pt x="78125" y="327386"/>
                </a:lnTo>
                <a:lnTo>
                  <a:pt x="110176" y="326087"/>
                </a:lnTo>
                <a:lnTo>
                  <a:pt x="110176" y="325965"/>
                </a:lnTo>
                <a:lnTo>
                  <a:pt x="130208" y="325842"/>
                </a:lnTo>
                <a:lnTo>
                  <a:pt x="130208" y="317474"/>
                </a:lnTo>
                <a:lnTo>
                  <a:pt x="142045" y="317351"/>
                </a:lnTo>
                <a:lnTo>
                  <a:pt x="142045" y="315610"/>
                </a:lnTo>
                <a:lnTo>
                  <a:pt x="156250" y="315487"/>
                </a:lnTo>
                <a:lnTo>
                  <a:pt x="156250" y="310700"/>
                </a:lnTo>
                <a:lnTo>
                  <a:pt x="195312" y="310331"/>
                </a:lnTo>
                <a:lnTo>
                  <a:pt x="195312" y="295968"/>
                </a:lnTo>
                <a:lnTo>
                  <a:pt x="213068" y="295723"/>
                </a:lnTo>
                <a:lnTo>
                  <a:pt x="213068" y="293982"/>
                </a:lnTo>
                <a:lnTo>
                  <a:pt x="223214" y="293859"/>
                </a:lnTo>
                <a:lnTo>
                  <a:pt x="223214" y="292491"/>
                </a:lnTo>
                <a:lnTo>
                  <a:pt x="260417" y="291165"/>
                </a:lnTo>
                <a:lnTo>
                  <a:pt x="260417" y="281467"/>
                </a:lnTo>
                <a:lnTo>
                  <a:pt x="310497" y="280106"/>
                </a:lnTo>
                <a:lnTo>
                  <a:pt x="310497" y="279983"/>
                </a:lnTo>
                <a:lnTo>
                  <a:pt x="312500" y="279983"/>
                </a:lnTo>
                <a:lnTo>
                  <a:pt x="312500" y="275195"/>
                </a:lnTo>
                <a:lnTo>
                  <a:pt x="334821" y="274950"/>
                </a:lnTo>
                <a:lnTo>
                  <a:pt x="334821" y="272898"/>
                </a:lnTo>
                <a:lnTo>
                  <a:pt x="355114" y="272652"/>
                </a:lnTo>
                <a:lnTo>
                  <a:pt x="355114" y="270912"/>
                </a:lnTo>
                <a:lnTo>
                  <a:pt x="390625" y="270543"/>
                </a:lnTo>
                <a:lnTo>
                  <a:pt x="390625" y="226374"/>
                </a:lnTo>
                <a:lnTo>
                  <a:pt x="426136" y="226006"/>
                </a:lnTo>
                <a:lnTo>
                  <a:pt x="426136" y="224265"/>
                </a:lnTo>
                <a:lnTo>
                  <a:pt x="446429" y="224019"/>
                </a:lnTo>
                <a:lnTo>
                  <a:pt x="446429" y="222652"/>
                </a:lnTo>
                <a:lnTo>
                  <a:pt x="468750" y="221608"/>
                </a:lnTo>
                <a:lnTo>
                  <a:pt x="468750" y="216820"/>
                </a:lnTo>
                <a:lnTo>
                  <a:pt x="497159" y="216452"/>
                </a:lnTo>
                <a:lnTo>
                  <a:pt x="497159" y="214711"/>
                </a:lnTo>
                <a:lnTo>
                  <a:pt x="520833" y="214466"/>
                </a:lnTo>
                <a:lnTo>
                  <a:pt x="520833" y="204768"/>
                </a:lnTo>
                <a:lnTo>
                  <a:pt x="558036" y="203442"/>
                </a:lnTo>
                <a:lnTo>
                  <a:pt x="558036" y="201390"/>
                </a:lnTo>
                <a:lnTo>
                  <a:pt x="585937" y="200151"/>
                </a:lnTo>
                <a:lnTo>
                  <a:pt x="585937" y="190576"/>
                </a:lnTo>
                <a:lnTo>
                  <a:pt x="625000" y="190208"/>
                </a:lnTo>
                <a:lnTo>
                  <a:pt x="625000" y="185420"/>
                </a:lnTo>
                <a:lnTo>
                  <a:pt x="639205" y="185297"/>
                </a:lnTo>
                <a:lnTo>
                  <a:pt x="639205" y="183556"/>
                </a:lnTo>
                <a:lnTo>
                  <a:pt x="651042" y="183434"/>
                </a:lnTo>
                <a:lnTo>
                  <a:pt x="651042" y="178523"/>
                </a:lnTo>
                <a:lnTo>
                  <a:pt x="703125" y="177225"/>
                </a:lnTo>
                <a:lnTo>
                  <a:pt x="703125" y="176268"/>
                </a:lnTo>
                <a:lnTo>
                  <a:pt x="710227" y="176268"/>
                </a:lnTo>
                <a:lnTo>
                  <a:pt x="711138" y="174404"/>
                </a:lnTo>
                <a:lnTo>
                  <a:pt x="781250" y="173668"/>
                </a:lnTo>
                <a:lnTo>
                  <a:pt x="781250" y="28589"/>
                </a:lnTo>
                <a:lnTo>
                  <a:pt x="911458" y="27221"/>
                </a:lnTo>
                <a:lnTo>
                  <a:pt x="911458" y="25625"/>
                </a:lnTo>
                <a:lnTo>
                  <a:pt x="937500" y="25625"/>
                </a:lnTo>
                <a:lnTo>
                  <a:pt x="937500" y="23710"/>
                </a:lnTo>
                <a:lnTo>
                  <a:pt x="1041667" y="23710"/>
                </a:lnTo>
                <a:lnTo>
                  <a:pt x="1041667" y="20518"/>
                </a:lnTo>
                <a:lnTo>
                  <a:pt x="1562500" y="19151"/>
                </a:lnTo>
                <a:lnTo>
                  <a:pt x="1562500" y="9575"/>
                </a:lnTo>
                <a:lnTo>
                  <a:pt x="2343750" y="9575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676" name="12_small_6642">
            <a:extLst>
              <a:ext uri="{FF2B5EF4-FFF2-40B4-BE49-F238E27FC236}">
                <a16:creationId xmlns:a16="http://schemas.microsoft.com/office/drawing/2014/main" id="{05093DE8-8B62-4BC2-B4AE-94435AF41448}"/>
              </a:ext>
            </a:extLst>
          </p:cNvPr>
          <p:cNvSpPr>
            <a:spLocks noGrp="1"/>
          </p:cNvSpPr>
          <p:nvPr/>
        </p:nvSpPr>
        <p:spPr>
          <a:xfrm>
            <a:off x="3810188" y="2317838"/>
            <a:ext cx="2343750" cy="184324"/>
          </a:xfrm>
          <a:custGeom>
            <a:avLst/>
            <a:gdLst/>
            <a:ahLst/>
            <a:cxnLst/>
            <a:rect l="0" t="0" r="0" b="0"/>
            <a:pathLst>
              <a:path w="2343750" h="184324">
                <a:moveTo>
                  <a:pt x="0" y="184324"/>
                </a:moveTo>
                <a:lnTo>
                  <a:pt x="781250" y="184324"/>
                </a:lnTo>
                <a:lnTo>
                  <a:pt x="781250" y="61441"/>
                </a:lnTo>
                <a:lnTo>
                  <a:pt x="937500" y="61441"/>
                </a:lnTo>
                <a:lnTo>
                  <a:pt x="937500" y="36865"/>
                </a:lnTo>
                <a:lnTo>
                  <a:pt x="1041667" y="36865"/>
                </a:lnTo>
                <a:lnTo>
                  <a:pt x="1041667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677" name="12_small_6643">
            <a:extLst>
              <a:ext uri="{FF2B5EF4-FFF2-40B4-BE49-F238E27FC236}">
                <a16:creationId xmlns:a16="http://schemas.microsoft.com/office/drawing/2014/main" id="{63708D94-57F0-4CFC-923E-D8B0D58749C8}"/>
              </a:ext>
            </a:extLst>
          </p:cNvPr>
          <p:cNvSpPr>
            <a:spLocks noGrp="1"/>
          </p:cNvSpPr>
          <p:nvPr/>
        </p:nvSpPr>
        <p:spPr>
          <a:xfrm>
            <a:off x="4179223" y="2375542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678" name="12_small_6644">
            <a:extLst>
              <a:ext uri="{FF2B5EF4-FFF2-40B4-BE49-F238E27FC236}">
                <a16:creationId xmlns:a16="http://schemas.microsoft.com/office/drawing/2014/main" id="{F5FE11D1-C519-41D7-BC1B-23FF7F44E277}"/>
              </a:ext>
            </a:extLst>
          </p:cNvPr>
          <p:cNvSpPr>
            <a:spLocks noGrp="1"/>
          </p:cNvSpPr>
          <p:nvPr/>
        </p:nvSpPr>
        <p:spPr>
          <a:xfrm>
            <a:off x="4569848" y="217775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679" name="12_small_6645">
            <a:extLst>
              <a:ext uri="{FF2B5EF4-FFF2-40B4-BE49-F238E27FC236}">
                <a16:creationId xmlns:a16="http://schemas.microsoft.com/office/drawing/2014/main" id="{C5F81B02-1151-47B9-9D75-13F7E5CF8BE3}"/>
              </a:ext>
            </a:extLst>
          </p:cNvPr>
          <p:cNvSpPr>
            <a:spLocks noGrp="1"/>
          </p:cNvSpPr>
          <p:nvPr/>
        </p:nvSpPr>
        <p:spPr>
          <a:xfrm>
            <a:off x="5351098" y="215874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680" name="12_small_6646">
            <a:extLst>
              <a:ext uri="{FF2B5EF4-FFF2-40B4-BE49-F238E27FC236}">
                <a16:creationId xmlns:a16="http://schemas.microsoft.com/office/drawing/2014/main" id="{7CA95341-0C26-46D2-B158-52053AEAAF30}"/>
              </a:ext>
            </a:extLst>
          </p:cNvPr>
          <p:cNvSpPr>
            <a:spLocks noGrp="1"/>
          </p:cNvSpPr>
          <p:nvPr/>
        </p:nvSpPr>
        <p:spPr>
          <a:xfrm>
            <a:off x="6132348" y="214916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681" name="12_small_6647">
            <a:extLst>
              <a:ext uri="{FF2B5EF4-FFF2-40B4-BE49-F238E27FC236}">
                <a16:creationId xmlns:a16="http://schemas.microsoft.com/office/drawing/2014/main" id="{6A508FCA-1EF5-4A94-867D-AB5B93B54623}"/>
              </a:ext>
            </a:extLst>
          </p:cNvPr>
          <p:cNvSpPr>
            <a:spLocks noGrp="1"/>
          </p:cNvSpPr>
          <p:nvPr/>
        </p:nvSpPr>
        <p:spPr>
          <a:xfrm>
            <a:off x="4164891" y="2466241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682" name="12_small_6648">
            <a:extLst>
              <a:ext uri="{FF2B5EF4-FFF2-40B4-BE49-F238E27FC236}">
                <a16:creationId xmlns:a16="http://schemas.microsoft.com/office/drawing/2014/main" id="{3728CB8A-342A-4BF9-BCB1-CBDD94905154}"/>
              </a:ext>
            </a:extLst>
          </p:cNvPr>
          <p:cNvSpPr>
            <a:spLocks noGrp="1"/>
          </p:cNvSpPr>
          <p:nvPr/>
        </p:nvSpPr>
        <p:spPr>
          <a:xfrm>
            <a:off x="4555516" y="234335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683" name="12_small_6649">
            <a:extLst>
              <a:ext uri="{FF2B5EF4-FFF2-40B4-BE49-F238E27FC236}">
                <a16:creationId xmlns:a16="http://schemas.microsoft.com/office/drawing/2014/main" id="{AC62309E-ADC3-492D-87C1-039EFF9264E5}"/>
              </a:ext>
            </a:extLst>
          </p:cNvPr>
          <p:cNvSpPr>
            <a:spLocks noGrp="1"/>
          </p:cNvSpPr>
          <p:nvPr/>
        </p:nvSpPr>
        <p:spPr>
          <a:xfrm>
            <a:off x="5336766" y="228191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684" name="12_small_6650">
            <a:extLst>
              <a:ext uri="{FF2B5EF4-FFF2-40B4-BE49-F238E27FC236}">
                <a16:creationId xmlns:a16="http://schemas.microsoft.com/office/drawing/2014/main" id="{A7511A03-7E5F-4FFE-A3D2-C503E91E6449}"/>
              </a:ext>
            </a:extLst>
          </p:cNvPr>
          <p:cNvSpPr>
            <a:spLocks noGrp="1"/>
          </p:cNvSpPr>
          <p:nvPr/>
        </p:nvSpPr>
        <p:spPr>
          <a:xfrm>
            <a:off x="6118016" y="228191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685" name="12_small_6651">
            <a:extLst>
              <a:ext uri="{FF2B5EF4-FFF2-40B4-BE49-F238E27FC236}">
                <a16:creationId xmlns:a16="http://schemas.microsoft.com/office/drawing/2014/main" id="{4C505526-A61F-4F47-840A-92CAD0B2289A}"/>
              </a:ext>
            </a:extLst>
          </p:cNvPr>
          <p:cNvSpPr>
            <a:spLocks noGrp="1"/>
          </p:cNvSpPr>
          <p:nvPr/>
        </p:nvSpPr>
        <p:spPr>
          <a:xfrm>
            <a:off x="648000" y="2879658"/>
            <a:ext cx="2531250" cy="811027"/>
          </a:xfrm>
          <a:custGeom>
            <a:avLst/>
            <a:gdLst/>
            <a:ahLst/>
            <a:cxnLst/>
            <a:rect l="0" t="0" r="0" b="0"/>
            <a:pathLst>
              <a:path w="2531250" h="811027">
                <a:moveTo>
                  <a:pt x="0" y="811027"/>
                </a:moveTo>
                <a:lnTo>
                  <a:pt x="2531250" y="811027"/>
                </a:lnTo>
                <a:lnTo>
                  <a:pt x="2531250" y="0"/>
                </a:lnTo>
                <a:lnTo>
                  <a:pt x="0" y="0"/>
                </a:lnTo>
                <a:lnTo>
                  <a:pt x="0" y="811027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686" name="12_small_6652">
            <a:extLst>
              <a:ext uri="{FF2B5EF4-FFF2-40B4-BE49-F238E27FC236}">
                <a16:creationId xmlns:a16="http://schemas.microsoft.com/office/drawing/2014/main" id="{A3C22EAA-8380-46BF-B931-5128ED479369}"/>
              </a:ext>
            </a:extLst>
          </p:cNvPr>
          <p:cNvSpPr>
            <a:spLocks noGrp="1"/>
          </p:cNvSpPr>
          <p:nvPr/>
        </p:nvSpPr>
        <p:spPr>
          <a:xfrm>
            <a:off x="960500" y="2916523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31" y="731153"/>
                </a:lnTo>
                <a:lnTo>
                  <a:pt x="4447" y="725009"/>
                </a:lnTo>
                <a:lnTo>
                  <a:pt x="9721" y="718865"/>
                </a:lnTo>
                <a:lnTo>
                  <a:pt x="16605" y="712720"/>
                </a:lnTo>
                <a:lnTo>
                  <a:pt x="24668" y="706576"/>
                </a:lnTo>
                <a:lnTo>
                  <a:pt x="33435" y="700432"/>
                </a:lnTo>
                <a:lnTo>
                  <a:pt x="42439" y="694288"/>
                </a:lnTo>
                <a:lnTo>
                  <a:pt x="51257" y="688144"/>
                </a:lnTo>
                <a:lnTo>
                  <a:pt x="59541" y="682000"/>
                </a:lnTo>
                <a:lnTo>
                  <a:pt x="67033" y="675856"/>
                </a:lnTo>
                <a:lnTo>
                  <a:pt x="73574" y="669711"/>
                </a:lnTo>
                <a:lnTo>
                  <a:pt x="79097" y="663567"/>
                </a:lnTo>
                <a:lnTo>
                  <a:pt x="83609" y="657423"/>
                </a:lnTo>
                <a:lnTo>
                  <a:pt x="87178" y="651279"/>
                </a:lnTo>
                <a:lnTo>
                  <a:pt x="89910" y="645135"/>
                </a:lnTo>
                <a:lnTo>
                  <a:pt x="91927" y="638991"/>
                </a:lnTo>
                <a:lnTo>
                  <a:pt x="93360" y="632847"/>
                </a:lnTo>
                <a:lnTo>
                  <a:pt x="94328" y="626702"/>
                </a:lnTo>
                <a:lnTo>
                  <a:pt x="94938" y="620558"/>
                </a:lnTo>
                <a:lnTo>
                  <a:pt x="95282" y="614414"/>
                </a:lnTo>
                <a:lnTo>
                  <a:pt x="95433" y="608270"/>
                </a:lnTo>
                <a:lnTo>
                  <a:pt x="95449" y="602126"/>
                </a:lnTo>
                <a:lnTo>
                  <a:pt x="95377" y="595982"/>
                </a:lnTo>
                <a:lnTo>
                  <a:pt x="95254" y="589838"/>
                </a:lnTo>
                <a:lnTo>
                  <a:pt x="95111" y="583693"/>
                </a:lnTo>
                <a:lnTo>
                  <a:pt x="94970" y="577549"/>
                </a:lnTo>
                <a:lnTo>
                  <a:pt x="94853" y="571405"/>
                </a:lnTo>
                <a:lnTo>
                  <a:pt x="94772" y="565261"/>
                </a:lnTo>
                <a:lnTo>
                  <a:pt x="94738" y="559117"/>
                </a:lnTo>
                <a:lnTo>
                  <a:pt x="94754" y="552973"/>
                </a:lnTo>
                <a:lnTo>
                  <a:pt x="94819" y="546829"/>
                </a:lnTo>
                <a:lnTo>
                  <a:pt x="94928" y="540684"/>
                </a:lnTo>
                <a:lnTo>
                  <a:pt x="95068" y="534540"/>
                </a:lnTo>
                <a:lnTo>
                  <a:pt x="95225" y="528396"/>
                </a:lnTo>
                <a:lnTo>
                  <a:pt x="95383" y="522252"/>
                </a:lnTo>
                <a:lnTo>
                  <a:pt x="95523" y="516108"/>
                </a:lnTo>
                <a:lnTo>
                  <a:pt x="95628" y="509964"/>
                </a:lnTo>
                <a:lnTo>
                  <a:pt x="95682" y="503820"/>
                </a:lnTo>
                <a:lnTo>
                  <a:pt x="95668" y="497675"/>
                </a:lnTo>
                <a:lnTo>
                  <a:pt x="95572" y="491531"/>
                </a:lnTo>
                <a:lnTo>
                  <a:pt x="95381" y="485387"/>
                </a:lnTo>
                <a:lnTo>
                  <a:pt x="95084" y="479243"/>
                </a:lnTo>
                <a:lnTo>
                  <a:pt x="94667" y="473099"/>
                </a:lnTo>
                <a:lnTo>
                  <a:pt x="94119" y="466955"/>
                </a:lnTo>
                <a:lnTo>
                  <a:pt x="93429" y="460811"/>
                </a:lnTo>
                <a:lnTo>
                  <a:pt x="92588" y="454666"/>
                </a:lnTo>
                <a:lnTo>
                  <a:pt x="91588" y="448522"/>
                </a:lnTo>
                <a:lnTo>
                  <a:pt x="90429" y="442378"/>
                </a:lnTo>
                <a:lnTo>
                  <a:pt x="89115" y="436234"/>
                </a:lnTo>
                <a:lnTo>
                  <a:pt x="87663" y="430090"/>
                </a:lnTo>
                <a:lnTo>
                  <a:pt x="86101" y="423946"/>
                </a:lnTo>
                <a:lnTo>
                  <a:pt x="84470" y="417802"/>
                </a:lnTo>
                <a:lnTo>
                  <a:pt x="82827" y="411657"/>
                </a:lnTo>
                <a:lnTo>
                  <a:pt x="81242" y="405513"/>
                </a:lnTo>
                <a:lnTo>
                  <a:pt x="79793" y="399369"/>
                </a:lnTo>
                <a:lnTo>
                  <a:pt x="78564" y="393225"/>
                </a:lnTo>
                <a:lnTo>
                  <a:pt x="77636" y="387081"/>
                </a:lnTo>
                <a:lnTo>
                  <a:pt x="77077" y="380937"/>
                </a:lnTo>
                <a:lnTo>
                  <a:pt x="76941" y="374793"/>
                </a:lnTo>
                <a:lnTo>
                  <a:pt x="77257" y="368648"/>
                </a:lnTo>
                <a:lnTo>
                  <a:pt x="78023" y="362504"/>
                </a:lnTo>
                <a:lnTo>
                  <a:pt x="79211" y="356360"/>
                </a:lnTo>
                <a:lnTo>
                  <a:pt x="80765" y="350216"/>
                </a:lnTo>
                <a:lnTo>
                  <a:pt x="82608" y="344072"/>
                </a:lnTo>
                <a:lnTo>
                  <a:pt x="84647" y="337928"/>
                </a:lnTo>
                <a:lnTo>
                  <a:pt x="86787" y="331784"/>
                </a:lnTo>
                <a:lnTo>
                  <a:pt x="88931" y="325639"/>
                </a:lnTo>
                <a:lnTo>
                  <a:pt x="90998" y="319495"/>
                </a:lnTo>
                <a:lnTo>
                  <a:pt x="92919" y="313351"/>
                </a:lnTo>
                <a:lnTo>
                  <a:pt x="94646" y="307207"/>
                </a:lnTo>
                <a:lnTo>
                  <a:pt x="96149" y="301063"/>
                </a:lnTo>
                <a:lnTo>
                  <a:pt x="97420" y="294919"/>
                </a:lnTo>
                <a:lnTo>
                  <a:pt x="98462" y="288775"/>
                </a:lnTo>
                <a:lnTo>
                  <a:pt x="99294" y="282630"/>
                </a:lnTo>
                <a:lnTo>
                  <a:pt x="99940" y="276486"/>
                </a:lnTo>
                <a:lnTo>
                  <a:pt x="100428" y="270342"/>
                </a:lnTo>
                <a:lnTo>
                  <a:pt x="100787" y="264198"/>
                </a:lnTo>
                <a:lnTo>
                  <a:pt x="101044" y="258054"/>
                </a:lnTo>
                <a:lnTo>
                  <a:pt x="101224" y="251910"/>
                </a:lnTo>
                <a:lnTo>
                  <a:pt x="101346" y="245766"/>
                </a:lnTo>
                <a:lnTo>
                  <a:pt x="101428" y="239621"/>
                </a:lnTo>
                <a:lnTo>
                  <a:pt x="101480" y="233477"/>
                </a:lnTo>
                <a:lnTo>
                  <a:pt x="101513" y="227333"/>
                </a:lnTo>
                <a:lnTo>
                  <a:pt x="101534" y="221189"/>
                </a:lnTo>
                <a:lnTo>
                  <a:pt x="101546" y="215045"/>
                </a:lnTo>
                <a:lnTo>
                  <a:pt x="101553" y="208901"/>
                </a:lnTo>
                <a:lnTo>
                  <a:pt x="101558" y="202757"/>
                </a:lnTo>
                <a:lnTo>
                  <a:pt x="101560" y="196613"/>
                </a:lnTo>
                <a:lnTo>
                  <a:pt x="101561" y="190468"/>
                </a:lnTo>
                <a:lnTo>
                  <a:pt x="101562" y="184324"/>
                </a:lnTo>
                <a:lnTo>
                  <a:pt x="101562" y="178180"/>
                </a:lnTo>
                <a:lnTo>
                  <a:pt x="101562" y="172036"/>
                </a:lnTo>
                <a:lnTo>
                  <a:pt x="101562" y="165892"/>
                </a:lnTo>
                <a:lnTo>
                  <a:pt x="101562" y="159748"/>
                </a:lnTo>
                <a:lnTo>
                  <a:pt x="101562" y="153604"/>
                </a:lnTo>
                <a:lnTo>
                  <a:pt x="101562" y="147459"/>
                </a:lnTo>
                <a:lnTo>
                  <a:pt x="101562" y="141315"/>
                </a:lnTo>
                <a:lnTo>
                  <a:pt x="101562" y="135171"/>
                </a:lnTo>
                <a:lnTo>
                  <a:pt x="101562" y="129027"/>
                </a:lnTo>
                <a:lnTo>
                  <a:pt x="101562" y="122883"/>
                </a:lnTo>
                <a:lnTo>
                  <a:pt x="101562" y="116739"/>
                </a:lnTo>
                <a:lnTo>
                  <a:pt x="101563" y="110595"/>
                </a:lnTo>
                <a:lnTo>
                  <a:pt x="101563" y="104450"/>
                </a:lnTo>
                <a:lnTo>
                  <a:pt x="101563" y="98306"/>
                </a:lnTo>
                <a:lnTo>
                  <a:pt x="101563" y="92162"/>
                </a:lnTo>
                <a:lnTo>
                  <a:pt x="101563" y="86018"/>
                </a:lnTo>
                <a:lnTo>
                  <a:pt x="101563" y="79874"/>
                </a:lnTo>
                <a:lnTo>
                  <a:pt x="101563" y="73730"/>
                </a:lnTo>
                <a:lnTo>
                  <a:pt x="101563" y="67586"/>
                </a:lnTo>
                <a:lnTo>
                  <a:pt x="101563" y="61441"/>
                </a:lnTo>
                <a:lnTo>
                  <a:pt x="101563" y="55297"/>
                </a:lnTo>
                <a:lnTo>
                  <a:pt x="101563" y="49153"/>
                </a:lnTo>
                <a:lnTo>
                  <a:pt x="101563" y="43009"/>
                </a:lnTo>
                <a:lnTo>
                  <a:pt x="101563" y="36865"/>
                </a:lnTo>
                <a:lnTo>
                  <a:pt x="101563" y="30721"/>
                </a:lnTo>
                <a:lnTo>
                  <a:pt x="101563" y="24577"/>
                </a:lnTo>
                <a:lnTo>
                  <a:pt x="101563" y="18432"/>
                </a:lnTo>
                <a:lnTo>
                  <a:pt x="101563" y="12288"/>
                </a:lnTo>
                <a:lnTo>
                  <a:pt x="101563" y="6144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6144"/>
                </a:lnTo>
                <a:lnTo>
                  <a:pt x="101563" y="12288"/>
                </a:lnTo>
                <a:lnTo>
                  <a:pt x="101563" y="18432"/>
                </a:lnTo>
                <a:lnTo>
                  <a:pt x="101563" y="24577"/>
                </a:lnTo>
                <a:lnTo>
                  <a:pt x="101563" y="30721"/>
                </a:lnTo>
                <a:lnTo>
                  <a:pt x="101563" y="36865"/>
                </a:lnTo>
                <a:lnTo>
                  <a:pt x="101563" y="43009"/>
                </a:lnTo>
                <a:lnTo>
                  <a:pt x="101563" y="49153"/>
                </a:lnTo>
                <a:lnTo>
                  <a:pt x="101563" y="55297"/>
                </a:lnTo>
                <a:lnTo>
                  <a:pt x="101563" y="61441"/>
                </a:lnTo>
                <a:lnTo>
                  <a:pt x="101563" y="67586"/>
                </a:lnTo>
                <a:lnTo>
                  <a:pt x="101563" y="73730"/>
                </a:lnTo>
                <a:lnTo>
                  <a:pt x="101563" y="79874"/>
                </a:lnTo>
                <a:lnTo>
                  <a:pt x="101563" y="86018"/>
                </a:lnTo>
                <a:lnTo>
                  <a:pt x="101563" y="92162"/>
                </a:lnTo>
                <a:lnTo>
                  <a:pt x="101563" y="98306"/>
                </a:lnTo>
                <a:lnTo>
                  <a:pt x="101563" y="104450"/>
                </a:lnTo>
                <a:lnTo>
                  <a:pt x="101563" y="110595"/>
                </a:lnTo>
                <a:lnTo>
                  <a:pt x="101563" y="116739"/>
                </a:lnTo>
                <a:lnTo>
                  <a:pt x="101563" y="122883"/>
                </a:lnTo>
                <a:lnTo>
                  <a:pt x="101563" y="129027"/>
                </a:lnTo>
                <a:lnTo>
                  <a:pt x="101563" y="135171"/>
                </a:lnTo>
                <a:lnTo>
                  <a:pt x="101563" y="141315"/>
                </a:lnTo>
                <a:lnTo>
                  <a:pt x="101563" y="147459"/>
                </a:lnTo>
                <a:lnTo>
                  <a:pt x="101563" y="153604"/>
                </a:lnTo>
                <a:lnTo>
                  <a:pt x="101563" y="159748"/>
                </a:lnTo>
                <a:lnTo>
                  <a:pt x="101563" y="165892"/>
                </a:lnTo>
                <a:lnTo>
                  <a:pt x="101563" y="172036"/>
                </a:lnTo>
                <a:lnTo>
                  <a:pt x="101563" y="178180"/>
                </a:lnTo>
                <a:lnTo>
                  <a:pt x="101563" y="184324"/>
                </a:lnTo>
                <a:lnTo>
                  <a:pt x="101564" y="190468"/>
                </a:lnTo>
                <a:lnTo>
                  <a:pt x="101565" y="196613"/>
                </a:lnTo>
                <a:lnTo>
                  <a:pt x="101567" y="202757"/>
                </a:lnTo>
                <a:lnTo>
                  <a:pt x="101572" y="208901"/>
                </a:lnTo>
                <a:lnTo>
                  <a:pt x="101579" y="215045"/>
                </a:lnTo>
                <a:lnTo>
                  <a:pt x="101591" y="221189"/>
                </a:lnTo>
                <a:lnTo>
                  <a:pt x="101612" y="227333"/>
                </a:lnTo>
                <a:lnTo>
                  <a:pt x="101645" y="233477"/>
                </a:lnTo>
                <a:lnTo>
                  <a:pt x="101697" y="239621"/>
                </a:lnTo>
                <a:lnTo>
                  <a:pt x="101779" y="245766"/>
                </a:lnTo>
                <a:lnTo>
                  <a:pt x="101901" y="251910"/>
                </a:lnTo>
                <a:lnTo>
                  <a:pt x="102081" y="258054"/>
                </a:lnTo>
                <a:lnTo>
                  <a:pt x="102338" y="264198"/>
                </a:lnTo>
                <a:lnTo>
                  <a:pt x="102697" y="270342"/>
                </a:lnTo>
                <a:lnTo>
                  <a:pt x="103185" y="276486"/>
                </a:lnTo>
                <a:lnTo>
                  <a:pt x="103831" y="282630"/>
                </a:lnTo>
                <a:lnTo>
                  <a:pt x="104663" y="288775"/>
                </a:lnTo>
                <a:lnTo>
                  <a:pt x="105705" y="294919"/>
                </a:lnTo>
                <a:lnTo>
                  <a:pt x="106976" y="301063"/>
                </a:lnTo>
                <a:lnTo>
                  <a:pt x="108480" y="307207"/>
                </a:lnTo>
                <a:lnTo>
                  <a:pt x="110206" y="313351"/>
                </a:lnTo>
                <a:lnTo>
                  <a:pt x="112127" y="319495"/>
                </a:lnTo>
                <a:lnTo>
                  <a:pt x="114194" y="325639"/>
                </a:lnTo>
                <a:lnTo>
                  <a:pt x="116338" y="331784"/>
                </a:lnTo>
                <a:lnTo>
                  <a:pt x="118478" y="337928"/>
                </a:lnTo>
                <a:lnTo>
                  <a:pt x="120517" y="344072"/>
                </a:lnTo>
                <a:lnTo>
                  <a:pt x="122360" y="350216"/>
                </a:lnTo>
                <a:lnTo>
                  <a:pt x="123914" y="356360"/>
                </a:lnTo>
                <a:lnTo>
                  <a:pt x="125102" y="362504"/>
                </a:lnTo>
                <a:lnTo>
                  <a:pt x="125868" y="368648"/>
                </a:lnTo>
                <a:lnTo>
                  <a:pt x="126184" y="374793"/>
                </a:lnTo>
                <a:lnTo>
                  <a:pt x="126048" y="380937"/>
                </a:lnTo>
                <a:lnTo>
                  <a:pt x="125490" y="387081"/>
                </a:lnTo>
                <a:lnTo>
                  <a:pt x="124561" y="393225"/>
                </a:lnTo>
                <a:lnTo>
                  <a:pt x="123332" y="399369"/>
                </a:lnTo>
                <a:lnTo>
                  <a:pt x="121883" y="405513"/>
                </a:lnTo>
                <a:lnTo>
                  <a:pt x="120298" y="411657"/>
                </a:lnTo>
                <a:lnTo>
                  <a:pt x="118655" y="417802"/>
                </a:lnTo>
                <a:lnTo>
                  <a:pt x="117024" y="423946"/>
                </a:lnTo>
                <a:lnTo>
                  <a:pt x="115462" y="430090"/>
                </a:lnTo>
                <a:lnTo>
                  <a:pt x="114010" y="436234"/>
                </a:lnTo>
                <a:lnTo>
                  <a:pt x="112696" y="442378"/>
                </a:lnTo>
                <a:lnTo>
                  <a:pt x="111537" y="448522"/>
                </a:lnTo>
                <a:lnTo>
                  <a:pt x="110537" y="454666"/>
                </a:lnTo>
                <a:lnTo>
                  <a:pt x="109696" y="460811"/>
                </a:lnTo>
                <a:lnTo>
                  <a:pt x="109006" y="466955"/>
                </a:lnTo>
                <a:lnTo>
                  <a:pt x="108458" y="473099"/>
                </a:lnTo>
                <a:lnTo>
                  <a:pt x="108041" y="479243"/>
                </a:lnTo>
                <a:lnTo>
                  <a:pt x="107744" y="485387"/>
                </a:lnTo>
                <a:lnTo>
                  <a:pt x="107553" y="491531"/>
                </a:lnTo>
                <a:lnTo>
                  <a:pt x="107457" y="497675"/>
                </a:lnTo>
                <a:lnTo>
                  <a:pt x="107443" y="503820"/>
                </a:lnTo>
                <a:lnTo>
                  <a:pt x="107497" y="509964"/>
                </a:lnTo>
                <a:lnTo>
                  <a:pt x="107602" y="516108"/>
                </a:lnTo>
                <a:lnTo>
                  <a:pt x="107742" y="522252"/>
                </a:lnTo>
                <a:lnTo>
                  <a:pt x="107900" y="528396"/>
                </a:lnTo>
                <a:lnTo>
                  <a:pt x="108057" y="534540"/>
                </a:lnTo>
                <a:lnTo>
                  <a:pt x="108197" y="540684"/>
                </a:lnTo>
                <a:lnTo>
                  <a:pt x="108306" y="546829"/>
                </a:lnTo>
                <a:lnTo>
                  <a:pt x="108371" y="552973"/>
                </a:lnTo>
                <a:lnTo>
                  <a:pt x="108387" y="559117"/>
                </a:lnTo>
                <a:lnTo>
                  <a:pt x="108353" y="565261"/>
                </a:lnTo>
                <a:lnTo>
                  <a:pt x="108272" y="571405"/>
                </a:lnTo>
                <a:lnTo>
                  <a:pt x="108155" y="577549"/>
                </a:lnTo>
                <a:lnTo>
                  <a:pt x="108014" y="583693"/>
                </a:lnTo>
                <a:lnTo>
                  <a:pt x="107871" y="589838"/>
                </a:lnTo>
                <a:lnTo>
                  <a:pt x="107748" y="595982"/>
                </a:lnTo>
                <a:lnTo>
                  <a:pt x="107676" y="602126"/>
                </a:lnTo>
                <a:lnTo>
                  <a:pt x="107692" y="608270"/>
                </a:lnTo>
                <a:lnTo>
                  <a:pt x="107843" y="614414"/>
                </a:lnTo>
                <a:lnTo>
                  <a:pt x="108187" y="620558"/>
                </a:lnTo>
                <a:lnTo>
                  <a:pt x="108797" y="626702"/>
                </a:lnTo>
                <a:lnTo>
                  <a:pt x="109765" y="632847"/>
                </a:lnTo>
                <a:lnTo>
                  <a:pt x="111198" y="638991"/>
                </a:lnTo>
                <a:lnTo>
                  <a:pt x="113215" y="645135"/>
                </a:lnTo>
                <a:lnTo>
                  <a:pt x="115947" y="651279"/>
                </a:lnTo>
                <a:lnTo>
                  <a:pt x="119516" y="657423"/>
                </a:lnTo>
                <a:lnTo>
                  <a:pt x="124028" y="663567"/>
                </a:lnTo>
                <a:lnTo>
                  <a:pt x="129551" y="669711"/>
                </a:lnTo>
                <a:lnTo>
                  <a:pt x="136092" y="675856"/>
                </a:lnTo>
                <a:lnTo>
                  <a:pt x="143584" y="682000"/>
                </a:lnTo>
                <a:lnTo>
                  <a:pt x="151868" y="688144"/>
                </a:lnTo>
                <a:lnTo>
                  <a:pt x="160686" y="694288"/>
                </a:lnTo>
                <a:lnTo>
                  <a:pt x="169690" y="700432"/>
                </a:lnTo>
                <a:lnTo>
                  <a:pt x="178457" y="706576"/>
                </a:lnTo>
                <a:lnTo>
                  <a:pt x="186520" y="712720"/>
                </a:lnTo>
                <a:lnTo>
                  <a:pt x="193404" y="718865"/>
                </a:lnTo>
                <a:lnTo>
                  <a:pt x="198678" y="725009"/>
                </a:lnTo>
                <a:lnTo>
                  <a:pt x="201994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87" name="12_small_6653">
            <a:extLst>
              <a:ext uri="{FF2B5EF4-FFF2-40B4-BE49-F238E27FC236}">
                <a16:creationId xmlns:a16="http://schemas.microsoft.com/office/drawing/2014/main" id="{BC6B5C4D-F667-4FD6-A3B5-1573D580ACC0}"/>
              </a:ext>
            </a:extLst>
          </p:cNvPr>
          <p:cNvSpPr>
            <a:spLocks noGrp="1"/>
          </p:cNvSpPr>
          <p:nvPr/>
        </p:nvSpPr>
        <p:spPr>
          <a:xfrm>
            <a:off x="1351125" y="2916523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57589" y="737297"/>
                </a:moveTo>
                <a:lnTo>
                  <a:pt x="45536" y="737297"/>
                </a:lnTo>
                <a:lnTo>
                  <a:pt x="46148" y="731153"/>
                </a:lnTo>
                <a:lnTo>
                  <a:pt x="47942" y="725009"/>
                </a:lnTo>
                <a:lnTo>
                  <a:pt x="50795" y="718865"/>
                </a:lnTo>
                <a:lnTo>
                  <a:pt x="54517" y="712720"/>
                </a:lnTo>
                <a:lnTo>
                  <a:pt x="58873" y="706576"/>
                </a:lnTo>
                <a:lnTo>
                  <a:pt x="63606" y="700432"/>
                </a:lnTo>
                <a:lnTo>
                  <a:pt x="68464" y="694288"/>
                </a:lnTo>
                <a:lnTo>
                  <a:pt x="73218" y="688144"/>
                </a:lnTo>
                <a:lnTo>
                  <a:pt x="77681" y="682000"/>
                </a:lnTo>
                <a:lnTo>
                  <a:pt x="81718" y="675856"/>
                </a:lnTo>
                <a:lnTo>
                  <a:pt x="85244" y="669711"/>
                </a:lnTo>
                <a:lnTo>
                  <a:pt x="88225" y="663567"/>
                </a:lnTo>
                <a:lnTo>
                  <a:pt x="90667" y="657423"/>
                </a:lnTo>
                <a:lnTo>
                  <a:pt x="92606" y="651279"/>
                </a:lnTo>
                <a:lnTo>
                  <a:pt x="94098" y="645135"/>
                </a:lnTo>
                <a:lnTo>
                  <a:pt x="95205" y="638991"/>
                </a:lnTo>
                <a:lnTo>
                  <a:pt x="95993" y="632847"/>
                </a:lnTo>
                <a:lnTo>
                  <a:pt x="96522" y="626702"/>
                </a:lnTo>
                <a:lnTo>
                  <a:pt x="96845" y="620558"/>
                </a:lnTo>
                <a:lnTo>
                  <a:pt x="97006" y="614414"/>
                </a:lnTo>
                <a:lnTo>
                  <a:pt x="97043" y="608270"/>
                </a:lnTo>
                <a:lnTo>
                  <a:pt x="96984" y="602126"/>
                </a:lnTo>
                <a:lnTo>
                  <a:pt x="96857" y="595982"/>
                </a:lnTo>
                <a:lnTo>
                  <a:pt x="96683" y="589838"/>
                </a:lnTo>
                <a:lnTo>
                  <a:pt x="96482" y="583693"/>
                </a:lnTo>
                <a:lnTo>
                  <a:pt x="96271" y="577549"/>
                </a:lnTo>
                <a:lnTo>
                  <a:pt x="96066" y="571405"/>
                </a:lnTo>
                <a:lnTo>
                  <a:pt x="95878" y="565261"/>
                </a:lnTo>
                <a:lnTo>
                  <a:pt x="95719" y="559117"/>
                </a:lnTo>
                <a:lnTo>
                  <a:pt x="95593" y="552973"/>
                </a:lnTo>
                <a:lnTo>
                  <a:pt x="95506" y="546829"/>
                </a:lnTo>
                <a:lnTo>
                  <a:pt x="95458" y="540684"/>
                </a:lnTo>
                <a:lnTo>
                  <a:pt x="95449" y="534540"/>
                </a:lnTo>
                <a:lnTo>
                  <a:pt x="95479" y="528396"/>
                </a:lnTo>
                <a:lnTo>
                  <a:pt x="95547" y="522252"/>
                </a:lnTo>
                <a:lnTo>
                  <a:pt x="95653" y="516108"/>
                </a:lnTo>
                <a:lnTo>
                  <a:pt x="95799" y="509964"/>
                </a:lnTo>
                <a:lnTo>
                  <a:pt x="95986" y="503820"/>
                </a:lnTo>
                <a:lnTo>
                  <a:pt x="96214" y="497675"/>
                </a:lnTo>
                <a:lnTo>
                  <a:pt x="96484" y="491531"/>
                </a:lnTo>
                <a:lnTo>
                  <a:pt x="96791" y="485387"/>
                </a:lnTo>
                <a:lnTo>
                  <a:pt x="97131" y="479243"/>
                </a:lnTo>
                <a:lnTo>
                  <a:pt x="97494" y="473099"/>
                </a:lnTo>
                <a:lnTo>
                  <a:pt x="97868" y="466955"/>
                </a:lnTo>
                <a:lnTo>
                  <a:pt x="98237" y="460811"/>
                </a:lnTo>
                <a:lnTo>
                  <a:pt x="98588" y="454666"/>
                </a:lnTo>
                <a:lnTo>
                  <a:pt x="98903" y="448522"/>
                </a:lnTo>
                <a:lnTo>
                  <a:pt x="99171" y="442378"/>
                </a:lnTo>
                <a:lnTo>
                  <a:pt x="99379" y="436234"/>
                </a:lnTo>
                <a:lnTo>
                  <a:pt x="99522" y="430090"/>
                </a:lnTo>
                <a:lnTo>
                  <a:pt x="99599" y="423946"/>
                </a:lnTo>
                <a:lnTo>
                  <a:pt x="99613" y="417802"/>
                </a:lnTo>
                <a:lnTo>
                  <a:pt x="99572" y="411657"/>
                </a:lnTo>
                <a:lnTo>
                  <a:pt x="99489" y="405513"/>
                </a:lnTo>
                <a:lnTo>
                  <a:pt x="99379" y="399369"/>
                </a:lnTo>
                <a:lnTo>
                  <a:pt x="99259" y="393225"/>
                </a:lnTo>
                <a:lnTo>
                  <a:pt x="99146" y="387081"/>
                </a:lnTo>
                <a:lnTo>
                  <a:pt x="99056" y="380937"/>
                </a:lnTo>
                <a:lnTo>
                  <a:pt x="99000" y="374793"/>
                </a:lnTo>
                <a:lnTo>
                  <a:pt x="98988" y="368648"/>
                </a:lnTo>
                <a:lnTo>
                  <a:pt x="99024" y="362504"/>
                </a:lnTo>
                <a:lnTo>
                  <a:pt x="99107" y="356360"/>
                </a:lnTo>
                <a:lnTo>
                  <a:pt x="99232" y="350216"/>
                </a:lnTo>
                <a:lnTo>
                  <a:pt x="99390" y="344072"/>
                </a:lnTo>
                <a:lnTo>
                  <a:pt x="99570" y="337928"/>
                </a:lnTo>
                <a:lnTo>
                  <a:pt x="99757" y="331784"/>
                </a:lnTo>
                <a:lnTo>
                  <a:pt x="99940" y="325639"/>
                </a:lnTo>
                <a:lnTo>
                  <a:pt x="100105" y="319495"/>
                </a:lnTo>
                <a:lnTo>
                  <a:pt x="100243" y="313351"/>
                </a:lnTo>
                <a:lnTo>
                  <a:pt x="100347" y="307207"/>
                </a:lnTo>
                <a:lnTo>
                  <a:pt x="100413" y="301063"/>
                </a:lnTo>
                <a:lnTo>
                  <a:pt x="100439" y="294919"/>
                </a:lnTo>
                <a:lnTo>
                  <a:pt x="100428" y="288775"/>
                </a:lnTo>
                <a:lnTo>
                  <a:pt x="100384" y="282630"/>
                </a:lnTo>
                <a:lnTo>
                  <a:pt x="100312" y="276486"/>
                </a:lnTo>
                <a:lnTo>
                  <a:pt x="100219" y="270342"/>
                </a:lnTo>
                <a:lnTo>
                  <a:pt x="100111" y="264198"/>
                </a:lnTo>
                <a:lnTo>
                  <a:pt x="99995" y="258054"/>
                </a:lnTo>
                <a:lnTo>
                  <a:pt x="99875" y="251910"/>
                </a:lnTo>
                <a:lnTo>
                  <a:pt x="99754" y="245766"/>
                </a:lnTo>
                <a:lnTo>
                  <a:pt x="99635" y="239621"/>
                </a:lnTo>
                <a:lnTo>
                  <a:pt x="99519" y="233477"/>
                </a:lnTo>
                <a:lnTo>
                  <a:pt x="99407" y="227333"/>
                </a:lnTo>
                <a:lnTo>
                  <a:pt x="99299" y="221189"/>
                </a:lnTo>
                <a:lnTo>
                  <a:pt x="99196" y="215045"/>
                </a:lnTo>
                <a:lnTo>
                  <a:pt x="99101" y="208901"/>
                </a:lnTo>
                <a:lnTo>
                  <a:pt x="99015" y="202757"/>
                </a:lnTo>
                <a:lnTo>
                  <a:pt x="98942" y="196613"/>
                </a:lnTo>
                <a:lnTo>
                  <a:pt x="98888" y="190468"/>
                </a:lnTo>
                <a:lnTo>
                  <a:pt x="98856" y="184324"/>
                </a:lnTo>
                <a:lnTo>
                  <a:pt x="98850" y="178180"/>
                </a:lnTo>
                <a:lnTo>
                  <a:pt x="98871" y="172036"/>
                </a:lnTo>
                <a:lnTo>
                  <a:pt x="98918" y="165892"/>
                </a:lnTo>
                <a:lnTo>
                  <a:pt x="98984" y="159748"/>
                </a:lnTo>
                <a:lnTo>
                  <a:pt x="99060" y="153604"/>
                </a:lnTo>
                <a:lnTo>
                  <a:pt x="99129" y="147459"/>
                </a:lnTo>
                <a:lnTo>
                  <a:pt x="99170" y="141315"/>
                </a:lnTo>
                <a:lnTo>
                  <a:pt x="99153" y="135171"/>
                </a:lnTo>
                <a:lnTo>
                  <a:pt x="99036" y="129027"/>
                </a:lnTo>
                <a:lnTo>
                  <a:pt x="98771" y="122883"/>
                </a:lnTo>
                <a:lnTo>
                  <a:pt x="98292" y="116739"/>
                </a:lnTo>
                <a:lnTo>
                  <a:pt x="97522" y="110595"/>
                </a:lnTo>
                <a:lnTo>
                  <a:pt x="96368" y="104450"/>
                </a:lnTo>
                <a:lnTo>
                  <a:pt x="94720" y="98306"/>
                </a:lnTo>
                <a:lnTo>
                  <a:pt x="92460" y="92162"/>
                </a:lnTo>
                <a:lnTo>
                  <a:pt x="89464" y="86018"/>
                </a:lnTo>
                <a:lnTo>
                  <a:pt x="85613" y="79874"/>
                </a:lnTo>
                <a:lnTo>
                  <a:pt x="80813" y="73730"/>
                </a:lnTo>
                <a:lnTo>
                  <a:pt x="75007" y="67586"/>
                </a:lnTo>
                <a:lnTo>
                  <a:pt x="68194" y="61441"/>
                </a:lnTo>
                <a:lnTo>
                  <a:pt x="60453" y="55297"/>
                </a:lnTo>
                <a:lnTo>
                  <a:pt x="51949" y="49153"/>
                </a:lnTo>
                <a:lnTo>
                  <a:pt x="42942" y="43009"/>
                </a:lnTo>
                <a:lnTo>
                  <a:pt x="33784" y="36865"/>
                </a:lnTo>
                <a:lnTo>
                  <a:pt x="24896" y="30721"/>
                </a:lnTo>
                <a:lnTo>
                  <a:pt x="16743" y="24577"/>
                </a:lnTo>
                <a:lnTo>
                  <a:pt x="9794" y="18432"/>
                </a:lnTo>
                <a:lnTo>
                  <a:pt x="4478" y="12288"/>
                </a:lnTo>
                <a:lnTo>
                  <a:pt x="1139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6" y="6144"/>
                </a:lnTo>
                <a:lnTo>
                  <a:pt x="198647" y="12288"/>
                </a:lnTo>
                <a:lnTo>
                  <a:pt x="193331" y="18432"/>
                </a:lnTo>
                <a:lnTo>
                  <a:pt x="186382" y="24577"/>
                </a:lnTo>
                <a:lnTo>
                  <a:pt x="178229" y="30721"/>
                </a:lnTo>
                <a:lnTo>
                  <a:pt x="169341" y="36865"/>
                </a:lnTo>
                <a:lnTo>
                  <a:pt x="160183" y="43009"/>
                </a:lnTo>
                <a:lnTo>
                  <a:pt x="151176" y="49153"/>
                </a:lnTo>
                <a:lnTo>
                  <a:pt x="142672" y="55297"/>
                </a:lnTo>
                <a:lnTo>
                  <a:pt x="134931" y="61441"/>
                </a:lnTo>
                <a:lnTo>
                  <a:pt x="128118" y="67586"/>
                </a:lnTo>
                <a:lnTo>
                  <a:pt x="122312" y="73730"/>
                </a:lnTo>
                <a:lnTo>
                  <a:pt x="117512" y="79874"/>
                </a:lnTo>
                <a:lnTo>
                  <a:pt x="113661" y="86018"/>
                </a:lnTo>
                <a:lnTo>
                  <a:pt x="110665" y="92162"/>
                </a:lnTo>
                <a:lnTo>
                  <a:pt x="108405" y="98306"/>
                </a:lnTo>
                <a:lnTo>
                  <a:pt x="106757" y="104450"/>
                </a:lnTo>
                <a:lnTo>
                  <a:pt x="105603" y="110595"/>
                </a:lnTo>
                <a:lnTo>
                  <a:pt x="104833" y="116739"/>
                </a:lnTo>
                <a:lnTo>
                  <a:pt x="104355" y="122883"/>
                </a:lnTo>
                <a:lnTo>
                  <a:pt x="104089" y="129027"/>
                </a:lnTo>
                <a:lnTo>
                  <a:pt x="103972" y="135171"/>
                </a:lnTo>
                <a:lnTo>
                  <a:pt x="103955" y="141315"/>
                </a:lnTo>
                <a:lnTo>
                  <a:pt x="103996" y="147459"/>
                </a:lnTo>
                <a:lnTo>
                  <a:pt x="104065" y="153604"/>
                </a:lnTo>
                <a:lnTo>
                  <a:pt x="104141" y="159748"/>
                </a:lnTo>
                <a:lnTo>
                  <a:pt x="104207" y="165892"/>
                </a:lnTo>
                <a:lnTo>
                  <a:pt x="104254" y="172036"/>
                </a:lnTo>
                <a:lnTo>
                  <a:pt x="104275" y="178180"/>
                </a:lnTo>
                <a:lnTo>
                  <a:pt x="104269" y="184324"/>
                </a:lnTo>
                <a:lnTo>
                  <a:pt x="104237" y="190468"/>
                </a:lnTo>
                <a:lnTo>
                  <a:pt x="104183" y="196613"/>
                </a:lnTo>
                <a:lnTo>
                  <a:pt x="104110" y="202757"/>
                </a:lnTo>
                <a:lnTo>
                  <a:pt x="104024" y="208901"/>
                </a:lnTo>
                <a:lnTo>
                  <a:pt x="103929" y="215045"/>
                </a:lnTo>
                <a:lnTo>
                  <a:pt x="103826" y="221189"/>
                </a:lnTo>
                <a:lnTo>
                  <a:pt x="103718" y="227333"/>
                </a:lnTo>
                <a:lnTo>
                  <a:pt x="103606" y="233477"/>
                </a:lnTo>
                <a:lnTo>
                  <a:pt x="103490" y="239621"/>
                </a:lnTo>
                <a:lnTo>
                  <a:pt x="103371" y="245766"/>
                </a:lnTo>
                <a:lnTo>
                  <a:pt x="103251" y="251910"/>
                </a:lnTo>
                <a:lnTo>
                  <a:pt x="103130" y="258054"/>
                </a:lnTo>
                <a:lnTo>
                  <a:pt x="103014" y="264198"/>
                </a:lnTo>
                <a:lnTo>
                  <a:pt x="102906" y="270342"/>
                </a:lnTo>
                <a:lnTo>
                  <a:pt x="102813" y="276486"/>
                </a:lnTo>
                <a:lnTo>
                  <a:pt x="102741" y="282630"/>
                </a:lnTo>
                <a:lnTo>
                  <a:pt x="102697" y="288775"/>
                </a:lnTo>
                <a:lnTo>
                  <a:pt x="102686" y="294919"/>
                </a:lnTo>
                <a:lnTo>
                  <a:pt x="102712" y="301063"/>
                </a:lnTo>
                <a:lnTo>
                  <a:pt x="102778" y="307207"/>
                </a:lnTo>
                <a:lnTo>
                  <a:pt x="102882" y="313351"/>
                </a:lnTo>
                <a:lnTo>
                  <a:pt x="103020" y="319495"/>
                </a:lnTo>
                <a:lnTo>
                  <a:pt x="103185" y="325639"/>
                </a:lnTo>
                <a:lnTo>
                  <a:pt x="103368" y="331784"/>
                </a:lnTo>
                <a:lnTo>
                  <a:pt x="103555" y="337928"/>
                </a:lnTo>
                <a:lnTo>
                  <a:pt x="103735" y="344072"/>
                </a:lnTo>
                <a:lnTo>
                  <a:pt x="103893" y="350216"/>
                </a:lnTo>
                <a:lnTo>
                  <a:pt x="104018" y="356360"/>
                </a:lnTo>
                <a:lnTo>
                  <a:pt x="104101" y="362504"/>
                </a:lnTo>
                <a:lnTo>
                  <a:pt x="104137" y="368648"/>
                </a:lnTo>
                <a:lnTo>
                  <a:pt x="104125" y="374793"/>
                </a:lnTo>
                <a:lnTo>
                  <a:pt x="104069" y="380937"/>
                </a:lnTo>
                <a:lnTo>
                  <a:pt x="103979" y="387081"/>
                </a:lnTo>
                <a:lnTo>
                  <a:pt x="103866" y="393225"/>
                </a:lnTo>
                <a:lnTo>
                  <a:pt x="103746" y="399369"/>
                </a:lnTo>
                <a:lnTo>
                  <a:pt x="103636" y="405513"/>
                </a:lnTo>
                <a:lnTo>
                  <a:pt x="103553" y="411657"/>
                </a:lnTo>
                <a:lnTo>
                  <a:pt x="103512" y="417802"/>
                </a:lnTo>
                <a:lnTo>
                  <a:pt x="103526" y="423946"/>
                </a:lnTo>
                <a:lnTo>
                  <a:pt x="103603" y="430090"/>
                </a:lnTo>
                <a:lnTo>
                  <a:pt x="103746" y="436234"/>
                </a:lnTo>
                <a:lnTo>
                  <a:pt x="103954" y="442378"/>
                </a:lnTo>
                <a:lnTo>
                  <a:pt x="104222" y="448522"/>
                </a:lnTo>
                <a:lnTo>
                  <a:pt x="104537" y="454666"/>
                </a:lnTo>
                <a:lnTo>
                  <a:pt x="104888" y="460811"/>
                </a:lnTo>
                <a:lnTo>
                  <a:pt x="105257" y="466955"/>
                </a:lnTo>
                <a:lnTo>
                  <a:pt x="105631" y="473099"/>
                </a:lnTo>
                <a:lnTo>
                  <a:pt x="105994" y="479243"/>
                </a:lnTo>
                <a:lnTo>
                  <a:pt x="106334" y="485387"/>
                </a:lnTo>
                <a:lnTo>
                  <a:pt x="106641" y="491531"/>
                </a:lnTo>
                <a:lnTo>
                  <a:pt x="106911" y="497675"/>
                </a:lnTo>
                <a:lnTo>
                  <a:pt x="107139" y="503820"/>
                </a:lnTo>
                <a:lnTo>
                  <a:pt x="107326" y="509964"/>
                </a:lnTo>
                <a:lnTo>
                  <a:pt x="107472" y="516108"/>
                </a:lnTo>
                <a:lnTo>
                  <a:pt x="107578" y="522252"/>
                </a:lnTo>
                <a:lnTo>
                  <a:pt x="107646" y="528396"/>
                </a:lnTo>
                <a:lnTo>
                  <a:pt x="107676" y="534540"/>
                </a:lnTo>
                <a:lnTo>
                  <a:pt x="107667" y="540684"/>
                </a:lnTo>
                <a:lnTo>
                  <a:pt x="107619" y="546829"/>
                </a:lnTo>
                <a:lnTo>
                  <a:pt x="107532" y="552973"/>
                </a:lnTo>
                <a:lnTo>
                  <a:pt x="107406" y="559117"/>
                </a:lnTo>
                <a:lnTo>
                  <a:pt x="107247" y="565261"/>
                </a:lnTo>
                <a:lnTo>
                  <a:pt x="107059" y="571405"/>
                </a:lnTo>
                <a:lnTo>
                  <a:pt x="106854" y="577549"/>
                </a:lnTo>
                <a:lnTo>
                  <a:pt x="106643" y="583693"/>
                </a:lnTo>
                <a:lnTo>
                  <a:pt x="106442" y="589838"/>
                </a:lnTo>
                <a:lnTo>
                  <a:pt x="106268" y="595982"/>
                </a:lnTo>
                <a:lnTo>
                  <a:pt x="106141" y="602126"/>
                </a:lnTo>
                <a:lnTo>
                  <a:pt x="106082" y="608270"/>
                </a:lnTo>
                <a:lnTo>
                  <a:pt x="106119" y="614414"/>
                </a:lnTo>
                <a:lnTo>
                  <a:pt x="106280" y="620558"/>
                </a:lnTo>
                <a:lnTo>
                  <a:pt x="106603" y="626702"/>
                </a:lnTo>
                <a:lnTo>
                  <a:pt x="107132" y="632847"/>
                </a:lnTo>
                <a:lnTo>
                  <a:pt x="107920" y="638991"/>
                </a:lnTo>
                <a:lnTo>
                  <a:pt x="109027" y="645135"/>
                </a:lnTo>
                <a:lnTo>
                  <a:pt x="110519" y="651279"/>
                </a:lnTo>
                <a:lnTo>
                  <a:pt x="112458" y="657423"/>
                </a:lnTo>
                <a:lnTo>
                  <a:pt x="114900" y="663567"/>
                </a:lnTo>
                <a:lnTo>
                  <a:pt x="117881" y="669711"/>
                </a:lnTo>
                <a:lnTo>
                  <a:pt x="121407" y="675856"/>
                </a:lnTo>
                <a:lnTo>
                  <a:pt x="125444" y="682000"/>
                </a:lnTo>
                <a:lnTo>
                  <a:pt x="129907" y="688144"/>
                </a:lnTo>
                <a:lnTo>
                  <a:pt x="134661" y="694288"/>
                </a:lnTo>
                <a:lnTo>
                  <a:pt x="139519" y="700432"/>
                </a:lnTo>
                <a:lnTo>
                  <a:pt x="144252" y="706576"/>
                </a:lnTo>
                <a:lnTo>
                  <a:pt x="148608" y="712720"/>
                </a:lnTo>
                <a:lnTo>
                  <a:pt x="152330" y="718865"/>
                </a:lnTo>
                <a:lnTo>
                  <a:pt x="155183" y="725009"/>
                </a:lnTo>
                <a:lnTo>
                  <a:pt x="156977" y="731153"/>
                </a:lnTo>
                <a:lnTo>
                  <a:pt x="157589" y="737297"/>
                </a:lnTo>
                <a:lnTo>
                  <a:pt x="157589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88" name="12_small_6654">
            <a:extLst>
              <a:ext uri="{FF2B5EF4-FFF2-40B4-BE49-F238E27FC236}">
                <a16:creationId xmlns:a16="http://schemas.microsoft.com/office/drawing/2014/main" id="{24D0B480-F4F8-4960-AF3F-446842B54AD8}"/>
              </a:ext>
            </a:extLst>
          </p:cNvPr>
          <p:cNvSpPr>
            <a:spLocks noGrp="1"/>
          </p:cNvSpPr>
          <p:nvPr/>
        </p:nvSpPr>
        <p:spPr>
          <a:xfrm>
            <a:off x="2132375" y="2916523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54938" y="737297"/>
                </a:moveTo>
                <a:lnTo>
                  <a:pt x="48187" y="737297"/>
                </a:lnTo>
                <a:lnTo>
                  <a:pt x="48771" y="731153"/>
                </a:lnTo>
                <a:lnTo>
                  <a:pt x="50480" y="725009"/>
                </a:lnTo>
                <a:lnTo>
                  <a:pt x="53198" y="718865"/>
                </a:lnTo>
                <a:lnTo>
                  <a:pt x="56744" y="712720"/>
                </a:lnTo>
                <a:lnTo>
                  <a:pt x="60893" y="706576"/>
                </a:lnTo>
                <a:lnTo>
                  <a:pt x="65403" y="700432"/>
                </a:lnTo>
                <a:lnTo>
                  <a:pt x="70030" y="694288"/>
                </a:lnTo>
                <a:lnTo>
                  <a:pt x="74559" y="688144"/>
                </a:lnTo>
                <a:lnTo>
                  <a:pt x="78811" y="682000"/>
                </a:lnTo>
                <a:lnTo>
                  <a:pt x="82657" y="675856"/>
                </a:lnTo>
                <a:lnTo>
                  <a:pt x="86016" y="669711"/>
                </a:lnTo>
                <a:lnTo>
                  <a:pt x="88856" y="663567"/>
                </a:lnTo>
                <a:lnTo>
                  <a:pt x="91183" y="657423"/>
                </a:lnTo>
                <a:lnTo>
                  <a:pt x="93030" y="651279"/>
                </a:lnTo>
                <a:lnTo>
                  <a:pt x="94451" y="645135"/>
                </a:lnTo>
                <a:lnTo>
                  <a:pt x="95506" y="638991"/>
                </a:lnTo>
                <a:lnTo>
                  <a:pt x="96257" y="632847"/>
                </a:lnTo>
                <a:lnTo>
                  <a:pt x="96761" y="626702"/>
                </a:lnTo>
                <a:lnTo>
                  <a:pt x="97068" y="620558"/>
                </a:lnTo>
                <a:lnTo>
                  <a:pt x="97222" y="614414"/>
                </a:lnTo>
                <a:lnTo>
                  <a:pt x="97257" y="608270"/>
                </a:lnTo>
                <a:lnTo>
                  <a:pt x="97201" y="602126"/>
                </a:lnTo>
                <a:lnTo>
                  <a:pt x="97080" y="595982"/>
                </a:lnTo>
                <a:lnTo>
                  <a:pt x="96914" y="589838"/>
                </a:lnTo>
                <a:lnTo>
                  <a:pt x="96722" y="583693"/>
                </a:lnTo>
                <a:lnTo>
                  <a:pt x="96521" y="577549"/>
                </a:lnTo>
                <a:lnTo>
                  <a:pt x="96326" y="571405"/>
                </a:lnTo>
                <a:lnTo>
                  <a:pt x="96147" y="565261"/>
                </a:lnTo>
                <a:lnTo>
                  <a:pt x="95995" y="559117"/>
                </a:lnTo>
                <a:lnTo>
                  <a:pt x="95876" y="552973"/>
                </a:lnTo>
                <a:lnTo>
                  <a:pt x="95793" y="546829"/>
                </a:lnTo>
                <a:lnTo>
                  <a:pt x="95747" y="540684"/>
                </a:lnTo>
                <a:lnTo>
                  <a:pt x="95739" y="534540"/>
                </a:lnTo>
                <a:lnTo>
                  <a:pt x="95767" y="528396"/>
                </a:lnTo>
                <a:lnTo>
                  <a:pt x="95832" y="522252"/>
                </a:lnTo>
                <a:lnTo>
                  <a:pt x="95934" y="516108"/>
                </a:lnTo>
                <a:lnTo>
                  <a:pt x="96075" y="509964"/>
                </a:lnTo>
                <a:lnTo>
                  <a:pt x="96254" y="503820"/>
                </a:lnTo>
                <a:lnTo>
                  <a:pt x="96475" y="497675"/>
                </a:lnTo>
                <a:lnTo>
                  <a:pt x="96736" y="491531"/>
                </a:lnTo>
                <a:lnTo>
                  <a:pt x="97036" y="485387"/>
                </a:lnTo>
                <a:lnTo>
                  <a:pt x="97370" y="479243"/>
                </a:lnTo>
                <a:lnTo>
                  <a:pt x="97730" y="473099"/>
                </a:lnTo>
                <a:lnTo>
                  <a:pt x="98106" y="466955"/>
                </a:lnTo>
                <a:lnTo>
                  <a:pt x="98486" y="460811"/>
                </a:lnTo>
                <a:lnTo>
                  <a:pt x="98855" y="454666"/>
                </a:lnTo>
                <a:lnTo>
                  <a:pt x="99202" y="448522"/>
                </a:lnTo>
                <a:lnTo>
                  <a:pt x="99514" y="442378"/>
                </a:lnTo>
                <a:lnTo>
                  <a:pt x="99782" y="436234"/>
                </a:lnTo>
                <a:lnTo>
                  <a:pt x="100000" y="430090"/>
                </a:lnTo>
                <a:lnTo>
                  <a:pt x="100166" y="423946"/>
                </a:lnTo>
                <a:lnTo>
                  <a:pt x="100281" y="417802"/>
                </a:lnTo>
                <a:lnTo>
                  <a:pt x="100351" y="411657"/>
                </a:lnTo>
                <a:lnTo>
                  <a:pt x="100382" y="405513"/>
                </a:lnTo>
                <a:lnTo>
                  <a:pt x="100384" y="399369"/>
                </a:lnTo>
                <a:lnTo>
                  <a:pt x="100368" y="393225"/>
                </a:lnTo>
                <a:lnTo>
                  <a:pt x="100344" y="387081"/>
                </a:lnTo>
                <a:lnTo>
                  <a:pt x="100322" y="380937"/>
                </a:lnTo>
                <a:lnTo>
                  <a:pt x="100309" y="374793"/>
                </a:lnTo>
                <a:lnTo>
                  <a:pt x="100312" y="368648"/>
                </a:lnTo>
                <a:lnTo>
                  <a:pt x="100333" y="362504"/>
                </a:lnTo>
                <a:lnTo>
                  <a:pt x="100372" y="356360"/>
                </a:lnTo>
                <a:lnTo>
                  <a:pt x="100427" y="350216"/>
                </a:lnTo>
                <a:lnTo>
                  <a:pt x="100494" y="344072"/>
                </a:lnTo>
                <a:lnTo>
                  <a:pt x="100567" y="337928"/>
                </a:lnTo>
                <a:lnTo>
                  <a:pt x="100639" y="331784"/>
                </a:lnTo>
                <a:lnTo>
                  <a:pt x="100704" y="325639"/>
                </a:lnTo>
                <a:lnTo>
                  <a:pt x="100755" y="319495"/>
                </a:lnTo>
                <a:lnTo>
                  <a:pt x="100788" y="313351"/>
                </a:lnTo>
                <a:lnTo>
                  <a:pt x="100798" y="307207"/>
                </a:lnTo>
                <a:lnTo>
                  <a:pt x="100786" y="301063"/>
                </a:lnTo>
                <a:lnTo>
                  <a:pt x="100752" y="294919"/>
                </a:lnTo>
                <a:lnTo>
                  <a:pt x="100698" y="288775"/>
                </a:lnTo>
                <a:lnTo>
                  <a:pt x="100630" y="282630"/>
                </a:lnTo>
                <a:lnTo>
                  <a:pt x="100553" y="276486"/>
                </a:lnTo>
                <a:lnTo>
                  <a:pt x="100473" y="270342"/>
                </a:lnTo>
                <a:lnTo>
                  <a:pt x="100396" y="264198"/>
                </a:lnTo>
                <a:lnTo>
                  <a:pt x="100328" y="258054"/>
                </a:lnTo>
                <a:lnTo>
                  <a:pt x="100273" y="251910"/>
                </a:lnTo>
                <a:lnTo>
                  <a:pt x="100233" y="245766"/>
                </a:lnTo>
                <a:lnTo>
                  <a:pt x="100208" y="239621"/>
                </a:lnTo>
                <a:lnTo>
                  <a:pt x="100197" y="233477"/>
                </a:lnTo>
                <a:lnTo>
                  <a:pt x="100197" y="227333"/>
                </a:lnTo>
                <a:lnTo>
                  <a:pt x="100203" y="221189"/>
                </a:lnTo>
                <a:lnTo>
                  <a:pt x="100211" y="215045"/>
                </a:lnTo>
                <a:lnTo>
                  <a:pt x="100218" y="208901"/>
                </a:lnTo>
                <a:lnTo>
                  <a:pt x="100219" y="202757"/>
                </a:lnTo>
                <a:lnTo>
                  <a:pt x="100214" y="196613"/>
                </a:lnTo>
                <a:lnTo>
                  <a:pt x="100203" y="190468"/>
                </a:lnTo>
                <a:lnTo>
                  <a:pt x="100186" y="184324"/>
                </a:lnTo>
                <a:lnTo>
                  <a:pt x="100167" y="178180"/>
                </a:lnTo>
                <a:lnTo>
                  <a:pt x="100146" y="172036"/>
                </a:lnTo>
                <a:lnTo>
                  <a:pt x="100126" y="165892"/>
                </a:lnTo>
                <a:lnTo>
                  <a:pt x="100104" y="159748"/>
                </a:lnTo>
                <a:lnTo>
                  <a:pt x="100077" y="153604"/>
                </a:lnTo>
                <a:lnTo>
                  <a:pt x="100033" y="147459"/>
                </a:lnTo>
                <a:lnTo>
                  <a:pt x="99957" y="141315"/>
                </a:lnTo>
                <a:lnTo>
                  <a:pt x="99824" y="135171"/>
                </a:lnTo>
                <a:lnTo>
                  <a:pt x="99600" y="129027"/>
                </a:lnTo>
                <a:lnTo>
                  <a:pt x="99235" y="122883"/>
                </a:lnTo>
                <a:lnTo>
                  <a:pt x="98670" y="116739"/>
                </a:lnTo>
                <a:lnTo>
                  <a:pt x="97827" y="110595"/>
                </a:lnTo>
                <a:lnTo>
                  <a:pt x="96612" y="104450"/>
                </a:lnTo>
                <a:lnTo>
                  <a:pt x="94916" y="98306"/>
                </a:lnTo>
                <a:lnTo>
                  <a:pt x="92618" y="92162"/>
                </a:lnTo>
                <a:lnTo>
                  <a:pt x="89593" y="86018"/>
                </a:lnTo>
                <a:lnTo>
                  <a:pt x="85721" y="79874"/>
                </a:lnTo>
                <a:lnTo>
                  <a:pt x="80904" y="73730"/>
                </a:lnTo>
                <a:lnTo>
                  <a:pt x="75084" y="67586"/>
                </a:lnTo>
                <a:lnTo>
                  <a:pt x="68261" y="61441"/>
                </a:lnTo>
                <a:lnTo>
                  <a:pt x="60509" y="55297"/>
                </a:lnTo>
                <a:lnTo>
                  <a:pt x="51996" y="49153"/>
                </a:lnTo>
                <a:lnTo>
                  <a:pt x="42980" y="43009"/>
                </a:lnTo>
                <a:lnTo>
                  <a:pt x="33813" y="36865"/>
                </a:lnTo>
                <a:lnTo>
                  <a:pt x="24917" y="30721"/>
                </a:lnTo>
                <a:lnTo>
                  <a:pt x="16757" y="24577"/>
                </a:lnTo>
                <a:lnTo>
                  <a:pt x="9802" y="18432"/>
                </a:lnTo>
                <a:lnTo>
                  <a:pt x="4482" y="12288"/>
                </a:lnTo>
                <a:lnTo>
                  <a:pt x="1140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5" y="6144"/>
                </a:lnTo>
                <a:lnTo>
                  <a:pt x="198643" y="12288"/>
                </a:lnTo>
                <a:lnTo>
                  <a:pt x="193323" y="18432"/>
                </a:lnTo>
                <a:lnTo>
                  <a:pt x="186368" y="24577"/>
                </a:lnTo>
                <a:lnTo>
                  <a:pt x="178208" y="30721"/>
                </a:lnTo>
                <a:lnTo>
                  <a:pt x="169312" y="36865"/>
                </a:lnTo>
                <a:lnTo>
                  <a:pt x="160145" y="43009"/>
                </a:lnTo>
                <a:lnTo>
                  <a:pt x="151129" y="49153"/>
                </a:lnTo>
                <a:lnTo>
                  <a:pt x="142616" y="55297"/>
                </a:lnTo>
                <a:lnTo>
                  <a:pt x="134864" y="61441"/>
                </a:lnTo>
                <a:lnTo>
                  <a:pt x="128041" y="67586"/>
                </a:lnTo>
                <a:lnTo>
                  <a:pt x="122221" y="73730"/>
                </a:lnTo>
                <a:lnTo>
                  <a:pt x="117404" y="79874"/>
                </a:lnTo>
                <a:lnTo>
                  <a:pt x="113532" y="86018"/>
                </a:lnTo>
                <a:lnTo>
                  <a:pt x="110507" y="92162"/>
                </a:lnTo>
                <a:lnTo>
                  <a:pt x="108209" y="98306"/>
                </a:lnTo>
                <a:lnTo>
                  <a:pt x="106513" y="104450"/>
                </a:lnTo>
                <a:lnTo>
                  <a:pt x="105298" y="110595"/>
                </a:lnTo>
                <a:lnTo>
                  <a:pt x="104455" y="116739"/>
                </a:lnTo>
                <a:lnTo>
                  <a:pt x="103890" y="122883"/>
                </a:lnTo>
                <a:lnTo>
                  <a:pt x="103525" y="129027"/>
                </a:lnTo>
                <a:lnTo>
                  <a:pt x="103301" y="135171"/>
                </a:lnTo>
                <a:lnTo>
                  <a:pt x="103168" y="141315"/>
                </a:lnTo>
                <a:lnTo>
                  <a:pt x="103092" y="147459"/>
                </a:lnTo>
                <a:lnTo>
                  <a:pt x="103048" y="153604"/>
                </a:lnTo>
                <a:lnTo>
                  <a:pt x="103021" y="159748"/>
                </a:lnTo>
                <a:lnTo>
                  <a:pt x="102999" y="165892"/>
                </a:lnTo>
                <a:lnTo>
                  <a:pt x="102979" y="172036"/>
                </a:lnTo>
                <a:lnTo>
                  <a:pt x="102958" y="178180"/>
                </a:lnTo>
                <a:lnTo>
                  <a:pt x="102939" y="184324"/>
                </a:lnTo>
                <a:lnTo>
                  <a:pt x="102922" y="190468"/>
                </a:lnTo>
                <a:lnTo>
                  <a:pt x="102911" y="196613"/>
                </a:lnTo>
                <a:lnTo>
                  <a:pt x="102906" y="202757"/>
                </a:lnTo>
                <a:lnTo>
                  <a:pt x="102907" y="208901"/>
                </a:lnTo>
                <a:lnTo>
                  <a:pt x="102914" y="215045"/>
                </a:lnTo>
                <a:lnTo>
                  <a:pt x="102922" y="221189"/>
                </a:lnTo>
                <a:lnTo>
                  <a:pt x="102928" y="227333"/>
                </a:lnTo>
                <a:lnTo>
                  <a:pt x="102928" y="233477"/>
                </a:lnTo>
                <a:lnTo>
                  <a:pt x="102917" y="239621"/>
                </a:lnTo>
                <a:lnTo>
                  <a:pt x="102892" y="245766"/>
                </a:lnTo>
                <a:lnTo>
                  <a:pt x="102852" y="251910"/>
                </a:lnTo>
                <a:lnTo>
                  <a:pt x="102797" y="258054"/>
                </a:lnTo>
                <a:lnTo>
                  <a:pt x="102729" y="264198"/>
                </a:lnTo>
                <a:lnTo>
                  <a:pt x="102652" y="270342"/>
                </a:lnTo>
                <a:lnTo>
                  <a:pt x="102572" y="276486"/>
                </a:lnTo>
                <a:lnTo>
                  <a:pt x="102495" y="282630"/>
                </a:lnTo>
                <a:lnTo>
                  <a:pt x="102427" y="288775"/>
                </a:lnTo>
                <a:lnTo>
                  <a:pt x="102373" y="294919"/>
                </a:lnTo>
                <a:lnTo>
                  <a:pt x="102339" y="301063"/>
                </a:lnTo>
                <a:lnTo>
                  <a:pt x="102327" y="307207"/>
                </a:lnTo>
                <a:lnTo>
                  <a:pt x="102337" y="313351"/>
                </a:lnTo>
                <a:lnTo>
                  <a:pt x="102370" y="319495"/>
                </a:lnTo>
                <a:lnTo>
                  <a:pt x="102421" y="325639"/>
                </a:lnTo>
                <a:lnTo>
                  <a:pt x="102486" y="331784"/>
                </a:lnTo>
                <a:lnTo>
                  <a:pt x="102558" y="337928"/>
                </a:lnTo>
                <a:lnTo>
                  <a:pt x="102631" y="344072"/>
                </a:lnTo>
                <a:lnTo>
                  <a:pt x="102698" y="350216"/>
                </a:lnTo>
                <a:lnTo>
                  <a:pt x="102753" y="356360"/>
                </a:lnTo>
                <a:lnTo>
                  <a:pt x="102793" y="362504"/>
                </a:lnTo>
                <a:lnTo>
                  <a:pt x="102813" y="368648"/>
                </a:lnTo>
                <a:lnTo>
                  <a:pt x="102816" y="374793"/>
                </a:lnTo>
                <a:lnTo>
                  <a:pt x="102803" y="380937"/>
                </a:lnTo>
                <a:lnTo>
                  <a:pt x="102781" y="387081"/>
                </a:lnTo>
                <a:lnTo>
                  <a:pt x="102757" y="393225"/>
                </a:lnTo>
                <a:lnTo>
                  <a:pt x="102741" y="399369"/>
                </a:lnTo>
                <a:lnTo>
                  <a:pt x="102743" y="405513"/>
                </a:lnTo>
                <a:lnTo>
                  <a:pt x="102774" y="411657"/>
                </a:lnTo>
                <a:lnTo>
                  <a:pt x="102844" y="417802"/>
                </a:lnTo>
                <a:lnTo>
                  <a:pt x="102959" y="423946"/>
                </a:lnTo>
                <a:lnTo>
                  <a:pt x="103125" y="430090"/>
                </a:lnTo>
                <a:lnTo>
                  <a:pt x="103343" y="436234"/>
                </a:lnTo>
                <a:lnTo>
                  <a:pt x="103611" y="442378"/>
                </a:lnTo>
                <a:lnTo>
                  <a:pt x="103923" y="448522"/>
                </a:lnTo>
                <a:lnTo>
                  <a:pt x="104270" y="454666"/>
                </a:lnTo>
                <a:lnTo>
                  <a:pt x="104639" y="460811"/>
                </a:lnTo>
                <a:lnTo>
                  <a:pt x="105019" y="466955"/>
                </a:lnTo>
                <a:lnTo>
                  <a:pt x="105395" y="473099"/>
                </a:lnTo>
                <a:lnTo>
                  <a:pt x="105755" y="479243"/>
                </a:lnTo>
                <a:lnTo>
                  <a:pt x="106089" y="485387"/>
                </a:lnTo>
                <a:lnTo>
                  <a:pt x="106389" y="491531"/>
                </a:lnTo>
                <a:lnTo>
                  <a:pt x="106650" y="497675"/>
                </a:lnTo>
                <a:lnTo>
                  <a:pt x="106871" y="503820"/>
                </a:lnTo>
                <a:lnTo>
                  <a:pt x="107050" y="509964"/>
                </a:lnTo>
                <a:lnTo>
                  <a:pt x="107191" y="516108"/>
                </a:lnTo>
                <a:lnTo>
                  <a:pt x="107293" y="522252"/>
                </a:lnTo>
                <a:lnTo>
                  <a:pt x="107358" y="528396"/>
                </a:lnTo>
                <a:lnTo>
                  <a:pt x="107386" y="534540"/>
                </a:lnTo>
                <a:lnTo>
                  <a:pt x="107378" y="540684"/>
                </a:lnTo>
                <a:lnTo>
                  <a:pt x="107332" y="546829"/>
                </a:lnTo>
                <a:lnTo>
                  <a:pt x="107249" y="552973"/>
                </a:lnTo>
                <a:lnTo>
                  <a:pt x="107130" y="559117"/>
                </a:lnTo>
                <a:lnTo>
                  <a:pt x="106978" y="565261"/>
                </a:lnTo>
                <a:lnTo>
                  <a:pt x="106799" y="571405"/>
                </a:lnTo>
                <a:lnTo>
                  <a:pt x="106604" y="577549"/>
                </a:lnTo>
                <a:lnTo>
                  <a:pt x="106403" y="583693"/>
                </a:lnTo>
                <a:lnTo>
                  <a:pt x="106211" y="589838"/>
                </a:lnTo>
                <a:lnTo>
                  <a:pt x="106045" y="595982"/>
                </a:lnTo>
                <a:lnTo>
                  <a:pt x="105924" y="602126"/>
                </a:lnTo>
                <a:lnTo>
                  <a:pt x="105868" y="608270"/>
                </a:lnTo>
                <a:lnTo>
                  <a:pt x="105903" y="614414"/>
                </a:lnTo>
                <a:lnTo>
                  <a:pt x="106057" y="620558"/>
                </a:lnTo>
                <a:lnTo>
                  <a:pt x="106364" y="626702"/>
                </a:lnTo>
                <a:lnTo>
                  <a:pt x="106868" y="632847"/>
                </a:lnTo>
                <a:lnTo>
                  <a:pt x="107619" y="638991"/>
                </a:lnTo>
                <a:lnTo>
                  <a:pt x="108674" y="645135"/>
                </a:lnTo>
                <a:lnTo>
                  <a:pt x="110095" y="651279"/>
                </a:lnTo>
                <a:lnTo>
                  <a:pt x="111942" y="657423"/>
                </a:lnTo>
                <a:lnTo>
                  <a:pt x="114269" y="663567"/>
                </a:lnTo>
                <a:lnTo>
                  <a:pt x="117109" y="669711"/>
                </a:lnTo>
                <a:lnTo>
                  <a:pt x="120468" y="675856"/>
                </a:lnTo>
                <a:lnTo>
                  <a:pt x="124314" y="682000"/>
                </a:lnTo>
                <a:lnTo>
                  <a:pt x="128566" y="688144"/>
                </a:lnTo>
                <a:lnTo>
                  <a:pt x="133095" y="694288"/>
                </a:lnTo>
                <a:lnTo>
                  <a:pt x="137722" y="700432"/>
                </a:lnTo>
                <a:lnTo>
                  <a:pt x="142232" y="706576"/>
                </a:lnTo>
                <a:lnTo>
                  <a:pt x="146381" y="712720"/>
                </a:lnTo>
                <a:lnTo>
                  <a:pt x="149927" y="718865"/>
                </a:lnTo>
                <a:lnTo>
                  <a:pt x="152645" y="725009"/>
                </a:lnTo>
                <a:lnTo>
                  <a:pt x="154354" y="731153"/>
                </a:lnTo>
                <a:lnTo>
                  <a:pt x="154938" y="737297"/>
                </a:lnTo>
                <a:lnTo>
                  <a:pt x="154938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89" name="12_small_6655">
            <a:extLst>
              <a:ext uri="{FF2B5EF4-FFF2-40B4-BE49-F238E27FC236}">
                <a16:creationId xmlns:a16="http://schemas.microsoft.com/office/drawing/2014/main" id="{2B5D06C4-2970-4CEF-A6B9-6AD8902871CB}"/>
              </a:ext>
            </a:extLst>
          </p:cNvPr>
          <p:cNvSpPr>
            <a:spLocks noGrp="1"/>
          </p:cNvSpPr>
          <p:nvPr/>
        </p:nvSpPr>
        <p:spPr>
          <a:xfrm>
            <a:off x="2913625" y="2916523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54938" y="737297"/>
                </a:moveTo>
                <a:lnTo>
                  <a:pt x="48187" y="737297"/>
                </a:lnTo>
                <a:lnTo>
                  <a:pt x="48771" y="731153"/>
                </a:lnTo>
                <a:lnTo>
                  <a:pt x="50480" y="725009"/>
                </a:lnTo>
                <a:lnTo>
                  <a:pt x="53198" y="718865"/>
                </a:lnTo>
                <a:lnTo>
                  <a:pt x="56744" y="712720"/>
                </a:lnTo>
                <a:lnTo>
                  <a:pt x="60893" y="706576"/>
                </a:lnTo>
                <a:lnTo>
                  <a:pt x="65403" y="700432"/>
                </a:lnTo>
                <a:lnTo>
                  <a:pt x="70030" y="694288"/>
                </a:lnTo>
                <a:lnTo>
                  <a:pt x="74559" y="688144"/>
                </a:lnTo>
                <a:lnTo>
                  <a:pt x="78811" y="682000"/>
                </a:lnTo>
                <a:lnTo>
                  <a:pt x="82657" y="675856"/>
                </a:lnTo>
                <a:lnTo>
                  <a:pt x="86016" y="669711"/>
                </a:lnTo>
                <a:lnTo>
                  <a:pt x="88856" y="663567"/>
                </a:lnTo>
                <a:lnTo>
                  <a:pt x="91183" y="657423"/>
                </a:lnTo>
                <a:lnTo>
                  <a:pt x="93030" y="651279"/>
                </a:lnTo>
                <a:lnTo>
                  <a:pt x="94451" y="645135"/>
                </a:lnTo>
                <a:lnTo>
                  <a:pt x="95506" y="638991"/>
                </a:lnTo>
                <a:lnTo>
                  <a:pt x="96257" y="632847"/>
                </a:lnTo>
                <a:lnTo>
                  <a:pt x="96761" y="626702"/>
                </a:lnTo>
                <a:lnTo>
                  <a:pt x="97068" y="620558"/>
                </a:lnTo>
                <a:lnTo>
                  <a:pt x="97222" y="614414"/>
                </a:lnTo>
                <a:lnTo>
                  <a:pt x="97257" y="608270"/>
                </a:lnTo>
                <a:lnTo>
                  <a:pt x="97201" y="602126"/>
                </a:lnTo>
                <a:lnTo>
                  <a:pt x="97080" y="595982"/>
                </a:lnTo>
                <a:lnTo>
                  <a:pt x="96914" y="589838"/>
                </a:lnTo>
                <a:lnTo>
                  <a:pt x="96722" y="583693"/>
                </a:lnTo>
                <a:lnTo>
                  <a:pt x="96521" y="577549"/>
                </a:lnTo>
                <a:lnTo>
                  <a:pt x="96326" y="571405"/>
                </a:lnTo>
                <a:lnTo>
                  <a:pt x="96147" y="565261"/>
                </a:lnTo>
                <a:lnTo>
                  <a:pt x="95995" y="559117"/>
                </a:lnTo>
                <a:lnTo>
                  <a:pt x="95876" y="552973"/>
                </a:lnTo>
                <a:lnTo>
                  <a:pt x="95793" y="546829"/>
                </a:lnTo>
                <a:lnTo>
                  <a:pt x="95747" y="540684"/>
                </a:lnTo>
                <a:lnTo>
                  <a:pt x="95739" y="534540"/>
                </a:lnTo>
                <a:lnTo>
                  <a:pt x="95767" y="528396"/>
                </a:lnTo>
                <a:lnTo>
                  <a:pt x="95832" y="522252"/>
                </a:lnTo>
                <a:lnTo>
                  <a:pt x="95934" y="516108"/>
                </a:lnTo>
                <a:lnTo>
                  <a:pt x="96075" y="509964"/>
                </a:lnTo>
                <a:lnTo>
                  <a:pt x="96254" y="503820"/>
                </a:lnTo>
                <a:lnTo>
                  <a:pt x="96475" y="497675"/>
                </a:lnTo>
                <a:lnTo>
                  <a:pt x="96736" y="491531"/>
                </a:lnTo>
                <a:lnTo>
                  <a:pt x="97036" y="485387"/>
                </a:lnTo>
                <a:lnTo>
                  <a:pt x="97370" y="479243"/>
                </a:lnTo>
                <a:lnTo>
                  <a:pt x="97730" y="473099"/>
                </a:lnTo>
                <a:lnTo>
                  <a:pt x="98106" y="466955"/>
                </a:lnTo>
                <a:lnTo>
                  <a:pt x="98486" y="460811"/>
                </a:lnTo>
                <a:lnTo>
                  <a:pt x="98855" y="454666"/>
                </a:lnTo>
                <a:lnTo>
                  <a:pt x="99202" y="448522"/>
                </a:lnTo>
                <a:lnTo>
                  <a:pt x="99514" y="442378"/>
                </a:lnTo>
                <a:lnTo>
                  <a:pt x="99782" y="436234"/>
                </a:lnTo>
                <a:lnTo>
                  <a:pt x="100000" y="430090"/>
                </a:lnTo>
                <a:lnTo>
                  <a:pt x="100166" y="423946"/>
                </a:lnTo>
                <a:lnTo>
                  <a:pt x="100281" y="417802"/>
                </a:lnTo>
                <a:lnTo>
                  <a:pt x="100351" y="411657"/>
                </a:lnTo>
                <a:lnTo>
                  <a:pt x="100382" y="405513"/>
                </a:lnTo>
                <a:lnTo>
                  <a:pt x="100384" y="399369"/>
                </a:lnTo>
                <a:lnTo>
                  <a:pt x="100368" y="393225"/>
                </a:lnTo>
                <a:lnTo>
                  <a:pt x="100344" y="387081"/>
                </a:lnTo>
                <a:lnTo>
                  <a:pt x="100322" y="380937"/>
                </a:lnTo>
                <a:lnTo>
                  <a:pt x="100309" y="374793"/>
                </a:lnTo>
                <a:lnTo>
                  <a:pt x="100312" y="368648"/>
                </a:lnTo>
                <a:lnTo>
                  <a:pt x="100333" y="362504"/>
                </a:lnTo>
                <a:lnTo>
                  <a:pt x="100372" y="356360"/>
                </a:lnTo>
                <a:lnTo>
                  <a:pt x="100427" y="350216"/>
                </a:lnTo>
                <a:lnTo>
                  <a:pt x="100494" y="344072"/>
                </a:lnTo>
                <a:lnTo>
                  <a:pt x="100567" y="337928"/>
                </a:lnTo>
                <a:lnTo>
                  <a:pt x="100639" y="331784"/>
                </a:lnTo>
                <a:lnTo>
                  <a:pt x="100704" y="325639"/>
                </a:lnTo>
                <a:lnTo>
                  <a:pt x="100755" y="319495"/>
                </a:lnTo>
                <a:lnTo>
                  <a:pt x="100788" y="313351"/>
                </a:lnTo>
                <a:lnTo>
                  <a:pt x="100798" y="307207"/>
                </a:lnTo>
                <a:lnTo>
                  <a:pt x="100786" y="301063"/>
                </a:lnTo>
                <a:lnTo>
                  <a:pt x="100752" y="294919"/>
                </a:lnTo>
                <a:lnTo>
                  <a:pt x="100698" y="288775"/>
                </a:lnTo>
                <a:lnTo>
                  <a:pt x="100630" y="282630"/>
                </a:lnTo>
                <a:lnTo>
                  <a:pt x="100553" y="276486"/>
                </a:lnTo>
                <a:lnTo>
                  <a:pt x="100473" y="270342"/>
                </a:lnTo>
                <a:lnTo>
                  <a:pt x="100396" y="264198"/>
                </a:lnTo>
                <a:lnTo>
                  <a:pt x="100328" y="258054"/>
                </a:lnTo>
                <a:lnTo>
                  <a:pt x="100273" y="251910"/>
                </a:lnTo>
                <a:lnTo>
                  <a:pt x="100233" y="245766"/>
                </a:lnTo>
                <a:lnTo>
                  <a:pt x="100208" y="239621"/>
                </a:lnTo>
                <a:lnTo>
                  <a:pt x="100197" y="233477"/>
                </a:lnTo>
                <a:lnTo>
                  <a:pt x="100197" y="227333"/>
                </a:lnTo>
                <a:lnTo>
                  <a:pt x="100203" y="221189"/>
                </a:lnTo>
                <a:lnTo>
                  <a:pt x="100211" y="215045"/>
                </a:lnTo>
                <a:lnTo>
                  <a:pt x="100218" y="208901"/>
                </a:lnTo>
                <a:lnTo>
                  <a:pt x="100219" y="202757"/>
                </a:lnTo>
                <a:lnTo>
                  <a:pt x="100214" y="196613"/>
                </a:lnTo>
                <a:lnTo>
                  <a:pt x="100203" y="190468"/>
                </a:lnTo>
                <a:lnTo>
                  <a:pt x="100186" y="184324"/>
                </a:lnTo>
                <a:lnTo>
                  <a:pt x="100167" y="178180"/>
                </a:lnTo>
                <a:lnTo>
                  <a:pt x="100146" y="172036"/>
                </a:lnTo>
                <a:lnTo>
                  <a:pt x="100126" y="165892"/>
                </a:lnTo>
                <a:lnTo>
                  <a:pt x="100104" y="159748"/>
                </a:lnTo>
                <a:lnTo>
                  <a:pt x="100077" y="153604"/>
                </a:lnTo>
                <a:lnTo>
                  <a:pt x="100033" y="147459"/>
                </a:lnTo>
                <a:lnTo>
                  <a:pt x="99957" y="141315"/>
                </a:lnTo>
                <a:lnTo>
                  <a:pt x="99825" y="135171"/>
                </a:lnTo>
                <a:lnTo>
                  <a:pt x="99600" y="129027"/>
                </a:lnTo>
                <a:lnTo>
                  <a:pt x="99235" y="122883"/>
                </a:lnTo>
                <a:lnTo>
                  <a:pt x="98670" y="116739"/>
                </a:lnTo>
                <a:lnTo>
                  <a:pt x="97827" y="110595"/>
                </a:lnTo>
                <a:lnTo>
                  <a:pt x="96612" y="104450"/>
                </a:lnTo>
                <a:lnTo>
                  <a:pt x="94916" y="98306"/>
                </a:lnTo>
                <a:lnTo>
                  <a:pt x="92618" y="92162"/>
                </a:lnTo>
                <a:lnTo>
                  <a:pt x="89593" y="86018"/>
                </a:lnTo>
                <a:lnTo>
                  <a:pt x="85721" y="79874"/>
                </a:lnTo>
                <a:lnTo>
                  <a:pt x="80904" y="73730"/>
                </a:lnTo>
                <a:lnTo>
                  <a:pt x="75084" y="67586"/>
                </a:lnTo>
                <a:lnTo>
                  <a:pt x="68261" y="61441"/>
                </a:lnTo>
                <a:lnTo>
                  <a:pt x="60509" y="55297"/>
                </a:lnTo>
                <a:lnTo>
                  <a:pt x="51996" y="49153"/>
                </a:lnTo>
                <a:lnTo>
                  <a:pt x="42980" y="43009"/>
                </a:lnTo>
                <a:lnTo>
                  <a:pt x="33813" y="36865"/>
                </a:lnTo>
                <a:lnTo>
                  <a:pt x="24917" y="30721"/>
                </a:lnTo>
                <a:lnTo>
                  <a:pt x="16757" y="24577"/>
                </a:lnTo>
                <a:lnTo>
                  <a:pt x="9802" y="18432"/>
                </a:lnTo>
                <a:lnTo>
                  <a:pt x="4482" y="12288"/>
                </a:lnTo>
                <a:lnTo>
                  <a:pt x="1140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5" y="6144"/>
                </a:lnTo>
                <a:lnTo>
                  <a:pt x="198643" y="12288"/>
                </a:lnTo>
                <a:lnTo>
                  <a:pt x="193323" y="18432"/>
                </a:lnTo>
                <a:lnTo>
                  <a:pt x="186368" y="24577"/>
                </a:lnTo>
                <a:lnTo>
                  <a:pt x="178208" y="30721"/>
                </a:lnTo>
                <a:lnTo>
                  <a:pt x="169312" y="36865"/>
                </a:lnTo>
                <a:lnTo>
                  <a:pt x="160145" y="43009"/>
                </a:lnTo>
                <a:lnTo>
                  <a:pt x="151129" y="49153"/>
                </a:lnTo>
                <a:lnTo>
                  <a:pt x="142616" y="55297"/>
                </a:lnTo>
                <a:lnTo>
                  <a:pt x="134864" y="61441"/>
                </a:lnTo>
                <a:lnTo>
                  <a:pt x="128041" y="67586"/>
                </a:lnTo>
                <a:lnTo>
                  <a:pt x="122221" y="73730"/>
                </a:lnTo>
                <a:lnTo>
                  <a:pt x="117404" y="79874"/>
                </a:lnTo>
                <a:lnTo>
                  <a:pt x="113532" y="86018"/>
                </a:lnTo>
                <a:lnTo>
                  <a:pt x="110507" y="92162"/>
                </a:lnTo>
                <a:lnTo>
                  <a:pt x="108209" y="98306"/>
                </a:lnTo>
                <a:lnTo>
                  <a:pt x="106513" y="104450"/>
                </a:lnTo>
                <a:lnTo>
                  <a:pt x="105298" y="110595"/>
                </a:lnTo>
                <a:lnTo>
                  <a:pt x="104455" y="116739"/>
                </a:lnTo>
                <a:lnTo>
                  <a:pt x="103890" y="122883"/>
                </a:lnTo>
                <a:lnTo>
                  <a:pt x="103525" y="129027"/>
                </a:lnTo>
                <a:lnTo>
                  <a:pt x="103301" y="135171"/>
                </a:lnTo>
                <a:lnTo>
                  <a:pt x="103168" y="141315"/>
                </a:lnTo>
                <a:lnTo>
                  <a:pt x="103092" y="147459"/>
                </a:lnTo>
                <a:lnTo>
                  <a:pt x="103048" y="153604"/>
                </a:lnTo>
                <a:lnTo>
                  <a:pt x="103021" y="159748"/>
                </a:lnTo>
                <a:lnTo>
                  <a:pt x="102999" y="165892"/>
                </a:lnTo>
                <a:lnTo>
                  <a:pt x="102979" y="172036"/>
                </a:lnTo>
                <a:lnTo>
                  <a:pt x="102958" y="178180"/>
                </a:lnTo>
                <a:lnTo>
                  <a:pt x="102939" y="184324"/>
                </a:lnTo>
                <a:lnTo>
                  <a:pt x="102922" y="190468"/>
                </a:lnTo>
                <a:lnTo>
                  <a:pt x="102911" y="196613"/>
                </a:lnTo>
                <a:lnTo>
                  <a:pt x="102906" y="202757"/>
                </a:lnTo>
                <a:lnTo>
                  <a:pt x="102907" y="208901"/>
                </a:lnTo>
                <a:lnTo>
                  <a:pt x="102914" y="215045"/>
                </a:lnTo>
                <a:lnTo>
                  <a:pt x="102922" y="221189"/>
                </a:lnTo>
                <a:lnTo>
                  <a:pt x="102928" y="227333"/>
                </a:lnTo>
                <a:lnTo>
                  <a:pt x="102928" y="233477"/>
                </a:lnTo>
                <a:lnTo>
                  <a:pt x="102917" y="239621"/>
                </a:lnTo>
                <a:lnTo>
                  <a:pt x="102892" y="245766"/>
                </a:lnTo>
                <a:lnTo>
                  <a:pt x="102852" y="251910"/>
                </a:lnTo>
                <a:lnTo>
                  <a:pt x="102797" y="258054"/>
                </a:lnTo>
                <a:lnTo>
                  <a:pt x="102729" y="264198"/>
                </a:lnTo>
                <a:lnTo>
                  <a:pt x="102652" y="270342"/>
                </a:lnTo>
                <a:lnTo>
                  <a:pt x="102572" y="276486"/>
                </a:lnTo>
                <a:lnTo>
                  <a:pt x="102495" y="282630"/>
                </a:lnTo>
                <a:lnTo>
                  <a:pt x="102427" y="288775"/>
                </a:lnTo>
                <a:lnTo>
                  <a:pt x="102373" y="294919"/>
                </a:lnTo>
                <a:lnTo>
                  <a:pt x="102339" y="301063"/>
                </a:lnTo>
                <a:lnTo>
                  <a:pt x="102327" y="307207"/>
                </a:lnTo>
                <a:lnTo>
                  <a:pt x="102337" y="313351"/>
                </a:lnTo>
                <a:lnTo>
                  <a:pt x="102370" y="319495"/>
                </a:lnTo>
                <a:lnTo>
                  <a:pt x="102421" y="325639"/>
                </a:lnTo>
                <a:lnTo>
                  <a:pt x="102486" y="331784"/>
                </a:lnTo>
                <a:lnTo>
                  <a:pt x="102558" y="337928"/>
                </a:lnTo>
                <a:lnTo>
                  <a:pt x="102631" y="344072"/>
                </a:lnTo>
                <a:lnTo>
                  <a:pt x="102698" y="350216"/>
                </a:lnTo>
                <a:lnTo>
                  <a:pt x="102753" y="356360"/>
                </a:lnTo>
                <a:lnTo>
                  <a:pt x="102793" y="362504"/>
                </a:lnTo>
                <a:lnTo>
                  <a:pt x="102813" y="368648"/>
                </a:lnTo>
                <a:lnTo>
                  <a:pt x="102816" y="374793"/>
                </a:lnTo>
                <a:lnTo>
                  <a:pt x="102803" y="380937"/>
                </a:lnTo>
                <a:lnTo>
                  <a:pt x="102781" y="387081"/>
                </a:lnTo>
                <a:lnTo>
                  <a:pt x="102757" y="393225"/>
                </a:lnTo>
                <a:lnTo>
                  <a:pt x="102741" y="399369"/>
                </a:lnTo>
                <a:lnTo>
                  <a:pt x="102743" y="405513"/>
                </a:lnTo>
                <a:lnTo>
                  <a:pt x="102774" y="411657"/>
                </a:lnTo>
                <a:lnTo>
                  <a:pt x="102844" y="417802"/>
                </a:lnTo>
                <a:lnTo>
                  <a:pt x="102959" y="423946"/>
                </a:lnTo>
                <a:lnTo>
                  <a:pt x="103125" y="430090"/>
                </a:lnTo>
                <a:lnTo>
                  <a:pt x="103343" y="436234"/>
                </a:lnTo>
                <a:lnTo>
                  <a:pt x="103611" y="442378"/>
                </a:lnTo>
                <a:lnTo>
                  <a:pt x="103923" y="448522"/>
                </a:lnTo>
                <a:lnTo>
                  <a:pt x="104270" y="454666"/>
                </a:lnTo>
                <a:lnTo>
                  <a:pt x="104639" y="460811"/>
                </a:lnTo>
                <a:lnTo>
                  <a:pt x="105019" y="466955"/>
                </a:lnTo>
                <a:lnTo>
                  <a:pt x="105395" y="473099"/>
                </a:lnTo>
                <a:lnTo>
                  <a:pt x="105755" y="479243"/>
                </a:lnTo>
                <a:lnTo>
                  <a:pt x="106089" y="485387"/>
                </a:lnTo>
                <a:lnTo>
                  <a:pt x="106389" y="491531"/>
                </a:lnTo>
                <a:lnTo>
                  <a:pt x="106650" y="497675"/>
                </a:lnTo>
                <a:lnTo>
                  <a:pt x="106871" y="503820"/>
                </a:lnTo>
                <a:lnTo>
                  <a:pt x="107050" y="509964"/>
                </a:lnTo>
                <a:lnTo>
                  <a:pt x="107191" y="516108"/>
                </a:lnTo>
                <a:lnTo>
                  <a:pt x="107293" y="522252"/>
                </a:lnTo>
                <a:lnTo>
                  <a:pt x="107358" y="528396"/>
                </a:lnTo>
                <a:lnTo>
                  <a:pt x="107386" y="534540"/>
                </a:lnTo>
                <a:lnTo>
                  <a:pt x="107378" y="540684"/>
                </a:lnTo>
                <a:lnTo>
                  <a:pt x="107332" y="546829"/>
                </a:lnTo>
                <a:lnTo>
                  <a:pt x="107249" y="552973"/>
                </a:lnTo>
                <a:lnTo>
                  <a:pt x="107130" y="559117"/>
                </a:lnTo>
                <a:lnTo>
                  <a:pt x="106978" y="565261"/>
                </a:lnTo>
                <a:lnTo>
                  <a:pt x="106799" y="571405"/>
                </a:lnTo>
                <a:lnTo>
                  <a:pt x="106604" y="577549"/>
                </a:lnTo>
                <a:lnTo>
                  <a:pt x="106403" y="583693"/>
                </a:lnTo>
                <a:lnTo>
                  <a:pt x="106211" y="589838"/>
                </a:lnTo>
                <a:lnTo>
                  <a:pt x="106045" y="595982"/>
                </a:lnTo>
                <a:lnTo>
                  <a:pt x="105924" y="602126"/>
                </a:lnTo>
                <a:lnTo>
                  <a:pt x="105868" y="608270"/>
                </a:lnTo>
                <a:lnTo>
                  <a:pt x="105903" y="614414"/>
                </a:lnTo>
                <a:lnTo>
                  <a:pt x="106057" y="620558"/>
                </a:lnTo>
                <a:lnTo>
                  <a:pt x="106364" y="626702"/>
                </a:lnTo>
                <a:lnTo>
                  <a:pt x="106868" y="632847"/>
                </a:lnTo>
                <a:lnTo>
                  <a:pt x="107619" y="638991"/>
                </a:lnTo>
                <a:lnTo>
                  <a:pt x="108674" y="645135"/>
                </a:lnTo>
                <a:lnTo>
                  <a:pt x="110095" y="651279"/>
                </a:lnTo>
                <a:lnTo>
                  <a:pt x="111942" y="657423"/>
                </a:lnTo>
                <a:lnTo>
                  <a:pt x="114269" y="663567"/>
                </a:lnTo>
                <a:lnTo>
                  <a:pt x="117109" y="669711"/>
                </a:lnTo>
                <a:lnTo>
                  <a:pt x="120468" y="675856"/>
                </a:lnTo>
                <a:lnTo>
                  <a:pt x="124314" y="682000"/>
                </a:lnTo>
                <a:lnTo>
                  <a:pt x="128566" y="688144"/>
                </a:lnTo>
                <a:lnTo>
                  <a:pt x="133095" y="694288"/>
                </a:lnTo>
                <a:lnTo>
                  <a:pt x="137722" y="700432"/>
                </a:lnTo>
                <a:lnTo>
                  <a:pt x="142232" y="706576"/>
                </a:lnTo>
                <a:lnTo>
                  <a:pt x="146381" y="712720"/>
                </a:lnTo>
                <a:lnTo>
                  <a:pt x="149927" y="718865"/>
                </a:lnTo>
                <a:lnTo>
                  <a:pt x="152645" y="725009"/>
                </a:lnTo>
                <a:lnTo>
                  <a:pt x="154354" y="731153"/>
                </a:lnTo>
                <a:lnTo>
                  <a:pt x="154938" y="737297"/>
                </a:lnTo>
                <a:lnTo>
                  <a:pt x="154938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690" name="12_small_6656">
            <a:extLst>
              <a:ext uri="{FF2B5EF4-FFF2-40B4-BE49-F238E27FC236}">
                <a16:creationId xmlns:a16="http://schemas.microsoft.com/office/drawing/2014/main" id="{CFCCDD05-F679-4147-BE15-D86D44D2D95F}"/>
              </a:ext>
            </a:extLst>
          </p:cNvPr>
          <p:cNvSpPr>
            <a:spLocks noGrp="1"/>
          </p:cNvSpPr>
          <p:nvPr/>
        </p:nvSpPr>
        <p:spPr>
          <a:xfrm>
            <a:off x="671437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691" name="12_small_6657">
            <a:extLst>
              <a:ext uri="{FF2B5EF4-FFF2-40B4-BE49-F238E27FC236}">
                <a16:creationId xmlns:a16="http://schemas.microsoft.com/office/drawing/2014/main" id="{668B9D43-76D1-4A18-A5EE-FF12D617E479}"/>
              </a:ext>
            </a:extLst>
          </p:cNvPr>
          <p:cNvSpPr>
            <a:spLocks noGrp="1"/>
          </p:cNvSpPr>
          <p:nvPr/>
        </p:nvSpPr>
        <p:spPr>
          <a:xfrm>
            <a:off x="1062063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692" name="12_small_6658">
            <a:extLst>
              <a:ext uri="{FF2B5EF4-FFF2-40B4-BE49-F238E27FC236}">
                <a16:creationId xmlns:a16="http://schemas.microsoft.com/office/drawing/2014/main" id="{2C9E9286-1EEE-4E07-B4FA-4642ED8EB1F8}"/>
              </a:ext>
            </a:extLst>
          </p:cNvPr>
          <p:cNvSpPr>
            <a:spLocks noGrp="1"/>
          </p:cNvSpPr>
          <p:nvPr/>
        </p:nvSpPr>
        <p:spPr>
          <a:xfrm>
            <a:off x="1452688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693" name="12_small_6659">
            <a:extLst>
              <a:ext uri="{FF2B5EF4-FFF2-40B4-BE49-F238E27FC236}">
                <a16:creationId xmlns:a16="http://schemas.microsoft.com/office/drawing/2014/main" id="{FD3E901D-B03B-4912-B4B0-B9F0BCD0A520}"/>
              </a:ext>
            </a:extLst>
          </p:cNvPr>
          <p:cNvSpPr>
            <a:spLocks noGrp="1"/>
          </p:cNvSpPr>
          <p:nvPr/>
        </p:nvSpPr>
        <p:spPr>
          <a:xfrm>
            <a:off x="2233938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694" name="12_small_6660">
            <a:extLst>
              <a:ext uri="{FF2B5EF4-FFF2-40B4-BE49-F238E27FC236}">
                <a16:creationId xmlns:a16="http://schemas.microsoft.com/office/drawing/2014/main" id="{C056794D-6393-4E99-9B6A-F5213321F10E}"/>
              </a:ext>
            </a:extLst>
          </p:cNvPr>
          <p:cNvSpPr>
            <a:spLocks noGrp="1"/>
          </p:cNvSpPr>
          <p:nvPr/>
        </p:nvSpPr>
        <p:spPr>
          <a:xfrm>
            <a:off x="3015188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695" name="12_small_6661">
            <a:extLst>
              <a:ext uri="{FF2B5EF4-FFF2-40B4-BE49-F238E27FC236}">
                <a16:creationId xmlns:a16="http://schemas.microsoft.com/office/drawing/2014/main" id="{56207A37-5282-4C04-890F-A7FE64792290}"/>
              </a:ext>
            </a:extLst>
          </p:cNvPr>
          <p:cNvSpPr>
            <a:spLocks noGrp="1"/>
          </p:cNvSpPr>
          <p:nvPr/>
        </p:nvSpPr>
        <p:spPr>
          <a:xfrm>
            <a:off x="648000" y="365382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696" name="12_small_6662">
            <a:extLst>
              <a:ext uri="{FF2B5EF4-FFF2-40B4-BE49-F238E27FC236}">
                <a16:creationId xmlns:a16="http://schemas.microsoft.com/office/drawing/2014/main" id="{2753A5E4-2B2B-4D37-B471-16432DD01F78}"/>
              </a:ext>
            </a:extLst>
          </p:cNvPr>
          <p:cNvSpPr>
            <a:spLocks noGrp="1"/>
          </p:cNvSpPr>
          <p:nvPr/>
        </p:nvSpPr>
        <p:spPr>
          <a:xfrm>
            <a:off x="609900" y="365382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697" name="text_6663">
            <a:extLst>
              <a:ext uri="{FF2B5EF4-FFF2-40B4-BE49-F238E27FC236}">
                <a16:creationId xmlns:a16="http://schemas.microsoft.com/office/drawing/2014/main" id="{8077D369-F738-471C-B102-5EB241783657}"/>
              </a:ext>
            </a:extLst>
          </p:cNvPr>
          <p:cNvSpPr>
            <a:spLocks noGrp="1"/>
          </p:cNvSpPr>
          <p:nvPr/>
        </p:nvSpPr>
        <p:spPr>
          <a:xfrm>
            <a:off x="520253" y="3613759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98" name="12_small_6664">
            <a:extLst>
              <a:ext uri="{FF2B5EF4-FFF2-40B4-BE49-F238E27FC236}">
                <a16:creationId xmlns:a16="http://schemas.microsoft.com/office/drawing/2014/main" id="{66DC58AA-CEBB-47A9-B827-464CB771874C}"/>
              </a:ext>
            </a:extLst>
          </p:cNvPr>
          <p:cNvSpPr>
            <a:spLocks noGrp="1"/>
          </p:cNvSpPr>
          <p:nvPr/>
        </p:nvSpPr>
        <p:spPr>
          <a:xfrm>
            <a:off x="648000" y="3285171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699" name="12_small_6665">
            <a:extLst>
              <a:ext uri="{FF2B5EF4-FFF2-40B4-BE49-F238E27FC236}">
                <a16:creationId xmlns:a16="http://schemas.microsoft.com/office/drawing/2014/main" id="{804337B8-5D13-4ECD-9BB9-B74553637D79}"/>
              </a:ext>
            </a:extLst>
          </p:cNvPr>
          <p:cNvSpPr>
            <a:spLocks noGrp="1"/>
          </p:cNvSpPr>
          <p:nvPr/>
        </p:nvSpPr>
        <p:spPr>
          <a:xfrm>
            <a:off x="609900" y="328517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00" name="text_6666">
            <a:extLst>
              <a:ext uri="{FF2B5EF4-FFF2-40B4-BE49-F238E27FC236}">
                <a16:creationId xmlns:a16="http://schemas.microsoft.com/office/drawing/2014/main" id="{19300ECF-B092-4BF3-8FF9-41F3DF143391}"/>
              </a:ext>
            </a:extLst>
          </p:cNvPr>
          <p:cNvSpPr>
            <a:spLocks noGrp="1"/>
          </p:cNvSpPr>
          <p:nvPr/>
        </p:nvSpPr>
        <p:spPr>
          <a:xfrm>
            <a:off x="468706" y="3245110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701" name="12_small_6667">
            <a:extLst>
              <a:ext uri="{FF2B5EF4-FFF2-40B4-BE49-F238E27FC236}">
                <a16:creationId xmlns:a16="http://schemas.microsoft.com/office/drawing/2014/main" id="{A58CB28F-AB23-467B-B38B-C558742340FA}"/>
              </a:ext>
            </a:extLst>
          </p:cNvPr>
          <p:cNvSpPr>
            <a:spLocks noGrp="1"/>
          </p:cNvSpPr>
          <p:nvPr/>
        </p:nvSpPr>
        <p:spPr>
          <a:xfrm>
            <a:off x="648000" y="2916523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702" name="12_small_6668">
            <a:extLst>
              <a:ext uri="{FF2B5EF4-FFF2-40B4-BE49-F238E27FC236}">
                <a16:creationId xmlns:a16="http://schemas.microsoft.com/office/drawing/2014/main" id="{D880AD2B-8169-4E7E-ABF8-5F6AE2A986DB}"/>
              </a:ext>
            </a:extLst>
          </p:cNvPr>
          <p:cNvSpPr>
            <a:spLocks noGrp="1"/>
          </p:cNvSpPr>
          <p:nvPr/>
        </p:nvSpPr>
        <p:spPr>
          <a:xfrm>
            <a:off x="609900" y="2916523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703" name="text_6669">
            <a:extLst>
              <a:ext uri="{FF2B5EF4-FFF2-40B4-BE49-F238E27FC236}">
                <a16:creationId xmlns:a16="http://schemas.microsoft.com/office/drawing/2014/main" id="{EF04C814-6E94-4DBB-A2A9-033A3FB2F69B}"/>
              </a:ext>
            </a:extLst>
          </p:cNvPr>
          <p:cNvSpPr>
            <a:spLocks noGrp="1"/>
          </p:cNvSpPr>
          <p:nvPr/>
        </p:nvSpPr>
        <p:spPr>
          <a:xfrm>
            <a:off x="417160" y="2876462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704" name="text_6670">
            <a:extLst>
              <a:ext uri="{FF2B5EF4-FFF2-40B4-BE49-F238E27FC236}">
                <a16:creationId xmlns:a16="http://schemas.microsoft.com/office/drawing/2014/main" id="{482023E5-3078-4F52-A467-12144B53A458}"/>
              </a:ext>
            </a:extLst>
          </p:cNvPr>
          <p:cNvSpPr>
            <a:spLocks noGrp="1"/>
          </p:cNvSpPr>
          <p:nvPr/>
        </p:nvSpPr>
        <p:spPr>
          <a:xfrm rot="-5400000">
            <a:off x="-21826" y="3221671"/>
            <a:ext cx="712724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Completion (%)</a:t>
            </a:r>
          </a:p>
        </p:txBody>
      </p:sp>
      <p:sp>
        <p:nvSpPr>
          <p:cNvPr id="705" name="12_small_6671">
            <a:extLst>
              <a:ext uri="{FF2B5EF4-FFF2-40B4-BE49-F238E27FC236}">
                <a16:creationId xmlns:a16="http://schemas.microsoft.com/office/drawing/2014/main" id="{7D1B6E56-CE05-44C3-9825-ADAC7171F4E2}"/>
              </a:ext>
            </a:extLst>
          </p:cNvPr>
          <p:cNvSpPr>
            <a:spLocks noGrp="1"/>
          </p:cNvSpPr>
          <p:nvPr/>
        </p:nvSpPr>
        <p:spPr>
          <a:xfrm>
            <a:off x="1015426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6" name="12_small_6672">
            <a:extLst>
              <a:ext uri="{FF2B5EF4-FFF2-40B4-BE49-F238E27FC236}">
                <a16:creationId xmlns:a16="http://schemas.microsoft.com/office/drawing/2014/main" id="{DFB79876-17E7-49A4-BCF7-66621493BE27}"/>
              </a:ext>
            </a:extLst>
          </p:cNvPr>
          <p:cNvSpPr>
            <a:spLocks noGrp="1"/>
          </p:cNvSpPr>
          <p:nvPr/>
        </p:nvSpPr>
        <p:spPr>
          <a:xfrm>
            <a:off x="111970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7" name="12_small_6673">
            <a:extLst>
              <a:ext uri="{FF2B5EF4-FFF2-40B4-BE49-F238E27FC236}">
                <a16:creationId xmlns:a16="http://schemas.microsoft.com/office/drawing/2014/main" id="{C7CCA612-AAFC-4543-9A86-700BA7AC7125}"/>
              </a:ext>
            </a:extLst>
          </p:cNvPr>
          <p:cNvSpPr>
            <a:spLocks noGrp="1"/>
          </p:cNvSpPr>
          <p:nvPr/>
        </p:nvSpPr>
        <p:spPr>
          <a:xfrm>
            <a:off x="111814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8" name="12_small_6674">
            <a:extLst>
              <a:ext uri="{FF2B5EF4-FFF2-40B4-BE49-F238E27FC236}">
                <a16:creationId xmlns:a16="http://schemas.microsoft.com/office/drawing/2014/main" id="{68640828-1DAF-4546-9375-753743B03814}"/>
              </a:ext>
            </a:extLst>
          </p:cNvPr>
          <p:cNvSpPr>
            <a:spLocks noGrp="1"/>
          </p:cNvSpPr>
          <p:nvPr/>
        </p:nvSpPr>
        <p:spPr>
          <a:xfrm>
            <a:off x="103885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09" name="12_small_6675">
            <a:extLst>
              <a:ext uri="{FF2B5EF4-FFF2-40B4-BE49-F238E27FC236}">
                <a16:creationId xmlns:a16="http://schemas.microsoft.com/office/drawing/2014/main" id="{537CCD25-C2CA-4E37-AAB4-89C3D6BA99FE}"/>
              </a:ext>
            </a:extLst>
          </p:cNvPr>
          <p:cNvSpPr>
            <a:spLocks noGrp="1"/>
          </p:cNvSpPr>
          <p:nvPr/>
        </p:nvSpPr>
        <p:spPr>
          <a:xfrm>
            <a:off x="1121027" y="33236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0" name="12_small_6676">
            <a:extLst>
              <a:ext uri="{FF2B5EF4-FFF2-40B4-BE49-F238E27FC236}">
                <a16:creationId xmlns:a16="http://schemas.microsoft.com/office/drawing/2014/main" id="{81B55708-F5C8-42EA-AD00-F30533918DB2}"/>
              </a:ext>
            </a:extLst>
          </p:cNvPr>
          <p:cNvSpPr>
            <a:spLocks noGrp="1"/>
          </p:cNvSpPr>
          <p:nvPr/>
        </p:nvSpPr>
        <p:spPr>
          <a:xfrm>
            <a:off x="1090648" y="330448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1" name="12_small_6677">
            <a:extLst>
              <a:ext uri="{FF2B5EF4-FFF2-40B4-BE49-F238E27FC236}">
                <a16:creationId xmlns:a16="http://schemas.microsoft.com/office/drawing/2014/main" id="{670D7791-6E9E-4612-B748-587276261BA1}"/>
              </a:ext>
            </a:extLst>
          </p:cNvPr>
          <p:cNvSpPr>
            <a:spLocks noGrp="1"/>
          </p:cNvSpPr>
          <p:nvPr/>
        </p:nvSpPr>
        <p:spPr>
          <a:xfrm>
            <a:off x="99809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2" name="12_small_6678">
            <a:extLst>
              <a:ext uri="{FF2B5EF4-FFF2-40B4-BE49-F238E27FC236}">
                <a16:creationId xmlns:a16="http://schemas.microsoft.com/office/drawing/2014/main" id="{5B92AD5F-9DD5-4592-80B3-2B0CCAE3CC31}"/>
              </a:ext>
            </a:extLst>
          </p:cNvPr>
          <p:cNvSpPr>
            <a:spLocks noGrp="1"/>
          </p:cNvSpPr>
          <p:nvPr/>
        </p:nvSpPr>
        <p:spPr>
          <a:xfrm>
            <a:off x="1030360" y="35474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3" name="12_small_6679">
            <a:extLst>
              <a:ext uri="{FF2B5EF4-FFF2-40B4-BE49-F238E27FC236}">
                <a16:creationId xmlns:a16="http://schemas.microsoft.com/office/drawing/2014/main" id="{66F9D3D7-40CA-42C3-B47A-EEAA8DED3F03}"/>
              </a:ext>
            </a:extLst>
          </p:cNvPr>
          <p:cNvSpPr>
            <a:spLocks noGrp="1"/>
          </p:cNvSpPr>
          <p:nvPr/>
        </p:nvSpPr>
        <p:spPr>
          <a:xfrm>
            <a:off x="1047272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4" name="12_small_6680">
            <a:extLst>
              <a:ext uri="{FF2B5EF4-FFF2-40B4-BE49-F238E27FC236}">
                <a16:creationId xmlns:a16="http://schemas.microsoft.com/office/drawing/2014/main" id="{B5862C0D-BB18-4FB4-AA7E-5AECB715D3AA}"/>
              </a:ext>
            </a:extLst>
          </p:cNvPr>
          <p:cNvSpPr>
            <a:spLocks noGrp="1"/>
          </p:cNvSpPr>
          <p:nvPr/>
        </p:nvSpPr>
        <p:spPr>
          <a:xfrm>
            <a:off x="1032089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5" name="12_small_6681">
            <a:extLst>
              <a:ext uri="{FF2B5EF4-FFF2-40B4-BE49-F238E27FC236}">
                <a16:creationId xmlns:a16="http://schemas.microsoft.com/office/drawing/2014/main" id="{DDA21550-3234-49EE-A9A2-89E9120082D6}"/>
              </a:ext>
            </a:extLst>
          </p:cNvPr>
          <p:cNvSpPr>
            <a:spLocks noGrp="1"/>
          </p:cNvSpPr>
          <p:nvPr/>
        </p:nvSpPr>
        <p:spPr>
          <a:xfrm>
            <a:off x="108593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6" name="12_small_6682">
            <a:extLst>
              <a:ext uri="{FF2B5EF4-FFF2-40B4-BE49-F238E27FC236}">
                <a16:creationId xmlns:a16="http://schemas.microsoft.com/office/drawing/2014/main" id="{39508EC7-4AAA-48ED-846C-60C1BBDD4733}"/>
              </a:ext>
            </a:extLst>
          </p:cNvPr>
          <p:cNvSpPr>
            <a:spLocks noGrp="1"/>
          </p:cNvSpPr>
          <p:nvPr/>
        </p:nvSpPr>
        <p:spPr>
          <a:xfrm>
            <a:off x="99085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7" name="12_small_6683">
            <a:extLst>
              <a:ext uri="{FF2B5EF4-FFF2-40B4-BE49-F238E27FC236}">
                <a16:creationId xmlns:a16="http://schemas.microsoft.com/office/drawing/2014/main" id="{0DFFD237-21E3-4520-95A8-C43070A8B3FF}"/>
              </a:ext>
            </a:extLst>
          </p:cNvPr>
          <p:cNvSpPr>
            <a:spLocks noGrp="1"/>
          </p:cNvSpPr>
          <p:nvPr/>
        </p:nvSpPr>
        <p:spPr>
          <a:xfrm>
            <a:off x="103124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8" name="12_small_6684">
            <a:extLst>
              <a:ext uri="{FF2B5EF4-FFF2-40B4-BE49-F238E27FC236}">
                <a16:creationId xmlns:a16="http://schemas.microsoft.com/office/drawing/2014/main" id="{E46FEE44-7A72-4C19-BBA0-3FBDA57AE547}"/>
              </a:ext>
            </a:extLst>
          </p:cNvPr>
          <p:cNvSpPr>
            <a:spLocks noGrp="1"/>
          </p:cNvSpPr>
          <p:nvPr/>
        </p:nvSpPr>
        <p:spPr>
          <a:xfrm>
            <a:off x="985448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19" name="12_small_6685">
            <a:extLst>
              <a:ext uri="{FF2B5EF4-FFF2-40B4-BE49-F238E27FC236}">
                <a16:creationId xmlns:a16="http://schemas.microsoft.com/office/drawing/2014/main" id="{B52469C0-16BE-4241-82EF-D201272C19E5}"/>
              </a:ext>
            </a:extLst>
          </p:cNvPr>
          <p:cNvSpPr>
            <a:spLocks noGrp="1"/>
          </p:cNvSpPr>
          <p:nvPr/>
        </p:nvSpPr>
        <p:spPr>
          <a:xfrm>
            <a:off x="1115192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0" name="12_small_6686">
            <a:extLst>
              <a:ext uri="{FF2B5EF4-FFF2-40B4-BE49-F238E27FC236}">
                <a16:creationId xmlns:a16="http://schemas.microsoft.com/office/drawing/2014/main" id="{5A2655D5-9921-4ADA-80AA-B13350CBB926}"/>
              </a:ext>
            </a:extLst>
          </p:cNvPr>
          <p:cNvSpPr>
            <a:spLocks noGrp="1"/>
          </p:cNvSpPr>
          <p:nvPr/>
        </p:nvSpPr>
        <p:spPr>
          <a:xfrm>
            <a:off x="100804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1" name="12_small_6687">
            <a:extLst>
              <a:ext uri="{FF2B5EF4-FFF2-40B4-BE49-F238E27FC236}">
                <a16:creationId xmlns:a16="http://schemas.microsoft.com/office/drawing/2014/main" id="{7329110F-319A-480D-997A-E27ABB1D3775}"/>
              </a:ext>
            </a:extLst>
          </p:cNvPr>
          <p:cNvSpPr>
            <a:spLocks noGrp="1"/>
          </p:cNvSpPr>
          <p:nvPr/>
        </p:nvSpPr>
        <p:spPr>
          <a:xfrm>
            <a:off x="1002713" y="35576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2" name="12_small_6688">
            <a:extLst>
              <a:ext uri="{FF2B5EF4-FFF2-40B4-BE49-F238E27FC236}">
                <a16:creationId xmlns:a16="http://schemas.microsoft.com/office/drawing/2014/main" id="{1485F3A4-02A7-453C-9256-AC09D1AD70A4}"/>
              </a:ext>
            </a:extLst>
          </p:cNvPr>
          <p:cNvSpPr>
            <a:spLocks noGrp="1"/>
          </p:cNvSpPr>
          <p:nvPr/>
        </p:nvSpPr>
        <p:spPr>
          <a:xfrm>
            <a:off x="1051477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3" name="12_small_6689">
            <a:extLst>
              <a:ext uri="{FF2B5EF4-FFF2-40B4-BE49-F238E27FC236}">
                <a16:creationId xmlns:a16="http://schemas.microsoft.com/office/drawing/2014/main" id="{D0D931AB-8AC2-4167-963D-39E79FDD4C3E}"/>
              </a:ext>
            </a:extLst>
          </p:cNvPr>
          <p:cNvSpPr>
            <a:spLocks noGrp="1"/>
          </p:cNvSpPr>
          <p:nvPr/>
        </p:nvSpPr>
        <p:spPr>
          <a:xfrm>
            <a:off x="1008550" y="330448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4" name="12_small_6690">
            <a:extLst>
              <a:ext uri="{FF2B5EF4-FFF2-40B4-BE49-F238E27FC236}">
                <a16:creationId xmlns:a16="http://schemas.microsoft.com/office/drawing/2014/main" id="{C967261C-21A5-4E02-B0A9-3CD2F17A107C}"/>
              </a:ext>
            </a:extLst>
          </p:cNvPr>
          <p:cNvSpPr>
            <a:spLocks noGrp="1"/>
          </p:cNvSpPr>
          <p:nvPr/>
        </p:nvSpPr>
        <p:spPr>
          <a:xfrm>
            <a:off x="97949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5" name="12_small_6691">
            <a:extLst>
              <a:ext uri="{FF2B5EF4-FFF2-40B4-BE49-F238E27FC236}">
                <a16:creationId xmlns:a16="http://schemas.microsoft.com/office/drawing/2014/main" id="{18F5F117-A72C-4423-BB83-E7365D009A53}"/>
              </a:ext>
            </a:extLst>
          </p:cNvPr>
          <p:cNvSpPr>
            <a:spLocks noGrp="1"/>
          </p:cNvSpPr>
          <p:nvPr/>
        </p:nvSpPr>
        <p:spPr>
          <a:xfrm>
            <a:off x="1043921" y="334470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6" name="12_small_6692">
            <a:extLst>
              <a:ext uri="{FF2B5EF4-FFF2-40B4-BE49-F238E27FC236}">
                <a16:creationId xmlns:a16="http://schemas.microsoft.com/office/drawing/2014/main" id="{C1B617DB-0AE8-4571-8B6A-06B40138675D}"/>
              </a:ext>
            </a:extLst>
          </p:cNvPr>
          <p:cNvSpPr>
            <a:spLocks noGrp="1"/>
          </p:cNvSpPr>
          <p:nvPr/>
        </p:nvSpPr>
        <p:spPr>
          <a:xfrm>
            <a:off x="1034948" y="351673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7" name="12_small_6693">
            <a:extLst>
              <a:ext uri="{FF2B5EF4-FFF2-40B4-BE49-F238E27FC236}">
                <a16:creationId xmlns:a16="http://schemas.microsoft.com/office/drawing/2014/main" id="{9BC78781-B7E7-48CD-9E56-D8F225887F7E}"/>
              </a:ext>
            </a:extLst>
          </p:cNvPr>
          <p:cNvSpPr>
            <a:spLocks noGrp="1"/>
          </p:cNvSpPr>
          <p:nvPr/>
        </p:nvSpPr>
        <p:spPr>
          <a:xfrm>
            <a:off x="977396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8" name="12_small_6694">
            <a:extLst>
              <a:ext uri="{FF2B5EF4-FFF2-40B4-BE49-F238E27FC236}">
                <a16:creationId xmlns:a16="http://schemas.microsoft.com/office/drawing/2014/main" id="{82741070-555E-4024-9281-64980DE43A25}"/>
              </a:ext>
            </a:extLst>
          </p:cNvPr>
          <p:cNvSpPr>
            <a:spLocks noGrp="1"/>
          </p:cNvSpPr>
          <p:nvPr/>
        </p:nvSpPr>
        <p:spPr>
          <a:xfrm>
            <a:off x="1084117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29" name="12_small_6695">
            <a:extLst>
              <a:ext uri="{FF2B5EF4-FFF2-40B4-BE49-F238E27FC236}">
                <a16:creationId xmlns:a16="http://schemas.microsoft.com/office/drawing/2014/main" id="{F8FCDAC3-59B4-408F-BC22-C565C400B77F}"/>
              </a:ext>
            </a:extLst>
          </p:cNvPr>
          <p:cNvSpPr>
            <a:spLocks noGrp="1"/>
          </p:cNvSpPr>
          <p:nvPr/>
        </p:nvSpPr>
        <p:spPr>
          <a:xfrm>
            <a:off x="102828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0" name="12_small_6696">
            <a:extLst>
              <a:ext uri="{FF2B5EF4-FFF2-40B4-BE49-F238E27FC236}">
                <a16:creationId xmlns:a16="http://schemas.microsoft.com/office/drawing/2014/main" id="{6B7D7E17-5005-4DA2-A02F-1807E59820B3}"/>
              </a:ext>
            </a:extLst>
          </p:cNvPr>
          <p:cNvSpPr>
            <a:spLocks noGrp="1"/>
          </p:cNvSpPr>
          <p:nvPr/>
        </p:nvSpPr>
        <p:spPr>
          <a:xfrm>
            <a:off x="1109899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1" name="12_small_6697">
            <a:extLst>
              <a:ext uri="{FF2B5EF4-FFF2-40B4-BE49-F238E27FC236}">
                <a16:creationId xmlns:a16="http://schemas.microsoft.com/office/drawing/2014/main" id="{90A86D19-887C-4C8E-8AD2-793BE86AC3DF}"/>
              </a:ext>
            </a:extLst>
          </p:cNvPr>
          <p:cNvSpPr>
            <a:spLocks noGrp="1"/>
          </p:cNvSpPr>
          <p:nvPr/>
        </p:nvSpPr>
        <p:spPr>
          <a:xfrm>
            <a:off x="1022336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2" name="12_small_6698">
            <a:extLst>
              <a:ext uri="{FF2B5EF4-FFF2-40B4-BE49-F238E27FC236}">
                <a16:creationId xmlns:a16="http://schemas.microsoft.com/office/drawing/2014/main" id="{60834708-D159-4306-B7FA-881938B26A3B}"/>
              </a:ext>
            </a:extLst>
          </p:cNvPr>
          <p:cNvSpPr>
            <a:spLocks noGrp="1"/>
          </p:cNvSpPr>
          <p:nvPr/>
        </p:nvSpPr>
        <p:spPr>
          <a:xfrm>
            <a:off x="107976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3" name="12_small_6699">
            <a:extLst>
              <a:ext uri="{FF2B5EF4-FFF2-40B4-BE49-F238E27FC236}">
                <a16:creationId xmlns:a16="http://schemas.microsoft.com/office/drawing/2014/main" id="{CAF24CCC-72C4-4C4E-8DE0-5CDEEEA7D4E5}"/>
              </a:ext>
            </a:extLst>
          </p:cNvPr>
          <p:cNvSpPr>
            <a:spLocks noGrp="1"/>
          </p:cNvSpPr>
          <p:nvPr/>
        </p:nvSpPr>
        <p:spPr>
          <a:xfrm>
            <a:off x="102061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4" name="12_small_6700">
            <a:extLst>
              <a:ext uri="{FF2B5EF4-FFF2-40B4-BE49-F238E27FC236}">
                <a16:creationId xmlns:a16="http://schemas.microsoft.com/office/drawing/2014/main" id="{7CF7F952-0896-4DF7-84FF-C416BB0575A5}"/>
              </a:ext>
            </a:extLst>
          </p:cNvPr>
          <p:cNvSpPr>
            <a:spLocks noGrp="1"/>
          </p:cNvSpPr>
          <p:nvPr/>
        </p:nvSpPr>
        <p:spPr>
          <a:xfrm>
            <a:off x="102580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5" name="12_small_6701">
            <a:extLst>
              <a:ext uri="{FF2B5EF4-FFF2-40B4-BE49-F238E27FC236}">
                <a16:creationId xmlns:a16="http://schemas.microsoft.com/office/drawing/2014/main" id="{61456069-76F6-4972-A723-84D6C130A125}"/>
              </a:ext>
            </a:extLst>
          </p:cNvPr>
          <p:cNvSpPr>
            <a:spLocks noGrp="1"/>
          </p:cNvSpPr>
          <p:nvPr/>
        </p:nvSpPr>
        <p:spPr>
          <a:xfrm>
            <a:off x="108433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6" name="12_small_6702">
            <a:extLst>
              <a:ext uri="{FF2B5EF4-FFF2-40B4-BE49-F238E27FC236}">
                <a16:creationId xmlns:a16="http://schemas.microsoft.com/office/drawing/2014/main" id="{10F1E526-CC40-468A-A8CF-E83A2B7C09B5}"/>
              </a:ext>
            </a:extLst>
          </p:cNvPr>
          <p:cNvSpPr>
            <a:spLocks noGrp="1"/>
          </p:cNvSpPr>
          <p:nvPr/>
        </p:nvSpPr>
        <p:spPr>
          <a:xfrm>
            <a:off x="984661" y="334470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7" name="12_small_6703">
            <a:extLst>
              <a:ext uri="{FF2B5EF4-FFF2-40B4-BE49-F238E27FC236}">
                <a16:creationId xmlns:a16="http://schemas.microsoft.com/office/drawing/2014/main" id="{E5AFCAB5-20DC-4102-8BCC-CFF49359C733}"/>
              </a:ext>
            </a:extLst>
          </p:cNvPr>
          <p:cNvSpPr>
            <a:spLocks noGrp="1"/>
          </p:cNvSpPr>
          <p:nvPr/>
        </p:nvSpPr>
        <p:spPr>
          <a:xfrm>
            <a:off x="98119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8" name="12_small_6704">
            <a:extLst>
              <a:ext uri="{FF2B5EF4-FFF2-40B4-BE49-F238E27FC236}">
                <a16:creationId xmlns:a16="http://schemas.microsoft.com/office/drawing/2014/main" id="{2B0A4F42-A212-44C9-B834-C5CB364F1B15}"/>
              </a:ext>
            </a:extLst>
          </p:cNvPr>
          <p:cNvSpPr>
            <a:spLocks noGrp="1"/>
          </p:cNvSpPr>
          <p:nvPr/>
        </p:nvSpPr>
        <p:spPr>
          <a:xfrm>
            <a:off x="110568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39" name="12_small_6705">
            <a:extLst>
              <a:ext uri="{FF2B5EF4-FFF2-40B4-BE49-F238E27FC236}">
                <a16:creationId xmlns:a16="http://schemas.microsoft.com/office/drawing/2014/main" id="{C3A55E2B-A48C-4E27-B740-0D2EC2903B12}"/>
              </a:ext>
            </a:extLst>
          </p:cNvPr>
          <p:cNvSpPr>
            <a:spLocks noGrp="1"/>
          </p:cNvSpPr>
          <p:nvPr/>
        </p:nvSpPr>
        <p:spPr>
          <a:xfrm>
            <a:off x="980546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0" name="12_small_6706">
            <a:extLst>
              <a:ext uri="{FF2B5EF4-FFF2-40B4-BE49-F238E27FC236}">
                <a16:creationId xmlns:a16="http://schemas.microsoft.com/office/drawing/2014/main" id="{FF5C55EB-7848-4EFE-B75C-6F03E0C78F90}"/>
              </a:ext>
            </a:extLst>
          </p:cNvPr>
          <p:cNvSpPr>
            <a:spLocks noGrp="1"/>
          </p:cNvSpPr>
          <p:nvPr/>
        </p:nvSpPr>
        <p:spPr>
          <a:xfrm>
            <a:off x="102741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1" name="12_small_6707">
            <a:extLst>
              <a:ext uri="{FF2B5EF4-FFF2-40B4-BE49-F238E27FC236}">
                <a16:creationId xmlns:a16="http://schemas.microsoft.com/office/drawing/2014/main" id="{1C3E6BA4-B603-4F71-9432-C2E58BBFF890}"/>
              </a:ext>
            </a:extLst>
          </p:cNvPr>
          <p:cNvSpPr>
            <a:spLocks noGrp="1"/>
          </p:cNvSpPr>
          <p:nvPr/>
        </p:nvSpPr>
        <p:spPr>
          <a:xfrm>
            <a:off x="104425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2" name="12_small_6708">
            <a:extLst>
              <a:ext uri="{FF2B5EF4-FFF2-40B4-BE49-F238E27FC236}">
                <a16:creationId xmlns:a16="http://schemas.microsoft.com/office/drawing/2014/main" id="{D04AB99E-B78D-4F48-8F97-DC60BC608120}"/>
              </a:ext>
            </a:extLst>
          </p:cNvPr>
          <p:cNvSpPr>
            <a:spLocks noGrp="1"/>
          </p:cNvSpPr>
          <p:nvPr/>
        </p:nvSpPr>
        <p:spPr>
          <a:xfrm>
            <a:off x="99564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3" name="12_small_6709">
            <a:extLst>
              <a:ext uri="{FF2B5EF4-FFF2-40B4-BE49-F238E27FC236}">
                <a16:creationId xmlns:a16="http://schemas.microsoft.com/office/drawing/2014/main" id="{62AECA08-0A86-4903-A8EB-2D9EB84374F5}"/>
              </a:ext>
            </a:extLst>
          </p:cNvPr>
          <p:cNvSpPr>
            <a:spLocks noGrp="1"/>
          </p:cNvSpPr>
          <p:nvPr/>
        </p:nvSpPr>
        <p:spPr>
          <a:xfrm>
            <a:off x="102714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4" name="12_small_6710">
            <a:extLst>
              <a:ext uri="{FF2B5EF4-FFF2-40B4-BE49-F238E27FC236}">
                <a16:creationId xmlns:a16="http://schemas.microsoft.com/office/drawing/2014/main" id="{A0474008-5454-400E-958F-39934AEC2F0A}"/>
              </a:ext>
            </a:extLst>
          </p:cNvPr>
          <p:cNvSpPr>
            <a:spLocks noGrp="1"/>
          </p:cNvSpPr>
          <p:nvPr/>
        </p:nvSpPr>
        <p:spPr>
          <a:xfrm>
            <a:off x="101960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5" name="12_small_6711">
            <a:extLst>
              <a:ext uri="{FF2B5EF4-FFF2-40B4-BE49-F238E27FC236}">
                <a16:creationId xmlns:a16="http://schemas.microsoft.com/office/drawing/2014/main" id="{56C539EF-FFCF-46AE-AE1E-BBB19B655648}"/>
              </a:ext>
            </a:extLst>
          </p:cNvPr>
          <p:cNvSpPr>
            <a:spLocks noGrp="1"/>
          </p:cNvSpPr>
          <p:nvPr/>
        </p:nvSpPr>
        <p:spPr>
          <a:xfrm>
            <a:off x="1110134" y="3492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6" name="12_small_6712">
            <a:extLst>
              <a:ext uri="{FF2B5EF4-FFF2-40B4-BE49-F238E27FC236}">
                <a16:creationId xmlns:a16="http://schemas.microsoft.com/office/drawing/2014/main" id="{31865572-EDF4-4B6D-93BB-BE28095A7270}"/>
              </a:ext>
            </a:extLst>
          </p:cNvPr>
          <p:cNvSpPr>
            <a:spLocks noGrp="1"/>
          </p:cNvSpPr>
          <p:nvPr/>
        </p:nvSpPr>
        <p:spPr>
          <a:xfrm>
            <a:off x="106083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7" name="12_small_6713">
            <a:extLst>
              <a:ext uri="{FF2B5EF4-FFF2-40B4-BE49-F238E27FC236}">
                <a16:creationId xmlns:a16="http://schemas.microsoft.com/office/drawing/2014/main" id="{C2797F20-2B47-4BE0-8310-A5C1AF4DA823}"/>
              </a:ext>
            </a:extLst>
          </p:cNvPr>
          <p:cNvSpPr>
            <a:spLocks noGrp="1"/>
          </p:cNvSpPr>
          <p:nvPr/>
        </p:nvSpPr>
        <p:spPr>
          <a:xfrm>
            <a:off x="1057723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8" name="12_small_6714">
            <a:extLst>
              <a:ext uri="{FF2B5EF4-FFF2-40B4-BE49-F238E27FC236}">
                <a16:creationId xmlns:a16="http://schemas.microsoft.com/office/drawing/2014/main" id="{C814F552-06A1-4536-B555-B0EA6912F3FE}"/>
              </a:ext>
            </a:extLst>
          </p:cNvPr>
          <p:cNvSpPr>
            <a:spLocks noGrp="1"/>
          </p:cNvSpPr>
          <p:nvPr/>
        </p:nvSpPr>
        <p:spPr>
          <a:xfrm>
            <a:off x="1098252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49" name="12_small_6715">
            <a:extLst>
              <a:ext uri="{FF2B5EF4-FFF2-40B4-BE49-F238E27FC236}">
                <a16:creationId xmlns:a16="http://schemas.microsoft.com/office/drawing/2014/main" id="{D898CB19-211E-4AD5-A54E-4272FB553856}"/>
              </a:ext>
            </a:extLst>
          </p:cNvPr>
          <p:cNvSpPr>
            <a:spLocks noGrp="1"/>
          </p:cNvSpPr>
          <p:nvPr/>
        </p:nvSpPr>
        <p:spPr>
          <a:xfrm>
            <a:off x="103801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0" name="12_small_6716">
            <a:extLst>
              <a:ext uri="{FF2B5EF4-FFF2-40B4-BE49-F238E27FC236}">
                <a16:creationId xmlns:a16="http://schemas.microsoft.com/office/drawing/2014/main" id="{CCC581DD-4C73-4C8B-BFB7-8EEDD99BE42F}"/>
              </a:ext>
            </a:extLst>
          </p:cNvPr>
          <p:cNvSpPr>
            <a:spLocks noGrp="1"/>
          </p:cNvSpPr>
          <p:nvPr/>
        </p:nvSpPr>
        <p:spPr>
          <a:xfrm>
            <a:off x="11133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1" name="12_small_6717">
            <a:extLst>
              <a:ext uri="{FF2B5EF4-FFF2-40B4-BE49-F238E27FC236}">
                <a16:creationId xmlns:a16="http://schemas.microsoft.com/office/drawing/2014/main" id="{514BCCA1-BFF2-40D8-95AE-3AB749EE86DE}"/>
              </a:ext>
            </a:extLst>
          </p:cNvPr>
          <p:cNvSpPr>
            <a:spLocks noGrp="1"/>
          </p:cNvSpPr>
          <p:nvPr/>
        </p:nvSpPr>
        <p:spPr>
          <a:xfrm>
            <a:off x="1080670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2" name="12_small_6718">
            <a:extLst>
              <a:ext uri="{FF2B5EF4-FFF2-40B4-BE49-F238E27FC236}">
                <a16:creationId xmlns:a16="http://schemas.microsoft.com/office/drawing/2014/main" id="{A23B37E5-3E7D-475E-9224-41E64322EB9A}"/>
              </a:ext>
            </a:extLst>
          </p:cNvPr>
          <p:cNvSpPr>
            <a:spLocks noGrp="1"/>
          </p:cNvSpPr>
          <p:nvPr/>
        </p:nvSpPr>
        <p:spPr>
          <a:xfrm>
            <a:off x="1012566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3" name="12_small_6719">
            <a:extLst>
              <a:ext uri="{FF2B5EF4-FFF2-40B4-BE49-F238E27FC236}">
                <a16:creationId xmlns:a16="http://schemas.microsoft.com/office/drawing/2014/main" id="{5EEFD965-F2B3-424A-B28F-62F2220E6153}"/>
              </a:ext>
            </a:extLst>
          </p:cNvPr>
          <p:cNvSpPr>
            <a:spLocks noGrp="1"/>
          </p:cNvSpPr>
          <p:nvPr/>
        </p:nvSpPr>
        <p:spPr>
          <a:xfrm>
            <a:off x="975228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4" name="12_small_6720">
            <a:extLst>
              <a:ext uri="{FF2B5EF4-FFF2-40B4-BE49-F238E27FC236}">
                <a16:creationId xmlns:a16="http://schemas.microsoft.com/office/drawing/2014/main" id="{7813D282-F647-4451-8922-7CC212C8B210}"/>
              </a:ext>
            </a:extLst>
          </p:cNvPr>
          <p:cNvSpPr>
            <a:spLocks noGrp="1"/>
          </p:cNvSpPr>
          <p:nvPr/>
        </p:nvSpPr>
        <p:spPr>
          <a:xfrm>
            <a:off x="110071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5" name="12_small_6721">
            <a:extLst>
              <a:ext uri="{FF2B5EF4-FFF2-40B4-BE49-F238E27FC236}">
                <a16:creationId xmlns:a16="http://schemas.microsoft.com/office/drawing/2014/main" id="{30243B62-E83D-4E77-B29D-2E23C30FB63E}"/>
              </a:ext>
            </a:extLst>
          </p:cNvPr>
          <p:cNvSpPr>
            <a:spLocks noGrp="1"/>
          </p:cNvSpPr>
          <p:nvPr/>
        </p:nvSpPr>
        <p:spPr>
          <a:xfrm>
            <a:off x="111653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6" name="12_small_6722">
            <a:extLst>
              <a:ext uri="{FF2B5EF4-FFF2-40B4-BE49-F238E27FC236}">
                <a16:creationId xmlns:a16="http://schemas.microsoft.com/office/drawing/2014/main" id="{4B2EE3A4-6746-46DE-AF94-62543B3CAF3F}"/>
              </a:ext>
            </a:extLst>
          </p:cNvPr>
          <p:cNvSpPr>
            <a:spLocks noGrp="1"/>
          </p:cNvSpPr>
          <p:nvPr/>
        </p:nvSpPr>
        <p:spPr>
          <a:xfrm>
            <a:off x="105184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7" name="12_small_6723">
            <a:extLst>
              <a:ext uri="{FF2B5EF4-FFF2-40B4-BE49-F238E27FC236}">
                <a16:creationId xmlns:a16="http://schemas.microsoft.com/office/drawing/2014/main" id="{CBC3F457-5B83-4609-A509-D0E9B397A9B3}"/>
              </a:ext>
            </a:extLst>
          </p:cNvPr>
          <p:cNvSpPr>
            <a:spLocks noGrp="1"/>
          </p:cNvSpPr>
          <p:nvPr/>
        </p:nvSpPr>
        <p:spPr>
          <a:xfrm>
            <a:off x="1095925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8" name="12_small_6724">
            <a:extLst>
              <a:ext uri="{FF2B5EF4-FFF2-40B4-BE49-F238E27FC236}">
                <a16:creationId xmlns:a16="http://schemas.microsoft.com/office/drawing/2014/main" id="{8CF73C5E-E73A-4853-B54A-4F76FB05B0FD}"/>
              </a:ext>
            </a:extLst>
          </p:cNvPr>
          <p:cNvSpPr>
            <a:spLocks noGrp="1"/>
          </p:cNvSpPr>
          <p:nvPr/>
        </p:nvSpPr>
        <p:spPr>
          <a:xfrm>
            <a:off x="109057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59" name="12_small_6725">
            <a:extLst>
              <a:ext uri="{FF2B5EF4-FFF2-40B4-BE49-F238E27FC236}">
                <a16:creationId xmlns:a16="http://schemas.microsoft.com/office/drawing/2014/main" id="{0384F396-85D6-4B14-804A-7B7212284615}"/>
              </a:ext>
            </a:extLst>
          </p:cNvPr>
          <p:cNvSpPr>
            <a:spLocks noGrp="1"/>
          </p:cNvSpPr>
          <p:nvPr/>
        </p:nvSpPr>
        <p:spPr>
          <a:xfrm>
            <a:off x="998369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0" name="12_small_6726">
            <a:extLst>
              <a:ext uri="{FF2B5EF4-FFF2-40B4-BE49-F238E27FC236}">
                <a16:creationId xmlns:a16="http://schemas.microsoft.com/office/drawing/2014/main" id="{999F0C10-F92D-4E72-A2EB-96F6787353BC}"/>
              </a:ext>
            </a:extLst>
          </p:cNvPr>
          <p:cNvSpPr>
            <a:spLocks noGrp="1"/>
          </p:cNvSpPr>
          <p:nvPr/>
        </p:nvSpPr>
        <p:spPr>
          <a:xfrm>
            <a:off x="105911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1" name="12_small_6727">
            <a:extLst>
              <a:ext uri="{FF2B5EF4-FFF2-40B4-BE49-F238E27FC236}">
                <a16:creationId xmlns:a16="http://schemas.microsoft.com/office/drawing/2014/main" id="{AE5227E9-E9BE-444D-8EFC-CCDEBDBEA6C6}"/>
              </a:ext>
            </a:extLst>
          </p:cNvPr>
          <p:cNvSpPr>
            <a:spLocks noGrp="1"/>
          </p:cNvSpPr>
          <p:nvPr/>
        </p:nvSpPr>
        <p:spPr>
          <a:xfrm>
            <a:off x="106338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2" name="12_small_6728">
            <a:extLst>
              <a:ext uri="{FF2B5EF4-FFF2-40B4-BE49-F238E27FC236}">
                <a16:creationId xmlns:a16="http://schemas.microsoft.com/office/drawing/2014/main" id="{DF29AEA5-76AF-4B79-BDEE-DDE4884F3951}"/>
              </a:ext>
            </a:extLst>
          </p:cNvPr>
          <p:cNvSpPr>
            <a:spLocks noGrp="1"/>
          </p:cNvSpPr>
          <p:nvPr/>
        </p:nvSpPr>
        <p:spPr>
          <a:xfrm>
            <a:off x="109986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3" name="12_small_6729">
            <a:extLst>
              <a:ext uri="{FF2B5EF4-FFF2-40B4-BE49-F238E27FC236}">
                <a16:creationId xmlns:a16="http://schemas.microsoft.com/office/drawing/2014/main" id="{59423335-BE65-4458-8116-C26C704FA279}"/>
              </a:ext>
            </a:extLst>
          </p:cNvPr>
          <p:cNvSpPr>
            <a:spLocks noGrp="1"/>
          </p:cNvSpPr>
          <p:nvPr/>
        </p:nvSpPr>
        <p:spPr>
          <a:xfrm>
            <a:off x="111180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4" name="12_small_6730">
            <a:extLst>
              <a:ext uri="{FF2B5EF4-FFF2-40B4-BE49-F238E27FC236}">
                <a16:creationId xmlns:a16="http://schemas.microsoft.com/office/drawing/2014/main" id="{B55CBEDE-A857-42D4-9750-7626310A4A65}"/>
              </a:ext>
            </a:extLst>
          </p:cNvPr>
          <p:cNvSpPr>
            <a:spLocks noGrp="1"/>
          </p:cNvSpPr>
          <p:nvPr/>
        </p:nvSpPr>
        <p:spPr>
          <a:xfrm>
            <a:off x="110480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5" name="12_small_6731">
            <a:extLst>
              <a:ext uri="{FF2B5EF4-FFF2-40B4-BE49-F238E27FC236}">
                <a16:creationId xmlns:a16="http://schemas.microsoft.com/office/drawing/2014/main" id="{09F2CB92-94B8-4467-A280-A629B460514E}"/>
              </a:ext>
            </a:extLst>
          </p:cNvPr>
          <p:cNvSpPr>
            <a:spLocks noGrp="1"/>
          </p:cNvSpPr>
          <p:nvPr/>
        </p:nvSpPr>
        <p:spPr>
          <a:xfrm>
            <a:off x="1046555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6" name="12_small_6732">
            <a:extLst>
              <a:ext uri="{FF2B5EF4-FFF2-40B4-BE49-F238E27FC236}">
                <a16:creationId xmlns:a16="http://schemas.microsoft.com/office/drawing/2014/main" id="{AD5BCC64-CC61-4CE0-8C31-ED471179C134}"/>
              </a:ext>
            </a:extLst>
          </p:cNvPr>
          <p:cNvSpPr>
            <a:spLocks noGrp="1"/>
          </p:cNvSpPr>
          <p:nvPr/>
        </p:nvSpPr>
        <p:spPr>
          <a:xfrm>
            <a:off x="109078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7" name="12_small_6733">
            <a:extLst>
              <a:ext uri="{FF2B5EF4-FFF2-40B4-BE49-F238E27FC236}">
                <a16:creationId xmlns:a16="http://schemas.microsoft.com/office/drawing/2014/main" id="{8442B3A9-B752-43BC-848F-93B05C7F87FC}"/>
              </a:ext>
            </a:extLst>
          </p:cNvPr>
          <p:cNvSpPr>
            <a:spLocks noGrp="1"/>
          </p:cNvSpPr>
          <p:nvPr/>
        </p:nvSpPr>
        <p:spPr>
          <a:xfrm>
            <a:off x="1071384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8" name="12_small_6734">
            <a:extLst>
              <a:ext uri="{FF2B5EF4-FFF2-40B4-BE49-F238E27FC236}">
                <a16:creationId xmlns:a16="http://schemas.microsoft.com/office/drawing/2014/main" id="{13065178-9484-42A9-A41B-8CE095717323}"/>
              </a:ext>
            </a:extLst>
          </p:cNvPr>
          <p:cNvSpPr>
            <a:spLocks noGrp="1"/>
          </p:cNvSpPr>
          <p:nvPr/>
        </p:nvSpPr>
        <p:spPr>
          <a:xfrm>
            <a:off x="1011233" y="33236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69" name="12_small_6735">
            <a:extLst>
              <a:ext uri="{FF2B5EF4-FFF2-40B4-BE49-F238E27FC236}">
                <a16:creationId xmlns:a16="http://schemas.microsoft.com/office/drawing/2014/main" id="{19126EAF-7D6B-4039-8FF2-5B39F51AB627}"/>
              </a:ext>
            </a:extLst>
          </p:cNvPr>
          <p:cNvSpPr>
            <a:spLocks noGrp="1"/>
          </p:cNvSpPr>
          <p:nvPr/>
        </p:nvSpPr>
        <p:spPr>
          <a:xfrm>
            <a:off x="993980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0" name="12_small_6736">
            <a:extLst>
              <a:ext uri="{FF2B5EF4-FFF2-40B4-BE49-F238E27FC236}">
                <a16:creationId xmlns:a16="http://schemas.microsoft.com/office/drawing/2014/main" id="{8B083A26-3B56-412E-8BE9-75455428C676}"/>
              </a:ext>
            </a:extLst>
          </p:cNvPr>
          <p:cNvSpPr>
            <a:spLocks noGrp="1"/>
          </p:cNvSpPr>
          <p:nvPr/>
        </p:nvSpPr>
        <p:spPr>
          <a:xfrm>
            <a:off x="105521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1" name="12_small_6737">
            <a:extLst>
              <a:ext uri="{FF2B5EF4-FFF2-40B4-BE49-F238E27FC236}">
                <a16:creationId xmlns:a16="http://schemas.microsoft.com/office/drawing/2014/main" id="{1313DBE1-C251-435E-BF02-02DFC3D4BE37}"/>
              </a:ext>
            </a:extLst>
          </p:cNvPr>
          <p:cNvSpPr>
            <a:spLocks noGrp="1"/>
          </p:cNvSpPr>
          <p:nvPr/>
        </p:nvSpPr>
        <p:spPr>
          <a:xfrm>
            <a:off x="107421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2" name="12_small_6738">
            <a:extLst>
              <a:ext uri="{FF2B5EF4-FFF2-40B4-BE49-F238E27FC236}">
                <a16:creationId xmlns:a16="http://schemas.microsoft.com/office/drawing/2014/main" id="{A0249889-0BBB-47AA-B18D-ABBA9DDBCC13}"/>
              </a:ext>
            </a:extLst>
          </p:cNvPr>
          <p:cNvSpPr>
            <a:spLocks noGrp="1"/>
          </p:cNvSpPr>
          <p:nvPr/>
        </p:nvSpPr>
        <p:spPr>
          <a:xfrm>
            <a:off x="108899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3" name="12_small_6739">
            <a:extLst>
              <a:ext uri="{FF2B5EF4-FFF2-40B4-BE49-F238E27FC236}">
                <a16:creationId xmlns:a16="http://schemas.microsoft.com/office/drawing/2014/main" id="{3B0D349B-1159-4249-AF73-05AFCFF068EA}"/>
              </a:ext>
            </a:extLst>
          </p:cNvPr>
          <p:cNvSpPr>
            <a:spLocks noGrp="1"/>
          </p:cNvSpPr>
          <p:nvPr/>
        </p:nvSpPr>
        <p:spPr>
          <a:xfrm>
            <a:off x="105838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4" name="12_small_6740">
            <a:extLst>
              <a:ext uri="{FF2B5EF4-FFF2-40B4-BE49-F238E27FC236}">
                <a16:creationId xmlns:a16="http://schemas.microsoft.com/office/drawing/2014/main" id="{C3FA91C9-773C-4892-8886-53DFB3118DF6}"/>
              </a:ext>
            </a:extLst>
          </p:cNvPr>
          <p:cNvSpPr>
            <a:spLocks noGrp="1"/>
          </p:cNvSpPr>
          <p:nvPr/>
        </p:nvSpPr>
        <p:spPr>
          <a:xfrm>
            <a:off x="101864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5" name="12_small_6741">
            <a:extLst>
              <a:ext uri="{FF2B5EF4-FFF2-40B4-BE49-F238E27FC236}">
                <a16:creationId xmlns:a16="http://schemas.microsoft.com/office/drawing/2014/main" id="{986241E7-1CCB-47E9-BCDA-E4E5A1C7C1C1}"/>
              </a:ext>
            </a:extLst>
          </p:cNvPr>
          <p:cNvSpPr>
            <a:spLocks noGrp="1"/>
          </p:cNvSpPr>
          <p:nvPr/>
        </p:nvSpPr>
        <p:spPr>
          <a:xfrm>
            <a:off x="111234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6" name="12_small_6742">
            <a:extLst>
              <a:ext uri="{FF2B5EF4-FFF2-40B4-BE49-F238E27FC236}">
                <a16:creationId xmlns:a16="http://schemas.microsoft.com/office/drawing/2014/main" id="{E02323AF-4345-4F7F-A01B-79D9290E1590}"/>
              </a:ext>
            </a:extLst>
          </p:cNvPr>
          <p:cNvSpPr>
            <a:spLocks noGrp="1"/>
          </p:cNvSpPr>
          <p:nvPr/>
        </p:nvSpPr>
        <p:spPr>
          <a:xfrm>
            <a:off x="1091792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7" name="12_small_6743">
            <a:extLst>
              <a:ext uri="{FF2B5EF4-FFF2-40B4-BE49-F238E27FC236}">
                <a16:creationId xmlns:a16="http://schemas.microsoft.com/office/drawing/2014/main" id="{B2B9EBE0-B1E8-494F-8016-7DF6BBB47FA0}"/>
              </a:ext>
            </a:extLst>
          </p:cNvPr>
          <p:cNvSpPr>
            <a:spLocks noGrp="1"/>
          </p:cNvSpPr>
          <p:nvPr/>
        </p:nvSpPr>
        <p:spPr>
          <a:xfrm>
            <a:off x="112022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8" name="12_small_6744">
            <a:extLst>
              <a:ext uri="{FF2B5EF4-FFF2-40B4-BE49-F238E27FC236}">
                <a16:creationId xmlns:a16="http://schemas.microsoft.com/office/drawing/2014/main" id="{4816F80D-318C-434A-93ED-F0AD552B4B69}"/>
              </a:ext>
            </a:extLst>
          </p:cNvPr>
          <p:cNvSpPr>
            <a:spLocks noGrp="1"/>
          </p:cNvSpPr>
          <p:nvPr/>
        </p:nvSpPr>
        <p:spPr>
          <a:xfrm>
            <a:off x="1120219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79" name="12_small_6745">
            <a:extLst>
              <a:ext uri="{FF2B5EF4-FFF2-40B4-BE49-F238E27FC236}">
                <a16:creationId xmlns:a16="http://schemas.microsoft.com/office/drawing/2014/main" id="{2DD205EE-39E2-4719-AE46-001451EA2271}"/>
              </a:ext>
            </a:extLst>
          </p:cNvPr>
          <p:cNvSpPr>
            <a:spLocks noGrp="1"/>
          </p:cNvSpPr>
          <p:nvPr/>
        </p:nvSpPr>
        <p:spPr>
          <a:xfrm>
            <a:off x="103987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0" name="12_small_6746">
            <a:extLst>
              <a:ext uri="{FF2B5EF4-FFF2-40B4-BE49-F238E27FC236}">
                <a16:creationId xmlns:a16="http://schemas.microsoft.com/office/drawing/2014/main" id="{90E0A237-2867-4068-8E2B-8E4134D9265F}"/>
              </a:ext>
            </a:extLst>
          </p:cNvPr>
          <p:cNvSpPr>
            <a:spLocks noGrp="1"/>
          </p:cNvSpPr>
          <p:nvPr/>
        </p:nvSpPr>
        <p:spPr>
          <a:xfrm>
            <a:off x="105339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1" name="12_small_6747">
            <a:extLst>
              <a:ext uri="{FF2B5EF4-FFF2-40B4-BE49-F238E27FC236}">
                <a16:creationId xmlns:a16="http://schemas.microsoft.com/office/drawing/2014/main" id="{1D3BD2D3-5702-451C-92E0-506E867BC4AB}"/>
              </a:ext>
            </a:extLst>
          </p:cNvPr>
          <p:cNvSpPr>
            <a:spLocks noGrp="1"/>
          </p:cNvSpPr>
          <p:nvPr/>
        </p:nvSpPr>
        <p:spPr>
          <a:xfrm>
            <a:off x="101109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2" name="12_small_6748">
            <a:extLst>
              <a:ext uri="{FF2B5EF4-FFF2-40B4-BE49-F238E27FC236}">
                <a16:creationId xmlns:a16="http://schemas.microsoft.com/office/drawing/2014/main" id="{646296D9-C352-4A5B-8327-88A17F18A9B8}"/>
              </a:ext>
            </a:extLst>
          </p:cNvPr>
          <p:cNvSpPr>
            <a:spLocks noGrp="1"/>
          </p:cNvSpPr>
          <p:nvPr/>
        </p:nvSpPr>
        <p:spPr>
          <a:xfrm>
            <a:off x="140605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3" name="12_small_6749">
            <a:extLst>
              <a:ext uri="{FF2B5EF4-FFF2-40B4-BE49-F238E27FC236}">
                <a16:creationId xmlns:a16="http://schemas.microsoft.com/office/drawing/2014/main" id="{A208D8A2-649B-4C15-A862-4BDC1D5B4FE7}"/>
              </a:ext>
            </a:extLst>
          </p:cNvPr>
          <p:cNvSpPr>
            <a:spLocks noGrp="1"/>
          </p:cNvSpPr>
          <p:nvPr/>
        </p:nvSpPr>
        <p:spPr>
          <a:xfrm>
            <a:off x="151033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4" name="12_small_6750">
            <a:extLst>
              <a:ext uri="{FF2B5EF4-FFF2-40B4-BE49-F238E27FC236}">
                <a16:creationId xmlns:a16="http://schemas.microsoft.com/office/drawing/2014/main" id="{B9D91455-C929-4109-9CD6-A0A5786542A6}"/>
              </a:ext>
            </a:extLst>
          </p:cNvPr>
          <p:cNvSpPr>
            <a:spLocks noGrp="1"/>
          </p:cNvSpPr>
          <p:nvPr/>
        </p:nvSpPr>
        <p:spPr>
          <a:xfrm>
            <a:off x="150877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5" name="12_small_6751">
            <a:extLst>
              <a:ext uri="{FF2B5EF4-FFF2-40B4-BE49-F238E27FC236}">
                <a16:creationId xmlns:a16="http://schemas.microsoft.com/office/drawing/2014/main" id="{48039D3F-178B-45A7-BF47-71AA8CE153AE}"/>
              </a:ext>
            </a:extLst>
          </p:cNvPr>
          <p:cNvSpPr>
            <a:spLocks noGrp="1"/>
          </p:cNvSpPr>
          <p:nvPr/>
        </p:nvSpPr>
        <p:spPr>
          <a:xfrm>
            <a:off x="142947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6" name="12_small_6752">
            <a:extLst>
              <a:ext uri="{FF2B5EF4-FFF2-40B4-BE49-F238E27FC236}">
                <a16:creationId xmlns:a16="http://schemas.microsoft.com/office/drawing/2014/main" id="{B586B7F9-0D74-4A7A-82A2-BC250493EAEC}"/>
              </a:ext>
            </a:extLst>
          </p:cNvPr>
          <p:cNvSpPr>
            <a:spLocks noGrp="1"/>
          </p:cNvSpPr>
          <p:nvPr/>
        </p:nvSpPr>
        <p:spPr>
          <a:xfrm>
            <a:off x="151165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7" name="12_small_6753">
            <a:extLst>
              <a:ext uri="{FF2B5EF4-FFF2-40B4-BE49-F238E27FC236}">
                <a16:creationId xmlns:a16="http://schemas.microsoft.com/office/drawing/2014/main" id="{1C9CF62F-6A55-4F3D-A99B-C835F9C215BA}"/>
              </a:ext>
            </a:extLst>
          </p:cNvPr>
          <p:cNvSpPr>
            <a:spLocks noGrp="1"/>
          </p:cNvSpPr>
          <p:nvPr/>
        </p:nvSpPr>
        <p:spPr>
          <a:xfrm>
            <a:off x="1481273" y="29693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8" name="12_small_6754">
            <a:extLst>
              <a:ext uri="{FF2B5EF4-FFF2-40B4-BE49-F238E27FC236}">
                <a16:creationId xmlns:a16="http://schemas.microsoft.com/office/drawing/2014/main" id="{64D7A21A-82CA-48E0-AF93-E558CC9EF6BC}"/>
              </a:ext>
            </a:extLst>
          </p:cNvPr>
          <p:cNvSpPr>
            <a:spLocks noGrp="1"/>
          </p:cNvSpPr>
          <p:nvPr/>
        </p:nvSpPr>
        <p:spPr>
          <a:xfrm>
            <a:off x="1388719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89" name="12_small_6755">
            <a:extLst>
              <a:ext uri="{FF2B5EF4-FFF2-40B4-BE49-F238E27FC236}">
                <a16:creationId xmlns:a16="http://schemas.microsoft.com/office/drawing/2014/main" id="{573B0CA5-E1B7-4EE1-B229-B49235A043E8}"/>
              </a:ext>
            </a:extLst>
          </p:cNvPr>
          <p:cNvSpPr>
            <a:spLocks noGrp="1"/>
          </p:cNvSpPr>
          <p:nvPr/>
        </p:nvSpPr>
        <p:spPr>
          <a:xfrm>
            <a:off x="1420985" y="35474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0" name="12_small_6756">
            <a:extLst>
              <a:ext uri="{FF2B5EF4-FFF2-40B4-BE49-F238E27FC236}">
                <a16:creationId xmlns:a16="http://schemas.microsoft.com/office/drawing/2014/main" id="{D3800CC7-0205-4F02-B9DC-2ADAE37076E6}"/>
              </a:ext>
            </a:extLst>
          </p:cNvPr>
          <p:cNvSpPr>
            <a:spLocks noGrp="1"/>
          </p:cNvSpPr>
          <p:nvPr/>
        </p:nvSpPr>
        <p:spPr>
          <a:xfrm>
            <a:off x="143789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1" name="12_small_6757">
            <a:extLst>
              <a:ext uri="{FF2B5EF4-FFF2-40B4-BE49-F238E27FC236}">
                <a16:creationId xmlns:a16="http://schemas.microsoft.com/office/drawing/2014/main" id="{121E54F4-6C05-4CC4-9AAF-5C753FEC94C4}"/>
              </a:ext>
            </a:extLst>
          </p:cNvPr>
          <p:cNvSpPr>
            <a:spLocks noGrp="1"/>
          </p:cNvSpPr>
          <p:nvPr/>
        </p:nvSpPr>
        <p:spPr>
          <a:xfrm>
            <a:off x="142271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2" name="12_small_6758">
            <a:extLst>
              <a:ext uri="{FF2B5EF4-FFF2-40B4-BE49-F238E27FC236}">
                <a16:creationId xmlns:a16="http://schemas.microsoft.com/office/drawing/2014/main" id="{CC6B6DD7-D3A2-4EA8-8D5A-1320478603AE}"/>
              </a:ext>
            </a:extLst>
          </p:cNvPr>
          <p:cNvSpPr>
            <a:spLocks noGrp="1"/>
          </p:cNvSpPr>
          <p:nvPr/>
        </p:nvSpPr>
        <p:spPr>
          <a:xfrm>
            <a:off x="147656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3" name="12_small_6759">
            <a:extLst>
              <a:ext uri="{FF2B5EF4-FFF2-40B4-BE49-F238E27FC236}">
                <a16:creationId xmlns:a16="http://schemas.microsoft.com/office/drawing/2014/main" id="{155F79EB-19BE-428D-8A0B-A057737C5A6E}"/>
              </a:ext>
            </a:extLst>
          </p:cNvPr>
          <p:cNvSpPr>
            <a:spLocks noGrp="1"/>
          </p:cNvSpPr>
          <p:nvPr/>
        </p:nvSpPr>
        <p:spPr>
          <a:xfrm>
            <a:off x="138147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4" name="12_small_6760">
            <a:extLst>
              <a:ext uri="{FF2B5EF4-FFF2-40B4-BE49-F238E27FC236}">
                <a16:creationId xmlns:a16="http://schemas.microsoft.com/office/drawing/2014/main" id="{7A9B1C39-53C0-4120-A9E8-5C2C44B4A709}"/>
              </a:ext>
            </a:extLst>
          </p:cNvPr>
          <p:cNvSpPr>
            <a:spLocks noGrp="1"/>
          </p:cNvSpPr>
          <p:nvPr/>
        </p:nvSpPr>
        <p:spPr>
          <a:xfrm>
            <a:off x="142187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5" name="12_small_6761">
            <a:extLst>
              <a:ext uri="{FF2B5EF4-FFF2-40B4-BE49-F238E27FC236}">
                <a16:creationId xmlns:a16="http://schemas.microsoft.com/office/drawing/2014/main" id="{F335850D-DA35-4B86-B64A-BA1DBDCAC97D}"/>
              </a:ext>
            </a:extLst>
          </p:cNvPr>
          <p:cNvSpPr>
            <a:spLocks noGrp="1"/>
          </p:cNvSpPr>
          <p:nvPr/>
        </p:nvSpPr>
        <p:spPr>
          <a:xfrm>
            <a:off x="137607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6" name="12_small_6762">
            <a:extLst>
              <a:ext uri="{FF2B5EF4-FFF2-40B4-BE49-F238E27FC236}">
                <a16:creationId xmlns:a16="http://schemas.microsoft.com/office/drawing/2014/main" id="{3A984469-C622-461B-8C66-45B44C45F9D7}"/>
              </a:ext>
            </a:extLst>
          </p:cNvPr>
          <p:cNvSpPr>
            <a:spLocks noGrp="1"/>
          </p:cNvSpPr>
          <p:nvPr/>
        </p:nvSpPr>
        <p:spPr>
          <a:xfrm>
            <a:off x="15058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7" name="12_small_6763">
            <a:extLst>
              <a:ext uri="{FF2B5EF4-FFF2-40B4-BE49-F238E27FC236}">
                <a16:creationId xmlns:a16="http://schemas.microsoft.com/office/drawing/2014/main" id="{059409D7-6409-4FFA-A1E0-14F230597BD2}"/>
              </a:ext>
            </a:extLst>
          </p:cNvPr>
          <p:cNvSpPr>
            <a:spLocks noGrp="1"/>
          </p:cNvSpPr>
          <p:nvPr/>
        </p:nvSpPr>
        <p:spPr>
          <a:xfrm>
            <a:off x="13986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8" name="12_small_6764">
            <a:extLst>
              <a:ext uri="{FF2B5EF4-FFF2-40B4-BE49-F238E27FC236}">
                <a16:creationId xmlns:a16="http://schemas.microsoft.com/office/drawing/2014/main" id="{FAC42E57-60DB-475B-AB9E-3560BD9C7127}"/>
              </a:ext>
            </a:extLst>
          </p:cNvPr>
          <p:cNvSpPr>
            <a:spLocks noGrp="1"/>
          </p:cNvSpPr>
          <p:nvPr/>
        </p:nvSpPr>
        <p:spPr>
          <a:xfrm>
            <a:off x="1393338" y="35576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799" name="12_small_6765">
            <a:extLst>
              <a:ext uri="{FF2B5EF4-FFF2-40B4-BE49-F238E27FC236}">
                <a16:creationId xmlns:a16="http://schemas.microsoft.com/office/drawing/2014/main" id="{C0BA1C8D-4748-4E61-9EAE-30380599280D}"/>
              </a:ext>
            </a:extLst>
          </p:cNvPr>
          <p:cNvSpPr>
            <a:spLocks noGrp="1"/>
          </p:cNvSpPr>
          <p:nvPr/>
        </p:nvSpPr>
        <p:spPr>
          <a:xfrm>
            <a:off x="1442102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0" name="12_small_6766">
            <a:extLst>
              <a:ext uri="{FF2B5EF4-FFF2-40B4-BE49-F238E27FC236}">
                <a16:creationId xmlns:a16="http://schemas.microsoft.com/office/drawing/2014/main" id="{CB5550BB-CEF9-43CE-A661-A07DC8E805F8}"/>
              </a:ext>
            </a:extLst>
          </p:cNvPr>
          <p:cNvSpPr>
            <a:spLocks noGrp="1"/>
          </p:cNvSpPr>
          <p:nvPr/>
        </p:nvSpPr>
        <p:spPr>
          <a:xfrm>
            <a:off x="139917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1" name="12_small_6767">
            <a:extLst>
              <a:ext uri="{FF2B5EF4-FFF2-40B4-BE49-F238E27FC236}">
                <a16:creationId xmlns:a16="http://schemas.microsoft.com/office/drawing/2014/main" id="{3FA3E0D4-E014-4E28-A367-07C0A02EC815}"/>
              </a:ext>
            </a:extLst>
          </p:cNvPr>
          <p:cNvSpPr>
            <a:spLocks noGrp="1"/>
          </p:cNvSpPr>
          <p:nvPr/>
        </p:nvSpPr>
        <p:spPr>
          <a:xfrm>
            <a:off x="137012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2" name="12_small_6768">
            <a:extLst>
              <a:ext uri="{FF2B5EF4-FFF2-40B4-BE49-F238E27FC236}">
                <a16:creationId xmlns:a16="http://schemas.microsoft.com/office/drawing/2014/main" id="{9BD36770-48D5-4ED0-8D1C-EB3FD018B978}"/>
              </a:ext>
            </a:extLst>
          </p:cNvPr>
          <p:cNvSpPr>
            <a:spLocks noGrp="1"/>
          </p:cNvSpPr>
          <p:nvPr/>
        </p:nvSpPr>
        <p:spPr>
          <a:xfrm>
            <a:off x="143454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3" name="12_small_6769">
            <a:extLst>
              <a:ext uri="{FF2B5EF4-FFF2-40B4-BE49-F238E27FC236}">
                <a16:creationId xmlns:a16="http://schemas.microsoft.com/office/drawing/2014/main" id="{67D1D99A-FEFC-4241-84C4-6C3E817EBC5B}"/>
              </a:ext>
            </a:extLst>
          </p:cNvPr>
          <p:cNvSpPr>
            <a:spLocks noGrp="1"/>
          </p:cNvSpPr>
          <p:nvPr/>
        </p:nvSpPr>
        <p:spPr>
          <a:xfrm>
            <a:off x="1425573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4" name="12_small_6770">
            <a:extLst>
              <a:ext uri="{FF2B5EF4-FFF2-40B4-BE49-F238E27FC236}">
                <a16:creationId xmlns:a16="http://schemas.microsoft.com/office/drawing/2014/main" id="{A013B2BA-67AA-44C9-B0A3-0DAFC9F6A39B}"/>
              </a:ext>
            </a:extLst>
          </p:cNvPr>
          <p:cNvSpPr>
            <a:spLocks noGrp="1"/>
          </p:cNvSpPr>
          <p:nvPr/>
        </p:nvSpPr>
        <p:spPr>
          <a:xfrm>
            <a:off x="136802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5" name="12_small_6771">
            <a:extLst>
              <a:ext uri="{FF2B5EF4-FFF2-40B4-BE49-F238E27FC236}">
                <a16:creationId xmlns:a16="http://schemas.microsoft.com/office/drawing/2014/main" id="{B3E60763-D495-4BEF-B980-1E08949EC4BD}"/>
              </a:ext>
            </a:extLst>
          </p:cNvPr>
          <p:cNvSpPr>
            <a:spLocks noGrp="1"/>
          </p:cNvSpPr>
          <p:nvPr/>
        </p:nvSpPr>
        <p:spPr>
          <a:xfrm>
            <a:off x="147474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6" name="12_small_6772">
            <a:extLst>
              <a:ext uri="{FF2B5EF4-FFF2-40B4-BE49-F238E27FC236}">
                <a16:creationId xmlns:a16="http://schemas.microsoft.com/office/drawing/2014/main" id="{F084EF84-C6CB-457D-A8B5-84F51F702834}"/>
              </a:ext>
            </a:extLst>
          </p:cNvPr>
          <p:cNvSpPr>
            <a:spLocks noGrp="1"/>
          </p:cNvSpPr>
          <p:nvPr/>
        </p:nvSpPr>
        <p:spPr>
          <a:xfrm>
            <a:off x="141890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7" name="12_small_6773">
            <a:extLst>
              <a:ext uri="{FF2B5EF4-FFF2-40B4-BE49-F238E27FC236}">
                <a16:creationId xmlns:a16="http://schemas.microsoft.com/office/drawing/2014/main" id="{5BDC1293-5240-47E8-911C-35F30DEFEAA8}"/>
              </a:ext>
            </a:extLst>
          </p:cNvPr>
          <p:cNvSpPr>
            <a:spLocks noGrp="1"/>
          </p:cNvSpPr>
          <p:nvPr/>
        </p:nvSpPr>
        <p:spPr>
          <a:xfrm>
            <a:off x="150052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8" name="12_small_6774">
            <a:extLst>
              <a:ext uri="{FF2B5EF4-FFF2-40B4-BE49-F238E27FC236}">
                <a16:creationId xmlns:a16="http://schemas.microsoft.com/office/drawing/2014/main" id="{6D11D40E-E135-4A21-AD4F-53A35ED02E38}"/>
              </a:ext>
            </a:extLst>
          </p:cNvPr>
          <p:cNvSpPr>
            <a:spLocks noGrp="1"/>
          </p:cNvSpPr>
          <p:nvPr/>
        </p:nvSpPr>
        <p:spPr>
          <a:xfrm>
            <a:off x="141296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09" name="12_small_6775">
            <a:extLst>
              <a:ext uri="{FF2B5EF4-FFF2-40B4-BE49-F238E27FC236}">
                <a16:creationId xmlns:a16="http://schemas.microsoft.com/office/drawing/2014/main" id="{6B3AC812-1F89-4E02-B486-11F5CEC4FA84}"/>
              </a:ext>
            </a:extLst>
          </p:cNvPr>
          <p:cNvSpPr>
            <a:spLocks noGrp="1"/>
          </p:cNvSpPr>
          <p:nvPr/>
        </p:nvSpPr>
        <p:spPr>
          <a:xfrm>
            <a:off x="147038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0" name="12_small_6776">
            <a:extLst>
              <a:ext uri="{FF2B5EF4-FFF2-40B4-BE49-F238E27FC236}">
                <a16:creationId xmlns:a16="http://schemas.microsoft.com/office/drawing/2014/main" id="{3A7B7856-18D6-43D0-BC59-54F20B8A334E}"/>
              </a:ext>
            </a:extLst>
          </p:cNvPr>
          <p:cNvSpPr>
            <a:spLocks noGrp="1"/>
          </p:cNvSpPr>
          <p:nvPr/>
        </p:nvSpPr>
        <p:spPr>
          <a:xfrm>
            <a:off x="141124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1" name="12_small_6777">
            <a:extLst>
              <a:ext uri="{FF2B5EF4-FFF2-40B4-BE49-F238E27FC236}">
                <a16:creationId xmlns:a16="http://schemas.microsoft.com/office/drawing/2014/main" id="{CE4BBA2A-A8FF-48C1-A2CD-0D699BDF35DD}"/>
              </a:ext>
            </a:extLst>
          </p:cNvPr>
          <p:cNvSpPr>
            <a:spLocks noGrp="1"/>
          </p:cNvSpPr>
          <p:nvPr/>
        </p:nvSpPr>
        <p:spPr>
          <a:xfrm>
            <a:off x="141643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2" name="12_small_6778">
            <a:extLst>
              <a:ext uri="{FF2B5EF4-FFF2-40B4-BE49-F238E27FC236}">
                <a16:creationId xmlns:a16="http://schemas.microsoft.com/office/drawing/2014/main" id="{79019247-3EB0-4B0B-B5D6-8F84BB314086}"/>
              </a:ext>
            </a:extLst>
          </p:cNvPr>
          <p:cNvSpPr>
            <a:spLocks noGrp="1"/>
          </p:cNvSpPr>
          <p:nvPr/>
        </p:nvSpPr>
        <p:spPr>
          <a:xfrm>
            <a:off x="147496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3" name="12_small_6779">
            <a:extLst>
              <a:ext uri="{FF2B5EF4-FFF2-40B4-BE49-F238E27FC236}">
                <a16:creationId xmlns:a16="http://schemas.microsoft.com/office/drawing/2014/main" id="{AD782C76-8705-4617-BF6A-3AC68DD3EBCB}"/>
              </a:ext>
            </a:extLst>
          </p:cNvPr>
          <p:cNvSpPr>
            <a:spLocks noGrp="1"/>
          </p:cNvSpPr>
          <p:nvPr/>
        </p:nvSpPr>
        <p:spPr>
          <a:xfrm>
            <a:off x="137528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4" name="12_small_6780">
            <a:extLst>
              <a:ext uri="{FF2B5EF4-FFF2-40B4-BE49-F238E27FC236}">
                <a16:creationId xmlns:a16="http://schemas.microsoft.com/office/drawing/2014/main" id="{12E5996C-0C90-4DA5-96C4-EE1DBCC431F0}"/>
              </a:ext>
            </a:extLst>
          </p:cNvPr>
          <p:cNvSpPr>
            <a:spLocks noGrp="1"/>
          </p:cNvSpPr>
          <p:nvPr/>
        </p:nvSpPr>
        <p:spPr>
          <a:xfrm>
            <a:off x="13718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5" name="12_small_6781">
            <a:extLst>
              <a:ext uri="{FF2B5EF4-FFF2-40B4-BE49-F238E27FC236}">
                <a16:creationId xmlns:a16="http://schemas.microsoft.com/office/drawing/2014/main" id="{20AA3ED7-7C14-4546-9E71-56B17B5F7E04}"/>
              </a:ext>
            </a:extLst>
          </p:cNvPr>
          <p:cNvSpPr>
            <a:spLocks noGrp="1"/>
          </p:cNvSpPr>
          <p:nvPr/>
        </p:nvSpPr>
        <p:spPr>
          <a:xfrm>
            <a:off x="14963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6" name="12_small_6782">
            <a:extLst>
              <a:ext uri="{FF2B5EF4-FFF2-40B4-BE49-F238E27FC236}">
                <a16:creationId xmlns:a16="http://schemas.microsoft.com/office/drawing/2014/main" id="{1F62B3CD-A23E-45A7-B6F2-6BB5489C5B01}"/>
              </a:ext>
            </a:extLst>
          </p:cNvPr>
          <p:cNvSpPr>
            <a:spLocks noGrp="1"/>
          </p:cNvSpPr>
          <p:nvPr/>
        </p:nvSpPr>
        <p:spPr>
          <a:xfrm>
            <a:off x="137117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7" name="12_small_6783">
            <a:extLst>
              <a:ext uri="{FF2B5EF4-FFF2-40B4-BE49-F238E27FC236}">
                <a16:creationId xmlns:a16="http://schemas.microsoft.com/office/drawing/2014/main" id="{EE4A2F0D-B037-487D-9050-2353A67B9DF8}"/>
              </a:ext>
            </a:extLst>
          </p:cNvPr>
          <p:cNvSpPr>
            <a:spLocks noGrp="1"/>
          </p:cNvSpPr>
          <p:nvPr/>
        </p:nvSpPr>
        <p:spPr>
          <a:xfrm>
            <a:off x="141804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8" name="12_small_6784">
            <a:extLst>
              <a:ext uri="{FF2B5EF4-FFF2-40B4-BE49-F238E27FC236}">
                <a16:creationId xmlns:a16="http://schemas.microsoft.com/office/drawing/2014/main" id="{B4B0CBA1-C29C-4BED-9EF1-B061A6FD0922}"/>
              </a:ext>
            </a:extLst>
          </p:cNvPr>
          <p:cNvSpPr>
            <a:spLocks noGrp="1"/>
          </p:cNvSpPr>
          <p:nvPr/>
        </p:nvSpPr>
        <p:spPr>
          <a:xfrm>
            <a:off x="143488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19" name="12_small_6785">
            <a:extLst>
              <a:ext uri="{FF2B5EF4-FFF2-40B4-BE49-F238E27FC236}">
                <a16:creationId xmlns:a16="http://schemas.microsoft.com/office/drawing/2014/main" id="{32F8E23C-EFEA-486A-957D-E20E93E00DB6}"/>
              </a:ext>
            </a:extLst>
          </p:cNvPr>
          <p:cNvSpPr>
            <a:spLocks noGrp="1"/>
          </p:cNvSpPr>
          <p:nvPr/>
        </p:nvSpPr>
        <p:spPr>
          <a:xfrm>
            <a:off x="13862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0" name="12_small_6786">
            <a:extLst>
              <a:ext uri="{FF2B5EF4-FFF2-40B4-BE49-F238E27FC236}">
                <a16:creationId xmlns:a16="http://schemas.microsoft.com/office/drawing/2014/main" id="{24535AB6-7D09-4E95-9CAF-20C51493BFC3}"/>
              </a:ext>
            </a:extLst>
          </p:cNvPr>
          <p:cNvSpPr>
            <a:spLocks noGrp="1"/>
          </p:cNvSpPr>
          <p:nvPr/>
        </p:nvSpPr>
        <p:spPr>
          <a:xfrm>
            <a:off x="141777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1" name="12_small_6787">
            <a:extLst>
              <a:ext uri="{FF2B5EF4-FFF2-40B4-BE49-F238E27FC236}">
                <a16:creationId xmlns:a16="http://schemas.microsoft.com/office/drawing/2014/main" id="{D1C46331-CE26-4319-B8E3-19EF0F47D629}"/>
              </a:ext>
            </a:extLst>
          </p:cNvPr>
          <p:cNvSpPr>
            <a:spLocks noGrp="1"/>
          </p:cNvSpPr>
          <p:nvPr/>
        </p:nvSpPr>
        <p:spPr>
          <a:xfrm>
            <a:off x="141022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2" name="12_small_6788">
            <a:extLst>
              <a:ext uri="{FF2B5EF4-FFF2-40B4-BE49-F238E27FC236}">
                <a16:creationId xmlns:a16="http://schemas.microsoft.com/office/drawing/2014/main" id="{6D00D205-874C-4894-9BD2-3570F21319BC}"/>
              </a:ext>
            </a:extLst>
          </p:cNvPr>
          <p:cNvSpPr>
            <a:spLocks noGrp="1"/>
          </p:cNvSpPr>
          <p:nvPr/>
        </p:nvSpPr>
        <p:spPr>
          <a:xfrm>
            <a:off x="1500759" y="3492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3" name="12_small_6789">
            <a:extLst>
              <a:ext uri="{FF2B5EF4-FFF2-40B4-BE49-F238E27FC236}">
                <a16:creationId xmlns:a16="http://schemas.microsoft.com/office/drawing/2014/main" id="{71AA387E-6A24-4E55-88AC-CAB44305F519}"/>
              </a:ext>
            </a:extLst>
          </p:cNvPr>
          <p:cNvSpPr>
            <a:spLocks noGrp="1"/>
          </p:cNvSpPr>
          <p:nvPr/>
        </p:nvSpPr>
        <p:spPr>
          <a:xfrm>
            <a:off x="145146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4" name="12_small_6790">
            <a:extLst>
              <a:ext uri="{FF2B5EF4-FFF2-40B4-BE49-F238E27FC236}">
                <a16:creationId xmlns:a16="http://schemas.microsoft.com/office/drawing/2014/main" id="{97478188-3954-47E6-88AB-B0A44A6C727B}"/>
              </a:ext>
            </a:extLst>
          </p:cNvPr>
          <p:cNvSpPr>
            <a:spLocks noGrp="1"/>
          </p:cNvSpPr>
          <p:nvPr/>
        </p:nvSpPr>
        <p:spPr>
          <a:xfrm>
            <a:off x="144834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5" name="12_small_6791">
            <a:extLst>
              <a:ext uri="{FF2B5EF4-FFF2-40B4-BE49-F238E27FC236}">
                <a16:creationId xmlns:a16="http://schemas.microsoft.com/office/drawing/2014/main" id="{32708342-D6ED-4BBB-A8AD-96E1DE1A3167}"/>
              </a:ext>
            </a:extLst>
          </p:cNvPr>
          <p:cNvSpPr>
            <a:spLocks noGrp="1"/>
          </p:cNvSpPr>
          <p:nvPr/>
        </p:nvSpPr>
        <p:spPr>
          <a:xfrm>
            <a:off x="148887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6" name="12_small_6792">
            <a:extLst>
              <a:ext uri="{FF2B5EF4-FFF2-40B4-BE49-F238E27FC236}">
                <a16:creationId xmlns:a16="http://schemas.microsoft.com/office/drawing/2014/main" id="{8CDFD6ED-B55D-4B0B-8B1B-E61A9766BDBE}"/>
              </a:ext>
            </a:extLst>
          </p:cNvPr>
          <p:cNvSpPr>
            <a:spLocks noGrp="1"/>
          </p:cNvSpPr>
          <p:nvPr/>
        </p:nvSpPr>
        <p:spPr>
          <a:xfrm>
            <a:off x="142863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7" name="12_small_6793">
            <a:extLst>
              <a:ext uri="{FF2B5EF4-FFF2-40B4-BE49-F238E27FC236}">
                <a16:creationId xmlns:a16="http://schemas.microsoft.com/office/drawing/2014/main" id="{A756B472-817A-4FF2-B88B-A67B4B320B3F}"/>
              </a:ext>
            </a:extLst>
          </p:cNvPr>
          <p:cNvSpPr>
            <a:spLocks noGrp="1"/>
          </p:cNvSpPr>
          <p:nvPr/>
        </p:nvSpPr>
        <p:spPr>
          <a:xfrm>
            <a:off x="150394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8" name="12_small_6794">
            <a:extLst>
              <a:ext uri="{FF2B5EF4-FFF2-40B4-BE49-F238E27FC236}">
                <a16:creationId xmlns:a16="http://schemas.microsoft.com/office/drawing/2014/main" id="{22155130-9A76-4ED7-A6D7-B6E2E394534E}"/>
              </a:ext>
            </a:extLst>
          </p:cNvPr>
          <p:cNvSpPr>
            <a:spLocks noGrp="1"/>
          </p:cNvSpPr>
          <p:nvPr/>
        </p:nvSpPr>
        <p:spPr>
          <a:xfrm>
            <a:off x="147129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29" name="12_small_6795">
            <a:extLst>
              <a:ext uri="{FF2B5EF4-FFF2-40B4-BE49-F238E27FC236}">
                <a16:creationId xmlns:a16="http://schemas.microsoft.com/office/drawing/2014/main" id="{7373CA55-DC77-43FE-8B4D-16068B68A19E}"/>
              </a:ext>
            </a:extLst>
          </p:cNvPr>
          <p:cNvSpPr>
            <a:spLocks noGrp="1"/>
          </p:cNvSpPr>
          <p:nvPr/>
        </p:nvSpPr>
        <p:spPr>
          <a:xfrm>
            <a:off x="140319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0" name="12_small_6796">
            <a:extLst>
              <a:ext uri="{FF2B5EF4-FFF2-40B4-BE49-F238E27FC236}">
                <a16:creationId xmlns:a16="http://schemas.microsoft.com/office/drawing/2014/main" id="{D6723631-FC0D-4147-8829-770319143634}"/>
              </a:ext>
            </a:extLst>
          </p:cNvPr>
          <p:cNvSpPr>
            <a:spLocks noGrp="1"/>
          </p:cNvSpPr>
          <p:nvPr/>
        </p:nvSpPr>
        <p:spPr>
          <a:xfrm>
            <a:off x="136585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1" name="12_small_6797">
            <a:extLst>
              <a:ext uri="{FF2B5EF4-FFF2-40B4-BE49-F238E27FC236}">
                <a16:creationId xmlns:a16="http://schemas.microsoft.com/office/drawing/2014/main" id="{3B43EAAF-75CE-4B5D-B7E6-F661BFF37139}"/>
              </a:ext>
            </a:extLst>
          </p:cNvPr>
          <p:cNvSpPr>
            <a:spLocks noGrp="1"/>
          </p:cNvSpPr>
          <p:nvPr/>
        </p:nvSpPr>
        <p:spPr>
          <a:xfrm>
            <a:off x="149133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2" name="12_small_6798">
            <a:extLst>
              <a:ext uri="{FF2B5EF4-FFF2-40B4-BE49-F238E27FC236}">
                <a16:creationId xmlns:a16="http://schemas.microsoft.com/office/drawing/2014/main" id="{556E4566-4293-482F-B5BC-3484886F4DFC}"/>
              </a:ext>
            </a:extLst>
          </p:cNvPr>
          <p:cNvSpPr>
            <a:spLocks noGrp="1"/>
          </p:cNvSpPr>
          <p:nvPr/>
        </p:nvSpPr>
        <p:spPr>
          <a:xfrm>
            <a:off x="150715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3" name="12_small_6799">
            <a:extLst>
              <a:ext uri="{FF2B5EF4-FFF2-40B4-BE49-F238E27FC236}">
                <a16:creationId xmlns:a16="http://schemas.microsoft.com/office/drawing/2014/main" id="{60A8EBD0-5A8E-4D62-998F-91002D7C19B7}"/>
              </a:ext>
            </a:extLst>
          </p:cNvPr>
          <p:cNvSpPr>
            <a:spLocks noGrp="1"/>
          </p:cNvSpPr>
          <p:nvPr/>
        </p:nvSpPr>
        <p:spPr>
          <a:xfrm>
            <a:off x="144246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4" name="12_small_6800">
            <a:extLst>
              <a:ext uri="{FF2B5EF4-FFF2-40B4-BE49-F238E27FC236}">
                <a16:creationId xmlns:a16="http://schemas.microsoft.com/office/drawing/2014/main" id="{6B94C5EB-7087-43FB-96FE-EBFE02BED6BE}"/>
              </a:ext>
            </a:extLst>
          </p:cNvPr>
          <p:cNvSpPr>
            <a:spLocks noGrp="1"/>
          </p:cNvSpPr>
          <p:nvPr/>
        </p:nvSpPr>
        <p:spPr>
          <a:xfrm>
            <a:off x="148655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5" name="12_small_6801">
            <a:extLst>
              <a:ext uri="{FF2B5EF4-FFF2-40B4-BE49-F238E27FC236}">
                <a16:creationId xmlns:a16="http://schemas.microsoft.com/office/drawing/2014/main" id="{7A30EDBA-BC00-4244-95D8-5166986BCEC7}"/>
              </a:ext>
            </a:extLst>
          </p:cNvPr>
          <p:cNvSpPr>
            <a:spLocks noGrp="1"/>
          </p:cNvSpPr>
          <p:nvPr/>
        </p:nvSpPr>
        <p:spPr>
          <a:xfrm>
            <a:off x="148120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6" name="12_small_6802">
            <a:extLst>
              <a:ext uri="{FF2B5EF4-FFF2-40B4-BE49-F238E27FC236}">
                <a16:creationId xmlns:a16="http://schemas.microsoft.com/office/drawing/2014/main" id="{EB37A89A-3722-479C-89E2-95D1C26F9E07}"/>
              </a:ext>
            </a:extLst>
          </p:cNvPr>
          <p:cNvSpPr>
            <a:spLocks noGrp="1"/>
          </p:cNvSpPr>
          <p:nvPr/>
        </p:nvSpPr>
        <p:spPr>
          <a:xfrm>
            <a:off x="1388994" y="308664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7" name="12_small_6803">
            <a:extLst>
              <a:ext uri="{FF2B5EF4-FFF2-40B4-BE49-F238E27FC236}">
                <a16:creationId xmlns:a16="http://schemas.microsoft.com/office/drawing/2014/main" id="{268A2329-6664-4119-9FD0-A9C94CCE2C79}"/>
              </a:ext>
            </a:extLst>
          </p:cNvPr>
          <p:cNvSpPr>
            <a:spLocks noGrp="1"/>
          </p:cNvSpPr>
          <p:nvPr/>
        </p:nvSpPr>
        <p:spPr>
          <a:xfrm>
            <a:off x="144973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8" name="12_small_6804">
            <a:extLst>
              <a:ext uri="{FF2B5EF4-FFF2-40B4-BE49-F238E27FC236}">
                <a16:creationId xmlns:a16="http://schemas.microsoft.com/office/drawing/2014/main" id="{332F3C17-30E5-463F-87F5-2320052E502A}"/>
              </a:ext>
            </a:extLst>
          </p:cNvPr>
          <p:cNvSpPr>
            <a:spLocks noGrp="1"/>
          </p:cNvSpPr>
          <p:nvPr/>
        </p:nvSpPr>
        <p:spPr>
          <a:xfrm>
            <a:off x="145401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39" name="12_small_6805">
            <a:extLst>
              <a:ext uri="{FF2B5EF4-FFF2-40B4-BE49-F238E27FC236}">
                <a16:creationId xmlns:a16="http://schemas.microsoft.com/office/drawing/2014/main" id="{ECA04B4E-3F02-4CD1-8130-13AA58179760}"/>
              </a:ext>
            </a:extLst>
          </p:cNvPr>
          <p:cNvSpPr>
            <a:spLocks noGrp="1"/>
          </p:cNvSpPr>
          <p:nvPr/>
        </p:nvSpPr>
        <p:spPr>
          <a:xfrm>
            <a:off x="1490486" y="314808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0" name="12_small_6806">
            <a:extLst>
              <a:ext uri="{FF2B5EF4-FFF2-40B4-BE49-F238E27FC236}">
                <a16:creationId xmlns:a16="http://schemas.microsoft.com/office/drawing/2014/main" id="{A2055D8E-9A7C-4778-A35F-624461D87F45}"/>
              </a:ext>
            </a:extLst>
          </p:cNvPr>
          <p:cNvSpPr>
            <a:spLocks noGrp="1"/>
          </p:cNvSpPr>
          <p:nvPr/>
        </p:nvSpPr>
        <p:spPr>
          <a:xfrm>
            <a:off x="150242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1" name="12_small_6807">
            <a:extLst>
              <a:ext uri="{FF2B5EF4-FFF2-40B4-BE49-F238E27FC236}">
                <a16:creationId xmlns:a16="http://schemas.microsoft.com/office/drawing/2014/main" id="{435B5DFD-A867-48B5-909A-19B8F458FED4}"/>
              </a:ext>
            </a:extLst>
          </p:cNvPr>
          <p:cNvSpPr>
            <a:spLocks noGrp="1"/>
          </p:cNvSpPr>
          <p:nvPr/>
        </p:nvSpPr>
        <p:spPr>
          <a:xfrm>
            <a:off x="149542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2" name="12_small_6808">
            <a:extLst>
              <a:ext uri="{FF2B5EF4-FFF2-40B4-BE49-F238E27FC236}">
                <a16:creationId xmlns:a16="http://schemas.microsoft.com/office/drawing/2014/main" id="{469BF261-3982-4526-B9E8-5C0200EF2327}"/>
              </a:ext>
            </a:extLst>
          </p:cNvPr>
          <p:cNvSpPr>
            <a:spLocks noGrp="1"/>
          </p:cNvSpPr>
          <p:nvPr/>
        </p:nvSpPr>
        <p:spPr>
          <a:xfrm>
            <a:off x="143718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3" name="12_small_6809">
            <a:extLst>
              <a:ext uri="{FF2B5EF4-FFF2-40B4-BE49-F238E27FC236}">
                <a16:creationId xmlns:a16="http://schemas.microsoft.com/office/drawing/2014/main" id="{D1C3F708-5685-4695-A22D-B2EC04068EBB}"/>
              </a:ext>
            </a:extLst>
          </p:cNvPr>
          <p:cNvSpPr>
            <a:spLocks noGrp="1"/>
          </p:cNvSpPr>
          <p:nvPr/>
        </p:nvSpPr>
        <p:spPr>
          <a:xfrm>
            <a:off x="148140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4" name="12_small_6810">
            <a:extLst>
              <a:ext uri="{FF2B5EF4-FFF2-40B4-BE49-F238E27FC236}">
                <a16:creationId xmlns:a16="http://schemas.microsoft.com/office/drawing/2014/main" id="{BE14DE8F-1525-43A3-BC04-0031639CA0CC}"/>
              </a:ext>
            </a:extLst>
          </p:cNvPr>
          <p:cNvSpPr>
            <a:spLocks noGrp="1"/>
          </p:cNvSpPr>
          <p:nvPr/>
        </p:nvSpPr>
        <p:spPr>
          <a:xfrm>
            <a:off x="1462009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5" name="12_small_6811">
            <a:extLst>
              <a:ext uri="{FF2B5EF4-FFF2-40B4-BE49-F238E27FC236}">
                <a16:creationId xmlns:a16="http://schemas.microsoft.com/office/drawing/2014/main" id="{2FAA9A5D-1E1F-42CF-832B-446389A41ED5}"/>
              </a:ext>
            </a:extLst>
          </p:cNvPr>
          <p:cNvSpPr>
            <a:spLocks noGrp="1"/>
          </p:cNvSpPr>
          <p:nvPr/>
        </p:nvSpPr>
        <p:spPr>
          <a:xfrm>
            <a:off x="1401858" y="30603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6" name="12_small_6812">
            <a:extLst>
              <a:ext uri="{FF2B5EF4-FFF2-40B4-BE49-F238E27FC236}">
                <a16:creationId xmlns:a16="http://schemas.microsoft.com/office/drawing/2014/main" id="{38A785C9-92CE-4894-B021-01E4BCF69BEE}"/>
              </a:ext>
            </a:extLst>
          </p:cNvPr>
          <p:cNvSpPr>
            <a:spLocks noGrp="1"/>
          </p:cNvSpPr>
          <p:nvPr/>
        </p:nvSpPr>
        <p:spPr>
          <a:xfrm>
            <a:off x="13846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7" name="12_small_6813">
            <a:extLst>
              <a:ext uri="{FF2B5EF4-FFF2-40B4-BE49-F238E27FC236}">
                <a16:creationId xmlns:a16="http://schemas.microsoft.com/office/drawing/2014/main" id="{6D0CAB96-2366-426B-BE7A-44401C34E8EF}"/>
              </a:ext>
            </a:extLst>
          </p:cNvPr>
          <p:cNvSpPr>
            <a:spLocks noGrp="1"/>
          </p:cNvSpPr>
          <p:nvPr/>
        </p:nvSpPr>
        <p:spPr>
          <a:xfrm>
            <a:off x="1445837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8" name="12_small_6814">
            <a:extLst>
              <a:ext uri="{FF2B5EF4-FFF2-40B4-BE49-F238E27FC236}">
                <a16:creationId xmlns:a16="http://schemas.microsoft.com/office/drawing/2014/main" id="{59AFD41B-E1ED-4090-AE28-9B44A4D03E22}"/>
              </a:ext>
            </a:extLst>
          </p:cNvPr>
          <p:cNvSpPr>
            <a:spLocks noGrp="1"/>
          </p:cNvSpPr>
          <p:nvPr/>
        </p:nvSpPr>
        <p:spPr>
          <a:xfrm>
            <a:off x="1464844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49" name="12_small_6815">
            <a:extLst>
              <a:ext uri="{FF2B5EF4-FFF2-40B4-BE49-F238E27FC236}">
                <a16:creationId xmlns:a16="http://schemas.microsoft.com/office/drawing/2014/main" id="{EAA95C4B-E1E6-48E0-80B4-5002DB19DCC5}"/>
              </a:ext>
            </a:extLst>
          </p:cNvPr>
          <p:cNvSpPr>
            <a:spLocks noGrp="1"/>
          </p:cNvSpPr>
          <p:nvPr/>
        </p:nvSpPr>
        <p:spPr>
          <a:xfrm>
            <a:off x="1479619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0" name="12_small_6816">
            <a:extLst>
              <a:ext uri="{FF2B5EF4-FFF2-40B4-BE49-F238E27FC236}">
                <a16:creationId xmlns:a16="http://schemas.microsoft.com/office/drawing/2014/main" id="{C81C47DB-9A33-4B40-BD49-63DD233CD96C}"/>
              </a:ext>
            </a:extLst>
          </p:cNvPr>
          <p:cNvSpPr>
            <a:spLocks noGrp="1"/>
          </p:cNvSpPr>
          <p:nvPr/>
        </p:nvSpPr>
        <p:spPr>
          <a:xfrm>
            <a:off x="14490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1" name="12_small_6817">
            <a:extLst>
              <a:ext uri="{FF2B5EF4-FFF2-40B4-BE49-F238E27FC236}">
                <a16:creationId xmlns:a16="http://schemas.microsoft.com/office/drawing/2014/main" id="{015C4F54-9D51-43FF-9779-DD5118ED4B60}"/>
              </a:ext>
            </a:extLst>
          </p:cNvPr>
          <p:cNvSpPr>
            <a:spLocks noGrp="1"/>
          </p:cNvSpPr>
          <p:nvPr/>
        </p:nvSpPr>
        <p:spPr>
          <a:xfrm>
            <a:off x="140926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2" name="12_small_6818">
            <a:extLst>
              <a:ext uri="{FF2B5EF4-FFF2-40B4-BE49-F238E27FC236}">
                <a16:creationId xmlns:a16="http://schemas.microsoft.com/office/drawing/2014/main" id="{58907F98-1176-4426-A79B-B0006082217C}"/>
              </a:ext>
            </a:extLst>
          </p:cNvPr>
          <p:cNvSpPr>
            <a:spLocks noGrp="1"/>
          </p:cNvSpPr>
          <p:nvPr/>
        </p:nvSpPr>
        <p:spPr>
          <a:xfrm>
            <a:off x="15029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3" name="12_small_6819">
            <a:extLst>
              <a:ext uri="{FF2B5EF4-FFF2-40B4-BE49-F238E27FC236}">
                <a16:creationId xmlns:a16="http://schemas.microsoft.com/office/drawing/2014/main" id="{DE45839C-88B3-4A4A-9C5B-2853B82F6BC8}"/>
              </a:ext>
            </a:extLst>
          </p:cNvPr>
          <p:cNvSpPr>
            <a:spLocks noGrp="1"/>
          </p:cNvSpPr>
          <p:nvPr/>
        </p:nvSpPr>
        <p:spPr>
          <a:xfrm>
            <a:off x="14824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4" name="12_small_6820">
            <a:extLst>
              <a:ext uri="{FF2B5EF4-FFF2-40B4-BE49-F238E27FC236}">
                <a16:creationId xmlns:a16="http://schemas.microsoft.com/office/drawing/2014/main" id="{EC149F2C-5384-404A-91B6-00A4C2C8C0A5}"/>
              </a:ext>
            </a:extLst>
          </p:cNvPr>
          <p:cNvSpPr>
            <a:spLocks noGrp="1"/>
          </p:cNvSpPr>
          <p:nvPr/>
        </p:nvSpPr>
        <p:spPr>
          <a:xfrm>
            <a:off x="151085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5" name="12_small_6821">
            <a:extLst>
              <a:ext uri="{FF2B5EF4-FFF2-40B4-BE49-F238E27FC236}">
                <a16:creationId xmlns:a16="http://schemas.microsoft.com/office/drawing/2014/main" id="{C014591C-48CA-40F3-8FB2-6CC50CA597FC}"/>
              </a:ext>
            </a:extLst>
          </p:cNvPr>
          <p:cNvSpPr>
            <a:spLocks noGrp="1"/>
          </p:cNvSpPr>
          <p:nvPr/>
        </p:nvSpPr>
        <p:spPr>
          <a:xfrm>
            <a:off x="151084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6" name="12_small_6822">
            <a:extLst>
              <a:ext uri="{FF2B5EF4-FFF2-40B4-BE49-F238E27FC236}">
                <a16:creationId xmlns:a16="http://schemas.microsoft.com/office/drawing/2014/main" id="{43D28D0F-FC04-4471-93B3-F6B75D060A29}"/>
              </a:ext>
            </a:extLst>
          </p:cNvPr>
          <p:cNvSpPr>
            <a:spLocks noGrp="1"/>
          </p:cNvSpPr>
          <p:nvPr/>
        </p:nvSpPr>
        <p:spPr>
          <a:xfrm>
            <a:off x="143050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7" name="12_small_6823">
            <a:extLst>
              <a:ext uri="{FF2B5EF4-FFF2-40B4-BE49-F238E27FC236}">
                <a16:creationId xmlns:a16="http://schemas.microsoft.com/office/drawing/2014/main" id="{0AC8A88A-2A5A-473D-9E08-79D862658707}"/>
              </a:ext>
            </a:extLst>
          </p:cNvPr>
          <p:cNvSpPr>
            <a:spLocks noGrp="1"/>
          </p:cNvSpPr>
          <p:nvPr/>
        </p:nvSpPr>
        <p:spPr>
          <a:xfrm>
            <a:off x="144401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8" name="12_small_6824">
            <a:extLst>
              <a:ext uri="{FF2B5EF4-FFF2-40B4-BE49-F238E27FC236}">
                <a16:creationId xmlns:a16="http://schemas.microsoft.com/office/drawing/2014/main" id="{31632B80-E217-404B-93B3-441379B91EB9}"/>
              </a:ext>
            </a:extLst>
          </p:cNvPr>
          <p:cNvSpPr>
            <a:spLocks noGrp="1"/>
          </p:cNvSpPr>
          <p:nvPr/>
        </p:nvSpPr>
        <p:spPr>
          <a:xfrm>
            <a:off x="140172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59" name="12_small_6825">
            <a:extLst>
              <a:ext uri="{FF2B5EF4-FFF2-40B4-BE49-F238E27FC236}">
                <a16:creationId xmlns:a16="http://schemas.microsoft.com/office/drawing/2014/main" id="{C9E4B67B-D385-42F4-BB9C-0C933F972ED6}"/>
              </a:ext>
            </a:extLst>
          </p:cNvPr>
          <p:cNvSpPr>
            <a:spLocks noGrp="1"/>
          </p:cNvSpPr>
          <p:nvPr/>
        </p:nvSpPr>
        <p:spPr>
          <a:xfrm>
            <a:off x="218730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0" name="12_small_6826">
            <a:extLst>
              <a:ext uri="{FF2B5EF4-FFF2-40B4-BE49-F238E27FC236}">
                <a16:creationId xmlns:a16="http://schemas.microsoft.com/office/drawing/2014/main" id="{88F28C82-0AC7-41C6-BEDB-94E0DF107B48}"/>
              </a:ext>
            </a:extLst>
          </p:cNvPr>
          <p:cNvSpPr>
            <a:spLocks noGrp="1"/>
          </p:cNvSpPr>
          <p:nvPr/>
        </p:nvSpPr>
        <p:spPr>
          <a:xfrm>
            <a:off x="229158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1" name="12_small_6827">
            <a:extLst>
              <a:ext uri="{FF2B5EF4-FFF2-40B4-BE49-F238E27FC236}">
                <a16:creationId xmlns:a16="http://schemas.microsoft.com/office/drawing/2014/main" id="{03E4A6BB-AF93-4E56-BDA0-169E0B6F0655}"/>
              </a:ext>
            </a:extLst>
          </p:cNvPr>
          <p:cNvSpPr>
            <a:spLocks noGrp="1"/>
          </p:cNvSpPr>
          <p:nvPr/>
        </p:nvSpPr>
        <p:spPr>
          <a:xfrm>
            <a:off x="229002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2" name="12_small_6828">
            <a:extLst>
              <a:ext uri="{FF2B5EF4-FFF2-40B4-BE49-F238E27FC236}">
                <a16:creationId xmlns:a16="http://schemas.microsoft.com/office/drawing/2014/main" id="{DB331CB8-5348-4F9E-A0DD-0BD3188ABE27}"/>
              </a:ext>
            </a:extLst>
          </p:cNvPr>
          <p:cNvSpPr>
            <a:spLocks noGrp="1"/>
          </p:cNvSpPr>
          <p:nvPr/>
        </p:nvSpPr>
        <p:spPr>
          <a:xfrm>
            <a:off x="221072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3" name="12_small_6829">
            <a:extLst>
              <a:ext uri="{FF2B5EF4-FFF2-40B4-BE49-F238E27FC236}">
                <a16:creationId xmlns:a16="http://schemas.microsoft.com/office/drawing/2014/main" id="{65D29A39-951C-4709-B58C-0FFEAD2A2A65}"/>
              </a:ext>
            </a:extLst>
          </p:cNvPr>
          <p:cNvSpPr>
            <a:spLocks noGrp="1"/>
          </p:cNvSpPr>
          <p:nvPr/>
        </p:nvSpPr>
        <p:spPr>
          <a:xfrm>
            <a:off x="229290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4" name="12_small_6830">
            <a:extLst>
              <a:ext uri="{FF2B5EF4-FFF2-40B4-BE49-F238E27FC236}">
                <a16:creationId xmlns:a16="http://schemas.microsoft.com/office/drawing/2014/main" id="{84EED456-BB8E-4F0B-8C89-CD105D20ECCD}"/>
              </a:ext>
            </a:extLst>
          </p:cNvPr>
          <p:cNvSpPr>
            <a:spLocks noGrp="1"/>
          </p:cNvSpPr>
          <p:nvPr/>
        </p:nvSpPr>
        <p:spPr>
          <a:xfrm>
            <a:off x="2262523" y="29693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5" name="12_small_6831">
            <a:extLst>
              <a:ext uri="{FF2B5EF4-FFF2-40B4-BE49-F238E27FC236}">
                <a16:creationId xmlns:a16="http://schemas.microsoft.com/office/drawing/2014/main" id="{BDF7BF93-8289-4695-8B4B-0B0E6297CB61}"/>
              </a:ext>
            </a:extLst>
          </p:cNvPr>
          <p:cNvSpPr>
            <a:spLocks noGrp="1"/>
          </p:cNvSpPr>
          <p:nvPr/>
        </p:nvSpPr>
        <p:spPr>
          <a:xfrm>
            <a:off x="2169969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6" name="12_small_6832">
            <a:extLst>
              <a:ext uri="{FF2B5EF4-FFF2-40B4-BE49-F238E27FC236}">
                <a16:creationId xmlns:a16="http://schemas.microsoft.com/office/drawing/2014/main" id="{323BEE93-76EB-47E1-B9DF-5588A8575B9E}"/>
              </a:ext>
            </a:extLst>
          </p:cNvPr>
          <p:cNvSpPr>
            <a:spLocks noGrp="1"/>
          </p:cNvSpPr>
          <p:nvPr/>
        </p:nvSpPr>
        <p:spPr>
          <a:xfrm>
            <a:off x="2202235" y="35474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7" name="12_small_6833">
            <a:extLst>
              <a:ext uri="{FF2B5EF4-FFF2-40B4-BE49-F238E27FC236}">
                <a16:creationId xmlns:a16="http://schemas.microsoft.com/office/drawing/2014/main" id="{ED51FAC0-2E26-4A74-A07E-D66051ED0398}"/>
              </a:ext>
            </a:extLst>
          </p:cNvPr>
          <p:cNvSpPr>
            <a:spLocks noGrp="1"/>
          </p:cNvSpPr>
          <p:nvPr/>
        </p:nvSpPr>
        <p:spPr>
          <a:xfrm>
            <a:off x="221914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8" name="12_small_6834">
            <a:extLst>
              <a:ext uri="{FF2B5EF4-FFF2-40B4-BE49-F238E27FC236}">
                <a16:creationId xmlns:a16="http://schemas.microsoft.com/office/drawing/2014/main" id="{72F9A593-2B57-4083-8744-D33011DEBE5F}"/>
              </a:ext>
            </a:extLst>
          </p:cNvPr>
          <p:cNvSpPr>
            <a:spLocks noGrp="1"/>
          </p:cNvSpPr>
          <p:nvPr/>
        </p:nvSpPr>
        <p:spPr>
          <a:xfrm>
            <a:off x="220396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69" name="12_small_6835">
            <a:extLst>
              <a:ext uri="{FF2B5EF4-FFF2-40B4-BE49-F238E27FC236}">
                <a16:creationId xmlns:a16="http://schemas.microsoft.com/office/drawing/2014/main" id="{E7B0AE9D-3A44-4C0E-B56A-2AA45F62163F}"/>
              </a:ext>
            </a:extLst>
          </p:cNvPr>
          <p:cNvSpPr>
            <a:spLocks noGrp="1"/>
          </p:cNvSpPr>
          <p:nvPr/>
        </p:nvSpPr>
        <p:spPr>
          <a:xfrm>
            <a:off x="225781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0" name="12_small_6836">
            <a:extLst>
              <a:ext uri="{FF2B5EF4-FFF2-40B4-BE49-F238E27FC236}">
                <a16:creationId xmlns:a16="http://schemas.microsoft.com/office/drawing/2014/main" id="{F13BA000-3982-4A3E-96CB-10D25FE5ECE5}"/>
              </a:ext>
            </a:extLst>
          </p:cNvPr>
          <p:cNvSpPr>
            <a:spLocks noGrp="1"/>
          </p:cNvSpPr>
          <p:nvPr/>
        </p:nvSpPr>
        <p:spPr>
          <a:xfrm>
            <a:off x="216272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1" name="12_small_6837">
            <a:extLst>
              <a:ext uri="{FF2B5EF4-FFF2-40B4-BE49-F238E27FC236}">
                <a16:creationId xmlns:a16="http://schemas.microsoft.com/office/drawing/2014/main" id="{FF980528-9325-4EBC-B7E9-564E5A12E78B}"/>
              </a:ext>
            </a:extLst>
          </p:cNvPr>
          <p:cNvSpPr>
            <a:spLocks noGrp="1"/>
          </p:cNvSpPr>
          <p:nvPr/>
        </p:nvSpPr>
        <p:spPr>
          <a:xfrm>
            <a:off x="220312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2" name="12_small_6838">
            <a:extLst>
              <a:ext uri="{FF2B5EF4-FFF2-40B4-BE49-F238E27FC236}">
                <a16:creationId xmlns:a16="http://schemas.microsoft.com/office/drawing/2014/main" id="{F986DBEF-BC4B-46D1-8535-E1506975F149}"/>
              </a:ext>
            </a:extLst>
          </p:cNvPr>
          <p:cNvSpPr>
            <a:spLocks noGrp="1"/>
          </p:cNvSpPr>
          <p:nvPr/>
        </p:nvSpPr>
        <p:spPr>
          <a:xfrm>
            <a:off x="215732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3" name="12_small_6839">
            <a:extLst>
              <a:ext uri="{FF2B5EF4-FFF2-40B4-BE49-F238E27FC236}">
                <a16:creationId xmlns:a16="http://schemas.microsoft.com/office/drawing/2014/main" id="{1620EC58-0B32-4E9C-A860-E65BEDFF7BC4}"/>
              </a:ext>
            </a:extLst>
          </p:cNvPr>
          <p:cNvSpPr>
            <a:spLocks noGrp="1"/>
          </p:cNvSpPr>
          <p:nvPr/>
        </p:nvSpPr>
        <p:spPr>
          <a:xfrm>
            <a:off x="22870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4" name="12_small_6840">
            <a:extLst>
              <a:ext uri="{FF2B5EF4-FFF2-40B4-BE49-F238E27FC236}">
                <a16:creationId xmlns:a16="http://schemas.microsoft.com/office/drawing/2014/main" id="{D1B6D14A-5429-40AC-9A24-B6F3C2599D85}"/>
              </a:ext>
            </a:extLst>
          </p:cNvPr>
          <p:cNvSpPr>
            <a:spLocks noGrp="1"/>
          </p:cNvSpPr>
          <p:nvPr/>
        </p:nvSpPr>
        <p:spPr>
          <a:xfrm>
            <a:off x="21799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5" name="12_small_6841">
            <a:extLst>
              <a:ext uri="{FF2B5EF4-FFF2-40B4-BE49-F238E27FC236}">
                <a16:creationId xmlns:a16="http://schemas.microsoft.com/office/drawing/2014/main" id="{B12D6FC7-F821-4F45-A95C-EBB1D49FA88B}"/>
              </a:ext>
            </a:extLst>
          </p:cNvPr>
          <p:cNvSpPr>
            <a:spLocks noGrp="1"/>
          </p:cNvSpPr>
          <p:nvPr/>
        </p:nvSpPr>
        <p:spPr>
          <a:xfrm>
            <a:off x="2174588" y="35576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6" name="12_small_6842">
            <a:extLst>
              <a:ext uri="{FF2B5EF4-FFF2-40B4-BE49-F238E27FC236}">
                <a16:creationId xmlns:a16="http://schemas.microsoft.com/office/drawing/2014/main" id="{DBF01E30-C664-4BF6-BAF9-D095408FB107}"/>
              </a:ext>
            </a:extLst>
          </p:cNvPr>
          <p:cNvSpPr>
            <a:spLocks noGrp="1"/>
          </p:cNvSpPr>
          <p:nvPr/>
        </p:nvSpPr>
        <p:spPr>
          <a:xfrm>
            <a:off x="2223352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7" name="12_small_6843">
            <a:extLst>
              <a:ext uri="{FF2B5EF4-FFF2-40B4-BE49-F238E27FC236}">
                <a16:creationId xmlns:a16="http://schemas.microsoft.com/office/drawing/2014/main" id="{65574A8A-60BF-4B92-A1BA-3CA78165840E}"/>
              </a:ext>
            </a:extLst>
          </p:cNvPr>
          <p:cNvSpPr>
            <a:spLocks noGrp="1"/>
          </p:cNvSpPr>
          <p:nvPr/>
        </p:nvSpPr>
        <p:spPr>
          <a:xfrm>
            <a:off x="218042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8" name="12_small_6844">
            <a:extLst>
              <a:ext uri="{FF2B5EF4-FFF2-40B4-BE49-F238E27FC236}">
                <a16:creationId xmlns:a16="http://schemas.microsoft.com/office/drawing/2014/main" id="{D2D219BB-5E7B-47B2-842A-21BF82352290}"/>
              </a:ext>
            </a:extLst>
          </p:cNvPr>
          <p:cNvSpPr>
            <a:spLocks noGrp="1"/>
          </p:cNvSpPr>
          <p:nvPr/>
        </p:nvSpPr>
        <p:spPr>
          <a:xfrm>
            <a:off x="215137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79" name="12_small_6845">
            <a:extLst>
              <a:ext uri="{FF2B5EF4-FFF2-40B4-BE49-F238E27FC236}">
                <a16:creationId xmlns:a16="http://schemas.microsoft.com/office/drawing/2014/main" id="{557B6420-221C-4AEB-A4DF-DB437CB170BE}"/>
              </a:ext>
            </a:extLst>
          </p:cNvPr>
          <p:cNvSpPr>
            <a:spLocks noGrp="1"/>
          </p:cNvSpPr>
          <p:nvPr/>
        </p:nvSpPr>
        <p:spPr>
          <a:xfrm>
            <a:off x="221579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0" name="12_small_6846">
            <a:extLst>
              <a:ext uri="{FF2B5EF4-FFF2-40B4-BE49-F238E27FC236}">
                <a16:creationId xmlns:a16="http://schemas.microsoft.com/office/drawing/2014/main" id="{1ABA631E-0B05-43C5-9018-952A809D1711}"/>
              </a:ext>
            </a:extLst>
          </p:cNvPr>
          <p:cNvSpPr>
            <a:spLocks noGrp="1"/>
          </p:cNvSpPr>
          <p:nvPr/>
        </p:nvSpPr>
        <p:spPr>
          <a:xfrm>
            <a:off x="2206823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1" name="12_small_6847">
            <a:extLst>
              <a:ext uri="{FF2B5EF4-FFF2-40B4-BE49-F238E27FC236}">
                <a16:creationId xmlns:a16="http://schemas.microsoft.com/office/drawing/2014/main" id="{E3BCCBF3-761B-47E4-9DC0-849347232049}"/>
              </a:ext>
            </a:extLst>
          </p:cNvPr>
          <p:cNvSpPr>
            <a:spLocks noGrp="1"/>
          </p:cNvSpPr>
          <p:nvPr/>
        </p:nvSpPr>
        <p:spPr>
          <a:xfrm>
            <a:off x="214927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2" name="12_small_6848">
            <a:extLst>
              <a:ext uri="{FF2B5EF4-FFF2-40B4-BE49-F238E27FC236}">
                <a16:creationId xmlns:a16="http://schemas.microsoft.com/office/drawing/2014/main" id="{E8730120-8323-4CCC-A01E-DEBB4D0AAB35}"/>
              </a:ext>
            </a:extLst>
          </p:cNvPr>
          <p:cNvSpPr>
            <a:spLocks noGrp="1"/>
          </p:cNvSpPr>
          <p:nvPr/>
        </p:nvSpPr>
        <p:spPr>
          <a:xfrm>
            <a:off x="225599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3" name="12_small_6849">
            <a:extLst>
              <a:ext uri="{FF2B5EF4-FFF2-40B4-BE49-F238E27FC236}">
                <a16:creationId xmlns:a16="http://schemas.microsoft.com/office/drawing/2014/main" id="{3769C819-D33D-465D-940B-268F564065CA}"/>
              </a:ext>
            </a:extLst>
          </p:cNvPr>
          <p:cNvSpPr>
            <a:spLocks noGrp="1"/>
          </p:cNvSpPr>
          <p:nvPr/>
        </p:nvSpPr>
        <p:spPr>
          <a:xfrm>
            <a:off x="220015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4" name="12_small_6850">
            <a:extLst>
              <a:ext uri="{FF2B5EF4-FFF2-40B4-BE49-F238E27FC236}">
                <a16:creationId xmlns:a16="http://schemas.microsoft.com/office/drawing/2014/main" id="{375C5928-B769-455D-8936-365B780E3FF5}"/>
              </a:ext>
            </a:extLst>
          </p:cNvPr>
          <p:cNvSpPr>
            <a:spLocks noGrp="1"/>
          </p:cNvSpPr>
          <p:nvPr/>
        </p:nvSpPr>
        <p:spPr>
          <a:xfrm>
            <a:off x="228177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5" name="12_small_6851">
            <a:extLst>
              <a:ext uri="{FF2B5EF4-FFF2-40B4-BE49-F238E27FC236}">
                <a16:creationId xmlns:a16="http://schemas.microsoft.com/office/drawing/2014/main" id="{91D1A8BB-488B-4020-BB71-335895437E3F}"/>
              </a:ext>
            </a:extLst>
          </p:cNvPr>
          <p:cNvSpPr>
            <a:spLocks noGrp="1"/>
          </p:cNvSpPr>
          <p:nvPr/>
        </p:nvSpPr>
        <p:spPr>
          <a:xfrm>
            <a:off x="219421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6" name="12_small_6852">
            <a:extLst>
              <a:ext uri="{FF2B5EF4-FFF2-40B4-BE49-F238E27FC236}">
                <a16:creationId xmlns:a16="http://schemas.microsoft.com/office/drawing/2014/main" id="{DAE6222C-073E-42C4-AFAB-0E90EE7D654C}"/>
              </a:ext>
            </a:extLst>
          </p:cNvPr>
          <p:cNvSpPr>
            <a:spLocks noGrp="1"/>
          </p:cNvSpPr>
          <p:nvPr/>
        </p:nvSpPr>
        <p:spPr>
          <a:xfrm>
            <a:off x="225163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7" name="12_small_6853">
            <a:extLst>
              <a:ext uri="{FF2B5EF4-FFF2-40B4-BE49-F238E27FC236}">
                <a16:creationId xmlns:a16="http://schemas.microsoft.com/office/drawing/2014/main" id="{B1F93691-E576-4C87-992D-E34F24892324}"/>
              </a:ext>
            </a:extLst>
          </p:cNvPr>
          <p:cNvSpPr>
            <a:spLocks noGrp="1"/>
          </p:cNvSpPr>
          <p:nvPr/>
        </p:nvSpPr>
        <p:spPr>
          <a:xfrm>
            <a:off x="219249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8" name="12_small_6854">
            <a:extLst>
              <a:ext uri="{FF2B5EF4-FFF2-40B4-BE49-F238E27FC236}">
                <a16:creationId xmlns:a16="http://schemas.microsoft.com/office/drawing/2014/main" id="{79858527-C2EE-436B-AFAD-510B3F179C61}"/>
              </a:ext>
            </a:extLst>
          </p:cNvPr>
          <p:cNvSpPr>
            <a:spLocks noGrp="1"/>
          </p:cNvSpPr>
          <p:nvPr/>
        </p:nvSpPr>
        <p:spPr>
          <a:xfrm>
            <a:off x="219768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89" name="12_small_6855">
            <a:extLst>
              <a:ext uri="{FF2B5EF4-FFF2-40B4-BE49-F238E27FC236}">
                <a16:creationId xmlns:a16="http://schemas.microsoft.com/office/drawing/2014/main" id="{60DF592D-11F6-4B9D-BB8C-5285A2B6B534}"/>
              </a:ext>
            </a:extLst>
          </p:cNvPr>
          <p:cNvSpPr>
            <a:spLocks noGrp="1"/>
          </p:cNvSpPr>
          <p:nvPr/>
        </p:nvSpPr>
        <p:spPr>
          <a:xfrm>
            <a:off x="225621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0" name="12_small_6856">
            <a:extLst>
              <a:ext uri="{FF2B5EF4-FFF2-40B4-BE49-F238E27FC236}">
                <a16:creationId xmlns:a16="http://schemas.microsoft.com/office/drawing/2014/main" id="{9B8C4569-C604-4FD1-B228-932DD1AC42CB}"/>
              </a:ext>
            </a:extLst>
          </p:cNvPr>
          <p:cNvSpPr>
            <a:spLocks noGrp="1"/>
          </p:cNvSpPr>
          <p:nvPr/>
        </p:nvSpPr>
        <p:spPr>
          <a:xfrm>
            <a:off x="215653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1" name="12_small_6857">
            <a:extLst>
              <a:ext uri="{FF2B5EF4-FFF2-40B4-BE49-F238E27FC236}">
                <a16:creationId xmlns:a16="http://schemas.microsoft.com/office/drawing/2014/main" id="{AA64149D-1E0F-423A-9D36-CB12DA67C69F}"/>
              </a:ext>
            </a:extLst>
          </p:cNvPr>
          <p:cNvSpPr>
            <a:spLocks noGrp="1"/>
          </p:cNvSpPr>
          <p:nvPr/>
        </p:nvSpPr>
        <p:spPr>
          <a:xfrm>
            <a:off x="21530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2" name="12_small_6858">
            <a:extLst>
              <a:ext uri="{FF2B5EF4-FFF2-40B4-BE49-F238E27FC236}">
                <a16:creationId xmlns:a16="http://schemas.microsoft.com/office/drawing/2014/main" id="{6036A084-C6F9-4C7B-ADB1-48D66410E5A8}"/>
              </a:ext>
            </a:extLst>
          </p:cNvPr>
          <p:cNvSpPr>
            <a:spLocks noGrp="1"/>
          </p:cNvSpPr>
          <p:nvPr/>
        </p:nvSpPr>
        <p:spPr>
          <a:xfrm>
            <a:off x="22775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3" name="12_small_6859">
            <a:extLst>
              <a:ext uri="{FF2B5EF4-FFF2-40B4-BE49-F238E27FC236}">
                <a16:creationId xmlns:a16="http://schemas.microsoft.com/office/drawing/2014/main" id="{EE7C05CF-D0A8-4837-8B87-CF363903DAB1}"/>
              </a:ext>
            </a:extLst>
          </p:cNvPr>
          <p:cNvSpPr>
            <a:spLocks noGrp="1"/>
          </p:cNvSpPr>
          <p:nvPr/>
        </p:nvSpPr>
        <p:spPr>
          <a:xfrm>
            <a:off x="215242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4" name="12_small_6860">
            <a:extLst>
              <a:ext uri="{FF2B5EF4-FFF2-40B4-BE49-F238E27FC236}">
                <a16:creationId xmlns:a16="http://schemas.microsoft.com/office/drawing/2014/main" id="{624F1D2C-4304-476A-A19B-7DF87AEA8D37}"/>
              </a:ext>
            </a:extLst>
          </p:cNvPr>
          <p:cNvSpPr>
            <a:spLocks noGrp="1"/>
          </p:cNvSpPr>
          <p:nvPr/>
        </p:nvSpPr>
        <p:spPr>
          <a:xfrm>
            <a:off x="219929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5" name="12_small_6861">
            <a:extLst>
              <a:ext uri="{FF2B5EF4-FFF2-40B4-BE49-F238E27FC236}">
                <a16:creationId xmlns:a16="http://schemas.microsoft.com/office/drawing/2014/main" id="{03A112FD-4C59-4C5C-80A7-7F005A1979B6}"/>
              </a:ext>
            </a:extLst>
          </p:cNvPr>
          <p:cNvSpPr>
            <a:spLocks noGrp="1"/>
          </p:cNvSpPr>
          <p:nvPr/>
        </p:nvSpPr>
        <p:spPr>
          <a:xfrm>
            <a:off x="221613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6" name="12_small_6862">
            <a:extLst>
              <a:ext uri="{FF2B5EF4-FFF2-40B4-BE49-F238E27FC236}">
                <a16:creationId xmlns:a16="http://schemas.microsoft.com/office/drawing/2014/main" id="{8C655E97-B162-4B8F-B7EF-AB748EF3B76F}"/>
              </a:ext>
            </a:extLst>
          </p:cNvPr>
          <p:cNvSpPr>
            <a:spLocks noGrp="1"/>
          </p:cNvSpPr>
          <p:nvPr/>
        </p:nvSpPr>
        <p:spPr>
          <a:xfrm>
            <a:off x="21675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7" name="12_small_6863">
            <a:extLst>
              <a:ext uri="{FF2B5EF4-FFF2-40B4-BE49-F238E27FC236}">
                <a16:creationId xmlns:a16="http://schemas.microsoft.com/office/drawing/2014/main" id="{F5793FC3-3A72-4390-B019-C042BA90FEF7}"/>
              </a:ext>
            </a:extLst>
          </p:cNvPr>
          <p:cNvSpPr>
            <a:spLocks noGrp="1"/>
          </p:cNvSpPr>
          <p:nvPr/>
        </p:nvSpPr>
        <p:spPr>
          <a:xfrm>
            <a:off x="219902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8" name="12_small_6864">
            <a:extLst>
              <a:ext uri="{FF2B5EF4-FFF2-40B4-BE49-F238E27FC236}">
                <a16:creationId xmlns:a16="http://schemas.microsoft.com/office/drawing/2014/main" id="{2D56810C-4931-483A-AE6F-16AEDCCA17D1}"/>
              </a:ext>
            </a:extLst>
          </p:cNvPr>
          <p:cNvSpPr>
            <a:spLocks noGrp="1"/>
          </p:cNvSpPr>
          <p:nvPr/>
        </p:nvSpPr>
        <p:spPr>
          <a:xfrm>
            <a:off x="219147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899" name="12_small_6865">
            <a:extLst>
              <a:ext uri="{FF2B5EF4-FFF2-40B4-BE49-F238E27FC236}">
                <a16:creationId xmlns:a16="http://schemas.microsoft.com/office/drawing/2014/main" id="{20B284EA-B98C-4F53-9B43-05917B29090F}"/>
              </a:ext>
            </a:extLst>
          </p:cNvPr>
          <p:cNvSpPr>
            <a:spLocks noGrp="1"/>
          </p:cNvSpPr>
          <p:nvPr/>
        </p:nvSpPr>
        <p:spPr>
          <a:xfrm>
            <a:off x="2282009" y="3492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0" name="12_small_6866">
            <a:extLst>
              <a:ext uri="{FF2B5EF4-FFF2-40B4-BE49-F238E27FC236}">
                <a16:creationId xmlns:a16="http://schemas.microsoft.com/office/drawing/2014/main" id="{6FA69153-AD15-40CF-BBE0-8281518D954A}"/>
              </a:ext>
            </a:extLst>
          </p:cNvPr>
          <p:cNvSpPr>
            <a:spLocks noGrp="1"/>
          </p:cNvSpPr>
          <p:nvPr/>
        </p:nvSpPr>
        <p:spPr>
          <a:xfrm>
            <a:off x="223271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1" name="12_small_6867">
            <a:extLst>
              <a:ext uri="{FF2B5EF4-FFF2-40B4-BE49-F238E27FC236}">
                <a16:creationId xmlns:a16="http://schemas.microsoft.com/office/drawing/2014/main" id="{3CB5082D-CF9E-49A6-BE02-5B22E5BEE5A0}"/>
              </a:ext>
            </a:extLst>
          </p:cNvPr>
          <p:cNvSpPr>
            <a:spLocks noGrp="1"/>
          </p:cNvSpPr>
          <p:nvPr/>
        </p:nvSpPr>
        <p:spPr>
          <a:xfrm>
            <a:off x="222959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2" name="12_small_6868">
            <a:extLst>
              <a:ext uri="{FF2B5EF4-FFF2-40B4-BE49-F238E27FC236}">
                <a16:creationId xmlns:a16="http://schemas.microsoft.com/office/drawing/2014/main" id="{A54FB17B-F1A4-490B-9D4C-846F6C3CCFDD}"/>
              </a:ext>
            </a:extLst>
          </p:cNvPr>
          <p:cNvSpPr>
            <a:spLocks noGrp="1"/>
          </p:cNvSpPr>
          <p:nvPr/>
        </p:nvSpPr>
        <p:spPr>
          <a:xfrm>
            <a:off x="227012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3" name="12_small_6869">
            <a:extLst>
              <a:ext uri="{FF2B5EF4-FFF2-40B4-BE49-F238E27FC236}">
                <a16:creationId xmlns:a16="http://schemas.microsoft.com/office/drawing/2014/main" id="{EA53E686-F03B-4910-AD74-C8D9E364B26D}"/>
              </a:ext>
            </a:extLst>
          </p:cNvPr>
          <p:cNvSpPr>
            <a:spLocks noGrp="1"/>
          </p:cNvSpPr>
          <p:nvPr/>
        </p:nvSpPr>
        <p:spPr>
          <a:xfrm>
            <a:off x="220988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4" name="12_small_6870">
            <a:extLst>
              <a:ext uri="{FF2B5EF4-FFF2-40B4-BE49-F238E27FC236}">
                <a16:creationId xmlns:a16="http://schemas.microsoft.com/office/drawing/2014/main" id="{E407085D-2B1D-4A45-978A-16FFF4F2E11A}"/>
              </a:ext>
            </a:extLst>
          </p:cNvPr>
          <p:cNvSpPr>
            <a:spLocks noGrp="1"/>
          </p:cNvSpPr>
          <p:nvPr/>
        </p:nvSpPr>
        <p:spPr>
          <a:xfrm>
            <a:off x="228519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5" name="12_small_6871">
            <a:extLst>
              <a:ext uri="{FF2B5EF4-FFF2-40B4-BE49-F238E27FC236}">
                <a16:creationId xmlns:a16="http://schemas.microsoft.com/office/drawing/2014/main" id="{791442B0-4E6D-4507-A47F-21A358AEF077}"/>
              </a:ext>
            </a:extLst>
          </p:cNvPr>
          <p:cNvSpPr>
            <a:spLocks noGrp="1"/>
          </p:cNvSpPr>
          <p:nvPr/>
        </p:nvSpPr>
        <p:spPr>
          <a:xfrm>
            <a:off x="225254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6" name="12_small_6872">
            <a:extLst>
              <a:ext uri="{FF2B5EF4-FFF2-40B4-BE49-F238E27FC236}">
                <a16:creationId xmlns:a16="http://schemas.microsoft.com/office/drawing/2014/main" id="{055B937B-AA1C-4D04-9E85-8B752F1DE6EF}"/>
              </a:ext>
            </a:extLst>
          </p:cNvPr>
          <p:cNvSpPr>
            <a:spLocks noGrp="1"/>
          </p:cNvSpPr>
          <p:nvPr/>
        </p:nvSpPr>
        <p:spPr>
          <a:xfrm>
            <a:off x="218444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7" name="12_small_6873">
            <a:extLst>
              <a:ext uri="{FF2B5EF4-FFF2-40B4-BE49-F238E27FC236}">
                <a16:creationId xmlns:a16="http://schemas.microsoft.com/office/drawing/2014/main" id="{B02BA115-6CAE-4C42-B6CA-F0F9C9AA9A58}"/>
              </a:ext>
            </a:extLst>
          </p:cNvPr>
          <p:cNvSpPr>
            <a:spLocks noGrp="1"/>
          </p:cNvSpPr>
          <p:nvPr/>
        </p:nvSpPr>
        <p:spPr>
          <a:xfrm>
            <a:off x="214710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8" name="12_small_6874">
            <a:extLst>
              <a:ext uri="{FF2B5EF4-FFF2-40B4-BE49-F238E27FC236}">
                <a16:creationId xmlns:a16="http://schemas.microsoft.com/office/drawing/2014/main" id="{C4BBE8BB-E4C3-41BE-8C05-8BC76C8A88D4}"/>
              </a:ext>
            </a:extLst>
          </p:cNvPr>
          <p:cNvSpPr>
            <a:spLocks noGrp="1"/>
          </p:cNvSpPr>
          <p:nvPr/>
        </p:nvSpPr>
        <p:spPr>
          <a:xfrm>
            <a:off x="227258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09" name="12_small_6875">
            <a:extLst>
              <a:ext uri="{FF2B5EF4-FFF2-40B4-BE49-F238E27FC236}">
                <a16:creationId xmlns:a16="http://schemas.microsoft.com/office/drawing/2014/main" id="{59F1716E-1FA4-42CE-B2FB-C77049ADB0E6}"/>
              </a:ext>
            </a:extLst>
          </p:cNvPr>
          <p:cNvSpPr>
            <a:spLocks noGrp="1"/>
          </p:cNvSpPr>
          <p:nvPr/>
        </p:nvSpPr>
        <p:spPr>
          <a:xfrm>
            <a:off x="228840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0" name="12_small_6876">
            <a:extLst>
              <a:ext uri="{FF2B5EF4-FFF2-40B4-BE49-F238E27FC236}">
                <a16:creationId xmlns:a16="http://schemas.microsoft.com/office/drawing/2014/main" id="{3BCA4A8F-D15D-41EE-9526-8B57B132E005}"/>
              </a:ext>
            </a:extLst>
          </p:cNvPr>
          <p:cNvSpPr>
            <a:spLocks noGrp="1"/>
          </p:cNvSpPr>
          <p:nvPr/>
        </p:nvSpPr>
        <p:spPr>
          <a:xfrm>
            <a:off x="222371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1" name="12_small_6877">
            <a:extLst>
              <a:ext uri="{FF2B5EF4-FFF2-40B4-BE49-F238E27FC236}">
                <a16:creationId xmlns:a16="http://schemas.microsoft.com/office/drawing/2014/main" id="{E4CCE140-E934-4F88-994F-1B0C2C12B43F}"/>
              </a:ext>
            </a:extLst>
          </p:cNvPr>
          <p:cNvSpPr>
            <a:spLocks noGrp="1"/>
          </p:cNvSpPr>
          <p:nvPr/>
        </p:nvSpPr>
        <p:spPr>
          <a:xfrm>
            <a:off x="226780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2" name="12_small_6878">
            <a:extLst>
              <a:ext uri="{FF2B5EF4-FFF2-40B4-BE49-F238E27FC236}">
                <a16:creationId xmlns:a16="http://schemas.microsoft.com/office/drawing/2014/main" id="{01F6777C-C377-45A9-B554-BBC36BDB035A}"/>
              </a:ext>
            </a:extLst>
          </p:cNvPr>
          <p:cNvSpPr>
            <a:spLocks noGrp="1"/>
          </p:cNvSpPr>
          <p:nvPr/>
        </p:nvSpPr>
        <p:spPr>
          <a:xfrm>
            <a:off x="226245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3" name="12_small_6879">
            <a:extLst>
              <a:ext uri="{FF2B5EF4-FFF2-40B4-BE49-F238E27FC236}">
                <a16:creationId xmlns:a16="http://schemas.microsoft.com/office/drawing/2014/main" id="{CA030A78-731A-43F1-84BA-5A2D35C3E233}"/>
              </a:ext>
            </a:extLst>
          </p:cNvPr>
          <p:cNvSpPr>
            <a:spLocks noGrp="1"/>
          </p:cNvSpPr>
          <p:nvPr/>
        </p:nvSpPr>
        <p:spPr>
          <a:xfrm>
            <a:off x="217024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4" name="12_small_6880">
            <a:extLst>
              <a:ext uri="{FF2B5EF4-FFF2-40B4-BE49-F238E27FC236}">
                <a16:creationId xmlns:a16="http://schemas.microsoft.com/office/drawing/2014/main" id="{E6DC98C9-8440-4836-AE65-BBB1C882410D}"/>
              </a:ext>
            </a:extLst>
          </p:cNvPr>
          <p:cNvSpPr>
            <a:spLocks noGrp="1"/>
          </p:cNvSpPr>
          <p:nvPr/>
        </p:nvSpPr>
        <p:spPr>
          <a:xfrm>
            <a:off x="223098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5" name="12_small_6881">
            <a:extLst>
              <a:ext uri="{FF2B5EF4-FFF2-40B4-BE49-F238E27FC236}">
                <a16:creationId xmlns:a16="http://schemas.microsoft.com/office/drawing/2014/main" id="{68D30E0F-04F2-4DF8-86C5-C4D8A56EFA63}"/>
              </a:ext>
            </a:extLst>
          </p:cNvPr>
          <p:cNvSpPr>
            <a:spLocks noGrp="1"/>
          </p:cNvSpPr>
          <p:nvPr/>
        </p:nvSpPr>
        <p:spPr>
          <a:xfrm>
            <a:off x="223526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6" name="12_small_6882">
            <a:extLst>
              <a:ext uri="{FF2B5EF4-FFF2-40B4-BE49-F238E27FC236}">
                <a16:creationId xmlns:a16="http://schemas.microsoft.com/office/drawing/2014/main" id="{AB0BE746-9A54-4859-935A-D2BB4D4FA5D9}"/>
              </a:ext>
            </a:extLst>
          </p:cNvPr>
          <p:cNvSpPr>
            <a:spLocks noGrp="1"/>
          </p:cNvSpPr>
          <p:nvPr/>
        </p:nvSpPr>
        <p:spPr>
          <a:xfrm>
            <a:off x="2271736" y="314808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7" name="12_small_6883">
            <a:extLst>
              <a:ext uri="{FF2B5EF4-FFF2-40B4-BE49-F238E27FC236}">
                <a16:creationId xmlns:a16="http://schemas.microsoft.com/office/drawing/2014/main" id="{81DF12BF-726E-41B2-BDFE-6076F7B055F5}"/>
              </a:ext>
            </a:extLst>
          </p:cNvPr>
          <p:cNvSpPr>
            <a:spLocks noGrp="1"/>
          </p:cNvSpPr>
          <p:nvPr/>
        </p:nvSpPr>
        <p:spPr>
          <a:xfrm>
            <a:off x="228367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8" name="12_small_6884">
            <a:extLst>
              <a:ext uri="{FF2B5EF4-FFF2-40B4-BE49-F238E27FC236}">
                <a16:creationId xmlns:a16="http://schemas.microsoft.com/office/drawing/2014/main" id="{7C1B7C36-13C2-4832-8012-2E6164644C94}"/>
              </a:ext>
            </a:extLst>
          </p:cNvPr>
          <p:cNvSpPr>
            <a:spLocks noGrp="1"/>
          </p:cNvSpPr>
          <p:nvPr/>
        </p:nvSpPr>
        <p:spPr>
          <a:xfrm>
            <a:off x="227667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19" name="12_small_6885">
            <a:extLst>
              <a:ext uri="{FF2B5EF4-FFF2-40B4-BE49-F238E27FC236}">
                <a16:creationId xmlns:a16="http://schemas.microsoft.com/office/drawing/2014/main" id="{E48C538E-8DB8-4D55-BA08-55D6EF611215}"/>
              </a:ext>
            </a:extLst>
          </p:cNvPr>
          <p:cNvSpPr>
            <a:spLocks noGrp="1"/>
          </p:cNvSpPr>
          <p:nvPr/>
        </p:nvSpPr>
        <p:spPr>
          <a:xfrm>
            <a:off x="221843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0" name="12_small_6886">
            <a:extLst>
              <a:ext uri="{FF2B5EF4-FFF2-40B4-BE49-F238E27FC236}">
                <a16:creationId xmlns:a16="http://schemas.microsoft.com/office/drawing/2014/main" id="{D38FC818-C6D6-40FA-AEFF-AF0AC2493FC1}"/>
              </a:ext>
            </a:extLst>
          </p:cNvPr>
          <p:cNvSpPr>
            <a:spLocks noGrp="1"/>
          </p:cNvSpPr>
          <p:nvPr/>
        </p:nvSpPr>
        <p:spPr>
          <a:xfrm>
            <a:off x="226265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1" name="12_small_6887">
            <a:extLst>
              <a:ext uri="{FF2B5EF4-FFF2-40B4-BE49-F238E27FC236}">
                <a16:creationId xmlns:a16="http://schemas.microsoft.com/office/drawing/2014/main" id="{857A2044-5A6E-48FF-8C14-6EC1E395E8E9}"/>
              </a:ext>
            </a:extLst>
          </p:cNvPr>
          <p:cNvSpPr>
            <a:spLocks noGrp="1"/>
          </p:cNvSpPr>
          <p:nvPr/>
        </p:nvSpPr>
        <p:spPr>
          <a:xfrm>
            <a:off x="2243259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2" name="12_small_6888">
            <a:extLst>
              <a:ext uri="{FF2B5EF4-FFF2-40B4-BE49-F238E27FC236}">
                <a16:creationId xmlns:a16="http://schemas.microsoft.com/office/drawing/2014/main" id="{6F4D8E1D-8B58-4250-BA0D-5A0B07E16920}"/>
              </a:ext>
            </a:extLst>
          </p:cNvPr>
          <p:cNvSpPr>
            <a:spLocks noGrp="1"/>
          </p:cNvSpPr>
          <p:nvPr/>
        </p:nvSpPr>
        <p:spPr>
          <a:xfrm>
            <a:off x="2183108" y="30603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3" name="12_small_6889">
            <a:extLst>
              <a:ext uri="{FF2B5EF4-FFF2-40B4-BE49-F238E27FC236}">
                <a16:creationId xmlns:a16="http://schemas.microsoft.com/office/drawing/2014/main" id="{78B1B2B4-96F1-43D4-9062-1D0C40F3050B}"/>
              </a:ext>
            </a:extLst>
          </p:cNvPr>
          <p:cNvSpPr>
            <a:spLocks noGrp="1"/>
          </p:cNvSpPr>
          <p:nvPr/>
        </p:nvSpPr>
        <p:spPr>
          <a:xfrm>
            <a:off x="21658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4" name="12_small_6890">
            <a:extLst>
              <a:ext uri="{FF2B5EF4-FFF2-40B4-BE49-F238E27FC236}">
                <a16:creationId xmlns:a16="http://schemas.microsoft.com/office/drawing/2014/main" id="{31031A92-B860-4487-8EF1-DD7D61DF0005}"/>
              </a:ext>
            </a:extLst>
          </p:cNvPr>
          <p:cNvSpPr>
            <a:spLocks noGrp="1"/>
          </p:cNvSpPr>
          <p:nvPr/>
        </p:nvSpPr>
        <p:spPr>
          <a:xfrm>
            <a:off x="2227087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5" name="12_small_6891">
            <a:extLst>
              <a:ext uri="{FF2B5EF4-FFF2-40B4-BE49-F238E27FC236}">
                <a16:creationId xmlns:a16="http://schemas.microsoft.com/office/drawing/2014/main" id="{04C6B46E-66CD-4660-ADBA-7EC085D9DD06}"/>
              </a:ext>
            </a:extLst>
          </p:cNvPr>
          <p:cNvSpPr>
            <a:spLocks noGrp="1"/>
          </p:cNvSpPr>
          <p:nvPr/>
        </p:nvSpPr>
        <p:spPr>
          <a:xfrm>
            <a:off x="2246094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6" name="12_small_6892">
            <a:extLst>
              <a:ext uri="{FF2B5EF4-FFF2-40B4-BE49-F238E27FC236}">
                <a16:creationId xmlns:a16="http://schemas.microsoft.com/office/drawing/2014/main" id="{B35EC2D5-B3B5-4EEC-B3EF-B1E6D16624D6}"/>
              </a:ext>
            </a:extLst>
          </p:cNvPr>
          <p:cNvSpPr>
            <a:spLocks noGrp="1"/>
          </p:cNvSpPr>
          <p:nvPr/>
        </p:nvSpPr>
        <p:spPr>
          <a:xfrm>
            <a:off x="2260869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7" name="12_small_6893">
            <a:extLst>
              <a:ext uri="{FF2B5EF4-FFF2-40B4-BE49-F238E27FC236}">
                <a16:creationId xmlns:a16="http://schemas.microsoft.com/office/drawing/2014/main" id="{2781C90E-C868-4D4E-973A-BE19C36789D4}"/>
              </a:ext>
            </a:extLst>
          </p:cNvPr>
          <p:cNvSpPr>
            <a:spLocks noGrp="1"/>
          </p:cNvSpPr>
          <p:nvPr/>
        </p:nvSpPr>
        <p:spPr>
          <a:xfrm>
            <a:off x="22302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8" name="12_small_6894">
            <a:extLst>
              <a:ext uri="{FF2B5EF4-FFF2-40B4-BE49-F238E27FC236}">
                <a16:creationId xmlns:a16="http://schemas.microsoft.com/office/drawing/2014/main" id="{25264D02-BF87-4A22-93C0-572B77E9D823}"/>
              </a:ext>
            </a:extLst>
          </p:cNvPr>
          <p:cNvSpPr>
            <a:spLocks noGrp="1"/>
          </p:cNvSpPr>
          <p:nvPr/>
        </p:nvSpPr>
        <p:spPr>
          <a:xfrm>
            <a:off x="219051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29" name="12_small_6895">
            <a:extLst>
              <a:ext uri="{FF2B5EF4-FFF2-40B4-BE49-F238E27FC236}">
                <a16:creationId xmlns:a16="http://schemas.microsoft.com/office/drawing/2014/main" id="{25500CD3-3685-4726-A45A-9D715170C7F0}"/>
              </a:ext>
            </a:extLst>
          </p:cNvPr>
          <p:cNvSpPr>
            <a:spLocks noGrp="1"/>
          </p:cNvSpPr>
          <p:nvPr/>
        </p:nvSpPr>
        <p:spPr>
          <a:xfrm>
            <a:off x="22842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0" name="12_small_6896">
            <a:extLst>
              <a:ext uri="{FF2B5EF4-FFF2-40B4-BE49-F238E27FC236}">
                <a16:creationId xmlns:a16="http://schemas.microsoft.com/office/drawing/2014/main" id="{33031727-9889-4B24-BD52-158A08FD93A3}"/>
              </a:ext>
            </a:extLst>
          </p:cNvPr>
          <p:cNvSpPr>
            <a:spLocks noGrp="1"/>
          </p:cNvSpPr>
          <p:nvPr/>
        </p:nvSpPr>
        <p:spPr>
          <a:xfrm>
            <a:off x="22636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1" name="12_small_6897">
            <a:extLst>
              <a:ext uri="{FF2B5EF4-FFF2-40B4-BE49-F238E27FC236}">
                <a16:creationId xmlns:a16="http://schemas.microsoft.com/office/drawing/2014/main" id="{6F58D5CB-6D8D-42CB-8B08-FCB11005127A}"/>
              </a:ext>
            </a:extLst>
          </p:cNvPr>
          <p:cNvSpPr>
            <a:spLocks noGrp="1"/>
          </p:cNvSpPr>
          <p:nvPr/>
        </p:nvSpPr>
        <p:spPr>
          <a:xfrm>
            <a:off x="229210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2" name="12_small_6898">
            <a:extLst>
              <a:ext uri="{FF2B5EF4-FFF2-40B4-BE49-F238E27FC236}">
                <a16:creationId xmlns:a16="http://schemas.microsoft.com/office/drawing/2014/main" id="{40E24C31-25DE-438C-B3D6-E7F6CEDDA409}"/>
              </a:ext>
            </a:extLst>
          </p:cNvPr>
          <p:cNvSpPr>
            <a:spLocks noGrp="1"/>
          </p:cNvSpPr>
          <p:nvPr/>
        </p:nvSpPr>
        <p:spPr>
          <a:xfrm>
            <a:off x="229209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3" name="12_small_6899">
            <a:extLst>
              <a:ext uri="{FF2B5EF4-FFF2-40B4-BE49-F238E27FC236}">
                <a16:creationId xmlns:a16="http://schemas.microsoft.com/office/drawing/2014/main" id="{B0BBA98C-CAF3-4248-9F72-D6514529D8B1}"/>
              </a:ext>
            </a:extLst>
          </p:cNvPr>
          <p:cNvSpPr>
            <a:spLocks noGrp="1"/>
          </p:cNvSpPr>
          <p:nvPr/>
        </p:nvSpPr>
        <p:spPr>
          <a:xfrm>
            <a:off x="221175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4" name="12_small_6900">
            <a:extLst>
              <a:ext uri="{FF2B5EF4-FFF2-40B4-BE49-F238E27FC236}">
                <a16:creationId xmlns:a16="http://schemas.microsoft.com/office/drawing/2014/main" id="{95304467-42B6-4334-ACF6-52C88CF996CD}"/>
              </a:ext>
            </a:extLst>
          </p:cNvPr>
          <p:cNvSpPr>
            <a:spLocks noGrp="1"/>
          </p:cNvSpPr>
          <p:nvPr/>
        </p:nvSpPr>
        <p:spPr>
          <a:xfrm>
            <a:off x="222526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5" name="12_small_6901">
            <a:extLst>
              <a:ext uri="{FF2B5EF4-FFF2-40B4-BE49-F238E27FC236}">
                <a16:creationId xmlns:a16="http://schemas.microsoft.com/office/drawing/2014/main" id="{B24EAF2B-8CDC-449B-A179-6EFEAFFC04B8}"/>
              </a:ext>
            </a:extLst>
          </p:cNvPr>
          <p:cNvSpPr>
            <a:spLocks noGrp="1"/>
          </p:cNvSpPr>
          <p:nvPr/>
        </p:nvSpPr>
        <p:spPr>
          <a:xfrm>
            <a:off x="218297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6" name="12_small_6902">
            <a:extLst>
              <a:ext uri="{FF2B5EF4-FFF2-40B4-BE49-F238E27FC236}">
                <a16:creationId xmlns:a16="http://schemas.microsoft.com/office/drawing/2014/main" id="{D6C25D25-8E28-4E20-8B05-455C05A03DA8}"/>
              </a:ext>
            </a:extLst>
          </p:cNvPr>
          <p:cNvSpPr>
            <a:spLocks noGrp="1"/>
          </p:cNvSpPr>
          <p:nvPr/>
        </p:nvSpPr>
        <p:spPr>
          <a:xfrm>
            <a:off x="296855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7" name="12_small_6903">
            <a:extLst>
              <a:ext uri="{FF2B5EF4-FFF2-40B4-BE49-F238E27FC236}">
                <a16:creationId xmlns:a16="http://schemas.microsoft.com/office/drawing/2014/main" id="{B8B8D18E-FFF0-4A62-9F20-C80903D7D1EE}"/>
              </a:ext>
            </a:extLst>
          </p:cNvPr>
          <p:cNvSpPr>
            <a:spLocks noGrp="1"/>
          </p:cNvSpPr>
          <p:nvPr/>
        </p:nvSpPr>
        <p:spPr>
          <a:xfrm>
            <a:off x="307283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8" name="12_small_6904">
            <a:extLst>
              <a:ext uri="{FF2B5EF4-FFF2-40B4-BE49-F238E27FC236}">
                <a16:creationId xmlns:a16="http://schemas.microsoft.com/office/drawing/2014/main" id="{322058DF-F953-4631-9399-52EB9069F044}"/>
              </a:ext>
            </a:extLst>
          </p:cNvPr>
          <p:cNvSpPr>
            <a:spLocks noGrp="1"/>
          </p:cNvSpPr>
          <p:nvPr/>
        </p:nvSpPr>
        <p:spPr>
          <a:xfrm>
            <a:off x="307127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39" name="12_small_6905">
            <a:extLst>
              <a:ext uri="{FF2B5EF4-FFF2-40B4-BE49-F238E27FC236}">
                <a16:creationId xmlns:a16="http://schemas.microsoft.com/office/drawing/2014/main" id="{A0BA8F9D-7097-431B-BBA1-CB7D62F68548}"/>
              </a:ext>
            </a:extLst>
          </p:cNvPr>
          <p:cNvSpPr>
            <a:spLocks noGrp="1"/>
          </p:cNvSpPr>
          <p:nvPr/>
        </p:nvSpPr>
        <p:spPr>
          <a:xfrm>
            <a:off x="299197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0" name="12_small_6906">
            <a:extLst>
              <a:ext uri="{FF2B5EF4-FFF2-40B4-BE49-F238E27FC236}">
                <a16:creationId xmlns:a16="http://schemas.microsoft.com/office/drawing/2014/main" id="{B62A2122-D3E3-46C7-9E0E-8EC90FD92878}"/>
              </a:ext>
            </a:extLst>
          </p:cNvPr>
          <p:cNvSpPr>
            <a:spLocks noGrp="1"/>
          </p:cNvSpPr>
          <p:nvPr/>
        </p:nvSpPr>
        <p:spPr>
          <a:xfrm>
            <a:off x="307415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1" name="12_small_6907">
            <a:extLst>
              <a:ext uri="{FF2B5EF4-FFF2-40B4-BE49-F238E27FC236}">
                <a16:creationId xmlns:a16="http://schemas.microsoft.com/office/drawing/2014/main" id="{662B26C2-0BB8-48C6-BDCE-DCAFBAE2C219}"/>
              </a:ext>
            </a:extLst>
          </p:cNvPr>
          <p:cNvSpPr>
            <a:spLocks noGrp="1"/>
          </p:cNvSpPr>
          <p:nvPr/>
        </p:nvSpPr>
        <p:spPr>
          <a:xfrm>
            <a:off x="3043773" y="29693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2" name="12_small_6908">
            <a:extLst>
              <a:ext uri="{FF2B5EF4-FFF2-40B4-BE49-F238E27FC236}">
                <a16:creationId xmlns:a16="http://schemas.microsoft.com/office/drawing/2014/main" id="{6913AB2A-CB24-42FF-8FD6-36A699C28F6C}"/>
              </a:ext>
            </a:extLst>
          </p:cNvPr>
          <p:cNvSpPr>
            <a:spLocks noGrp="1"/>
          </p:cNvSpPr>
          <p:nvPr/>
        </p:nvSpPr>
        <p:spPr>
          <a:xfrm>
            <a:off x="2951219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3" name="12_small_6909">
            <a:extLst>
              <a:ext uri="{FF2B5EF4-FFF2-40B4-BE49-F238E27FC236}">
                <a16:creationId xmlns:a16="http://schemas.microsoft.com/office/drawing/2014/main" id="{00C5B9BC-FAA5-423A-8E66-31290ACD4058}"/>
              </a:ext>
            </a:extLst>
          </p:cNvPr>
          <p:cNvSpPr>
            <a:spLocks noGrp="1"/>
          </p:cNvSpPr>
          <p:nvPr/>
        </p:nvSpPr>
        <p:spPr>
          <a:xfrm>
            <a:off x="2983485" y="35474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4" name="12_small_6910">
            <a:extLst>
              <a:ext uri="{FF2B5EF4-FFF2-40B4-BE49-F238E27FC236}">
                <a16:creationId xmlns:a16="http://schemas.microsoft.com/office/drawing/2014/main" id="{22618B1C-A4AB-46FE-93D4-9A50B6FA0DB0}"/>
              </a:ext>
            </a:extLst>
          </p:cNvPr>
          <p:cNvSpPr>
            <a:spLocks noGrp="1"/>
          </p:cNvSpPr>
          <p:nvPr/>
        </p:nvSpPr>
        <p:spPr>
          <a:xfrm>
            <a:off x="300039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5" name="12_small_6911">
            <a:extLst>
              <a:ext uri="{FF2B5EF4-FFF2-40B4-BE49-F238E27FC236}">
                <a16:creationId xmlns:a16="http://schemas.microsoft.com/office/drawing/2014/main" id="{CC76107B-4886-45F4-B3CF-57D11542519B}"/>
              </a:ext>
            </a:extLst>
          </p:cNvPr>
          <p:cNvSpPr>
            <a:spLocks noGrp="1"/>
          </p:cNvSpPr>
          <p:nvPr/>
        </p:nvSpPr>
        <p:spPr>
          <a:xfrm>
            <a:off x="298521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6" name="12_small_6912">
            <a:extLst>
              <a:ext uri="{FF2B5EF4-FFF2-40B4-BE49-F238E27FC236}">
                <a16:creationId xmlns:a16="http://schemas.microsoft.com/office/drawing/2014/main" id="{DD1F3098-D46A-4E5E-920E-FFFB0E83C5B5}"/>
              </a:ext>
            </a:extLst>
          </p:cNvPr>
          <p:cNvSpPr>
            <a:spLocks noGrp="1"/>
          </p:cNvSpPr>
          <p:nvPr/>
        </p:nvSpPr>
        <p:spPr>
          <a:xfrm>
            <a:off x="303906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7" name="12_small_6913">
            <a:extLst>
              <a:ext uri="{FF2B5EF4-FFF2-40B4-BE49-F238E27FC236}">
                <a16:creationId xmlns:a16="http://schemas.microsoft.com/office/drawing/2014/main" id="{C0581AA1-3BF7-4A00-B164-F4AA859B25C9}"/>
              </a:ext>
            </a:extLst>
          </p:cNvPr>
          <p:cNvSpPr>
            <a:spLocks noGrp="1"/>
          </p:cNvSpPr>
          <p:nvPr/>
        </p:nvSpPr>
        <p:spPr>
          <a:xfrm>
            <a:off x="294397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8" name="12_small_6914">
            <a:extLst>
              <a:ext uri="{FF2B5EF4-FFF2-40B4-BE49-F238E27FC236}">
                <a16:creationId xmlns:a16="http://schemas.microsoft.com/office/drawing/2014/main" id="{20D4FD46-6018-401A-A5D8-EA95D6E08B14}"/>
              </a:ext>
            </a:extLst>
          </p:cNvPr>
          <p:cNvSpPr>
            <a:spLocks noGrp="1"/>
          </p:cNvSpPr>
          <p:nvPr/>
        </p:nvSpPr>
        <p:spPr>
          <a:xfrm>
            <a:off x="298437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49" name="12_small_6915">
            <a:extLst>
              <a:ext uri="{FF2B5EF4-FFF2-40B4-BE49-F238E27FC236}">
                <a16:creationId xmlns:a16="http://schemas.microsoft.com/office/drawing/2014/main" id="{0E19D75C-1415-403B-82C5-7C8D4A30AFE1}"/>
              </a:ext>
            </a:extLst>
          </p:cNvPr>
          <p:cNvSpPr>
            <a:spLocks noGrp="1"/>
          </p:cNvSpPr>
          <p:nvPr/>
        </p:nvSpPr>
        <p:spPr>
          <a:xfrm>
            <a:off x="293857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0" name="12_small_6916">
            <a:extLst>
              <a:ext uri="{FF2B5EF4-FFF2-40B4-BE49-F238E27FC236}">
                <a16:creationId xmlns:a16="http://schemas.microsoft.com/office/drawing/2014/main" id="{B392474C-09CB-4422-96B9-ACA5E2F4A37D}"/>
              </a:ext>
            </a:extLst>
          </p:cNvPr>
          <p:cNvSpPr>
            <a:spLocks noGrp="1"/>
          </p:cNvSpPr>
          <p:nvPr/>
        </p:nvSpPr>
        <p:spPr>
          <a:xfrm>
            <a:off x="30683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1" name="12_small_6917">
            <a:extLst>
              <a:ext uri="{FF2B5EF4-FFF2-40B4-BE49-F238E27FC236}">
                <a16:creationId xmlns:a16="http://schemas.microsoft.com/office/drawing/2014/main" id="{89F665C3-DCA3-46A7-8701-3D5F260E33E1}"/>
              </a:ext>
            </a:extLst>
          </p:cNvPr>
          <p:cNvSpPr>
            <a:spLocks noGrp="1"/>
          </p:cNvSpPr>
          <p:nvPr/>
        </p:nvSpPr>
        <p:spPr>
          <a:xfrm>
            <a:off x="29611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2" name="12_small_6918">
            <a:extLst>
              <a:ext uri="{FF2B5EF4-FFF2-40B4-BE49-F238E27FC236}">
                <a16:creationId xmlns:a16="http://schemas.microsoft.com/office/drawing/2014/main" id="{7D0DCE2B-5F8E-4E68-9985-8DCEAC823BAD}"/>
              </a:ext>
            </a:extLst>
          </p:cNvPr>
          <p:cNvSpPr>
            <a:spLocks noGrp="1"/>
          </p:cNvSpPr>
          <p:nvPr/>
        </p:nvSpPr>
        <p:spPr>
          <a:xfrm>
            <a:off x="2955838" y="35576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3" name="12_small_6919">
            <a:extLst>
              <a:ext uri="{FF2B5EF4-FFF2-40B4-BE49-F238E27FC236}">
                <a16:creationId xmlns:a16="http://schemas.microsoft.com/office/drawing/2014/main" id="{2CAABEAD-7F62-4677-ADF7-3D7237B17191}"/>
              </a:ext>
            </a:extLst>
          </p:cNvPr>
          <p:cNvSpPr>
            <a:spLocks noGrp="1"/>
          </p:cNvSpPr>
          <p:nvPr/>
        </p:nvSpPr>
        <p:spPr>
          <a:xfrm>
            <a:off x="3004602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4" name="12_small_6920">
            <a:extLst>
              <a:ext uri="{FF2B5EF4-FFF2-40B4-BE49-F238E27FC236}">
                <a16:creationId xmlns:a16="http://schemas.microsoft.com/office/drawing/2014/main" id="{BA1B01A5-ACFE-49E9-B385-B5967BDBF542}"/>
              </a:ext>
            </a:extLst>
          </p:cNvPr>
          <p:cNvSpPr>
            <a:spLocks noGrp="1"/>
          </p:cNvSpPr>
          <p:nvPr/>
        </p:nvSpPr>
        <p:spPr>
          <a:xfrm>
            <a:off x="296167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5" name="12_small_6921">
            <a:extLst>
              <a:ext uri="{FF2B5EF4-FFF2-40B4-BE49-F238E27FC236}">
                <a16:creationId xmlns:a16="http://schemas.microsoft.com/office/drawing/2014/main" id="{25E1AA1E-2689-481C-8809-B478DEC5E1FB}"/>
              </a:ext>
            </a:extLst>
          </p:cNvPr>
          <p:cNvSpPr>
            <a:spLocks noGrp="1"/>
          </p:cNvSpPr>
          <p:nvPr/>
        </p:nvSpPr>
        <p:spPr>
          <a:xfrm>
            <a:off x="293262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6" name="12_small_6922">
            <a:extLst>
              <a:ext uri="{FF2B5EF4-FFF2-40B4-BE49-F238E27FC236}">
                <a16:creationId xmlns:a16="http://schemas.microsoft.com/office/drawing/2014/main" id="{3668A9F5-19EB-4BE2-AD6E-2B51CE09FF7B}"/>
              </a:ext>
            </a:extLst>
          </p:cNvPr>
          <p:cNvSpPr>
            <a:spLocks noGrp="1"/>
          </p:cNvSpPr>
          <p:nvPr/>
        </p:nvSpPr>
        <p:spPr>
          <a:xfrm>
            <a:off x="299704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7" name="12_small_6923">
            <a:extLst>
              <a:ext uri="{FF2B5EF4-FFF2-40B4-BE49-F238E27FC236}">
                <a16:creationId xmlns:a16="http://schemas.microsoft.com/office/drawing/2014/main" id="{159E487F-3D32-4EE4-BCF6-2A62DFAAE93F}"/>
              </a:ext>
            </a:extLst>
          </p:cNvPr>
          <p:cNvSpPr>
            <a:spLocks noGrp="1"/>
          </p:cNvSpPr>
          <p:nvPr/>
        </p:nvSpPr>
        <p:spPr>
          <a:xfrm>
            <a:off x="2988073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8" name="12_small_6924">
            <a:extLst>
              <a:ext uri="{FF2B5EF4-FFF2-40B4-BE49-F238E27FC236}">
                <a16:creationId xmlns:a16="http://schemas.microsoft.com/office/drawing/2014/main" id="{38C0C466-16C8-4552-B4FC-BD0D4FC7FCD8}"/>
              </a:ext>
            </a:extLst>
          </p:cNvPr>
          <p:cNvSpPr>
            <a:spLocks noGrp="1"/>
          </p:cNvSpPr>
          <p:nvPr/>
        </p:nvSpPr>
        <p:spPr>
          <a:xfrm>
            <a:off x="293052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59" name="12_small_6925">
            <a:extLst>
              <a:ext uri="{FF2B5EF4-FFF2-40B4-BE49-F238E27FC236}">
                <a16:creationId xmlns:a16="http://schemas.microsoft.com/office/drawing/2014/main" id="{B9A35EDF-5A3D-41F0-B8AB-E2F6863E8E08}"/>
              </a:ext>
            </a:extLst>
          </p:cNvPr>
          <p:cNvSpPr>
            <a:spLocks noGrp="1"/>
          </p:cNvSpPr>
          <p:nvPr/>
        </p:nvSpPr>
        <p:spPr>
          <a:xfrm>
            <a:off x="303724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0" name="12_small_6926">
            <a:extLst>
              <a:ext uri="{FF2B5EF4-FFF2-40B4-BE49-F238E27FC236}">
                <a16:creationId xmlns:a16="http://schemas.microsoft.com/office/drawing/2014/main" id="{ABA62CEC-0FCE-4673-8F82-BAE5980838EE}"/>
              </a:ext>
            </a:extLst>
          </p:cNvPr>
          <p:cNvSpPr>
            <a:spLocks noGrp="1"/>
          </p:cNvSpPr>
          <p:nvPr/>
        </p:nvSpPr>
        <p:spPr>
          <a:xfrm>
            <a:off x="298140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1" name="12_small_6927">
            <a:extLst>
              <a:ext uri="{FF2B5EF4-FFF2-40B4-BE49-F238E27FC236}">
                <a16:creationId xmlns:a16="http://schemas.microsoft.com/office/drawing/2014/main" id="{937A4FC5-F041-4FBA-ABEA-E094A6D41E20}"/>
              </a:ext>
            </a:extLst>
          </p:cNvPr>
          <p:cNvSpPr>
            <a:spLocks noGrp="1"/>
          </p:cNvSpPr>
          <p:nvPr/>
        </p:nvSpPr>
        <p:spPr>
          <a:xfrm>
            <a:off x="306302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2" name="12_small_6928">
            <a:extLst>
              <a:ext uri="{FF2B5EF4-FFF2-40B4-BE49-F238E27FC236}">
                <a16:creationId xmlns:a16="http://schemas.microsoft.com/office/drawing/2014/main" id="{81969B79-06E2-4B49-BD53-52E10B00B689}"/>
              </a:ext>
            </a:extLst>
          </p:cNvPr>
          <p:cNvSpPr>
            <a:spLocks noGrp="1"/>
          </p:cNvSpPr>
          <p:nvPr/>
        </p:nvSpPr>
        <p:spPr>
          <a:xfrm>
            <a:off x="297546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3" name="12_small_6929">
            <a:extLst>
              <a:ext uri="{FF2B5EF4-FFF2-40B4-BE49-F238E27FC236}">
                <a16:creationId xmlns:a16="http://schemas.microsoft.com/office/drawing/2014/main" id="{E5B74B46-12BC-418B-AB06-DBBB47A3BAB4}"/>
              </a:ext>
            </a:extLst>
          </p:cNvPr>
          <p:cNvSpPr>
            <a:spLocks noGrp="1"/>
          </p:cNvSpPr>
          <p:nvPr/>
        </p:nvSpPr>
        <p:spPr>
          <a:xfrm>
            <a:off x="303288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4" name="12_small_6930">
            <a:extLst>
              <a:ext uri="{FF2B5EF4-FFF2-40B4-BE49-F238E27FC236}">
                <a16:creationId xmlns:a16="http://schemas.microsoft.com/office/drawing/2014/main" id="{2CE066A2-2E2C-4899-8979-5BE7E1190E51}"/>
              </a:ext>
            </a:extLst>
          </p:cNvPr>
          <p:cNvSpPr>
            <a:spLocks noGrp="1"/>
          </p:cNvSpPr>
          <p:nvPr/>
        </p:nvSpPr>
        <p:spPr>
          <a:xfrm>
            <a:off x="297374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5" name="12_small_6931">
            <a:extLst>
              <a:ext uri="{FF2B5EF4-FFF2-40B4-BE49-F238E27FC236}">
                <a16:creationId xmlns:a16="http://schemas.microsoft.com/office/drawing/2014/main" id="{A596B68A-FFCA-4099-98EF-335FFFEBC328}"/>
              </a:ext>
            </a:extLst>
          </p:cNvPr>
          <p:cNvSpPr>
            <a:spLocks noGrp="1"/>
          </p:cNvSpPr>
          <p:nvPr/>
        </p:nvSpPr>
        <p:spPr>
          <a:xfrm>
            <a:off x="297893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6" name="12_small_6932">
            <a:extLst>
              <a:ext uri="{FF2B5EF4-FFF2-40B4-BE49-F238E27FC236}">
                <a16:creationId xmlns:a16="http://schemas.microsoft.com/office/drawing/2014/main" id="{A38BAFF9-0F90-43BE-9765-1B823C7082C3}"/>
              </a:ext>
            </a:extLst>
          </p:cNvPr>
          <p:cNvSpPr>
            <a:spLocks noGrp="1"/>
          </p:cNvSpPr>
          <p:nvPr/>
        </p:nvSpPr>
        <p:spPr>
          <a:xfrm>
            <a:off x="303746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7" name="12_small_6933">
            <a:extLst>
              <a:ext uri="{FF2B5EF4-FFF2-40B4-BE49-F238E27FC236}">
                <a16:creationId xmlns:a16="http://schemas.microsoft.com/office/drawing/2014/main" id="{CED33B02-4CE2-4B8B-85F1-B1C13A2CF8DE}"/>
              </a:ext>
            </a:extLst>
          </p:cNvPr>
          <p:cNvSpPr>
            <a:spLocks noGrp="1"/>
          </p:cNvSpPr>
          <p:nvPr/>
        </p:nvSpPr>
        <p:spPr>
          <a:xfrm>
            <a:off x="293778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8" name="12_small_6934">
            <a:extLst>
              <a:ext uri="{FF2B5EF4-FFF2-40B4-BE49-F238E27FC236}">
                <a16:creationId xmlns:a16="http://schemas.microsoft.com/office/drawing/2014/main" id="{09E0EEAB-A26A-4084-8443-F96CBB416554}"/>
              </a:ext>
            </a:extLst>
          </p:cNvPr>
          <p:cNvSpPr>
            <a:spLocks noGrp="1"/>
          </p:cNvSpPr>
          <p:nvPr/>
        </p:nvSpPr>
        <p:spPr>
          <a:xfrm>
            <a:off x="29343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69" name="12_small_6935">
            <a:extLst>
              <a:ext uri="{FF2B5EF4-FFF2-40B4-BE49-F238E27FC236}">
                <a16:creationId xmlns:a16="http://schemas.microsoft.com/office/drawing/2014/main" id="{1BAA961A-95B3-4CFD-88F5-E51E593644B2}"/>
              </a:ext>
            </a:extLst>
          </p:cNvPr>
          <p:cNvSpPr>
            <a:spLocks noGrp="1"/>
          </p:cNvSpPr>
          <p:nvPr/>
        </p:nvSpPr>
        <p:spPr>
          <a:xfrm>
            <a:off x="30588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0" name="12_small_6936">
            <a:extLst>
              <a:ext uri="{FF2B5EF4-FFF2-40B4-BE49-F238E27FC236}">
                <a16:creationId xmlns:a16="http://schemas.microsoft.com/office/drawing/2014/main" id="{41A3B1DC-4BC8-42DB-82D7-276A20C8C866}"/>
              </a:ext>
            </a:extLst>
          </p:cNvPr>
          <p:cNvSpPr>
            <a:spLocks noGrp="1"/>
          </p:cNvSpPr>
          <p:nvPr/>
        </p:nvSpPr>
        <p:spPr>
          <a:xfrm>
            <a:off x="293367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1" name="12_small_6937">
            <a:extLst>
              <a:ext uri="{FF2B5EF4-FFF2-40B4-BE49-F238E27FC236}">
                <a16:creationId xmlns:a16="http://schemas.microsoft.com/office/drawing/2014/main" id="{CE3A1B88-7738-4FE5-B359-D0AA5034DA54}"/>
              </a:ext>
            </a:extLst>
          </p:cNvPr>
          <p:cNvSpPr>
            <a:spLocks noGrp="1"/>
          </p:cNvSpPr>
          <p:nvPr/>
        </p:nvSpPr>
        <p:spPr>
          <a:xfrm>
            <a:off x="298054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2" name="12_small_6938">
            <a:extLst>
              <a:ext uri="{FF2B5EF4-FFF2-40B4-BE49-F238E27FC236}">
                <a16:creationId xmlns:a16="http://schemas.microsoft.com/office/drawing/2014/main" id="{2059BC09-36B6-4B02-B767-C848AD1F0A4C}"/>
              </a:ext>
            </a:extLst>
          </p:cNvPr>
          <p:cNvSpPr>
            <a:spLocks noGrp="1"/>
          </p:cNvSpPr>
          <p:nvPr/>
        </p:nvSpPr>
        <p:spPr>
          <a:xfrm>
            <a:off x="299738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3" name="12_small_6939">
            <a:extLst>
              <a:ext uri="{FF2B5EF4-FFF2-40B4-BE49-F238E27FC236}">
                <a16:creationId xmlns:a16="http://schemas.microsoft.com/office/drawing/2014/main" id="{CA197253-2FCA-4C48-8CA2-06563F1BB57A}"/>
              </a:ext>
            </a:extLst>
          </p:cNvPr>
          <p:cNvSpPr>
            <a:spLocks noGrp="1"/>
          </p:cNvSpPr>
          <p:nvPr/>
        </p:nvSpPr>
        <p:spPr>
          <a:xfrm>
            <a:off x="29487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4" name="12_small_6940">
            <a:extLst>
              <a:ext uri="{FF2B5EF4-FFF2-40B4-BE49-F238E27FC236}">
                <a16:creationId xmlns:a16="http://schemas.microsoft.com/office/drawing/2014/main" id="{FCAB917F-78F2-4BDE-8E03-FAAD14602B09}"/>
              </a:ext>
            </a:extLst>
          </p:cNvPr>
          <p:cNvSpPr>
            <a:spLocks noGrp="1"/>
          </p:cNvSpPr>
          <p:nvPr/>
        </p:nvSpPr>
        <p:spPr>
          <a:xfrm>
            <a:off x="298027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5" name="12_small_6941">
            <a:extLst>
              <a:ext uri="{FF2B5EF4-FFF2-40B4-BE49-F238E27FC236}">
                <a16:creationId xmlns:a16="http://schemas.microsoft.com/office/drawing/2014/main" id="{D04DF871-EF50-4355-8B65-D7A1310EB6C3}"/>
              </a:ext>
            </a:extLst>
          </p:cNvPr>
          <p:cNvSpPr>
            <a:spLocks noGrp="1"/>
          </p:cNvSpPr>
          <p:nvPr/>
        </p:nvSpPr>
        <p:spPr>
          <a:xfrm>
            <a:off x="297272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6" name="12_small_6942">
            <a:extLst>
              <a:ext uri="{FF2B5EF4-FFF2-40B4-BE49-F238E27FC236}">
                <a16:creationId xmlns:a16="http://schemas.microsoft.com/office/drawing/2014/main" id="{10C0AC06-D370-4328-919F-7A7FE5660283}"/>
              </a:ext>
            </a:extLst>
          </p:cNvPr>
          <p:cNvSpPr>
            <a:spLocks noGrp="1"/>
          </p:cNvSpPr>
          <p:nvPr/>
        </p:nvSpPr>
        <p:spPr>
          <a:xfrm>
            <a:off x="3063259" y="3492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7" name="12_small_6943">
            <a:extLst>
              <a:ext uri="{FF2B5EF4-FFF2-40B4-BE49-F238E27FC236}">
                <a16:creationId xmlns:a16="http://schemas.microsoft.com/office/drawing/2014/main" id="{17D4D709-96E8-4746-8382-054619B8A83C}"/>
              </a:ext>
            </a:extLst>
          </p:cNvPr>
          <p:cNvSpPr>
            <a:spLocks noGrp="1"/>
          </p:cNvSpPr>
          <p:nvPr/>
        </p:nvSpPr>
        <p:spPr>
          <a:xfrm>
            <a:off x="301396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8" name="12_small_6944">
            <a:extLst>
              <a:ext uri="{FF2B5EF4-FFF2-40B4-BE49-F238E27FC236}">
                <a16:creationId xmlns:a16="http://schemas.microsoft.com/office/drawing/2014/main" id="{B47A03D5-A5B7-4081-A335-20D14930B1EB}"/>
              </a:ext>
            </a:extLst>
          </p:cNvPr>
          <p:cNvSpPr>
            <a:spLocks noGrp="1"/>
          </p:cNvSpPr>
          <p:nvPr/>
        </p:nvSpPr>
        <p:spPr>
          <a:xfrm>
            <a:off x="301084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79" name="12_small_6945">
            <a:extLst>
              <a:ext uri="{FF2B5EF4-FFF2-40B4-BE49-F238E27FC236}">
                <a16:creationId xmlns:a16="http://schemas.microsoft.com/office/drawing/2014/main" id="{7F0244F3-4101-4341-9078-BDB52D13A541}"/>
              </a:ext>
            </a:extLst>
          </p:cNvPr>
          <p:cNvSpPr>
            <a:spLocks noGrp="1"/>
          </p:cNvSpPr>
          <p:nvPr/>
        </p:nvSpPr>
        <p:spPr>
          <a:xfrm>
            <a:off x="305137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0" name="12_small_6946">
            <a:extLst>
              <a:ext uri="{FF2B5EF4-FFF2-40B4-BE49-F238E27FC236}">
                <a16:creationId xmlns:a16="http://schemas.microsoft.com/office/drawing/2014/main" id="{586E7FCD-C9AB-4870-9E32-EDD3C9819F1C}"/>
              </a:ext>
            </a:extLst>
          </p:cNvPr>
          <p:cNvSpPr>
            <a:spLocks noGrp="1"/>
          </p:cNvSpPr>
          <p:nvPr/>
        </p:nvSpPr>
        <p:spPr>
          <a:xfrm>
            <a:off x="299113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1" name="12_small_6947">
            <a:extLst>
              <a:ext uri="{FF2B5EF4-FFF2-40B4-BE49-F238E27FC236}">
                <a16:creationId xmlns:a16="http://schemas.microsoft.com/office/drawing/2014/main" id="{44026825-50D7-404A-B875-985148E1408C}"/>
              </a:ext>
            </a:extLst>
          </p:cNvPr>
          <p:cNvSpPr>
            <a:spLocks noGrp="1"/>
          </p:cNvSpPr>
          <p:nvPr/>
        </p:nvSpPr>
        <p:spPr>
          <a:xfrm>
            <a:off x="306644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2" name="12_small_6948">
            <a:extLst>
              <a:ext uri="{FF2B5EF4-FFF2-40B4-BE49-F238E27FC236}">
                <a16:creationId xmlns:a16="http://schemas.microsoft.com/office/drawing/2014/main" id="{8B40F97F-5D37-4197-9F32-397DB9E04779}"/>
              </a:ext>
            </a:extLst>
          </p:cNvPr>
          <p:cNvSpPr>
            <a:spLocks noGrp="1"/>
          </p:cNvSpPr>
          <p:nvPr/>
        </p:nvSpPr>
        <p:spPr>
          <a:xfrm>
            <a:off x="303379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3" name="12_small_6949">
            <a:extLst>
              <a:ext uri="{FF2B5EF4-FFF2-40B4-BE49-F238E27FC236}">
                <a16:creationId xmlns:a16="http://schemas.microsoft.com/office/drawing/2014/main" id="{A8CB1B8B-6531-4C72-8E15-97257690E999}"/>
              </a:ext>
            </a:extLst>
          </p:cNvPr>
          <p:cNvSpPr>
            <a:spLocks noGrp="1"/>
          </p:cNvSpPr>
          <p:nvPr/>
        </p:nvSpPr>
        <p:spPr>
          <a:xfrm>
            <a:off x="296569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4" name="12_small_6950">
            <a:extLst>
              <a:ext uri="{FF2B5EF4-FFF2-40B4-BE49-F238E27FC236}">
                <a16:creationId xmlns:a16="http://schemas.microsoft.com/office/drawing/2014/main" id="{5F01405A-3E15-477E-9064-7CF065184005}"/>
              </a:ext>
            </a:extLst>
          </p:cNvPr>
          <p:cNvSpPr>
            <a:spLocks noGrp="1"/>
          </p:cNvSpPr>
          <p:nvPr/>
        </p:nvSpPr>
        <p:spPr>
          <a:xfrm>
            <a:off x="292835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5" name="12_small_6951">
            <a:extLst>
              <a:ext uri="{FF2B5EF4-FFF2-40B4-BE49-F238E27FC236}">
                <a16:creationId xmlns:a16="http://schemas.microsoft.com/office/drawing/2014/main" id="{4F3A0123-8D4C-48D6-B44D-5741337BD008}"/>
              </a:ext>
            </a:extLst>
          </p:cNvPr>
          <p:cNvSpPr>
            <a:spLocks noGrp="1"/>
          </p:cNvSpPr>
          <p:nvPr/>
        </p:nvSpPr>
        <p:spPr>
          <a:xfrm>
            <a:off x="305383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6" name="12_small_6952">
            <a:extLst>
              <a:ext uri="{FF2B5EF4-FFF2-40B4-BE49-F238E27FC236}">
                <a16:creationId xmlns:a16="http://schemas.microsoft.com/office/drawing/2014/main" id="{B188E063-C447-492E-94FF-C7B13E64FC13}"/>
              </a:ext>
            </a:extLst>
          </p:cNvPr>
          <p:cNvSpPr>
            <a:spLocks noGrp="1"/>
          </p:cNvSpPr>
          <p:nvPr/>
        </p:nvSpPr>
        <p:spPr>
          <a:xfrm>
            <a:off x="306965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7" name="12_small_6953">
            <a:extLst>
              <a:ext uri="{FF2B5EF4-FFF2-40B4-BE49-F238E27FC236}">
                <a16:creationId xmlns:a16="http://schemas.microsoft.com/office/drawing/2014/main" id="{3B4013AA-1AF9-4A5A-B099-D282F0030827}"/>
              </a:ext>
            </a:extLst>
          </p:cNvPr>
          <p:cNvSpPr>
            <a:spLocks noGrp="1"/>
          </p:cNvSpPr>
          <p:nvPr/>
        </p:nvSpPr>
        <p:spPr>
          <a:xfrm>
            <a:off x="300496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8" name="12_small_6954">
            <a:extLst>
              <a:ext uri="{FF2B5EF4-FFF2-40B4-BE49-F238E27FC236}">
                <a16:creationId xmlns:a16="http://schemas.microsoft.com/office/drawing/2014/main" id="{35E3834B-3D79-4356-A8DE-6D808FBB4639}"/>
              </a:ext>
            </a:extLst>
          </p:cNvPr>
          <p:cNvSpPr>
            <a:spLocks noGrp="1"/>
          </p:cNvSpPr>
          <p:nvPr/>
        </p:nvSpPr>
        <p:spPr>
          <a:xfrm>
            <a:off x="304905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89" name="12_small_6955">
            <a:extLst>
              <a:ext uri="{FF2B5EF4-FFF2-40B4-BE49-F238E27FC236}">
                <a16:creationId xmlns:a16="http://schemas.microsoft.com/office/drawing/2014/main" id="{509D996A-EE14-4BF2-86A4-62B7E9437C74}"/>
              </a:ext>
            </a:extLst>
          </p:cNvPr>
          <p:cNvSpPr>
            <a:spLocks noGrp="1"/>
          </p:cNvSpPr>
          <p:nvPr/>
        </p:nvSpPr>
        <p:spPr>
          <a:xfrm>
            <a:off x="304370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0" name="12_small_6956">
            <a:extLst>
              <a:ext uri="{FF2B5EF4-FFF2-40B4-BE49-F238E27FC236}">
                <a16:creationId xmlns:a16="http://schemas.microsoft.com/office/drawing/2014/main" id="{946F5E27-965D-44DF-8E64-BF6970C90122}"/>
              </a:ext>
            </a:extLst>
          </p:cNvPr>
          <p:cNvSpPr>
            <a:spLocks noGrp="1"/>
          </p:cNvSpPr>
          <p:nvPr/>
        </p:nvSpPr>
        <p:spPr>
          <a:xfrm>
            <a:off x="295149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1" name="12_small_6957">
            <a:extLst>
              <a:ext uri="{FF2B5EF4-FFF2-40B4-BE49-F238E27FC236}">
                <a16:creationId xmlns:a16="http://schemas.microsoft.com/office/drawing/2014/main" id="{C93C934C-8B7E-4592-B662-004CD804EE75}"/>
              </a:ext>
            </a:extLst>
          </p:cNvPr>
          <p:cNvSpPr>
            <a:spLocks noGrp="1"/>
          </p:cNvSpPr>
          <p:nvPr/>
        </p:nvSpPr>
        <p:spPr>
          <a:xfrm>
            <a:off x="301223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2" name="12_small_6958">
            <a:extLst>
              <a:ext uri="{FF2B5EF4-FFF2-40B4-BE49-F238E27FC236}">
                <a16:creationId xmlns:a16="http://schemas.microsoft.com/office/drawing/2014/main" id="{EE8EAE87-9C68-4443-9AB6-4D4FDC3B009A}"/>
              </a:ext>
            </a:extLst>
          </p:cNvPr>
          <p:cNvSpPr>
            <a:spLocks noGrp="1"/>
          </p:cNvSpPr>
          <p:nvPr/>
        </p:nvSpPr>
        <p:spPr>
          <a:xfrm>
            <a:off x="301651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3" name="12_small_6959">
            <a:extLst>
              <a:ext uri="{FF2B5EF4-FFF2-40B4-BE49-F238E27FC236}">
                <a16:creationId xmlns:a16="http://schemas.microsoft.com/office/drawing/2014/main" id="{8F3D0B7A-D3C0-4213-8F61-FB94819B8F6E}"/>
              </a:ext>
            </a:extLst>
          </p:cNvPr>
          <p:cNvSpPr>
            <a:spLocks noGrp="1"/>
          </p:cNvSpPr>
          <p:nvPr/>
        </p:nvSpPr>
        <p:spPr>
          <a:xfrm>
            <a:off x="3052986" y="314808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4" name="12_small_6960">
            <a:extLst>
              <a:ext uri="{FF2B5EF4-FFF2-40B4-BE49-F238E27FC236}">
                <a16:creationId xmlns:a16="http://schemas.microsoft.com/office/drawing/2014/main" id="{C6C013DE-B53B-4ABB-998B-C3FC12DB9125}"/>
              </a:ext>
            </a:extLst>
          </p:cNvPr>
          <p:cNvSpPr>
            <a:spLocks noGrp="1"/>
          </p:cNvSpPr>
          <p:nvPr/>
        </p:nvSpPr>
        <p:spPr>
          <a:xfrm>
            <a:off x="306492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5" name="12_small_6961">
            <a:extLst>
              <a:ext uri="{FF2B5EF4-FFF2-40B4-BE49-F238E27FC236}">
                <a16:creationId xmlns:a16="http://schemas.microsoft.com/office/drawing/2014/main" id="{D908C31F-8DFF-4C35-A8BF-5BDCB2AE5B1A}"/>
              </a:ext>
            </a:extLst>
          </p:cNvPr>
          <p:cNvSpPr>
            <a:spLocks noGrp="1"/>
          </p:cNvSpPr>
          <p:nvPr/>
        </p:nvSpPr>
        <p:spPr>
          <a:xfrm>
            <a:off x="305792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6" name="12_small_6962">
            <a:extLst>
              <a:ext uri="{FF2B5EF4-FFF2-40B4-BE49-F238E27FC236}">
                <a16:creationId xmlns:a16="http://schemas.microsoft.com/office/drawing/2014/main" id="{A0205FF7-247A-4687-BD01-C050CCC73546}"/>
              </a:ext>
            </a:extLst>
          </p:cNvPr>
          <p:cNvSpPr>
            <a:spLocks noGrp="1"/>
          </p:cNvSpPr>
          <p:nvPr/>
        </p:nvSpPr>
        <p:spPr>
          <a:xfrm>
            <a:off x="299968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7" name="12_small_6963">
            <a:extLst>
              <a:ext uri="{FF2B5EF4-FFF2-40B4-BE49-F238E27FC236}">
                <a16:creationId xmlns:a16="http://schemas.microsoft.com/office/drawing/2014/main" id="{007F1720-BA97-41DC-8A21-A2D000E97AD7}"/>
              </a:ext>
            </a:extLst>
          </p:cNvPr>
          <p:cNvSpPr>
            <a:spLocks noGrp="1"/>
          </p:cNvSpPr>
          <p:nvPr/>
        </p:nvSpPr>
        <p:spPr>
          <a:xfrm>
            <a:off x="304390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8" name="12_small_6964">
            <a:extLst>
              <a:ext uri="{FF2B5EF4-FFF2-40B4-BE49-F238E27FC236}">
                <a16:creationId xmlns:a16="http://schemas.microsoft.com/office/drawing/2014/main" id="{ACFA0203-0F18-46FA-9ED1-BE8B3CBBAE98}"/>
              </a:ext>
            </a:extLst>
          </p:cNvPr>
          <p:cNvSpPr>
            <a:spLocks noGrp="1"/>
          </p:cNvSpPr>
          <p:nvPr/>
        </p:nvSpPr>
        <p:spPr>
          <a:xfrm>
            <a:off x="3024509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999" name="12_small_6965">
            <a:extLst>
              <a:ext uri="{FF2B5EF4-FFF2-40B4-BE49-F238E27FC236}">
                <a16:creationId xmlns:a16="http://schemas.microsoft.com/office/drawing/2014/main" id="{95AF2AB5-D3E6-49E0-B7A7-98A85EF8E603}"/>
              </a:ext>
            </a:extLst>
          </p:cNvPr>
          <p:cNvSpPr>
            <a:spLocks noGrp="1"/>
          </p:cNvSpPr>
          <p:nvPr/>
        </p:nvSpPr>
        <p:spPr>
          <a:xfrm>
            <a:off x="2964358" y="30603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0" name="12_small_6966">
            <a:extLst>
              <a:ext uri="{FF2B5EF4-FFF2-40B4-BE49-F238E27FC236}">
                <a16:creationId xmlns:a16="http://schemas.microsoft.com/office/drawing/2014/main" id="{92AEF889-FEE9-4445-B71F-A996D39713D9}"/>
              </a:ext>
            </a:extLst>
          </p:cNvPr>
          <p:cNvSpPr>
            <a:spLocks noGrp="1"/>
          </p:cNvSpPr>
          <p:nvPr/>
        </p:nvSpPr>
        <p:spPr>
          <a:xfrm>
            <a:off x="29471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1" name="12_small_6967">
            <a:extLst>
              <a:ext uri="{FF2B5EF4-FFF2-40B4-BE49-F238E27FC236}">
                <a16:creationId xmlns:a16="http://schemas.microsoft.com/office/drawing/2014/main" id="{339F8B21-3D0E-4463-B3F5-BE95848AFE6C}"/>
              </a:ext>
            </a:extLst>
          </p:cNvPr>
          <p:cNvSpPr>
            <a:spLocks noGrp="1"/>
          </p:cNvSpPr>
          <p:nvPr/>
        </p:nvSpPr>
        <p:spPr>
          <a:xfrm>
            <a:off x="3008337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2" name="12_small_6968">
            <a:extLst>
              <a:ext uri="{FF2B5EF4-FFF2-40B4-BE49-F238E27FC236}">
                <a16:creationId xmlns:a16="http://schemas.microsoft.com/office/drawing/2014/main" id="{35488A75-AB02-4D5C-9ACD-371269D67CE9}"/>
              </a:ext>
            </a:extLst>
          </p:cNvPr>
          <p:cNvSpPr>
            <a:spLocks noGrp="1"/>
          </p:cNvSpPr>
          <p:nvPr/>
        </p:nvSpPr>
        <p:spPr>
          <a:xfrm>
            <a:off x="3027344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3" name="12_small_6969">
            <a:extLst>
              <a:ext uri="{FF2B5EF4-FFF2-40B4-BE49-F238E27FC236}">
                <a16:creationId xmlns:a16="http://schemas.microsoft.com/office/drawing/2014/main" id="{4B837C1E-F238-45D2-B61A-B79C0E8C20EA}"/>
              </a:ext>
            </a:extLst>
          </p:cNvPr>
          <p:cNvSpPr>
            <a:spLocks noGrp="1"/>
          </p:cNvSpPr>
          <p:nvPr/>
        </p:nvSpPr>
        <p:spPr>
          <a:xfrm>
            <a:off x="3042119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4" name="12_small_6970">
            <a:extLst>
              <a:ext uri="{FF2B5EF4-FFF2-40B4-BE49-F238E27FC236}">
                <a16:creationId xmlns:a16="http://schemas.microsoft.com/office/drawing/2014/main" id="{B59688DE-09A1-4A81-A349-1AF56CEAAFF5}"/>
              </a:ext>
            </a:extLst>
          </p:cNvPr>
          <p:cNvSpPr>
            <a:spLocks noGrp="1"/>
          </p:cNvSpPr>
          <p:nvPr/>
        </p:nvSpPr>
        <p:spPr>
          <a:xfrm>
            <a:off x="30115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5" name="12_small_6971">
            <a:extLst>
              <a:ext uri="{FF2B5EF4-FFF2-40B4-BE49-F238E27FC236}">
                <a16:creationId xmlns:a16="http://schemas.microsoft.com/office/drawing/2014/main" id="{1DC95294-A59D-446C-B99D-263D5E82A694}"/>
              </a:ext>
            </a:extLst>
          </p:cNvPr>
          <p:cNvSpPr>
            <a:spLocks noGrp="1"/>
          </p:cNvSpPr>
          <p:nvPr/>
        </p:nvSpPr>
        <p:spPr>
          <a:xfrm>
            <a:off x="297176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6" name="12_small_6972">
            <a:extLst>
              <a:ext uri="{FF2B5EF4-FFF2-40B4-BE49-F238E27FC236}">
                <a16:creationId xmlns:a16="http://schemas.microsoft.com/office/drawing/2014/main" id="{F2EB6025-6F41-402D-A9CA-DFDDB0811103}"/>
              </a:ext>
            </a:extLst>
          </p:cNvPr>
          <p:cNvSpPr>
            <a:spLocks noGrp="1"/>
          </p:cNvSpPr>
          <p:nvPr/>
        </p:nvSpPr>
        <p:spPr>
          <a:xfrm>
            <a:off x="30654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7" name="12_small_6973">
            <a:extLst>
              <a:ext uri="{FF2B5EF4-FFF2-40B4-BE49-F238E27FC236}">
                <a16:creationId xmlns:a16="http://schemas.microsoft.com/office/drawing/2014/main" id="{EA517B41-171C-40C3-BD84-2E12CEE50F14}"/>
              </a:ext>
            </a:extLst>
          </p:cNvPr>
          <p:cNvSpPr>
            <a:spLocks noGrp="1"/>
          </p:cNvSpPr>
          <p:nvPr/>
        </p:nvSpPr>
        <p:spPr>
          <a:xfrm>
            <a:off x="30449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8" name="12_small_6974">
            <a:extLst>
              <a:ext uri="{FF2B5EF4-FFF2-40B4-BE49-F238E27FC236}">
                <a16:creationId xmlns:a16="http://schemas.microsoft.com/office/drawing/2014/main" id="{1F2FAA1C-53EC-46C5-B080-2EC632AC156C}"/>
              </a:ext>
            </a:extLst>
          </p:cNvPr>
          <p:cNvSpPr>
            <a:spLocks noGrp="1"/>
          </p:cNvSpPr>
          <p:nvPr/>
        </p:nvSpPr>
        <p:spPr>
          <a:xfrm>
            <a:off x="307335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09" name="12_small_6975">
            <a:extLst>
              <a:ext uri="{FF2B5EF4-FFF2-40B4-BE49-F238E27FC236}">
                <a16:creationId xmlns:a16="http://schemas.microsoft.com/office/drawing/2014/main" id="{50A6C88E-9EBD-4A7F-B1E8-FB6184BAC916}"/>
              </a:ext>
            </a:extLst>
          </p:cNvPr>
          <p:cNvSpPr>
            <a:spLocks noGrp="1"/>
          </p:cNvSpPr>
          <p:nvPr/>
        </p:nvSpPr>
        <p:spPr>
          <a:xfrm>
            <a:off x="307334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0" name="12_small_6976">
            <a:extLst>
              <a:ext uri="{FF2B5EF4-FFF2-40B4-BE49-F238E27FC236}">
                <a16:creationId xmlns:a16="http://schemas.microsoft.com/office/drawing/2014/main" id="{16291092-4F88-4FED-9383-904A162DDE2C}"/>
              </a:ext>
            </a:extLst>
          </p:cNvPr>
          <p:cNvSpPr>
            <a:spLocks noGrp="1"/>
          </p:cNvSpPr>
          <p:nvPr/>
        </p:nvSpPr>
        <p:spPr>
          <a:xfrm>
            <a:off x="299300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1" name="12_small_6977">
            <a:extLst>
              <a:ext uri="{FF2B5EF4-FFF2-40B4-BE49-F238E27FC236}">
                <a16:creationId xmlns:a16="http://schemas.microsoft.com/office/drawing/2014/main" id="{69387423-699E-481F-BD9F-9B003BDDC5C0}"/>
              </a:ext>
            </a:extLst>
          </p:cNvPr>
          <p:cNvSpPr>
            <a:spLocks noGrp="1"/>
          </p:cNvSpPr>
          <p:nvPr/>
        </p:nvSpPr>
        <p:spPr>
          <a:xfrm>
            <a:off x="300651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2" name="12_small_6978">
            <a:extLst>
              <a:ext uri="{FF2B5EF4-FFF2-40B4-BE49-F238E27FC236}">
                <a16:creationId xmlns:a16="http://schemas.microsoft.com/office/drawing/2014/main" id="{7D58C8A9-DDB7-431E-B562-123842049518}"/>
              </a:ext>
            </a:extLst>
          </p:cNvPr>
          <p:cNvSpPr>
            <a:spLocks noGrp="1"/>
          </p:cNvSpPr>
          <p:nvPr/>
        </p:nvSpPr>
        <p:spPr>
          <a:xfrm>
            <a:off x="296422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13" name="12_small_6979">
            <a:extLst>
              <a:ext uri="{FF2B5EF4-FFF2-40B4-BE49-F238E27FC236}">
                <a16:creationId xmlns:a16="http://schemas.microsoft.com/office/drawing/2014/main" id="{9FC6EC44-D7BC-4456-BB9C-CF59A9FAF666}"/>
              </a:ext>
            </a:extLst>
          </p:cNvPr>
          <p:cNvSpPr>
            <a:spLocks noGrp="1"/>
          </p:cNvSpPr>
          <p:nvPr/>
        </p:nvSpPr>
        <p:spPr>
          <a:xfrm>
            <a:off x="648000" y="2879658"/>
            <a:ext cx="191" cy="811027"/>
          </a:xfrm>
          <a:custGeom>
            <a:avLst/>
            <a:gdLst/>
            <a:ahLst/>
            <a:cxnLst/>
            <a:rect l="0" t="0" r="0" b="0"/>
            <a:pathLst>
              <a:path w="191" h="811027">
                <a:moveTo>
                  <a:pt x="0" y="811027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014" name="12_small_6980">
            <a:extLst>
              <a:ext uri="{FF2B5EF4-FFF2-40B4-BE49-F238E27FC236}">
                <a16:creationId xmlns:a16="http://schemas.microsoft.com/office/drawing/2014/main" id="{45774368-8C39-4208-A2E7-3B6B9CC2D3F0}"/>
              </a:ext>
            </a:extLst>
          </p:cNvPr>
          <p:cNvSpPr>
            <a:spLocks noGrp="1"/>
          </p:cNvSpPr>
          <p:nvPr/>
        </p:nvSpPr>
        <p:spPr>
          <a:xfrm>
            <a:off x="648000" y="3690684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015" name="text_6981">
            <a:extLst>
              <a:ext uri="{FF2B5EF4-FFF2-40B4-BE49-F238E27FC236}">
                <a16:creationId xmlns:a16="http://schemas.microsoft.com/office/drawing/2014/main" id="{52117425-DC8E-4143-A2DF-DF3A6EA89A3F}"/>
              </a:ext>
            </a:extLst>
          </p:cNvPr>
          <p:cNvSpPr>
            <a:spLocks noGrp="1"/>
          </p:cNvSpPr>
          <p:nvPr/>
        </p:nvSpPr>
        <p:spPr>
          <a:xfrm>
            <a:off x="293625" y="2764799"/>
            <a:ext cx="83312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1016" name="text_6982">
            <a:extLst>
              <a:ext uri="{FF2B5EF4-FFF2-40B4-BE49-F238E27FC236}">
                <a16:creationId xmlns:a16="http://schemas.microsoft.com/office/drawing/2014/main" id="{9239C890-F951-43B7-966F-3A77896CB6B3}"/>
              </a:ext>
            </a:extLst>
          </p:cNvPr>
          <p:cNvSpPr>
            <a:spLocks noGrp="1"/>
          </p:cNvSpPr>
          <p:nvPr/>
        </p:nvSpPr>
        <p:spPr>
          <a:xfrm>
            <a:off x="648000" y="2680077"/>
            <a:ext cx="1209246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Top-1 · RMSD &lt;3 Å · GT</a:t>
            </a:r>
          </a:p>
        </p:txBody>
      </p:sp>
      <p:sp>
        <p:nvSpPr>
          <p:cNvPr id="1017" name="12_small_6983">
            <a:extLst>
              <a:ext uri="{FF2B5EF4-FFF2-40B4-BE49-F238E27FC236}">
                <a16:creationId xmlns:a16="http://schemas.microsoft.com/office/drawing/2014/main" id="{4D354276-FDB9-4078-8DF5-8A2810F87C8D}"/>
              </a:ext>
            </a:extLst>
          </p:cNvPr>
          <p:cNvSpPr>
            <a:spLocks noGrp="1"/>
          </p:cNvSpPr>
          <p:nvPr/>
        </p:nvSpPr>
        <p:spPr>
          <a:xfrm>
            <a:off x="671437" y="3203326"/>
            <a:ext cx="2343750" cy="450494"/>
          </a:xfrm>
          <a:custGeom>
            <a:avLst/>
            <a:gdLst/>
            <a:ahLst/>
            <a:cxnLst/>
            <a:rect l="0" t="0" r="0" b="0"/>
            <a:pathLst>
              <a:path w="2343750" h="450494">
                <a:moveTo>
                  <a:pt x="0" y="450494"/>
                </a:moveTo>
                <a:lnTo>
                  <a:pt x="43403" y="449604"/>
                </a:lnTo>
                <a:lnTo>
                  <a:pt x="43403" y="449072"/>
                </a:lnTo>
                <a:lnTo>
                  <a:pt x="65104" y="448143"/>
                </a:lnTo>
                <a:lnTo>
                  <a:pt x="65104" y="446946"/>
                </a:lnTo>
                <a:lnTo>
                  <a:pt x="71023" y="446823"/>
                </a:lnTo>
                <a:lnTo>
                  <a:pt x="71023" y="445082"/>
                </a:lnTo>
                <a:lnTo>
                  <a:pt x="86806" y="444002"/>
                </a:lnTo>
                <a:lnTo>
                  <a:pt x="86806" y="443470"/>
                </a:lnTo>
                <a:lnTo>
                  <a:pt x="111607" y="443101"/>
                </a:lnTo>
                <a:lnTo>
                  <a:pt x="111607" y="441050"/>
                </a:lnTo>
                <a:lnTo>
                  <a:pt x="130208" y="440927"/>
                </a:lnTo>
                <a:lnTo>
                  <a:pt x="130208" y="432027"/>
                </a:lnTo>
                <a:lnTo>
                  <a:pt x="142045" y="431904"/>
                </a:lnTo>
                <a:lnTo>
                  <a:pt x="142045" y="430163"/>
                </a:lnTo>
                <a:lnTo>
                  <a:pt x="156250" y="430040"/>
                </a:lnTo>
                <a:lnTo>
                  <a:pt x="156250" y="425253"/>
                </a:lnTo>
                <a:lnTo>
                  <a:pt x="180288" y="423924"/>
                </a:lnTo>
                <a:lnTo>
                  <a:pt x="180288" y="423801"/>
                </a:lnTo>
                <a:lnTo>
                  <a:pt x="195312" y="423679"/>
                </a:lnTo>
                <a:lnTo>
                  <a:pt x="195312" y="406922"/>
                </a:lnTo>
                <a:lnTo>
                  <a:pt x="213068" y="406676"/>
                </a:lnTo>
                <a:lnTo>
                  <a:pt x="213068" y="404935"/>
                </a:lnTo>
                <a:lnTo>
                  <a:pt x="223214" y="404813"/>
                </a:lnTo>
                <a:lnTo>
                  <a:pt x="223214" y="402761"/>
                </a:lnTo>
                <a:lnTo>
                  <a:pt x="260417" y="401435"/>
                </a:lnTo>
                <a:lnTo>
                  <a:pt x="260417" y="386949"/>
                </a:lnTo>
                <a:lnTo>
                  <a:pt x="284091" y="386020"/>
                </a:lnTo>
                <a:lnTo>
                  <a:pt x="284091" y="384279"/>
                </a:lnTo>
                <a:lnTo>
                  <a:pt x="312500" y="383911"/>
                </a:lnTo>
                <a:lnTo>
                  <a:pt x="312500" y="377208"/>
                </a:lnTo>
                <a:lnTo>
                  <a:pt x="334821" y="376962"/>
                </a:lnTo>
                <a:lnTo>
                  <a:pt x="334821" y="375594"/>
                </a:lnTo>
                <a:lnTo>
                  <a:pt x="355114" y="375349"/>
                </a:lnTo>
                <a:lnTo>
                  <a:pt x="355114" y="373608"/>
                </a:lnTo>
                <a:lnTo>
                  <a:pt x="390625" y="373240"/>
                </a:lnTo>
                <a:lnTo>
                  <a:pt x="390625" y="318013"/>
                </a:lnTo>
                <a:lnTo>
                  <a:pt x="426136" y="317645"/>
                </a:lnTo>
                <a:lnTo>
                  <a:pt x="426136" y="315904"/>
                </a:lnTo>
                <a:lnTo>
                  <a:pt x="446429" y="315659"/>
                </a:lnTo>
                <a:lnTo>
                  <a:pt x="446429" y="313607"/>
                </a:lnTo>
                <a:lnTo>
                  <a:pt x="468750" y="312563"/>
                </a:lnTo>
                <a:lnTo>
                  <a:pt x="468750" y="307776"/>
                </a:lnTo>
                <a:lnTo>
                  <a:pt x="497159" y="307407"/>
                </a:lnTo>
                <a:lnTo>
                  <a:pt x="497159" y="305666"/>
                </a:lnTo>
                <a:lnTo>
                  <a:pt x="520833" y="305421"/>
                </a:lnTo>
                <a:lnTo>
                  <a:pt x="520833" y="290137"/>
                </a:lnTo>
                <a:lnTo>
                  <a:pt x="558036" y="288812"/>
                </a:lnTo>
                <a:lnTo>
                  <a:pt x="558036" y="286760"/>
                </a:lnTo>
                <a:lnTo>
                  <a:pt x="568182" y="286637"/>
                </a:lnTo>
                <a:lnTo>
                  <a:pt x="568182" y="284896"/>
                </a:lnTo>
                <a:lnTo>
                  <a:pt x="585938" y="284650"/>
                </a:lnTo>
                <a:lnTo>
                  <a:pt x="585938" y="275075"/>
                </a:lnTo>
                <a:lnTo>
                  <a:pt x="625000" y="273900"/>
                </a:lnTo>
                <a:lnTo>
                  <a:pt x="625000" y="269113"/>
                </a:lnTo>
                <a:lnTo>
                  <a:pt x="639205" y="268990"/>
                </a:lnTo>
                <a:lnTo>
                  <a:pt x="639205" y="267249"/>
                </a:lnTo>
                <a:lnTo>
                  <a:pt x="651042" y="267126"/>
                </a:lnTo>
                <a:lnTo>
                  <a:pt x="651042" y="259024"/>
                </a:lnTo>
                <a:lnTo>
                  <a:pt x="669643" y="258901"/>
                </a:lnTo>
                <a:lnTo>
                  <a:pt x="669643" y="256849"/>
                </a:lnTo>
                <a:lnTo>
                  <a:pt x="703125" y="256358"/>
                </a:lnTo>
                <a:lnTo>
                  <a:pt x="703125" y="255401"/>
                </a:lnTo>
                <a:lnTo>
                  <a:pt x="710227" y="255401"/>
                </a:lnTo>
                <a:lnTo>
                  <a:pt x="711138" y="253537"/>
                </a:lnTo>
                <a:lnTo>
                  <a:pt x="781250" y="252800"/>
                </a:lnTo>
                <a:lnTo>
                  <a:pt x="781250" y="7181"/>
                </a:lnTo>
                <a:lnTo>
                  <a:pt x="1171875" y="7181"/>
                </a:lnTo>
                <a:lnTo>
                  <a:pt x="1171875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1018" name="12_small_6984">
            <a:extLst>
              <a:ext uri="{FF2B5EF4-FFF2-40B4-BE49-F238E27FC236}">
                <a16:creationId xmlns:a16="http://schemas.microsoft.com/office/drawing/2014/main" id="{0C442092-384F-46C7-B1DF-A0BBAE8A3E49}"/>
              </a:ext>
            </a:extLst>
          </p:cNvPr>
          <p:cNvSpPr>
            <a:spLocks noGrp="1"/>
          </p:cNvSpPr>
          <p:nvPr/>
        </p:nvSpPr>
        <p:spPr>
          <a:xfrm>
            <a:off x="671437" y="2916523"/>
            <a:ext cx="2343750" cy="737297"/>
          </a:xfrm>
          <a:custGeom>
            <a:avLst/>
            <a:gdLst/>
            <a:ahLst/>
            <a:cxnLst/>
            <a:rect l="0" t="0" r="0" b="0"/>
            <a:pathLst>
              <a:path w="2343750" h="737297">
                <a:moveTo>
                  <a:pt x="0" y="737297"/>
                </a:moveTo>
                <a:lnTo>
                  <a:pt x="781250" y="737297"/>
                </a:lnTo>
                <a:lnTo>
                  <a:pt x="781250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1019" name="12_small_6985">
            <a:extLst>
              <a:ext uri="{FF2B5EF4-FFF2-40B4-BE49-F238E27FC236}">
                <a16:creationId xmlns:a16="http://schemas.microsoft.com/office/drawing/2014/main" id="{97872A51-C93C-4EA9-ACC4-800498DF4CA6}"/>
              </a:ext>
            </a:extLst>
          </p:cNvPr>
          <p:cNvSpPr>
            <a:spLocks noGrp="1"/>
          </p:cNvSpPr>
          <p:nvPr/>
        </p:nvSpPr>
        <p:spPr>
          <a:xfrm>
            <a:off x="1040473" y="3499749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020" name="12_small_6986">
            <a:extLst>
              <a:ext uri="{FF2B5EF4-FFF2-40B4-BE49-F238E27FC236}">
                <a16:creationId xmlns:a16="http://schemas.microsoft.com/office/drawing/2014/main" id="{85EED98E-9DF2-4B3C-A5B8-EE6E8B71FC6E}"/>
              </a:ext>
            </a:extLst>
          </p:cNvPr>
          <p:cNvSpPr>
            <a:spLocks noGrp="1"/>
          </p:cNvSpPr>
          <p:nvPr/>
        </p:nvSpPr>
        <p:spPr>
          <a:xfrm>
            <a:off x="1431098" y="318891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021" name="12_small_6987">
            <a:extLst>
              <a:ext uri="{FF2B5EF4-FFF2-40B4-BE49-F238E27FC236}">
                <a16:creationId xmlns:a16="http://schemas.microsoft.com/office/drawing/2014/main" id="{068B2B6A-1387-4314-9962-E63B8F8EAD76}"/>
              </a:ext>
            </a:extLst>
          </p:cNvPr>
          <p:cNvSpPr>
            <a:spLocks noGrp="1"/>
          </p:cNvSpPr>
          <p:nvPr/>
        </p:nvSpPr>
        <p:spPr>
          <a:xfrm>
            <a:off x="2212348" y="318173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022" name="12_small_6988">
            <a:extLst>
              <a:ext uri="{FF2B5EF4-FFF2-40B4-BE49-F238E27FC236}">
                <a16:creationId xmlns:a16="http://schemas.microsoft.com/office/drawing/2014/main" id="{E840251A-7079-4EBB-AFC4-F64243FAA351}"/>
              </a:ext>
            </a:extLst>
          </p:cNvPr>
          <p:cNvSpPr>
            <a:spLocks noGrp="1"/>
          </p:cNvSpPr>
          <p:nvPr/>
        </p:nvSpPr>
        <p:spPr>
          <a:xfrm>
            <a:off x="2993598" y="318173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023" name="12_small_6989">
            <a:extLst>
              <a:ext uri="{FF2B5EF4-FFF2-40B4-BE49-F238E27FC236}">
                <a16:creationId xmlns:a16="http://schemas.microsoft.com/office/drawing/2014/main" id="{5609D23A-BB98-4EDD-A810-8B95EFD07539}"/>
              </a:ext>
            </a:extLst>
          </p:cNvPr>
          <p:cNvSpPr>
            <a:spLocks noGrp="1"/>
          </p:cNvSpPr>
          <p:nvPr/>
        </p:nvSpPr>
        <p:spPr>
          <a:xfrm>
            <a:off x="1026141" y="361789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024" name="12_small_6990">
            <a:extLst>
              <a:ext uri="{FF2B5EF4-FFF2-40B4-BE49-F238E27FC236}">
                <a16:creationId xmlns:a16="http://schemas.microsoft.com/office/drawing/2014/main" id="{898EF029-50FD-4AD9-BD82-94FF88ED616F}"/>
              </a:ext>
            </a:extLst>
          </p:cNvPr>
          <p:cNvSpPr>
            <a:spLocks noGrp="1"/>
          </p:cNvSpPr>
          <p:nvPr/>
        </p:nvSpPr>
        <p:spPr>
          <a:xfrm>
            <a:off x="1416766" y="288060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025" name="12_small_6991">
            <a:extLst>
              <a:ext uri="{FF2B5EF4-FFF2-40B4-BE49-F238E27FC236}">
                <a16:creationId xmlns:a16="http://schemas.microsoft.com/office/drawing/2014/main" id="{1AED243C-56C3-4A58-9BB9-FF624249652C}"/>
              </a:ext>
            </a:extLst>
          </p:cNvPr>
          <p:cNvSpPr>
            <a:spLocks noGrp="1"/>
          </p:cNvSpPr>
          <p:nvPr/>
        </p:nvSpPr>
        <p:spPr>
          <a:xfrm>
            <a:off x="2198016" y="288060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026" name="12_small_6992">
            <a:extLst>
              <a:ext uri="{FF2B5EF4-FFF2-40B4-BE49-F238E27FC236}">
                <a16:creationId xmlns:a16="http://schemas.microsoft.com/office/drawing/2014/main" id="{6071C88C-A16E-4F5C-9A4D-762E5E6414D5}"/>
              </a:ext>
            </a:extLst>
          </p:cNvPr>
          <p:cNvSpPr>
            <a:spLocks noGrp="1"/>
          </p:cNvSpPr>
          <p:nvPr/>
        </p:nvSpPr>
        <p:spPr>
          <a:xfrm>
            <a:off x="2979266" y="288060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027" name="12_small_6993">
            <a:extLst>
              <a:ext uri="{FF2B5EF4-FFF2-40B4-BE49-F238E27FC236}">
                <a16:creationId xmlns:a16="http://schemas.microsoft.com/office/drawing/2014/main" id="{F4544D14-69CE-4618-89C5-E20C005C40E2}"/>
              </a:ext>
            </a:extLst>
          </p:cNvPr>
          <p:cNvSpPr>
            <a:spLocks noGrp="1"/>
          </p:cNvSpPr>
          <p:nvPr/>
        </p:nvSpPr>
        <p:spPr>
          <a:xfrm>
            <a:off x="3786750" y="2879658"/>
            <a:ext cx="2531250" cy="811027"/>
          </a:xfrm>
          <a:custGeom>
            <a:avLst/>
            <a:gdLst/>
            <a:ahLst/>
            <a:cxnLst/>
            <a:rect l="0" t="0" r="0" b="0"/>
            <a:pathLst>
              <a:path w="2531250" h="811027">
                <a:moveTo>
                  <a:pt x="0" y="811027"/>
                </a:moveTo>
                <a:lnTo>
                  <a:pt x="2531250" y="811027"/>
                </a:lnTo>
                <a:lnTo>
                  <a:pt x="2531250" y="0"/>
                </a:lnTo>
                <a:lnTo>
                  <a:pt x="0" y="0"/>
                </a:lnTo>
                <a:lnTo>
                  <a:pt x="0" y="811027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028" name="12_small_6994">
            <a:extLst>
              <a:ext uri="{FF2B5EF4-FFF2-40B4-BE49-F238E27FC236}">
                <a16:creationId xmlns:a16="http://schemas.microsoft.com/office/drawing/2014/main" id="{A9135911-1119-4203-9BE7-13B74907340F}"/>
              </a:ext>
            </a:extLst>
          </p:cNvPr>
          <p:cNvSpPr>
            <a:spLocks noGrp="1"/>
          </p:cNvSpPr>
          <p:nvPr/>
        </p:nvSpPr>
        <p:spPr>
          <a:xfrm>
            <a:off x="4099250" y="2916523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16" y="731153"/>
                </a:lnTo>
                <a:lnTo>
                  <a:pt x="4388" y="725009"/>
                </a:lnTo>
                <a:lnTo>
                  <a:pt x="9601" y="718865"/>
                </a:lnTo>
                <a:lnTo>
                  <a:pt x="16418" y="712720"/>
                </a:lnTo>
                <a:lnTo>
                  <a:pt x="24424" y="706576"/>
                </a:lnTo>
                <a:lnTo>
                  <a:pt x="33163" y="700432"/>
                </a:lnTo>
                <a:lnTo>
                  <a:pt x="42181" y="694288"/>
                </a:lnTo>
                <a:lnTo>
                  <a:pt x="51065" y="688144"/>
                </a:lnTo>
                <a:lnTo>
                  <a:pt x="59472" y="682000"/>
                </a:lnTo>
                <a:lnTo>
                  <a:pt x="67143" y="675856"/>
                </a:lnTo>
                <a:lnTo>
                  <a:pt x="73914" y="669711"/>
                </a:lnTo>
                <a:lnTo>
                  <a:pt x="79703" y="663567"/>
                </a:lnTo>
                <a:lnTo>
                  <a:pt x="84502" y="657423"/>
                </a:lnTo>
                <a:lnTo>
                  <a:pt x="88361" y="651279"/>
                </a:lnTo>
                <a:lnTo>
                  <a:pt x="91365" y="645135"/>
                </a:lnTo>
                <a:lnTo>
                  <a:pt x="93620" y="638991"/>
                </a:lnTo>
                <a:lnTo>
                  <a:pt x="95239" y="632847"/>
                </a:lnTo>
                <a:lnTo>
                  <a:pt x="96331" y="626702"/>
                </a:lnTo>
                <a:lnTo>
                  <a:pt x="96993" y="620558"/>
                </a:lnTo>
                <a:lnTo>
                  <a:pt x="97314" y="614414"/>
                </a:lnTo>
                <a:lnTo>
                  <a:pt x="97368" y="608270"/>
                </a:lnTo>
                <a:lnTo>
                  <a:pt x="97217" y="602126"/>
                </a:lnTo>
                <a:lnTo>
                  <a:pt x="96915" y="595982"/>
                </a:lnTo>
                <a:lnTo>
                  <a:pt x="96510" y="589838"/>
                </a:lnTo>
                <a:lnTo>
                  <a:pt x="96043" y="583693"/>
                </a:lnTo>
                <a:lnTo>
                  <a:pt x="95551" y="577549"/>
                </a:lnTo>
                <a:lnTo>
                  <a:pt x="95065" y="571405"/>
                </a:lnTo>
                <a:lnTo>
                  <a:pt x="94611" y="565261"/>
                </a:lnTo>
                <a:lnTo>
                  <a:pt x="94210" y="559117"/>
                </a:lnTo>
                <a:lnTo>
                  <a:pt x="93874" y="552973"/>
                </a:lnTo>
                <a:lnTo>
                  <a:pt x="93610" y="546829"/>
                </a:lnTo>
                <a:lnTo>
                  <a:pt x="93419" y="540684"/>
                </a:lnTo>
                <a:lnTo>
                  <a:pt x="93296" y="534540"/>
                </a:lnTo>
                <a:lnTo>
                  <a:pt x="93234" y="528396"/>
                </a:lnTo>
                <a:lnTo>
                  <a:pt x="93222" y="522252"/>
                </a:lnTo>
                <a:lnTo>
                  <a:pt x="93247" y="516108"/>
                </a:lnTo>
                <a:lnTo>
                  <a:pt x="93300" y="509964"/>
                </a:lnTo>
                <a:lnTo>
                  <a:pt x="93370" y="503820"/>
                </a:lnTo>
                <a:lnTo>
                  <a:pt x="93447" y="497675"/>
                </a:lnTo>
                <a:lnTo>
                  <a:pt x="93520" y="491531"/>
                </a:lnTo>
                <a:lnTo>
                  <a:pt x="93580" y="485387"/>
                </a:lnTo>
                <a:lnTo>
                  <a:pt x="93613" y="479243"/>
                </a:lnTo>
                <a:lnTo>
                  <a:pt x="93602" y="473099"/>
                </a:lnTo>
                <a:lnTo>
                  <a:pt x="93529" y="466955"/>
                </a:lnTo>
                <a:lnTo>
                  <a:pt x="93369" y="460811"/>
                </a:lnTo>
                <a:lnTo>
                  <a:pt x="93098" y="454666"/>
                </a:lnTo>
                <a:lnTo>
                  <a:pt x="92691" y="448522"/>
                </a:lnTo>
                <a:lnTo>
                  <a:pt x="92125" y="442378"/>
                </a:lnTo>
                <a:lnTo>
                  <a:pt x="91386" y="436234"/>
                </a:lnTo>
                <a:lnTo>
                  <a:pt x="90470" y="430090"/>
                </a:lnTo>
                <a:lnTo>
                  <a:pt x="89388" y="423946"/>
                </a:lnTo>
                <a:lnTo>
                  <a:pt x="88167" y="417802"/>
                </a:lnTo>
                <a:lnTo>
                  <a:pt x="86853" y="411657"/>
                </a:lnTo>
                <a:lnTo>
                  <a:pt x="85509" y="405513"/>
                </a:lnTo>
                <a:lnTo>
                  <a:pt x="84212" y="399369"/>
                </a:lnTo>
                <a:lnTo>
                  <a:pt x="83046" y="393225"/>
                </a:lnTo>
                <a:lnTo>
                  <a:pt x="82097" y="387081"/>
                </a:lnTo>
                <a:lnTo>
                  <a:pt x="81440" y="380937"/>
                </a:lnTo>
                <a:lnTo>
                  <a:pt x="81138" y="374793"/>
                </a:lnTo>
                <a:lnTo>
                  <a:pt x="81228" y="368648"/>
                </a:lnTo>
                <a:lnTo>
                  <a:pt x="81721" y="362504"/>
                </a:lnTo>
                <a:lnTo>
                  <a:pt x="82600" y="356360"/>
                </a:lnTo>
                <a:lnTo>
                  <a:pt x="83820" y="350216"/>
                </a:lnTo>
                <a:lnTo>
                  <a:pt x="85317" y="344072"/>
                </a:lnTo>
                <a:lnTo>
                  <a:pt x="87009" y="337928"/>
                </a:lnTo>
                <a:lnTo>
                  <a:pt x="88809" y="331784"/>
                </a:lnTo>
                <a:lnTo>
                  <a:pt x="90632" y="325639"/>
                </a:lnTo>
                <a:lnTo>
                  <a:pt x="92402" y="319495"/>
                </a:lnTo>
                <a:lnTo>
                  <a:pt x="94056" y="313351"/>
                </a:lnTo>
                <a:lnTo>
                  <a:pt x="95548" y="307207"/>
                </a:lnTo>
                <a:lnTo>
                  <a:pt x="96851" y="301063"/>
                </a:lnTo>
                <a:lnTo>
                  <a:pt x="97955" y="294919"/>
                </a:lnTo>
                <a:lnTo>
                  <a:pt x="98862" y="288775"/>
                </a:lnTo>
                <a:lnTo>
                  <a:pt x="99586" y="282630"/>
                </a:lnTo>
                <a:lnTo>
                  <a:pt x="100149" y="276486"/>
                </a:lnTo>
                <a:lnTo>
                  <a:pt x="100574" y="270342"/>
                </a:lnTo>
                <a:lnTo>
                  <a:pt x="100887" y="264198"/>
                </a:lnTo>
                <a:lnTo>
                  <a:pt x="101111" y="258054"/>
                </a:lnTo>
                <a:lnTo>
                  <a:pt x="101268" y="251910"/>
                </a:lnTo>
                <a:lnTo>
                  <a:pt x="101375" y="245766"/>
                </a:lnTo>
                <a:lnTo>
                  <a:pt x="101445" y="239621"/>
                </a:lnTo>
                <a:lnTo>
                  <a:pt x="101491" y="233477"/>
                </a:lnTo>
                <a:lnTo>
                  <a:pt x="101520" y="227333"/>
                </a:lnTo>
                <a:lnTo>
                  <a:pt x="101538" y="221189"/>
                </a:lnTo>
                <a:lnTo>
                  <a:pt x="101548" y="215045"/>
                </a:lnTo>
                <a:lnTo>
                  <a:pt x="101555" y="208901"/>
                </a:lnTo>
                <a:lnTo>
                  <a:pt x="101558" y="202757"/>
                </a:lnTo>
                <a:lnTo>
                  <a:pt x="101560" y="196613"/>
                </a:lnTo>
                <a:lnTo>
                  <a:pt x="101561" y="190468"/>
                </a:lnTo>
                <a:lnTo>
                  <a:pt x="101562" y="184324"/>
                </a:lnTo>
                <a:lnTo>
                  <a:pt x="101562" y="178180"/>
                </a:lnTo>
                <a:lnTo>
                  <a:pt x="101562" y="172036"/>
                </a:lnTo>
                <a:lnTo>
                  <a:pt x="101562" y="165892"/>
                </a:lnTo>
                <a:lnTo>
                  <a:pt x="101562" y="159748"/>
                </a:lnTo>
                <a:lnTo>
                  <a:pt x="101562" y="153604"/>
                </a:lnTo>
                <a:lnTo>
                  <a:pt x="101562" y="147459"/>
                </a:lnTo>
                <a:lnTo>
                  <a:pt x="101562" y="141315"/>
                </a:lnTo>
                <a:lnTo>
                  <a:pt x="101562" y="135171"/>
                </a:lnTo>
                <a:lnTo>
                  <a:pt x="101562" y="129027"/>
                </a:lnTo>
                <a:lnTo>
                  <a:pt x="101562" y="122883"/>
                </a:lnTo>
                <a:lnTo>
                  <a:pt x="101562" y="116739"/>
                </a:lnTo>
                <a:lnTo>
                  <a:pt x="101562" y="110595"/>
                </a:lnTo>
                <a:lnTo>
                  <a:pt x="101562" y="104450"/>
                </a:lnTo>
                <a:lnTo>
                  <a:pt x="101562" y="98306"/>
                </a:lnTo>
                <a:lnTo>
                  <a:pt x="101562" y="92162"/>
                </a:lnTo>
                <a:lnTo>
                  <a:pt x="101562" y="86018"/>
                </a:lnTo>
                <a:lnTo>
                  <a:pt x="101562" y="79874"/>
                </a:lnTo>
                <a:lnTo>
                  <a:pt x="101562" y="73730"/>
                </a:lnTo>
                <a:lnTo>
                  <a:pt x="101562" y="67586"/>
                </a:lnTo>
                <a:lnTo>
                  <a:pt x="101562" y="61441"/>
                </a:lnTo>
                <a:lnTo>
                  <a:pt x="101562" y="55297"/>
                </a:lnTo>
                <a:lnTo>
                  <a:pt x="101562" y="49153"/>
                </a:lnTo>
                <a:lnTo>
                  <a:pt x="101562" y="43009"/>
                </a:lnTo>
                <a:lnTo>
                  <a:pt x="101562" y="36865"/>
                </a:lnTo>
                <a:lnTo>
                  <a:pt x="101562" y="30721"/>
                </a:lnTo>
                <a:lnTo>
                  <a:pt x="101562" y="24577"/>
                </a:lnTo>
                <a:lnTo>
                  <a:pt x="101562" y="18432"/>
                </a:lnTo>
                <a:lnTo>
                  <a:pt x="101562" y="12288"/>
                </a:lnTo>
                <a:lnTo>
                  <a:pt x="101562" y="6144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6144"/>
                </a:lnTo>
                <a:lnTo>
                  <a:pt x="101562" y="12288"/>
                </a:lnTo>
                <a:lnTo>
                  <a:pt x="101562" y="18432"/>
                </a:lnTo>
                <a:lnTo>
                  <a:pt x="101562" y="24577"/>
                </a:lnTo>
                <a:lnTo>
                  <a:pt x="101562" y="30721"/>
                </a:lnTo>
                <a:lnTo>
                  <a:pt x="101562" y="36865"/>
                </a:lnTo>
                <a:lnTo>
                  <a:pt x="101562" y="43009"/>
                </a:lnTo>
                <a:lnTo>
                  <a:pt x="101562" y="49153"/>
                </a:lnTo>
                <a:lnTo>
                  <a:pt x="101562" y="55297"/>
                </a:lnTo>
                <a:lnTo>
                  <a:pt x="101562" y="61441"/>
                </a:lnTo>
                <a:lnTo>
                  <a:pt x="101562" y="67586"/>
                </a:lnTo>
                <a:lnTo>
                  <a:pt x="101562" y="73730"/>
                </a:lnTo>
                <a:lnTo>
                  <a:pt x="101562" y="79874"/>
                </a:lnTo>
                <a:lnTo>
                  <a:pt x="101562" y="86018"/>
                </a:lnTo>
                <a:lnTo>
                  <a:pt x="101562" y="92162"/>
                </a:lnTo>
                <a:lnTo>
                  <a:pt x="101562" y="98306"/>
                </a:lnTo>
                <a:lnTo>
                  <a:pt x="101562" y="104450"/>
                </a:lnTo>
                <a:lnTo>
                  <a:pt x="101562" y="110595"/>
                </a:lnTo>
                <a:lnTo>
                  <a:pt x="101562" y="116739"/>
                </a:lnTo>
                <a:lnTo>
                  <a:pt x="101562" y="122883"/>
                </a:lnTo>
                <a:lnTo>
                  <a:pt x="101562" y="129027"/>
                </a:lnTo>
                <a:lnTo>
                  <a:pt x="101562" y="135171"/>
                </a:lnTo>
                <a:lnTo>
                  <a:pt x="101562" y="141315"/>
                </a:lnTo>
                <a:lnTo>
                  <a:pt x="101562" y="147459"/>
                </a:lnTo>
                <a:lnTo>
                  <a:pt x="101563" y="153604"/>
                </a:lnTo>
                <a:lnTo>
                  <a:pt x="101563" y="159748"/>
                </a:lnTo>
                <a:lnTo>
                  <a:pt x="101563" y="165892"/>
                </a:lnTo>
                <a:lnTo>
                  <a:pt x="101563" y="172036"/>
                </a:lnTo>
                <a:lnTo>
                  <a:pt x="101563" y="178180"/>
                </a:lnTo>
                <a:lnTo>
                  <a:pt x="101563" y="184324"/>
                </a:lnTo>
                <a:lnTo>
                  <a:pt x="101564" y="190468"/>
                </a:lnTo>
                <a:lnTo>
                  <a:pt x="101565" y="196613"/>
                </a:lnTo>
                <a:lnTo>
                  <a:pt x="101567" y="202757"/>
                </a:lnTo>
                <a:lnTo>
                  <a:pt x="101570" y="208901"/>
                </a:lnTo>
                <a:lnTo>
                  <a:pt x="101577" y="215045"/>
                </a:lnTo>
                <a:lnTo>
                  <a:pt x="101587" y="221189"/>
                </a:lnTo>
                <a:lnTo>
                  <a:pt x="101605" y="227333"/>
                </a:lnTo>
                <a:lnTo>
                  <a:pt x="101634" y="233477"/>
                </a:lnTo>
                <a:lnTo>
                  <a:pt x="101680" y="239621"/>
                </a:lnTo>
                <a:lnTo>
                  <a:pt x="101750" y="245766"/>
                </a:lnTo>
                <a:lnTo>
                  <a:pt x="101857" y="251910"/>
                </a:lnTo>
                <a:lnTo>
                  <a:pt x="102014" y="258054"/>
                </a:lnTo>
                <a:lnTo>
                  <a:pt x="102238" y="264198"/>
                </a:lnTo>
                <a:lnTo>
                  <a:pt x="102551" y="270342"/>
                </a:lnTo>
                <a:lnTo>
                  <a:pt x="102976" y="276486"/>
                </a:lnTo>
                <a:lnTo>
                  <a:pt x="103539" y="282630"/>
                </a:lnTo>
                <a:lnTo>
                  <a:pt x="104263" y="288775"/>
                </a:lnTo>
                <a:lnTo>
                  <a:pt x="105170" y="294919"/>
                </a:lnTo>
                <a:lnTo>
                  <a:pt x="106274" y="301063"/>
                </a:lnTo>
                <a:lnTo>
                  <a:pt x="107577" y="307207"/>
                </a:lnTo>
                <a:lnTo>
                  <a:pt x="109069" y="313351"/>
                </a:lnTo>
                <a:lnTo>
                  <a:pt x="110723" y="319495"/>
                </a:lnTo>
                <a:lnTo>
                  <a:pt x="112493" y="325639"/>
                </a:lnTo>
                <a:lnTo>
                  <a:pt x="114316" y="331784"/>
                </a:lnTo>
                <a:lnTo>
                  <a:pt x="116116" y="337928"/>
                </a:lnTo>
                <a:lnTo>
                  <a:pt x="117808" y="344072"/>
                </a:lnTo>
                <a:lnTo>
                  <a:pt x="119305" y="350216"/>
                </a:lnTo>
                <a:lnTo>
                  <a:pt x="120525" y="356360"/>
                </a:lnTo>
                <a:lnTo>
                  <a:pt x="121404" y="362504"/>
                </a:lnTo>
                <a:lnTo>
                  <a:pt x="121897" y="368648"/>
                </a:lnTo>
                <a:lnTo>
                  <a:pt x="121987" y="374793"/>
                </a:lnTo>
                <a:lnTo>
                  <a:pt x="121685" y="380937"/>
                </a:lnTo>
                <a:lnTo>
                  <a:pt x="121028" y="387081"/>
                </a:lnTo>
                <a:lnTo>
                  <a:pt x="120079" y="393225"/>
                </a:lnTo>
                <a:lnTo>
                  <a:pt x="118913" y="399369"/>
                </a:lnTo>
                <a:lnTo>
                  <a:pt x="117616" y="405513"/>
                </a:lnTo>
                <a:lnTo>
                  <a:pt x="116272" y="411657"/>
                </a:lnTo>
                <a:lnTo>
                  <a:pt x="114958" y="417802"/>
                </a:lnTo>
                <a:lnTo>
                  <a:pt x="113737" y="423946"/>
                </a:lnTo>
                <a:lnTo>
                  <a:pt x="112655" y="430090"/>
                </a:lnTo>
                <a:lnTo>
                  <a:pt x="111739" y="436234"/>
                </a:lnTo>
                <a:lnTo>
                  <a:pt x="111000" y="442378"/>
                </a:lnTo>
                <a:lnTo>
                  <a:pt x="110434" y="448522"/>
                </a:lnTo>
                <a:lnTo>
                  <a:pt x="110027" y="454666"/>
                </a:lnTo>
                <a:lnTo>
                  <a:pt x="109756" y="460811"/>
                </a:lnTo>
                <a:lnTo>
                  <a:pt x="109596" y="466955"/>
                </a:lnTo>
                <a:lnTo>
                  <a:pt x="109523" y="473099"/>
                </a:lnTo>
                <a:lnTo>
                  <a:pt x="109512" y="479243"/>
                </a:lnTo>
                <a:lnTo>
                  <a:pt x="109545" y="485387"/>
                </a:lnTo>
                <a:lnTo>
                  <a:pt x="109605" y="491531"/>
                </a:lnTo>
                <a:lnTo>
                  <a:pt x="109678" y="497675"/>
                </a:lnTo>
                <a:lnTo>
                  <a:pt x="109755" y="503820"/>
                </a:lnTo>
                <a:lnTo>
                  <a:pt x="109825" y="509964"/>
                </a:lnTo>
                <a:lnTo>
                  <a:pt x="109878" y="516108"/>
                </a:lnTo>
                <a:lnTo>
                  <a:pt x="109903" y="522252"/>
                </a:lnTo>
                <a:lnTo>
                  <a:pt x="109891" y="528396"/>
                </a:lnTo>
                <a:lnTo>
                  <a:pt x="109829" y="534540"/>
                </a:lnTo>
                <a:lnTo>
                  <a:pt x="109706" y="540684"/>
                </a:lnTo>
                <a:lnTo>
                  <a:pt x="109515" y="546829"/>
                </a:lnTo>
                <a:lnTo>
                  <a:pt x="109251" y="552973"/>
                </a:lnTo>
                <a:lnTo>
                  <a:pt x="108915" y="559117"/>
                </a:lnTo>
                <a:lnTo>
                  <a:pt x="108514" y="565261"/>
                </a:lnTo>
                <a:lnTo>
                  <a:pt x="108060" y="571405"/>
                </a:lnTo>
                <a:lnTo>
                  <a:pt x="107574" y="577549"/>
                </a:lnTo>
                <a:lnTo>
                  <a:pt x="107082" y="583693"/>
                </a:lnTo>
                <a:lnTo>
                  <a:pt x="106615" y="589838"/>
                </a:lnTo>
                <a:lnTo>
                  <a:pt x="106210" y="595982"/>
                </a:lnTo>
                <a:lnTo>
                  <a:pt x="105908" y="602126"/>
                </a:lnTo>
                <a:lnTo>
                  <a:pt x="105757" y="608270"/>
                </a:lnTo>
                <a:lnTo>
                  <a:pt x="105811" y="614414"/>
                </a:lnTo>
                <a:lnTo>
                  <a:pt x="106132" y="620558"/>
                </a:lnTo>
                <a:lnTo>
                  <a:pt x="106794" y="626702"/>
                </a:lnTo>
                <a:lnTo>
                  <a:pt x="107886" y="632847"/>
                </a:lnTo>
                <a:lnTo>
                  <a:pt x="109505" y="638991"/>
                </a:lnTo>
                <a:lnTo>
                  <a:pt x="111760" y="645135"/>
                </a:lnTo>
                <a:lnTo>
                  <a:pt x="114764" y="651279"/>
                </a:lnTo>
                <a:lnTo>
                  <a:pt x="118623" y="657423"/>
                </a:lnTo>
                <a:lnTo>
                  <a:pt x="123422" y="663567"/>
                </a:lnTo>
                <a:lnTo>
                  <a:pt x="129211" y="669711"/>
                </a:lnTo>
                <a:lnTo>
                  <a:pt x="135982" y="675856"/>
                </a:lnTo>
                <a:lnTo>
                  <a:pt x="143653" y="682000"/>
                </a:lnTo>
                <a:lnTo>
                  <a:pt x="152060" y="688144"/>
                </a:lnTo>
                <a:lnTo>
                  <a:pt x="160944" y="694288"/>
                </a:lnTo>
                <a:lnTo>
                  <a:pt x="169962" y="700432"/>
                </a:lnTo>
                <a:lnTo>
                  <a:pt x="178701" y="706576"/>
                </a:lnTo>
                <a:lnTo>
                  <a:pt x="186707" y="712720"/>
                </a:lnTo>
                <a:lnTo>
                  <a:pt x="193524" y="718865"/>
                </a:lnTo>
                <a:lnTo>
                  <a:pt x="198737" y="725009"/>
                </a:lnTo>
                <a:lnTo>
                  <a:pt x="202009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1029" name="12_small_6995">
            <a:extLst>
              <a:ext uri="{FF2B5EF4-FFF2-40B4-BE49-F238E27FC236}">
                <a16:creationId xmlns:a16="http://schemas.microsoft.com/office/drawing/2014/main" id="{310A634D-2814-4902-A529-6E1B2ED84C9A}"/>
              </a:ext>
            </a:extLst>
          </p:cNvPr>
          <p:cNvSpPr>
            <a:spLocks noGrp="1"/>
          </p:cNvSpPr>
          <p:nvPr/>
        </p:nvSpPr>
        <p:spPr>
          <a:xfrm>
            <a:off x="4489875" y="2916523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23" y="731153"/>
                </a:lnTo>
                <a:lnTo>
                  <a:pt x="4415" y="725009"/>
                </a:lnTo>
                <a:lnTo>
                  <a:pt x="9658" y="718865"/>
                </a:lnTo>
                <a:lnTo>
                  <a:pt x="16512" y="712720"/>
                </a:lnTo>
                <a:lnTo>
                  <a:pt x="24557" y="706576"/>
                </a:lnTo>
                <a:lnTo>
                  <a:pt x="33330" y="700432"/>
                </a:lnTo>
                <a:lnTo>
                  <a:pt x="42373" y="694288"/>
                </a:lnTo>
                <a:lnTo>
                  <a:pt x="51269" y="688144"/>
                </a:lnTo>
                <a:lnTo>
                  <a:pt x="59673" y="682000"/>
                </a:lnTo>
                <a:lnTo>
                  <a:pt x="67325" y="675856"/>
                </a:lnTo>
                <a:lnTo>
                  <a:pt x="74059" y="669711"/>
                </a:lnTo>
                <a:lnTo>
                  <a:pt x="79795" y="663567"/>
                </a:lnTo>
                <a:lnTo>
                  <a:pt x="84529" y="657423"/>
                </a:lnTo>
                <a:lnTo>
                  <a:pt x="88311" y="651279"/>
                </a:lnTo>
                <a:lnTo>
                  <a:pt x="91231" y="645135"/>
                </a:lnTo>
                <a:lnTo>
                  <a:pt x="93397" y="638991"/>
                </a:lnTo>
                <a:lnTo>
                  <a:pt x="94923" y="632847"/>
                </a:lnTo>
                <a:lnTo>
                  <a:pt x="95918" y="626702"/>
                </a:lnTo>
                <a:lnTo>
                  <a:pt x="96483" y="620558"/>
                </a:lnTo>
                <a:lnTo>
                  <a:pt x="96705" y="614414"/>
                </a:lnTo>
                <a:lnTo>
                  <a:pt x="96659" y="608270"/>
                </a:lnTo>
                <a:lnTo>
                  <a:pt x="96409" y="602126"/>
                </a:lnTo>
                <a:lnTo>
                  <a:pt x="96012" y="595982"/>
                </a:lnTo>
                <a:lnTo>
                  <a:pt x="95517" y="589838"/>
                </a:lnTo>
                <a:lnTo>
                  <a:pt x="94970" y="583693"/>
                </a:lnTo>
                <a:lnTo>
                  <a:pt x="94413" y="577549"/>
                </a:lnTo>
                <a:lnTo>
                  <a:pt x="93882" y="571405"/>
                </a:lnTo>
                <a:lnTo>
                  <a:pt x="93409" y="565261"/>
                </a:lnTo>
                <a:lnTo>
                  <a:pt x="93020" y="559117"/>
                </a:lnTo>
                <a:lnTo>
                  <a:pt x="92734" y="552973"/>
                </a:lnTo>
                <a:lnTo>
                  <a:pt x="92561" y="546829"/>
                </a:lnTo>
                <a:lnTo>
                  <a:pt x="92506" y="540684"/>
                </a:lnTo>
                <a:lnTo>
                  <a:pt x="92566" y="534540"/>
                </a:lnTo>
                <a:lnTo>
                  <a:pt x="92735" y="528396"/>
                </a:lnTo>
                <a:lnTo>
                  <a:pt x="93002" y="522252"/>
                </a:lnTo>
                <a:lnTo>
                  <a:pt x="93351" y="516108"/>
                </a:lnTo>
                <a:lnTo>
                  <a:pt x="93770" y="509964"/>
                </a:lnTo>
                <a:lnTo>
                  <a:pt x="94241" y="503820"/>
                </a:lnTo>
                <a:lnTo>
                  <a:pt x="94750" y="497675"/>
                </a:lnTo>
                <a:lnTo>
                  <a:pt x="95280" y="491531"/>
                </a:lnTo>
                <a:lnTo>
                  <a:pt x="95815" y="485387"/>
                </a:lnTo>
                <a:lnTo>
                  <a:pt x="96336" y="479243"/>
                </a:lnTo>
                <a:lnTo>
                  <a:pt x="96825" y="473099"/>
                </a:lnTo>
                <a:lnTo>
                  <a:pt x="97261" y="466955"/>
                </a:lnTo>
                <a:lnTo>
                  <a:pt x="97625" y="460811"/>
                </a:lnTo>
                <a:lnTo>
                  <a:pt x="97896" y="454666"/>
                </a:lnTo>
                <a:lnTo>
                  <a:pt x="98056" y="448522"/>
                </a:lnTo>
                <a:lnTo>
                  <a:pt x="98092" y="442378"/>
                </a:lnTo>
                <a:lnTo>
                  <a:pt x="97994" y="436234"/>
                </a:lnTo>
                <a:lnTo>
                  <a:pt x="97760" y="430090"/>
                </a:lnTo>
                <a:lnTo>
                  <a:pt x="97398" y="423946"/>
                </a:lnTo>
                <a:lnTo>
                  <a:pt x="96923" y="417802"/>
                </a:lnTo>
                <a:lnTo>
                  <a:pt x="96363" y="411657"/>
                </a:lnTo>
                <a:lnTo>
                  <a:pt x="95750" y="405513"/>
                </a:lnTo>
                <a:lnTo>
                  <a:pt x="95126" y="399369"/>
                </a:lnTo>
                <a:lnTo>
                  <a:pt x="94534" y="393225"/>
                </a:lnTo>
                <a:lnTo>
                  <a:pt x="94019" y="387081"/>
                </a:lnTo>
                <a:lnTo>
                  <a:pt x="93620" y="380937"/>
                </a:lnTo>
                <a:lnTo>
                  <a:pt x="93369" y="374793"/>
                </a:lnTo>
                <a:lnTo>
                  <a:pt x="93289" y="368648"/>
                </a:lnTo>
                <a:lnTo>
                  <a:pt x="93385" y="362504"/>
                </a:lnTo>
                <a:lnTo>
                  <a:pt x="93654" y="356360"/>
                </a:lnTo>
                <a:lnTo>
                  <a:pt x="94076" y="350216"/>
                </a:lnTo>
                <a:lnTo>
                  <a:pt x="94621" y="344072"/>
                </a:lnTo>
                <a:lnTo>
                  <a:pt x="95253" y="337928"/>
                </a:lnTo>
                <a:lnTo>
                  <a:pt x="95930" y="331784"/>
                </a:lnTo>
                <a:lnTo>
                  <a:pt x="96611" y="325639"/>
                </a:lnTo>
                <a:lnTo>
                  <a:pt x="97258" y="319495"/>
                </a:lnTo>
                <a:lnTo>
                  <a:pt x="97841" y="313351"/>
                </a:lnTo>
                <a:lnTo>
                  <a:pt x="98335" y="307207"/>
                </a:lnTo>
                <a:lnTo>
                  <a:pt x="98726" y="301063"/>
                </a:lnTo>
                <a:lnTo>
                  <a:pt x="99009" y="294919"/>
                </a:lnTo>
                <a:lnTo>
                  <a:pt x="99187" y="288775"/>
                </a:lnTo>
                <a:lnTo>
                  <a:pt x="99268" y="282630"/>
                </a:lnTo>
                <a:lnTo>
                  <a:pt x="99267" y="276486"/>
                </a:lnTo>
                <a:lnTo>
                  <a:pt x="99202" y="270342"/>
                </a:lnTo>
                <a:lnTo>
                  <a:pt x="99094" y="264198"/>
                </a:lnTo>
                <a:lnTo>
                  <a:pt x="98962" y="258054"/>
                </a:lnTo>
                <a:lnTo>
                  <a:pt x="98826" y="251910"/>
                </a:lnTo>
                <a:lnTo>
                  <a:pt x="98704" y="245766"/>
                </a:lnTo>
                <a:lnTo>
                  <a:pt x="98610" y="239621"/>
                </a:lnTo>
                <a:lnTo>
                  <a:pt x="98556" y="233477"/>
                </a:lnTo>
                <a:lnTo>
                  <a:pt x="98548" y="227333"/>
                </a:lnTo>
                <a:lnTo>
                  <a:pt x="98591" y="221189"/>
                </a:lnTo>
                <a:lnTo>
                  <a:pt x="98683" y="215045"/>
                </a:lnTo>
                <a:lnTo>
                  <a:pt x="98821" y="208901"/>
                </a:lnTo>
                <a:lnTo>
                  <a:pt x="98998" y="202757"/>
                </a:lnTo>
                <a:lnTo>
                  <a:pt x="99203" y="196613"/>
                </a:lnTo>
                <a:lnTo>
                  <a:pt x="99427" y="190468"/>
                </a:lnTo>
                <a:lnTo>
                  <a:pt x="99655" y="184324"/>
                </a:lnTo>
                <a:lnTo>
                  <a:pt x="99876" y="178180"/>
                </a:lnTo>
                <a:lnTo>
                  <a:pt x="100075" y="172036"/>
                </a:lnTo>
                <a:lnTo>
                  <a:pt x="100240" y="165892"/>
                </a:lnTo>
                <a:lnTo>
                  <a:pt x="100357" y="159748"/>
                </a:lnTo>
                <a:lnTo>
                  <a:pt x="100413" y="153604"/>
                </a:lnTo>
                <a:lnTo>
                  <a:pt x="100392" y="147459"/>
                </a:lnTo>
                <a:lnTo>
                  <a:pt x="100277" y="141315"/>
                </a:lnTo>
                <a:lnTo>
                  <a:pt x="100046" y="135171"/>
                </a:lnTo>
                <a:lnTo>
                  <a:pt x="99671" y="129027"/>
                </a:lnTo>
                <a:lnTo>
                  <a:pt x="99115" y="122883"/>
                </a:lnTo>
                <a:lnTo>
                  <a:pt x="98332" y="116739"/>
                </a:lnTo>
                <a:lnTo>
                  <a:pt x="97259" y="110595"/>
                </a:lnTo>
                <a:lnTo>
                  <a:pt x="95825" y="104450"/>
                </a:lnTo>
                <a:lnTo>
                  <a:pt x="93939" y="98306"/>
                </a:lnTo>
                <a:lnTo>
                  <a:pt x="91503" y="92162"/>
                </a:lnTo>
                <a:lnTo>
                  <a:pt x="88413" y="86018"/>
                </a:lnTo>
                <a:lnTo>
                  <a:pt x="84570" y="79874"/>
                </a:lnTo>
                <a:lnTo>
                  <a:pt x="79890" y="73730"/>
                </a:lnTo>
                <a:lnTo>
                  <a:pt x="74326" y="67586"/>
                </a:lnTo>
                <a:lnTo>
                  <a:pt x="67880" y="61441"/>
                </a:lnTo>
                <a:lnTo>
                  <a:pt x="60622" y="55297"/>
                </a:lnTo>
                <a:lnTo>
                  <a:pt x="52703" y="49153"/>
                </a:lnTo>
                <a:lnTo>
                  <a:pt x="44356" y="43009"/>
                </a:lnTo>
                <a:lnTo>
                  <a:pt x="35898" y="36865"/>
                </a:lnTo>
                <a:lnTo>
                  <a:pt x="27710" y="30721"/>
                </a:lnTo>
                <a:lnTo>
                  <a:pt x="20213" y="24577"/>
                </a:lnTo>
                <a:lnTo>
                  <a:pt x="13831" y="18432"/>
                </a:lnTo>
                <a:lnTo>
                  <a:pt x="8953" y="12288"/>
                </a:lnTo>
                <a:lnTo>
                  <a:pt x="5891" y="6144"/>
                </a:lnTo>
                <a:lnTo>
                  <a:pt x="4846" y="0"/>
                </a:lnTo>
                <a:lnTo>
                  <a:pt x="198279" y="0"/>
                </a:lnTo>
                <a:lnTo>
                  <a:pt x="198279" y="0"/>
                </a:lnTo>
                <a:lnTo>
                  <a:pt x="197234" y="6144"/>
                </a:lnTo>
                <a:lnTo>
                  <a:pt x="194172" y="12288"/>
                </a:lnTo>
                <a:lnTo>
                  <a:pt x="189294" y="18432"/>
                </a:lnTo>
                <a:lnTo>
                  <a:pt x="182912" y="24577"/>
                </a:lnTo>
                <a:lnTo>
                  <a:pt x="175415" y="30721"/>
                </a:lnTo>
                <a:lnTo>
                  <a:pt x="167227" y="36865"/>
                </a:lnTo>
                <a:lnTo>
                  <a:pt x="158769" y="43009"/>
                </a:lnTo>
                <a:lnTo>
                  <a:pt x="150422" y="49153"/>
                </a:lnTo>
                <a:lnTo>
                  <a:pt x="142503" y="55297"/>
                </a:lnTo>
                <a:lnTo>
                  <a:pt x="135245" y="61441"/>
                </a:lnTo>
                <a:lnTo>
                  <a:pt x="128799" y="67586"/>
                </a:lnTo>
                <a:lnTo>
                  <a:pt x="123235" y="73730"/>
                </a:lnTo>
                <a:lnTo>
                  <a:pt x="118555" y="79874"/>
                </a:lnTo>
                <a:lnTo>
                  <a:pt x="114712" y="86018"/>
                </a:lnTo>
                <a:lnTo>
                  <a:pt x="111622" y="92162"/>
                </a:lnTo>
                <a:lnTo>
                  <a:pt x="109186" y="98306"/>
                </a:lnTo>
                <a:lnTo>
                  <a:pt x="107300" y="104450"/>
                </a:lnTo>
                <a:lnTo>
                  <a:pt x="105866" y="110595"/>
                </a:lnTo>
                <a:lnTo>
                  <a:pt x="104793" y="116739"/>
                </a:lnTo>
                <a:lnTo>
                  <a:pt x="104010" y="122883"/>
                </a:lnTo>
                <a:lnTo>
                  <a:pt x="103454" y="129027"/>
                </a:lnTo>
                <a:lnTo>
                  <a:pt x="103079" y="135171"/>
                </a:lnTo>
                <a:lnTo>
                  <a:pt x="102848" y="141315"/>
                </a:lnTo>
                <a:lnTo>
                  <a:pt x="102733" y="147459"/>
                </a:lnTo>
                <a:lnTo>
                  <a:pt x="102712" y="153604"/>
                </a:lnTo>
                <a:lnTo>
                  <a:pt x="102768" y="159748"/>
                </a:lnTo>
                <a:lnTo>
                  <a:pt x="102885" y="165892"/>
                </a:lnTo>
                <a:lnTo>
                  <a:pt x="103050" y="172036"/>
                </a:lnTo>
                <a:lnTo>
                  <a:pt x="103249" y="178180"/>
                </a:lnTo>
                <a:lnTo>
                  <a:pt x="103470" y="184324"/>
                </a:lnTo>
                <a:lnTo>
                  <a:pt x="103698" y="190468"/>
                </a:lnTo>
                <a:lnTo>
                  <a:pt x="103922" y="196613"/>
                </a:lnTo>
                <a:lnTo>
                  <a:pt x="104127" y="202757"/>
                </a:lnTo>
                <a:lnTo>
                  <a:pt x="104304" y="208901"/>
                </a:lnTo>
                <a:lnTo>
                  <a:pt x="104442" y="215045"/>
                </a:lnTo>
                <a:lnTo>
                  <a:pt x="104534" y="221189"/>
                </a:lnTo>
                <a:lnTo>
                  <a:pt x="104577" y="227333"/>
                </a:lnTo>
                <a:lnTo>
                  <a:pt x="104569" y="233477"/>
                </a:lnTo>
                <a:lnTo>
                  <a:pt x="104515" y="239621"/>
                </a:lnTo>
                <a:lnTo>
                  <a:pt x="104421" y="245766"/>
                </a:lnTo>
                <a:lnTo>
                  <a:pt x="104299" y="251910"/>
                </a:lnTo>
                <a:lnTo>
                  <a:pt x="104163" y="258054"/>
                </a:lnTo>
                <a:lnTo>
                  <a:pt x="104031" y="264198"/>
                </a:lnTo>
                <a:lnTo>
                  <a:pt x="103923" y="270342"/>
                </a:lnTo>
                <a:lnTo>
                  <a:pt x="103858" y="276486"/>
                </a:lnTo>
                <a:lnTo>
                  <a:pt x="103857" y="282630"/>
                </a:lnTo>
                <a:lnTo>
                  <a:pt x="103938" y="288775"/>
                </a:lnTo>
                <a:lnTo>
                  <a:pt x="104116" y="294919"/>
                </a:lnTo>
                <a:lnTo>
                  <a:pt x="104399" y="301063"/>
                </a:lnTo>
                <a:lnTo>
                  <a:pt x="104790" y="307207"/>
                </a:lnTo>
                <a:lnTo>
                  <a:pt x="105284" y="313351"/>
                </a:lnTo>
                <a:lnTo>
                  <a:pt x="105867" y="319495"/>
                </a:lnTo>
                <a:lnTo>
                  <a:pt x="106514" y="325639"/>
                </a:lnTo>
                <a:lnTo>
                  <a:pt x="107195" y="331784"/>
                </a:lnTo>
                <a:lnTo>
                  <a:pt x="107872" y="337928"/>
                </a:lnTo>
                <a:lnTo>
                  <a:pt x="108504" y="344072"/>
                </a:lnTo>
                <a:lnTo>
                  <a:pt x="109049" y="350216"/>
                </a:lnTo>
                <a:lnTo>
                  <a:pt x="109471" y="356360"/>
                </a:lnTo>
                <a:lnTo>
                  <a:pt x="109740" y="362504"/>
                </a:lnTo>
                <a:lnTo>
                  <a:pt x="109836" y="368648"/>
                </a:lnTo>
                <a:lnTo>
                  <a:pt x="109756" y="374793"/>
                </a:lnTo>
                <a:lnTo>
                  <a:pt x="109505" y="380937"/>
                </a:lnTo>
                <a:lnTo>
                  <a:pt x="109106" y="387081"/>
                </a:lnTo>
                <a:lnTo>
                  <a:pt x="108591" y="393225"/>
                </a:lnTo>
                <a:lnTo>
                  <a:pt x="107999" y="399369"/>
                </a:lnTo>
                <a:lnTo>
                  <a:pt x="107375" y="405513"/>
                </a:lnTo>
                <a:lnTo>
                  <a:pt x="106762" y="411657"/>
                </a:lnTo>
                <a:lnTo>
                  <a:pt x="106202" y="417802"/>
                </a:lnTo>
                <a:lnTo>
                  <a:pt x="105727" y="423946"/>
                </a:lnTo>
                <a:lnTo>
                  <a:pt x="105365" y="430090"/>
                </a:lnTo>
                <a:lnTo>
                  <a:pt x="105131" y="436234"/>
                </a:lnTo>
                <a:lnTo>
                  <a:pt x="105033" y="442378"/>
                </a:lnTo>
                <a:lnTo>
                  <a:pt x="105069" y="448522"/>
                </a:lnTo>
                <a:lnTo>
                  <a:pt x="105229" y="454666"/>
                </a:lnTo>
                <a:lnTo>
                  <a:pt x="105500" y="460811"/>
                </a:lnTo>
                <a:lnTo>
                  <a:pt x="105864" y="466955"/>
                </a:lnTo>
                <a:lnTo>
                  <a:pt x="106300" y="473099"/>
                </a:lnTo>
                <a:lnTo>
                  <a:pt x="106789" y="479243"/>
                </a:lnTo>
                <a:lnTo>
                  <a:pt x="107310" y="485387"/>
                </a:lnTo>
                <a:lnTo>
                  <a:pt x="107845" y="491531"/>
                </a:lnTo>
                <a:lnTo>
                  <a:pt x="108375" y="497675"/>
                </a:lnTo>
                <a:lnTo>
                  <a:pt x="108884" y="503820"/>
                </a:lnTo>
                <a:lnTo>
                  <a:pt x="109355" y="509964"/>
                </a:lnTo>
                <a:lnTo>
                  <a:pt x="109774" y="516108"/>
                </a:lnTo>
                <a:lnTo>
                  <a:pt x="110123" y="522252"/>
                </a:lnTo>
                <a:lnTo>
                  <a:pt x="110390" y="528396"/>
                </a:lnTo>
                <a:lnTo>
                  <a:pt x="110559" y="534540"/>
                </a:lnTo>
                <a:lnTo>
                  <a:pt x="110619" y="540684"/>
                </a:lnTo>
                <a:lnTo>
                  <a:pt x="110564" y="546829"/>
                </a:lnTo>
                <a:lnTo>
                  <a:pt x="110391" y="552973"/>
                </a:lnTo>
                <a:lnTo>
                  <a:pt x="110105" y="559117"/>
                </a:lnTo>
                <a:lnTo>
                  <a:pt x="109716" y="565261"/>
                </a:lnTo>
                <a:lnTo>
                  <a:pt x="109243" y="571405"/>
                </a:lnTo>
                <a:lnTo>
                  <a:pt x="108712" y="577549"/>
                </a:lnTo>
                <a:lnTo>
                  <a:pt x="108155" y="583693"/>
                </a:lnTo>
                <a:lnTo>
                  <a:pt x="107608" y="589838"/>
                </a:lnTo>
                <a:lnTo>
                  <a:pt x="107113" y="595982"/>
                </a:lnTo>
                <a:lnTo>
                  <a:pt x="106716" y="602126"/>
                </a:lnTo>
                <a:lnTo>
                  <a:pt x="106466" y="608270"/>
                </a:lnTo>
                <a:lnTo>
                  <a:pt x="106420" y="614414"/>
                </a:lnTo>
                <a:lnTo>
                  <a:pt x="106642" y="620558"/>
                </a:lnTo>
                <a:lnTo>
                  <a:pt x="107207" y="626702"/>
                </a:lnTo>
                <a:lnTo>
                  <a:pt x="108202" y="632847"/>
                </a:lnTo>
                <a:lnTo>
                  <a:pt x="109728" y="638991"/>
                </a:lnTo>
                <a:lnTo>
                  <a:pt x="111894" y="645135"/>
                </a:lnTo>
                <a:lnTo>
                  <a:pt x="114814" y="651279"/>
                </a:lnTo>
                <a:lnTo>
                  <a:pt x="118596" y="657423"/>
                </a:lnTo>
                <a:lnTo>
                  <a:pt x="123330" y="663567"/>
                </a:lnTo>
                <a:lnTo>
                  <a:pt x="129066" y="669711"/>
                </a:lnTo>
                <a:lnTo>
                  <a:pt x="135800" y="675856"/>
                </a:lnTo>
                <a:lnTo>
                  <a:pt x="143452" y="682000"/>
                </a:lnTo>
                <a:lnTo>
                  <a:pt x="151856" y="688144"/>
                </a:lnTo>
                <a:lnTo>
                  <a:pt x="160752" y="694288"/>
                </a:lnTo>
                <a:lnTo>
                  <a:pt x="169795" y="700432"/>
                </a:lnTo>
                <a:lnTo>
                  <a:pt x="178568" y="706576"/>
                </a:lnTo>
                <a:lnTo>
                  <a:pt x="186613" y="712720"/>
                </a:lnTo>
                <a:lnTo>
                  <a:pt x="193467" y="718865"/>
                </a:lnTo>
                <a:lnTo>
                  <a:pt x="198710" y="725009"/>
                </a:lnTo>
                <a:lnTo>
                  <a:pt x="202002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1030" name="12_small_6996">
            <a:extLst>
              <a:ext uri="{FF2B5EF4-FFF2-40B4-BE49-F238E27FC236}">
                <a16:creationId xmlns:a16="http://schemas.microsoft.com/office/drawing/2014/main" id="{550ACCB1-EE84-4248-B232-5574C69615AF}"/>
              </a:ext>
            </a:extLst>
          </p:cNvPr>
          <p:cNvSpPr>
            <a:spLocks noGrp="1"/>
          </p:cNvSpPr>
          <p:nvPr/>
        </p:nvSpPr>
        <p:spPr>
          <a:xfrm>
            <a:off x="5271125" y="2916523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83917" y="737297"/>
                </a:moveTo>
                <a:lnTo>
                  <a:pt x="19208" y="737297"/>
                </a:lnTo>
                <a:lnTo>
                  <a:pt x="20114" y="731153"/>
                </a:lnTo>
                <a:lnTo>
                  <a:pt x="22768" y="725009"/>
                </a:lnTo>
                <a:lnTo>
                  <a:pt x="26996" y="718865"/>
                </a:lnTo>
                <a:lnTo>
                  <a:pt x="32521" y="712720"/>
                </a:lnTo>
                <a:lnTo>
                  <a:pt x="39005" y="706576"/>
                </a:lnTo>
                <a:lnTo>
                  <a:pt x="46073" y="700432"/>
                </a:lnTo>
                <a:lnTo>
                  <a:pt x="53355" y="694288"/>
                </a:lnTo>
                <a:lnTo>
                  <a:pt x="60512" y="688144"/>
                </a:lnTo>
                <a:lnTo>
                  <a:pt x="67263" y="682000"/>
                </a:lnTo>
                <a:lnTo>
                  <a:pt x="73397" y="675856"/>
                </a:lnTo>
                <a:lnTo>
                  <a:pt x="78778" y="669711"/>
                </a:lnTo>
                <a:lnTo>
                  <a:pt x="83339" y="663567"/>
                </a:lnTo>
                <a:lnTo>
                  <a:pt x="87074" y="657423"/>
                </a:lnTo>
                <a:lnTo>
                  <a:pt x="90024" y="651279"/>
                </a:lnTo>
                <a:lnTo>
                  <a:pt x="92258" y="645135"/>
                </a:lnTo>
                <a:lnTo>
                  <a:pt x="93866" y="638991"/>
                </a:lnTo>
                <a:lnTo>
                  <a:pt x="94942" y="632847"/>
                </a:lnTo>
                <a:lnTo>
                  <a:pt x="95577" y="626702"/>
                </a:lnTo>
                <a:lnTo>
                  <a:pt x="95857" y="620558"/>
                </a:lnTo>
                <a:lnTo>
                  <a:pt x="95856" y="614414"/>
                </a:lnTo>
                <a:lnTo>
                  <a:pt x="95642" y="608270"/>
                </a:lnTo>
                <a:lnTo>
                  <a:pt x="95272" y="602126"/>
                </a:lnTo>
                <a:lnTo>
                  <a:pt x="94795" y="595982"/>
                </a:lnTo>
                <a:lnTo>
                  <a:pt x="94254" y="589838"/>
                </a:lnTo>
                <a:lnTo>
                  <a:pt x="93685" y="583693"/>
                </a:lnTo>
                <a:lnTo>
                  <a:pt x="93122" y="577549"/>
                </a:lnTo>
                <a:lnTo>
                  <a:pt x="92590" y="571405"/>
                </a:lnTo>
                <a:lnTo>
                  <a:pt x="92108" y="565261"/>
                </a:lnTo>
                <a:lnTo>
                  <a:pt x="91693" y="559117"/>
                </a:lnTo>
                <a:lnTo>
                  <a:pt x="91354" y="552973"/>
                </a:lnTo>
                <a:lnTo>
                  <a:pt x="91096" y="546829"/>
                </a:lnTo>
                <a:lnTo>
                  <a:pt x="90922" y="540684"/>
                </a:lnTo>
                <a:lnTo>
                  <a:pt x="90833" y="534540"/>
                </a:lnTo>
                <a:lnTo>
                  <a:pt x="90828" y="528396"/>
                </a:lnTo>
                <a:lnTo>
                  <a:pt x="90907" y="522252"/>
                </a:lnTo>
                <a:lnTo>
                  <a:pt x="91071" y="516108"/>
                </a:lnTo>
                <a:lnTo>
                  <a:pt x="91321" y="509964"/>
                </a:lnTo>
                <a:lnTo>
                  <a:pt x="91655" y="503820"/>
                </a:lnTo>
                <a:lnTo>
                  <a:pt x="92073" y="497675"/>
                </a:lnTo>
                <a:lnTo>
                  <a:pt x="92566" y="491531"/>
                </a:lnTo>
                <a:lnTo>
                  <a:pt x="93124" y="485387"/>
                </a:lnTo>
                <a:lnTo>
                  <a:pt x="93731" y="479243"/>
                </a:lnTo>
                <a:lnTo>
                  <a:pt x="94362" y="473099"/>
                </a:lnTo>
                <a:lnTo>
                  <a:pt x="94991" y="466955"/>
                </a:lnTo>
                <a:lnTo>
                  <a:pt x="95586" y="460811"/>
                </a:lnTo>
                <a:lnTo>
                  <a:pt x="96115" y="454666"/>
                </a:lnTo>
                <a:lnTo>
                  <a:pt x="96547" y="448522"/>
                </a:lnTo>
                <a:lnTo>
                  <a:pt x="96858" y="442378"/>
                </a:lnTo>
                <a:lnTo>
                  <a:pt x="97028" y="436234"/>
                </a:lnTo>
                <a:lnTo>
                  <a:pt x="97048" y="430090"/>
                </a:lnTo>
                <a:lnTo>
                  <a:pt x="96919" y="423946"/>
                </a:lnTo>
                <a:lnTo>
                  <a:pt x="96655" y="417802"/>
                </a:lnTo>
                <a:lnTo>
                  <a:pt x="96279" y="411657"/>
                </a:lnTo>
                <a:lnTo>
                  <a:pt x="95826" y="405513"/>
                </a:lnTo>
                <a:lnTo>
                  <a:pt x="95336" y="399369"/>
                </a:lnTo>
                <a:lnTo>
                  <a:pt x="94855" y="393225"/>
                </a:lnTo>
                <a:lnTo>
                  <a:pt x="94428" y="387081"/>
                </a:lnTo>
                <a:lnTo>
                  <a:pt x="94096" y="380937"/>
                </a:lnTo>
                <a:lnTo>
                  <a:pt x="93892" y="374793"/>
                </a:lnTo>
                <a:lnTo>
                  <a:pt x="93841" y="368648"/>
                </a:lnTo>
                <a:lnTo>
                  <a:pt x="93952" y="362504"/>
                </a:lnTo>
                <a:lnTo>
                  <a:pt x="94223" y="356360"/>
                </a:lnTo>
                <a:lnTo>
                  <a:pt x="94641" y="350216"/>
                </a:lnTo>
                <a:lnTo>
                  <a:pt x="95180" y="344072"/>
                </a:lnTo>
                <a:lnTo>
                  <a:pt x="95810" y="337928"/>
                </a:lnTo>
                <a:lnTo>
                  <a:pt x="96493" y="331784"/>
                </a:lnTo>
                <a:lnTo>
                  <a:pt x="97197" y="325639"/>
                </a:lnTo>
                <a:lnTo>
                  <a:pt x="97888" y="319495"/>
                </a:lnTo>
                <a:lnTo>
                  <a:pt x="98540" y="313351"/>
                </a:lnTo>
                <a:lnTo>
                  <a:pt x="99132" y="307207"/>
                </a:lnTo>
                <a:lnTo>
                  <a:pt x="99653" y="301063"/>
                </a:lnTo>
                <a:lnTo>
                  <a:pt x="100096" y="294919"/>
                </a:lnTo>
                <a:lnTo>
                  <a:pt x="100462" y="288775"/>
                </a:lnTo>
                <a:lnTo>
                  <a:pt x="100755" y="282630"/>
                </a:lnTo>
                <a:lnTo>
                  <a:pt x="100984" y="276486"/>
                </a:lnTo>
                <a:lnTo>
                  <a:pt x="101157" y="270342"/>
                </a:lnTo>
                <a:lnTo>
                  <a:pt x="101285" y="264198"/>
                </a:lnTo>
                <a:lnTo>
                  <a:pt x="101377" y="258054"/>
                </a:lnTo>
                <a:lnTo>
                  <a:pt x="101441" y="251910"/>
                </a:lnTo>
                <a:lnTo>
                  <a:pt x="101485" y="245766"/>
                </a:lnTo>
                <a:lnTo>
                  <a:pt x="101514" y="239621"/>
                </a:lnTo>
                <a:lnTo>
                  <a:pt x="101533" y="233477"/>
                </a:lnTo>
                <a:lnTo>
                  <a:pt x="101544" y="227333"/>
                </a:lnTo>
                <a:lnTo>
                  <a:pt x="101551" y="221189"/>
                </a:lnTo>
                <a:lnTo>
                  <a:pt x="101555" y="215045"/>
                </a:lnTo>
                <a:lnTo>
                  <a:pt x="101556" y="208901"/>
                </a:lnTo>
                <a:lnTo>
                  <a:pt x="101555" y="202757"/>
                </a:lnTo>
                <a:lnTo>
                  <a:pt x="101551" y="196613"/>
                </a:lnTo>
                <a:lnTo>
                  <a:pt x="101545" y="190468"/>
                </a:lnTo>
                <a:lnTo>
                  <a:pt x="101535" y="184324"/>
                </a:lnTo>
                <a:lnTo>
                  <a:pt x="101520" y="178180"/>
                </a:lnTo>
                <a:lnTo>
                  <a:pt x="101495" y="172036"/>
                </a:lnTo>
                <a:lnTo>
                  <a:pt x="101459" y="165892"/>
                </a:lnTo>
                <a:lnTo>
                  <a:pt x="101405" y="159748"/>
                </a:lnTo>
                <a:lnTo>
                  <a:pt x="101324" y="153604"/>
                </a:lnTo>
                <a:lnTo>
                  <a:pt x="101206" y="147459"/>
                </a:lnTo>
                <a:lnTo>
                  <a:pt x="101034" y="141315"/>
                </a:lnTo>
                <a:lnTo>
                  <a:pt x="100784" y="135171"/>
                </a:lnTo>
                <a:lnTo>
                  <a:pt x="100425" y="129027"/>
                </a:lnTo>
                <a:lnTo>
                  <a:pt x="99915" y="122883"/>
                </a:lnTo>
                <a:lnTo>
                  <a:pt x="99196" y="116739"/>
                </a:lnTo>
                <a:lnTo>
                  <a:pt x="98196" y="110595"/>
                </a:lnTo>
                <a:lnTo>
                  <a:pt x="96827" y="104450"/>
                </a:lnTo>
                <a:lnTo>
                  <a:pt x="94985" y="98306"/>
                </a:lnTo>
                <a:lnTo>
                  <a:pt x="92553" y="92162"/>
                </a:lnTo>
                <a:lnTo>
                  <a:pt x="89410" y="86018"/>
                </a:lnTo>
                <a:lnTo>
                  <a:pt x="85440" y="79874"/>
                </a:lnTo>
                <a:lnTo>
                  <a:pt x="80548" y="73730"/>
                </a:lnTo>
                <a:lnTo>
                  <a:pt x="74677" y="67586"/>
                </a:lnTo>
                <a:lnTo>
                  <a:pt x="67828" y="61441"/>
                </a:lnTo>
                <a:lnTo>
                  <a:pt x="60077" y="55297"/>
                </a:lnTo>
                <a:lnTo>
                  <a:pt x="51588" y="49153"/>
                </a:lnTo>
                <a:lnTo>
                  <a:pt x="42617" y="43009"/>
                </a:lnTo>
                <a:lnTo>
                  <a:pt x="33510" y="36865"/>
                </a:lnTo>
                <a:lnTo>
                  <a:pt x="24682" y="30721"/>
                </a:lnTo>
                <a:lnTo>
                  <a:pt x="16593" y="24577"/>
                </a:lnTo>
                <a:lnTo>
                  <a:pt x="9704" y="18432"/>
                </a:lnTo>
                <a:lnTo>
                  <a:pt x="4436" y="12288"/>
                </a:lnTo>
                <a:lnTo>
                  <a:pt x="1128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97" y="6144"/>
                </a:lnTo>
                <a:lnTo>
                  <a:pt x="198689" y="12288"/>
                </a:lnTo>
                <a:lnTo>
                  <a:pt x="193421" y="18432"/>
                </a:lnTo>
                <a:lnTo>
                  <a:pt x="186532" y="24577"/>
                </a:lnTo>
                <a:lnTo>
                  <a:pt x="178443" y="30721"/>
                </a:lnTo>
                <a:lnTo>
                  <a:pt x="169615" y="36865"/>
                </a:lnTo>
                <a:lnTo>
                  <a:pt x="160508" y="43009"/>
                </a:lnTo>
                <a:lnTo>
                  <a:pt x="151537" y="49153"/>
                </a:lnTo>
                <a:lnTo>
                  <a:pt x="143048" y="55297"/>
                </a:lnTo>
                <a:lnTo>
                  <a:pt x="135297" y="61441"/>
                </a:lnTo>
                <a:lnTo>
                  <a:pt x="128448" y="67586"/>
                </a:lnTo>
                <a:lnTo>
                  <a:pt x="122577" y="73730"/>
                </a:lnTo>
                <a:lnTo>
                  <a:pt x="117685" y="79874"/>
                </a:lnTo>
                <a:lnTo>
                  <a:pt x="113715" y="86018"/>
                </a:lnTo>
                <a:lnTo>
                  <a:pt x="110572" y="92162"/>
                </a:lnTo>
                <a:lnTo>
                  <a:pt x="108140" y="98306"/>
                </a:lnTo>
                <a:lnTo>
                  <a:pt x="106298" y="104450"/>
                </a:lnTo>
                <a:lnTo>
                  <a:pt x="104929" y="110595"/>
                </a:lnTo>
                <a:lnTo>
                  <a:pt x="103929" y="116739"/>
                </a:lnTo>
                <a:lnTo>
                  <a:pt x="103210" y="122883"/>
                </a:lnTo>
                <a:lnTo>
                  <a:pt x="102700" y="129027"/>
                </a:lnTo>
                <a:lnTo>
                  <a:pt x="102341" y="135171"/>
                </a:lnTo>
                <a:lnTo>
                  <a:pt x="102091" y="141315"/>
                </a:lnTo>
                <a:lnTo>
                  <a:pt x="101919" y="147459"/>
                </a:lnTo>
                <a:lnTo>
                  <a:pt x="101801" y="153604"/>
                </a:lnTo>
                <a:lnTo>
                  <a:pt x="101720" y="159748"/>
                </a:lnTo>
                <a:lnTo>
                  <a:pt x="101666" y="165892"/>
                </a:lnTo>
                <a:lnTo>
                  <a:pt x="101630" y="172036"/>
                </a:lnTo>
                <a:lnTo>
                  <a:pt x="101605" y="178180"/>
                </a:lnTo>
                <a:lnTo>
                  <a:pt x="101590" y="184324"/>
                </a:lnTo>
                <a:lnTo>
                  <a:pt x="101580" y="190468"/>
                </a:lnTo>
                <a:lnTo>
                  <a:pt x="101574" y="196613"/>
                </a:lnTo>
                <a:lnTo>
                  <a:pt x="101570" y="202757"/>
                </a:lnTo>
                <a:lnTo>
                  <a:pt x="101569" y="208901"/>
                </a:lnTo>
                <a:lnTo>
                  <a:pt x="101570" y="215045"/>
                </a:lnTo>
                <a:lnTo>
                  <a:pt x="101574" y="221189"/>
                </a:lnTo>
                <a:lnTo>
                  <a:pt x="101581" y="227333"/>
                </a:lnTo>
                <a:lnTo>
                  <a:pt x="101592" y="233477"/>
                </a:lnTo>
                <a:lnTo>
                  <a:pt x="101611" y="239621"/>
                </a:lnTo>
                <a:lnTo>
                  <a:pt x="101640" y="245766"/>
                </a:lnTo>
                <a:lnTo>
                  <a:pt x="101684" y="251910"/>
                </a:lnTo>
                <a:lnTo>
                  <a:pt x="101748" y="258054"/>
                </a:lnTo>
                <a:lnTo>
                  <a:pt x="101840" y="264198"/>
                </a:lnTo>
                <a:lnTo>
                  <a:pt x="101968" y="270342"/>
                </a:lnTo>
                <a:lnTo>
                  <a:pt x="102141" y="276486"/>
                </a:lnTo>
                <a:lnTo>
                  <a:pt x="102370" y="282630"/>
                </a:lnTo>
                <a:lnTo>
                  <a:pt x="102663" y="288775"/>
                </a:lnTo>
                <a:lnTo>
                  <a:pt x="103029" y="294919"/>
                </a:lnTo>
                <a:lnTo>
                  <a:pt x="103472" y="301063"/>
                </a:lnTo>
                <a:lnTo>
                  <a:pt x="103993" y="307207"/>
                </a:lnTo>
                <a:lnTo>
                  <a:pt x="104585" y="313351"/>
                </a:lnTo>
                <a:lnTo>
                  <a:pt x="105237" y="319495"/>
                </a:lnTo>
                <a:lnTo>
                  <a:pt x="105928" y="325639"/>
                </a:lnTo>
                <a:lnTo>
                  <a:pt x="106632" y="331784"/>
                </a:lnTo>
                <a:lnTo>
                  <a:pt x="107315" y="337928"/>
                </a:lnTo>
                <a:lnTo>
                  <a:pt x="107945" y="344072"/>
                </a:lnTo>
                <a:lnTo>
                  <a:pt x="108484" y="350216"/>
                </a:lnTo>
                <a:lnTo>
                  <a:pt x="108902" y="356360"/>
                </a:lnTo>
                <a:lnTo>
                  <a:pt x="109173" y="362504"/>
                </a:lnTo>
                <a:lnTo>
                  <a:pt x="109284" y="368648"/>
                </a:lnTo>
                <a:lnTo>
                  <a:pt x="109233" y="374793"/>
                </a:lnTo>
                <a:lnTo>
                  <a:pt x="109029" y="380937"/>
                </a:lnTo>
                <a:lnTo>
                  <a:pt x="108697" y="387081"/>
                </a:lnTo>
                <a:lnTo>
                  <a:pt x="108270" y="393225"/>
                </a:lnTo>
                <a:lnTo>
                  <a:pt x="107789" y="399369"/>
                </a:lnTo>
                <a:lnTo>
                  <a:pt x="107299" y="405513"/>
                </a:lnTo>
                <a:lnTo>
                  <a:pt x="106846" y="411657"/>
                </a:lnTo>
                <a:lnTo>
                  <a:pt x="106470" y="417802"/>
                </a:lnTo>
                <a:lnTo>
                  <a:pt x="106206" y="423946"/>
                </a:lnTo>
                <a:lnTo>
                  <a:pt x="106077" y="430090"/>
                </a:lnTo>
                <a:lnTo>
                  <a:pt x="106097" y="436234"/>
                </a:lnTo>
                <a:lnTo>
                  <a:pt x="106267" y="442378"/>
                </a:lnTo>
                <a:lnTo>
                  <a:pt x="106578" y="448522"/>
                </a:lnTo>
                <a:lnTo>
                  <a:pt x="107010" y="454666"/>
                </a:lnTo>
                <a:lnTo>
                  <a:pt x="107539" y="460811"/>
                </a:lnTo>
                <a:lnTo>
                  <a:pt x="108134" y="466955"/>
                </a:lnTo>
                <a:lnTo>
                  <a:pt x="108763" y="473099"/>
                </a:lnTo>
                <a:lnTo>
                  <a:pt x="109394" y="479243"/>
                </a:lnTo>
                <a:lnTo>
                  <a:pt x="110001" y="485387"/>
                </a:lnTo>
                <a:lnTo>
                  <a:pt x="110559" y="491531"/>
                </a:lnTo>
                <a:lnTo>
                  <a:pt x="111052" y="497675"/>
                </a:lnTo>
                <a:lnTo>
                  <a:pt x="111470" y="503820"/>
                </a:lnTo>
                <a:lnTo>
                  <a:pt x="111804" y="509964"/>
                </a:lnTo>
                <a:lnTo>
                  <a:pt x="112054" y="516108"/>
                </a:lnTo>
                <a:lnTo>
                  <a:pt x="112218" y="522252"/>
                </a:lnTo>
                <a:lnTo>
                  <a:pt x="112297" y="528396"/>
                </a:lnTo>
                <a:lnTo>
                  <a:pt x="112292" y="534540"/>
                </a:lnTo>
                <a:lnTo>
                  <a:pt x="112203" y="540684"/>
                </a:lnTo>
                <a:lnTo>
                  <a:pt x="112029" y="546829"/>
                </a:lnTo>
                <a:lnTo>
                  <a:pt x="111771" y="552973"/>
                </a:lnTo>
                <a:lnTo>
                  <a:pt x="111432" y="559117"/>
                </a:lnTo>
                <a:lnTo>
                  <a:pt x="111017" y="565261"/>
                </a:lnTo>
                <a:lnTo>
                  <a:pt x="110535" y="571405"/>
                </a:lnTo>
                <a:lnTo>
                  <a:pt x="110003" y="577549"/>
                </a:lnTo>
                <a:lnTo>
                  <a:pt x="109440" y="583693"/>
                </a:lnTo>
                <a:lnTo>
                  <a:pt x="108871" y="589838"/>
                </a:lnTo>
                <a:lnTo>
                  <a:pt x="108330" y="595982"/>
                </a:lnTo>
                <a:lnTo>
                  <a:pt x="107853" y="602126"/>
                </a:lnTo>
                <a:lnTo>
                  <a:pt x="107483" y="608270"/>
                </a:lnTo>
                <a:lnTo>
                  <a:pt x="107269" y="614414"/>
                </a:lnTo>
                <a:lnTo>
                  <a:pt x="107268" y="620558"/>
                </a:lnTo>
                <a:lnTo>
                  <a:pt x="107548" y="626702"/>
                </a:lnTo>
                <a:lnTo>
                  <a:pt x="108183" y="632847"/>
                </a:lnTo>
                <a:lnTo>
                  <a:pt x="109259" y="638991"/>
                </a:lnTo>
                <a:lnTo>
                  <a:pt x="110867" y="645135"/>
                </a:lnTo>
                <a:lnTo>
                  <a:pt x="113101" y="651279"/>
                </a:lnTo>
                <a:lnTo>
                  <a:pt x="116051" y="657423"/>
                </a:lnTo>
                <a:lnTo>
                  <a:pt x="119786" y="663567"/>
                </a:lnTo>
                <a:lnTo>
                  <a:pt x="124347" y="669711"/>
                </a:lnTo>
                <a:lnTo>
                  <a:pt x="129728" y="675856"/>
                </a:lnTo>
                <a:lnTo>
                  <a:pt x="135862" y="682000"/>
                </a:lnTo>
                <a:lnTo>
                  <a:pt x="142613" y="688144"/>
                </a:lnTo>
                <a:lnTo>
                  <a:pt x="149770" y="694288"/>
                </a:lnTo>
                <a:lnTo>
                  <a:pt x="157052" y="700432"/>
                </a:lnTo>
                <a:lnTo>
                  <a:pt x="164120" y="706576"/>
                </a:lnTo>
                <a:lnTo>
                  <a:pt x="170604" y="712720"/>
                </a:lnTo>
                <a:lnTo>
                  <a:pt x="176129" y="718865"/>
                </a:lnTo>
                <a:lnTo>
                  <a:pt x="180357" y="725009"/>
                </a:lnTo>
                <a:lnTo>
                  <a:pt x="183011" y="731153"/>
                </a:lnTo>
                <a:lnTo>
                  <a:pt x="183917" y="737297"/>
                </a:lnTo>
                <a:lnTo>
                  <a:pt x="183917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1031" name="12_small_6997">
            <a:extLst>
              <a:ext uri="{FF2B5EF4-FFF2-40B4-BE49-F238E27FC236}">
                <a16:creationId xmlns:a16="http://schemas.microsoft.com/office/drawing/2014/main" id="{8A1B41C4-2D5C-4D7B-A764-248E596E2AB6}"/>
              </a:ext>
            </a:extLst>
          </p:cNvPr>
          <p:cNvSpPr>
            <a:spLocks noGrp="1"/>
          </p:cNvSpPr>
          <p:nvPr/>
        </p:nvSpPr>
        <p:spPr>
          <a:xfrm>
            <a:off x="6052375" y="2916523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76342" y="737297"/>
                </a:moveTo>
                <a:lnTo>
                  <a:pt x="26783" y="737297"/>
                </a:lnTo>
                <a:lnTo>
                  <a:pt x="27604" y="731153"/>
                </a:lnTo>
                <a:lnTo>
                  <a:pt x="30011" y="725009"/>
                </a:lnTo>
                <a:lnTo>
                  <a:pt x="33844" y="718865"/>
                </a:lnTo>
                <a:lnTo>
                  <a:pt x="38854" y="712720"/>
                </a:lnTo>
                <a:lnTo>
                  <a:pt x="44733" y="706576"/>
                </a:lnTo>
                <a:lnTo>
                  <a:pt x="51142" y="700432"/>
                </a:lnTo>
                <a:lnTo>
                  <a:pt x="57744" y="694288"/>
                </a:lnTo>
                <a:lnTo>
                  <a:pt x="64234" y="688144"/>
                </a:lnTo>
                <a:lnTo>
                  <a:pt x="70355" y="682000"/>
                </a:lnTo>
                <a:lnTo>
                  <a:pt x="75917" y="675856"/>
                </a:lnTo>
                <a:lnTo>
                  <a:pt x="80795" y="669711"/>
                </a:lnTo>
                <a:lnTo>
                  <a:pt x="84929" y="663567"/>
                </a:lnTo>
                <a:lnTo>
                  <a:pt x="88314" y="657423"/>
                </a:lnTo>
                <a:lnTo>
                  <a:pt x="90985" y="651279"/>
                </a:lnTo>
                <a:lnTo>
                  <a:pt x="93006" y="645135"/>
                </a:lnTo>
                <a:lnTo>
                  <a:pt x="94457" y="638991"/>
                </a:lnTo>
                <a:lnTo>
                  <a:pt x="95423" y="632847"/>
                </a:lnTo>
                <a:lnTo>
                  <a:pt x="95988" y="626702"/>
                </a:lnTo>
                <a:lnTo>
                  <a:pt x="96227" y="620558"/>
                </a:lnTo>
                <a:lnTo>
                  <a:pt x="96210" y="614414"/>
                </a:lnTo>
                <a:lnTo>
                  <a:pt x="95998" y="608270"/>
                </a:lnTo>
                <a:lnTo>
                  <a:pt x="95641" y="602126"/>
                </a:lnTo>
                <a:lnTo>
                  <a:pt x="95187" y="595982"/>
                </a:lnTo>
                <a:lnTo>
                  <a:pt x="94673" y="589838"/>
                </a:lnTo>
                <a:lnTo>
                  <a:pt x="94136" y="583693"/>
                </a:lnTo>
                <a:lnTo>
                  <a:pt x="93604" y="577549"/>
                </a:lnTo>
                <a:lnTo>
                  <a:pt x="93101" y="571405"/>
                </a:lnTo>
                <a:lnTo>
                  <a:pt x="92646" y="565261"/>
                </a:lnTo>
                <a:lnTo>
                  <a:pt x="92255" y="559117"/>
                </a:lnTo>
                <a:lnTo>
                  <a:pt x="91935" y="552973"/>
                </a:lnTo>
                <a:lnTo>
                  <a:pt x="91691" y="546829"/>
                </a:lnTo>
                <a:lnTo>
                  <a:pt x="91527" y="540684"/>
                </a:lnTo>
                <a:lnTo>
                  <a:pt x="91443" y="534540"/>
                </a:lnTo>
                <a:lnTo>
                  <a:pt x="91439" y="528396"/>
                </a:lnTo>
                <a:lnTo>
                  <a:pt x="91514" y="522252"/>
                </a:lnTo>
                <a:lnTo>
                  <a:pt x="91670" y="516108"/>
                </a:lnTo>
                <a:lnTo>
                  <a:pt x="91907" y="509964"/>
                </a:lnTo>
                <a:lnTo>
                  <a:pt x="92225" y="503820"/>
                </a:lnTo>
                <a:lnTo>
                  <a:pt x="92622" y="497675"/>
                </a:lnTo>
                <a:lnTo>
                  <a:pt x="93093" y="491531"/>
                </a:lnTo>
                <a:lnTo>
                  <a:pt x="93627" y="485387"/>
                </a:lnTo>
                <a:lnTo>
                  <a:pt x="94211" y="479243"/>
                </a:lnTo>
                <a:lnTo>
                  <a:pt x="94824" y="473099"/>
                </a:lnTo>
                <a:lnTo>
                  <a:pt x="95441" y="466955"/>
                </a:lnTo>
                <a:lnTo>
                  <a:pt x="96035" y="460811"/>
                </a:lnTo>
                <a:lnTo>
                  <a:pt x="96577" y="454666"/>
                </a:lnTo>
                <a:lnTo>
                  <a:pt x="97040" y="448522"/>
                </a:lnTo>
                <a:lnTo>
                  <a:pt x="97402" y="442378"/>
                </a:lnTo>
                <a:lnTo>
                  <a:pt x="97646" y="436234"/>
                </a:lnTo>
                <a:lnTo>
                  <a:pt x="97763" y="430090"/>
                </a:lnTo>
                <a:lnTo>
                  <a:pt x="97753" y="423946"/>
                </a:lnTo>
                <a:lnTo>
                  <a:pt x="97627" y="417802"/>
                </a:lnTo>
                <a:lnTo>
                  <a:pt x="97403" y="411657"/>
                </a:lnTo>
                <a:lnTo>
                  <a:pt x="97108" y="405513"/>
                </a:lnTo>
                <a:lnTo>
                  <a:pt x="96775" y="399369"/>
                </a:lnTo>
                <a:lnTo>
                  <a:pt x="96439" y="393225"/>
                </a:lnTo>
                <a:lnTo>
                  <a:pt x="96137" y="387081"/>
                </a:lnTo>
                <a:lnTo>
                  <a:pt x="95900" y="380937"/>
                </a:lnTo>
                <a:lnTo>
                  <a:pt x="95757" y="374793"/>
                </a:lnTo>
                <a:lnTo>
                  <a:pt x="95725" y="368648"/>
                </a:lnTo>
                <a:lnTo>
                  <a:pt x="95813" y="362504"/>
                </a:lnTo>
                <a:lnTo>
                  <a:pt x="96021" y="356360"/>
                </a:lnTo>
                <a:lnTo>
                  <a:pt x="96338" y="350216"/>
                </a:lnTo>
                <a:lnTo>
                  <a:pt x="96746" y="344072"/>
                </a:lnTo>
                <a:lnTo>
                  <a:pt x="97221" y="337928"/>
                </a:lnTo>
                <a:lnTo>
                  <a:pt x="97737" y="331784"/>
                </a:lnTo>
                <a:lnTo>
                  <a:pt x="98268" y="325639"/>
                </a:lnTo>
                <a:lnTo>
                  <a:pt x="98790" y="319495"/>
                </a:lnTo>
                <a:lnTo>
                  <a:pt x="99282" y="313351"/>
                </a:lnTo>
                <a:lnTo>
                  <a:pt x="99729" y="307207"/>
                </a:lnTo>
                <a:lnTo>
                  <a:pt x="100122" y="301063"/>
                </a:lnTo>
                <a:lnTo>
                  <a:pt x="100456" y="294919"/>
                </a:lnTo>
                <a:lnTo>
                  <a:pt x="100732" y="288775"/>
                </a:lnTo>
                <a:lnTo>
                  <a:pt x="100953" y="282630"/>
                </a:lnTo>
                <a:lnTo>
                  <a:pt x="101126" y="276486"/>
                </a:lnTo>
                <a:lnTo>
                  <a:pt x="101257" y="270342"/>
                </a:lnTo>
                <a:lnTo>
                  <a:pt x="101353" y="264198"/>
                </a:lnTo>
                <a:lnTo>
                  <a:pt x="101422" y="258054"/>
                </a:lnTo>
                <a:lnTo>
                  <a:pt x="101471" y="251910"/>
                </a:lnTo>
                <a:lnTo>
                  <a:pt x="101504" y="245766"/>
                </a:lnTo>
                <a:lnTo>
                  <a:pt x="101526" y="239621"/>
                </a:lnTo>
                <a:lnTo>
                  <a:pt x="101540" y="233477"/>
                </a:lnTo>
                <a:lnTo>
                  <a:pt x="101549" y="227333"/>
                </a:lnTo>
                <a:lnTo>
                  <a:pt x="101554" y="221189"/>
                </a:lnTo>
                <a:lnTo>
                  <a:pt x="101556" y="215045"/>
                </a:lnTo>
                <a:lnTo>
                  <a:pt x="101557" y="208901"/>
                </a:lnTo>
                <a:lnTo>
                  <a:pt x="101555" y="202757"/>
                </a:lnTo>
                <a:lnTo>
                  <a:pt x="101552" y="196613"/>
                </a:lnTo>
                <a:lnTo>
                  <a:pt x="101546" y="190468"/>
                </a:lnTo>
                <a:lnTo>
                  <a:pt x="101537" y="184324"/>
                </a:lnTo>
                <a:lnTo>
                  <a:pt x="101522" y="178180"/>
                </a:lnTo>
                <a:lnTo>
                  <a:pt x="101499" y="172036"/>
                </a:lnTo>
                <a:lnTo>
                  <a:pt x="101464" y="165892"/>
                </a:lnTo>
                <a:lnTo>
                  <a:pt x="101411" y="159748"/>
                </a:lnTo>
                <a:lnTo>
                  <a:pt x="101333" y="153604"/>
                </a:lnTo>
                <a:lnTo>
                  <a:pt x="101219" y="147459"/>
                </a:lnTo>
                <a:lnTo>
                  <a:pt x="101050" y="141315"/>
                </a:lnTo>
                <a:lnTo>
                  <a:pt x="100806" y="135171"/>
                </a:lnTo>
                <a:lnTo>
                  <a:pt x="100453" y="129027"/>
                </a:lnTo>
                <a:lnTo>
                  <a:pt x="99950" y="122883"/>
                </a:lnTo>
                <a:lnTo>
                  <a:pt x="99239" y="116739"/>
                </a:lnTo>
                <a:lnTo>
                  <a:pt x="98247" y="110595"/>
                </a:lnTo>
                <a:lnTo>
                  <a:pt x="96887" y="104450"/>
                </a:lnTo>
                <a:lnTo>
                  <a:pt x="95054" y="98306"/>
                </a:lnTo>
                <a:lnTo>
                  <a:pt x="92629" y="92162"/>
                </a:lnTo>
                <a:lnTo>
                  <a:pt x="89493" y="86018"/>
                </a:lnTo>
                <a:lnTo>
                  <a:pt x="85527" y="79874"/>
                </a:lnTo>
                <a:lnTo>
                  <a:pt x="80637" y="73730"/>
                </a:lnTo>
                <a:lnTo>
                  <a:pt x="74766" y="67586"/>
                </a:lnTo>
                <a:lnTo>
                  <a:pt x="67914" y="61441"/>
                </a:lnTo>
                <a:lnTo>
                  <a:pt x="60157" y="55297"/>
                </a:lnTo>
                <a:lnTo>
                  <a:pt x="51659" y="49153"/>
                </a:lnTo>
                <a:lnTo>
                  <a:pt x="42678" y="43009"/>
                </a:lnTo>
                <a:lnTo>
                  <a:pt x="33559" y="36865"/>
                </a:lnTo>
                <a:lnTo>
                  <a:pt x="24720" y="30721"/>
                </a:lnTo>
                <a:lnTo>
                  <a:pt x="16619" y="24577"/>
                </a:lnTo>
                <a:lnTo>
                  <a:pt x="9719" y="18432"/>
                </a:lnTo>
                <a:lnTo>
                  <a:pt x="4443" y="12288"/>
                </a:lnTo>
                <a:lnTo>
                  <a:pt x="1130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95" y="6144"/>
                </a:lnTo>
                <a:lnTo>
                  <a:pt x="198682" y="12288"/>
                </a:lnTo>
                <a:lnTo>
                  <a:pt x="193406" y="18432"/>
                </a:lnTo>
                <a:lnTo>
                  <a:pt x="186506" y="24577"/>
                </a:lnTo>
                <a:lnTo>
                  <a:pt x="178405" y="30721"/>
                </a:lnTo>
                <a:lnTo>
                  <a:pt x="169566" y="36865"/>
                </a:lnTo>
                <a:lnTo>
                  <a:pt x="160447" y="43009"/>
                </a:lnTo>
                <a:lnTo>
                  <a:pt x="151466" y="49153"/>
                </a:lnTo>
                <a:lnTo>
                  <a:pt x="142968" y="55297"/>
                </a:lnTo>
                <a:lnTo>
                  <a:pt x="135211" y="61441"/>
                </a:lnTo>
                <a:lnTo>
                  <a:pt x="128359" y="67586"/>
                </a:lnTo>
                <a:lnTo>
                  <a:pt x="122488" y="73730"/>
                </a:lnTo>
                <a:lnTo>
                  <a:pt x="117598" y="79874"/>
                </a:lnTo>
                <a:lnTo>
                  <a:pt x="113632" y="86018"/>
                </a:lnTo>
                <a:lnTo>
                  <a:pt x="110496" y="92162"/>
                </a:lnTo>
                <a:lnTo>
                  <a:pt x="108071" y="98306"/>
                </a:lnTo>
                <a:lnTo>
                  <a:pt x="106238" y="104450"/>
                </a:lnTo>
                <a:lnTo>
                  <a:pt x="104878" y="110595"/>
                </a:lnTo>
                <a:lnTo>
                  <a:pt x="103886" y="116739"/>
                </a:lnTo>
                <a:lnTo>
                  <a:pt x="103175" y="122883"/>
                </a:lnTo>
                <a:lnTo>
                  <a:pt x="102672" y="129027"/>
                </a:lnTo>
                <a:lnTo>
                  <a:pt x="102319" y="135171"/>
                </a:lnTo>
                <a:lnTo>
                  <a:pt x="102075" y="141315"/>
                </a:lnTo>
                <a:lnTo>
                  <a:pt x="101906" y="147459"/>
                </a:lnTo>
                <a:lnTo>
                  <a:pt x="101792" y="153604"/>
                </a:lnTo>
                <a:lnTo>
                  <a:pt x="101714" y="159748"/>
                </a:lnTo>
                <a:lnTo>
                  <a:pt x="101661" y="165892"/>
                </a:lnTo>
                <a:lnTo>
                  <a:pt x="101626" y="172036"/>
                </a:lnTo>
                <a:lnTo>
                  <a:pt x="101603" y="178180"/>
                </a:lnTo>
                <a:lnTo>
                  <a:pt x="101588" y="184324"/>
                </a:lnTo>
                <a:lnTo>
                  <a:pt x="101579" y="190468"/>
                </a:lnTo>
                <a:lnTo>
                  <a:pt x="101573" y="196613"/>
                </a:lnTo>
                <a:lnTo>
                  <a:pt x="101570" y="202757"/>
                </a:lnTo>
                <a:lnTo>
                  <a:pt x="101568" y="208901"/>
                </a:lnTo>
                <a:lnTo>
                  <a:pt x="101569" y="215045"/>
                </a:lnTo>
                <a:lnTo>
                  <a:pt x="101571" y="221189"/>
                </a:lnTo>
                <a:lnTo>
                  <a:pt x="101576" y="227333"/>
                </a:lnTo>
                <a:lnTo>
                  <a:pt x="101585" y="233477"/>
                </a:lnTo>
                <a:lnTo>
                  <a:pt x="101599" y="239621"/>
                </a:lnTo>
                <a:lnTo>
                  <a:pt x="101621" y="245766"/>
                </a:lnTo>
                <a:lnTo>
                  <a:pt x="101654" y="251910"/>
                </a:lnTo>
                <a:lnTo>
                  <a:pt x="101703" y="258054"/>
                </a:lnTo>
                <a:lnTo>
                  <a:pt x="101772" y="264198"/>
                </a:lnTo>
                <a:lnTo>
                  <a:pt x="101868" y="270342"/>
                </a:lnTo>
                <a:lnTo>
                  <a:pt x="101999" y="276486"/>
                </a:lnTo>
                <a:lnTo>
                  <a:pt x="102172" y="282630"/>
                </a:lnTo>
                <a:lnTo>
                  <a:pt x="102393" y="288775"/>
                </a:lnTo>
                <a:lnTo>
                  <a:pt x="102669" y="294919"/>
                </a:lnTo>
                <a:lnTo>
                  <a:pt x="103003" y="301063"/>
                </a:lnTo>
                <a:lnTo>
                  <a:pt x="103396" y="307207"/>
                </a:lnTo>
                <a:lnTo>
                  <a:pt x="103843" y="313351"/>
                </a:lnTo>
                <a:lnTo>
                  <a:pt x="104335" y="319495"/>
                </a:lnTo>
                <a:lnTo>
                  <a:pt x="104856" y="325639"/>
                </a:lnTo>
                <a:lnTo>
                  <a:pt x="105388" y="331784"/>
                </a:lnTo>
                <a:lnTo>
                  <a:pt x="105904" y="337928"/>
                </a:lnTo>
                <a:lnTo>
                  <a:pt x="106379" y="344072"/>
                </a:lnTo>
                <a:lnTo>
                  <a:pt x="106787" y="350216"/>
                </a:lnTo>
                <a:lnTo>
                  <a:pt x="107104" y="356360"/>
                </a:lnTo>
                <a:lnTo>
                  <a:pt x="107312" y="362504"/>
                </a:lnTo>
                <a:lnTo>
                  <a:pt x="107400" y="368648"/>
                </a:lnTo>
                <a:lnTo>
                  <a:pt x="107368" y="374793"/>
                </a:lnTo>
                <a:lnTo>
                  <a:pt x="107225" y="380937"/>
                </a:lnTo>
                <a:lnTo>
                  <a:pt x="106988" y="387081"/>
                </a:lnTo>
                <a:lnTo>
                  <a:pt x="106686" y="393225"/>
                </a:lnTo>
                <a:lnTo>
                  <a:pt x="106350" y="399369"/>
                </a:lnTo>
                <a:lnTo>
                  <a:pt x="106017" y="405513"/>
                </a:lnTo>
                <a:lnTo>
                  <a:pt x="105722" y="411657"/>
                </a:lnTo>
                <a:lnTo>
                  <a:pt x="105498" y="417802"/>
                </a:lnTo>
                <a:lnTo>
                  <a:pt x="105372" y="423946"/>
                </a:lnTo>
                <a:lnTo>
                  <a:pt x="105362" y="430090"/>
                </a:lnTo>
                <a:lnTo>
                  <a:pt x="105479" y="436234"/>
                </a:lnTo>
                <a:lnTo>
                  <a:pt x="105723" y="442378"/>
                </a:lnTo>
                <a:lnTo>
                  <a:pt x="106085" y="448522"/>
                </a:lnTo>
                <a:lnTo>
                  <a:pt x="106548" y="454666"/>
                </a:lnTo>
                <a:lnTo>
                  <a:pt x="107090" y="460811"/>
                </a:lnTo>
                <a:lnTo>
                  <a:pt x="107684" y="466955"/>
                </a:lnTo>
                <a:lnTo>
                  <a:pt x="108301" y="473099"/>
                </a:lnTo>
                <a:lnTo>
                  <a:pt x="108914" y="479243"/>
                </a:lnTo>
                <a:lnTo>
                  <a:pt x="109498" y="485387"/>
                </a:lnTo>
                <a:lnTo>
                  <a:pt x="110032" y="491531"/>
                </a:lnTo>
                <a:lnTo>
                  <a:pt x="110503" y="497675"/>
                </a:lnTo>
                <a:lnTo>
                  <a:pt x="110900" y="503820"/>
                </a:lnTo>
                <a:lnTo>
                  <a:pt x="111218" y="509964"/>
                </a:lnTo>
                <a:lnTo>
                  <a:pt x="111455" y="516108"/>
                </a:lnTo>
                <a:lnTo>
                  <a:pt x="111611" y="522252"/>
                </a:lnTo>
                <a:lnTo>
                  <a:pt x="111686" y="528396"/>
                </a:lnTo>
                <a:lnTo>
                  <a:pt x="111682" y="534540"/>
                </a:lnTo>
                <a:lnTo>
                  <a:pt x="111597" y="540684"/>
                </a:lnTo>
                <a:lnTo>
                  <a:pt x="111434" y="546829"/>
                </a:lnTo>
                <a:lnTo>
                  <a:pt x="111190" y="552973"/>
                </a:lnTo>
                <a:lnTo>
                  <a:pt x="110870" y="559117"/>
                </a:lnTo>
                <a:lnTo>
                  <a:pt x="110479" y="565261"/>
                </a:lnTo>
                <a:lnTo>
                  <a:pt x="110024" y="571405"/>
                </a:lnTo>
                <a:lnTo>
                  <a:pt x="109521" y="577549"/>
                </a:lnTo>
                <a:lnTo>
                  <a:pt x="108989" y="583693"/>
                </a:lnTo>
                <a:lnTo>
                  <a:pt x="108452" y="589838"/>
                </a:lnTo>
                <a:lnTo>
                  <a:pt x="107938" y="595982"/>
                </a:lnTo>
                <a:lnTo>
                  <a:pt x="107484" y="602126"/>
                </a:lnTo>
                <a:lnTo>
                  <a:pt x="107127" y="608270"/>
                </a:lnTo>
                <a:lnTo>
                  <a:pt x="106915" y="614414"/>
                </a:lnTo>
                <a:lnTo>
                  <a:pt x="106898" y="620558"/>
                </a:lnTo>
                <a:lnTo>
                  <a:pt x="107137" y="626702"/>
                </a:lnTo>
                <a:lnTo>
                  <a:pt x="107702" y="632847"/>
                </a:lnTo>
                <a:lnTo>
                  <a:pt x="108668" y="638991"/>
                </a:lnTo>
                <a:lnTo>
                  <a:pt x="110119" y="645135"/>
                </a:lnTo>
                <a:lnTo>
                  <a:pt x="112140" y="651279"/>
                </a:lnTo>
                <a:lnTo>
                  <a:pt x="114811" y="657423"/>
                </a:lnTo>
                <a:lnTo>
                  <a:pt x="118196" y="663567"/>
                </a:lnTo>
                <a:lnTo>
                  <a:pt x="122330" y="669711"/>
                </a:lnTo>
                <a:lnTo>
                  <a:pt x="127208" y="675856"/>
                </a:lnTo>
                <a:lnTo>
                  <a:pt x="132770" y="682000"/>
                </a:lnTo>
                <a:lnTo>
                  <a:pt x="138891" y="688144"/>
                </a:lnTo>
                <a:lnTo>
                  <a:pt x="145381" y="694288"/>
                </a:lnTo>
                <a:lnTo>
                  <a:pt x="151983" y="700432"/>
                </a:lnTo>
                <a:lnTo>
                  <a:pt x="158392" y="706576"/>
                </a:lnTo>
                <a:lnTo>
                  <a:pt x="164271" y="712720"/>
                </a:lnTo>
                <a:lnTo>
                  <a:pt x="169281" y="718865"/>
                </a:lnTo>
                <a:lnTo>
                  <a:pt x="173114" y="725009"/>
                </a:lnTo>
                <a:lnTo>
                  <a:pt x="175521" y="731153"/>
                </a:lnTo>
                <a:lnTo>
                  <a:pt x="176342" y="737297"/>
                </a:lnTo>
                <a:lnTo>
                  <a:pt x="176342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1032" name="12_small_6998">
            <a:extLst>
              <a:ext uri="{FF2B5EF4-FFF2-40B4-BE49-F238E27FC236}">
                <a16:creationId xmlns:a16="http://schemas.microsoft.com/office/drawing/2014/main" id="{A3862571-3A1F-4B75-9E86-6A91AA663F59}"/>
              </a:ext>
            </a:extLst>
          </p:cNvPr>
          <p:cNvSpPr>
            <a:spLocks noGrp="1"/>
          </p:cNvSpPr>
          <p:nvPr/>
        </p:nvSpPr>
        <p:spPr>
          <a:xfrm>
            <a:off x="3810188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33" name="12_small_6999">
            <a:extLst>
              <a:ext uri="{FF2B5EF4-FFF2-40B4-BE49-F238E27FC236}">
                <a16:creationId xmlns:a16="http://schemas.microsoft.com/office/drawing/2014/main" id="{A939C242-8B1A-4703-8F5B-249B1A826BE1}"/>
              </a:ext>
            </a:extLst>
          </p:cNvPr>
          <p:cNvSpPr>
            <a:spLocks noGrp="1"/>
          </p:cNvSpPr>
          <p:nvPr/>
        </p:nvSpPr>
        <p:spPr>
          <a:xfrm>
            <a:off x="4200813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34" name="12_small_7000">
            <a:extLst>
              <a:ext uri="{FF2B5EF4-FFF2-40B4-BE49-F238E27FC236}">
                <a16:creationId xmlns:a16="http://schemas.microsoft.com/office/drawing/2014/main" id="{DA9D5247-7FA9-4832-A3E7-C18BD98AEAB4}"/>
              </a:ext>
            </a:extLst>
          </p:cNvPr>
          <p:cNvSpPr>
            <a:spLocks noGrp="1"/>
          </p:cNvSpPr>
          <p:nvPr/>
        </p:nvSpPr>
        <p:spPr>
          <a:xfrm>
            <a:off x="4591438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35" name="12_small_7001">
            <a:extLst>
              <a:ext uri="{FF2B5EF4-FFF2-40B4-BE49-F238E27FC236}">
                <a16:creationId xmlns:a16="http://schemas.microsoft.com/office/drawing/2014/main" id="{899A7390-332D-4F9C-8D79-47EF983C2196}"/>
              </a:ext>
            </a:extLst>
          </p:cNvPr>
          <p:cNvSpPr>
            <a:spLocks noGrp="1"/>
          </p:cNvSpPr>
          <p:nvPr/>
        </p:nvSpPr>
        <p:spPr>
          <a:xfrm>
            <a:off x="5372688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36" name="12_small_7002">
            <a:extLst>
              <a:ext uri="{FF2B5EF4-FFF2-40B4-BE49-F238E27FC236}">
                <a16:creationId xmlns:a16="http://schemas.microsoft.com/office/drawing/2014/main" id="{CB7E4E17-0E61-404A-B424-3E964B12DA8D}"/>
              </a:ext>
            </a:extLst>
          </p:cNvPr>
          <p:cNvSpPr>
            <a:spLocks noGrp="1"/>
          </p:cNvSpPr>
          <p:nvPr/>
        </p:nvSpPr>
        <p:spPr>
          <a:xfrm>
            <a:off x="6153938" y="3690684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37" name="12_small_7003">
            <a:extLst>
              <a:ext uri="{FF2B5EF4-FFF2-40B4-BE49-F238E27FC236}">
                <a16:creationId xmlns:a16="http://schemas.microsoft.com/office/drawing/2014/main" id="{FEF37BC0-C1FF-4A0B-A725-1F01334DA79E}"/>
              </a:ext>
            </a:extLst>
          </p:cNvPr>
          <p:cNvSpPr>
            <a:spLocks noGrp="1"/>
          </p:cNvSpPr>
          <p:nvPr/>
        </p:nvSpPr>
        <p:spPr>
          <a:xfrm>
            <a:off x="3786750" y="365382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038" name="12_small_7004">
            <a:extLst>
              <a:ext uri="{FF2B5EF4-FFF2-40B4-BE49-F238E27FC236}">
                <a16:creationId xmlns:a16="http://schemas.microsoft.com/office/drawing/2014/main" id="{9986F2A0-CB0A-42FF-83F4-07E734983D5E}"/>
              </a:ext>
            </a:extLst>
          </p:cNvPr>
          <p:cNvSpPr>
            <a:spLocks noGrp="1"/>
          </p:cNvSpPr>
          <p:nvPr/>
        </p:nvSpPr>
        <p:spPr>
          <a:xfrm>
            <a:off x="3748650" y="365382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39" name="text_7005">
            <a:extLst>
              <a:ext uri="{FF2B5EF4-FFF2-40B4-BE49-F238E27FC236}">
                <a16:creationId xmlns:a16="http://schemas.microsoft.com/office/drawing/2014/main" id="{379DD6F8-4F61-4486-A8BC-5684228C9155}"/>
              </a:ext>
            </a:extLst>
          </p:cNvPr>
          <p:cNvSpPr>
            <a:spLocks noGrp="1"/>
          </p:cNvSpPr>
          <p:nvPr/>
        </p:nvSpPr>
        <p:spPr>
          <a:xfrm>
            <a:off x="3659003" y="3613759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040" name="12_small_7006">
            <a:extLst>
              <a:ext uri="{FF2B5EF4-FFF2-40B4-BE49-F238E27FC236}">
                <a16:creationId xmlns:a16="http://schemas.microsoft.com/office/drawing/2014/main" id="{8CB1A243-684E-4FEB-9A7D-46A165DECF55}"/>
              </a:ext>
            </a:extLst>
          </p:cNvPr>
          <p:cNvSpPr>
            <a:spLocks noGrp="1"/>
          </p:cNvSpPr>
          <p:nvPr/>
        </p:nvSpPr>
        <p:spPr>
          <a:xfrm>
            <a:off x="3786750" y="3285171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041" name="12_small_7007">
            <a:extLst>
              <a:ext uri="{FF2B5EF4-FFF2-40B4-BE49-F238E27FC236}">
                <a16:creationId xmlns:a16="http://schemas.microsoft.com/office/drawing/2014/main" id="{E09FB904-43D0-412F-8BA0-809A8C3F635D}"/>
              </a:ext>
            </a:extLst>
          </p:cNvPr>
          <p:cNvSpPr>
            <a:spLocks noGrp="1"/>
          </p:cNvSpPr>
          <p:nvPr/>
        </p:nvSpPr>
        <p:spPr>
          <a:xfrm>
            <a:off x="3748650" y="3285171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42" name="text_7008">
            <a:extLst>
              <a:ext uri="{FF2B5EF4-FFF2-40B4-BE49-F238E27FC236}">
                <a16:creationId xmlns:a16="http://schemas.microsoft.com/office/drawing/2014/main" id="{A7990AE2-80BF-4CEF-82FB-AF957B6D3A95}"/>
              </a:ext>
            </a:extLst>
          </p:cNvPr>
          <p:cNvSpPr>
            <a:spLocks noGrp="1"/>
          </p:cNvSpPr>
          <p:nvPr/>
        </p:nvSpPr>
        <p:spPr>
          <a:xfrm>
            <a:off x="3607456" y="3245110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043" name="12_small_7009">
            <a:extLst>
              <a:ext uri="{FF2B5EF4-FFF2-40B4-BE49-F238E27FC236}">
                <a16:creationId xmlns:a16="http://schemas.microsoft.com/office/drawing/2014/main" id="{99F75399-51A6-4011-8B44-FFA9D6B1F05D}"/>
              </a:ext>
            </a:extLst>
          </p:cNvPr>
          <p:cNvSpPr>
            <a:spLocks noGrp="1"/>
          </p:cNvSpPr>
          <p:nvPr/>
        </p:nvSpPr>
        <p:spPr>
          <a:xfrm>
            <a:off x="3786750" y="2916523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044" name="12_small_7010">
            <a:extLst>
              <a:ext uri="{FF2B5EF4-FFF2-40B4-BE49-F238E27FC236}">
                <a16:creationId xmlns:a16="http://schemas.microsoft.com/office/drawing/2014/main" id="{ABB15CB8-0567-4DE3-A0C8-2202C46FDA5D}"/>
              </a:ext>
            </a:extLst>
          </p:cNvPr>
          <p:cNvSpPr>
            <a:spLocks noGrp="1"/>
          </p:cNvSpPr>
          <p:nvPr/>
        </p:nvSpPr>
        <p:spPr>
          <a:xfrm>
            <a:off x="3748650" y="2916523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045" name="text_7011">
            <a:extLst>
              <a:ext uri="{FF2B5EF4-FFF2-40B4-BE49-F238E27FC236}">
                <a16:creationId xmlns:a16="http://schemas.microsoft.com/office/drawing/2014/main" id="{3153C94F-1E6A-4471-9E4C-4EC687A1B606}"/>
              </a:ext>
            </a:extLst>
          </p:cNvPr>
          <p:cNvSpPr>
            <a:spLocks noGrp="1"/>
          </p:cNvSpPr>
          <p:nvPr/>
        </p:nvSpPr>
        <p:spPr>
          <a:xfrm>
            <a:off x="3555910" y="2876462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046" name="12_small_7012">
            <a:extLst>
              <a:ext uri="{FF2B5EF4-FFF2-40B4-BE49-F238E27FC236}">
                <a16:creationId xmlns:a16="http://schemas.microsoft.com/office/drawing/2014/main" id="{A625EE9B-A1B9-451B-90F4-2EEE99DB68FA}"/>
              </a:ext>
            </a:extLst>
          </p:cNvPr>
          <p:cNvSpPr>
            <a:spLocks noGrp="1"/>
          </p:cNvSpPr>
          <p:nvPr/>
        </p:nvSpPr>
        <p:spPr>
          <a:xfrm>
            <a:off x="4154176" y="328042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7" name="12_small_7013">
            <a:extLst>
              <a:ext uri="{FF2B5EF4-FFF2-40B4-BE49-F238E27FC236}">
                <a16:creationId xmlns:a16="http://schemas.microsoft.com/office/drawing/2014/main" id="{3DFBEF6D-B84E-48EA-9889-29F6D165A383}"/>
              </a:ext>
            </a:extLst>
          </p:cNvPr>
          <p:cNvSpPr>
            <a:spLocks noGrp="1"/>
          </p:cNvSpPr>
          <p:nvPr/>
        </p:nvSpPr>
        <p:spPr>
          <a:xfrm>
            <a:off x="425845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8" name="12_small_7014">
            <a:extLst>
              <a:ext uri="{FF2B5EF4-FFF2-40B4-BE49-F238E27FC236}">
                <a16:creationId xmlns:a16="http://schemas.microsoft.com/office/drawing/2014/main" id="{579DAE75-F640-4331-B260-4F44E91CEF0D}"/>
              </a:ext>
            </a:extLst>
          </p:cNvPr>
          <p:cNvSpPr>
            <a:spLocks noGrp="1"/>
          </p:cNvSpPr>
          <p:nvPr/>
        </p:nvSpPr>
        <p:spPr>
          <a:xfrm>
            <a:off x="425689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49" name="12_small_7015">
            <a:extLst>
              <a:ext uri="{FF2B5EF4-FFF2-40B4-BE49-F238E27FC236}">
                <a16:creationId xmlns:a16="http://schemas.microsoft.com/office/drawing/2014/main" id="{DA124887-9E28-4EFE-A775-8FD4633AE904}"/>
              </a:ext>
            </a:extLst>
          </p:cNvPr>
          <p:cNvSpPr>
            <a:spLocks noGrp="1"/>
          </p:cNvSpPr>
          <p:nvPr/>
        </p:nvSpPr>
        <p:spPr>
          <a:xfrm>
            <a:off x="417760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0" name="12_small_7016">
            <a:extLst>
              <a:ext uri="{FF2B5EF4-FFF2-40B4-BE49-F238E27FC236}">
                <a16:creationId xmlns:a16="http://schemas.microsoft.com/office/drawing/2014/main" id="{43174C53-908D-40C5-8A89-F61BC42A3969}"/>
              </a:ext>
            </a:extLst>
          </p:cNvPr>
          <p:cNvSpPr>
            <a:spLocks noGrp="1"/>
          </p:cNvSpPr>
          <p:nvPr/>
        </p:nvSpPr>
        <p:spPr>
          <a:xfrm>
            <a:off x="4259777" y="342896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1" name="12_small_7017">
            <a:extLst>
              <a:ext uri="{FF2B5EF4-FFF2-40B4-BE49-F238E27FC236}">
                <a16:creationId xmlns:a16="http://schemas.microsoft.com/office/drawing/2014/main" id="{1BB46F31-53DE-4528-BB8D-35E3FEE6862C}"/>
              </a:ext>
            </a:extLst>
          </p:cNvPr>
          <p:cNvSpPr>
            <a:spLocks noGrp="1"/>
          </p:cNvSpPr>
          <p:nvPr/>
        </p:nvSpPr>
        <p:spPr>
          <a:xfrm>
            <a:off x="4229398" y="330448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2" name="12_small_7018">
            <a:extLst>
              <a:ext uri="{FF2B5EF4-FFF2-40B4-BE49-F238E27FC236}">
                <a16:creationId xmlns:a16="http://schemas.microsoft.com/office/drawing/2014/main" id="{B5F0B44E-F692-4CC8-82DC-6C7BC612CBF6}"/>
              </a:ext>
            </a:extLst>
          </p:cNvPr>
          <p:cNvSpPr>
            <a:spLocks noGrp="1"/>
          </p:cNvSpPr>
          <p:nvPr/>
        </p:nvSpPr>
        <p:spPr>
          <a:xfrm>
            <a:off x="413684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3" name="12_small_7019">
            <a:extLst>
              <a:ext uri="{FF2B5EF4-FFF2-40B4-BE49-F238E27FC236}">
                <a16:creationId xmlns:a16="http://schemas.microsoft.com/office/drawing/2014/main" id="{A206ED67-6CA7-4710-BD12-56E1692A49EC}"/>
              </a:ext>
            </a:extLst>
          </p:cNvPr>
          <p:cNvSpPr>
            <a:spLocks noGrp="1"/>
          </p:cNvSpPr>
          <p:nvPr/>
        </p:nvSpPr>
        <p:spPr>
          <a:xfrm>
            <a:off x="4169110" y="360890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4" name="12_small_7020">
            <a:extLst>
              <a:ext uri="{FF2B5EF4-FFF2-40B4-BE49-F238E27FC236}">
                <a16:creationId xmlns:a16="http://schemas.microsoft.com/office/drawing/2014/main" id="{391F278E-52B0-4962-B6A6-461CAB16434A}"/>
              </a:ext>
            </a:extLst>
          </p:cNvPr>
          <p:cNvSpPr>
            <a:spLocks noGrp="1"/>
          </p:cNvSpPr>
          <p:nvPr/>
        </p:nvSpPr>
        <p:spPr>
          <a:xfrm>
            <a:off x="4186022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5" name="12_small_7021">
            <a:extLst>
              <a:ext uri="{FF2B5EF4-FFF2-40B4-BE49-F238E27FC236}">
                <a16:creationId xmlns:a16="http://schemas.microsoft.com/office/drawing/2014/main" id="{ABE181DB-8A97-4ADB-9EE4-CDE747F583A0}"/>
              </a:ext>
            </a:extLst>
          </p:cNvPr>
          <p:cNvSpPr>
            <a:spLocks noGrp="1"/>
          </p:cNvSpPr>
          <p:nvPr/>
        </p:nvSpPr>
        <p:spPr>
          <a:xfrm>
            <a:off x="417083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6" name="12_small_7022">
            <a:extLst>
              <a:ext uri="{FF2B5EF4-FFF2-40B4-BE49-F238E27FC236}">
                <a16:creationId xmlns:a16="http://schemas.microsoft.com/office/drawing/2014/main" id="{E674F78D-D91E-4D48-BFC1-5C99D49C9D30}"/>
              </a:ext>
            </a:extLst>
          </p:cNvPr>
          <p:cNvSpPr>
            <a:spLocks noGrp="1"/>
          </p:cNvSpPr>
          <p:nvPr/>
        </p:nvSpPr>
        <p:spPr>
          <a:xfrm>
            <a:off x="422468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7" name="12_small_7023">
            <a:extLst>
              <a:ext uri="{FF2B5EF4-FFF2-40B4-BE49-F238E27FC236}">
                <a16:creationId xmlns:a16="http://schemas.microsoft.com/office/drawing/2014/main" id="{22A645A3-622D-45B5-ADC1-2A5CD2466A68}"/>
              </a:ext>
            </a:extLst>
          </p:cNvPr>
          <p:cNvSpPr>
            <a:spLocks noGrp="1"/>
          </p:cNvSpPr>
          <p:nvPr/>
        </p:nvSpPr>
        <p:spPr>
          <a:xfrm>
            <a:off x="412960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8" name="12_small_7024">
            <a:extLst>
              <a:ext uri="{FF2B5EF4-FFF2-40B4-BE49-F238E27FC236}">
                <a16:creationId xmlns:a16="http://schemas.microsoft.com/office/drawing/2014/main" id="{A9F9E32C-45D2-4534-B5E4-277FC953B97C}"/>
              </a:ext>
            </a:extLst>
          </p:cNvPr>
          <p:cNvSpPr>
            <a:spLocks noGrp="1"/>
          </p:cNvSpPr>
          <p:nvPr/>
        </p:nvSpPr>
        <p:spPr>
          <a:xfrm>
            <a:off x="416999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59" name="12_small_7025">
            <a:extLst>
              <a:ext uri="{FF2B5EF4-FFF2-40B4-BE49-F238E27FC236}">
                <a16:creationId xmlns:a16="http://schemas.microsoft.com/office/drawing/2014/main" id="{EEE05008-5666-4997-8003-58C60DF1E6B4}"/>
              </a:ext>
            </a:extLst>
          </p:cNvPr>
          <p:cNvSpPr>
            <a:spLocks noGrp="1"/>
          </p:cNvSpPr>
          <p:nvPr/>
        </p:nvSpPr>
        <p:spPr>
          <a:xfrm>
            <a:off x="4124198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0" name="12_small_7026">
            <a:extLst>
              <a:ext uri="{FF2B5EF4-FFF2-40B4-BE49-F238E27FC236}">
                <a16:creationId xmlns:a16="http://schemas.microsoft.com/office/drawing/2014/main" id="{3ADA56FC-BA88-4EEC-822F-108D61C2A5BB}"/>
              </a:ext>
            </a:extLst>
          </p:cNvPr>
          <p:cNvSpPr>
            <a:spLocks noGrp="1"/>
          </p:cNvSpPr>
          <p:nvPr/>
        </p:nvSpPr>
        <p:spPr>
          <a:xfrm>
            <a:off x="4253942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1" name="12_small_7027">
            <a:extLst>
              <a:ext uri="{FF2B5EF4-FFF2-40B4-BE49-F238E27FC236}">
                <a16:creationId xmlns:a16="http://schemas.microsoft.com/office/drawing/2014/main" id="{59BD2194-8115-4912-ACB8-097DCF4CB325}"/>
              </a:ext>
            </a:extLst>
          </p:cNvPr>
          <p:cNvSpPr>
            <a:spLocks noGrp="1"/>
          </p:cNvSpPr>
          <p:nvPr/>
        </p:nvSpPr>
        <p:spPr>
          <a:xfrm>
            <a:off x="4146797" y="35576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2" name="12_small_7028">
            <a:extLst>
              <a:ext uri="{FF2B5EF4-FFF2-40B4-BE49-F238E27FC236}">
                <a16:creationId xmlns:a16="http://schemas.microsoft.com/office/drawing/2014/main" id="{8308DE4D-B6F6-4022-9C23-40CB042F90B9}"/>
              </a:ext>
            </a:extLst>
          </p:cNvPr>
          <p:cNvSpPr>
            <a:spLocks noGrp="1"/>
          </p:cNvSpPr>
          <p:nvPr/>
        </p:nvSpPr>
        <p:spPr>
          <a:xfrm>
            <a:off x="4141463" y="347577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3" name="12_small_7029">
            <a:extLst>
              <a:ext uri="{FF2B5EF4-FFF2-40B4-BE49-F238E27FC236}">
                <a16:creationId xmlns:a16="http://schemas.microsoft.com/office/drawing/2014/main" id="{B841806E-FAF0-4915-BB43-357B6775FFE1}"/>
              </a:ext>
            </a:extLst>
          </p:cNvPr>
          <p:cNvSpPr>
            <a:spLocks noGrp="1"/>
          </p:cNvSpPr>
          <p:nvPr/>
        </p:nvSpPr>
        <p:spPr>
          <a:xfrm>
            <a:off x="419022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4" name="12_small_7030">
            <a:extLst>
              <a:ext uri="{FF2B5EF4-FFF2-40B4-BE49-F238E27FC236}">
                <a16:creationId xmlns:a16="http://schemas.microsoft.com/office/drawing/2014/main" id="{CCC8B5A3-5B4E-49EC-B569-B2A7DB6BD0CB}"/>
              </a:ext>
            </a:extLst>
          </p:cNvPr>
          <p:cNvSpPr>
            <a:spLocks noGrp="1"/>
          </p:cNvSpPr>
          <p:nvPr/>
        </p:nvSpPr>
        <p:spPr>
          <a:xfrm>
            <a:off x="4147300" y="3371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5" name="12_small_7031">
            <a:extLst>
              <a:ext uri="{FF2B5EF4-FFF2-40B4-BE49-F238E27FC236}">
                <a16:creationId xmlns:a16="http://schemas.microsoft.com/office/drawing/2014/main" id="{04D9E668-2204-4A7D-B54E-BBA5132554DA}"/>
              </a:ext>
            </a:extLst>
          </p:cNvPr>
          <p:cNvSpPr>
            <a:spLocks noGrp="1"/>
          </p:cNvSpPr>
          <p:nvPr/>
        </p:nvSpPr>
        <p:spPr>
          <a:xfrm>
            <a:off x="411824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6" name="12_small_7032">
            <a:extLst>
              <a:ext uri="{FF2B5EF4-FFF2-40B4-BE49-F238E27FC236}">
                <a16:creationId xmlns:a16="http://schemas.microsoft.com/office/drawing/2014/main" id="{FE60CD3C-46EB-449C-B5AA-8A4CC1952ED3}"/>
              </a:ext>
            </a:extLst>
          </p:cNvPr>
          <p:cNvSpPr>
            <a:spLocks noGrp="1"/>
          </p:cNvSpPr>
          <p:nvPr/>
        </p:nvSpPr>
        <p:spPr>
          <a:xfrm>
            <a:off x="4182671" y="334470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7" name="12_small_7033">
            <a:extLst>
              <a:ext uri="{FF2B5EF4-FFF2-40B4-BE49-F238E27FC236}">
                <a16:creationId xmlns:a16="http://schemas.microsoft.com/office/drawing/2014/main" id="{A4B9FBBB-86EF-4D89-8E4D-1D21B1524F47}"/>
              </a:ext>
            </a:extLst>
          </p:cNvPr>
          <p:cNvSpPr>
            <a:spLocks noGrp="1"/>
          </p:cNvSpPr>
          <p:nvPr/>
        </p:nvSpPr>
        <p:spPr>
          <a:xfrm>
            <a:off x="4173698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8" name="12_small_7034">
            <a:extLst>
              <a:ext uri="{FF2B5EF4-FFF2-40B4-BE49-F238E27FC236}">
                <a16:creationId xmlns:a16="http://schemas.microsoft.com/office/drawing/2014/main" id="{E2087785-594F-4055-862D-FA26D949934B}"/>
              </a:ext>
            </a:extLst>
          </p:cNvPr>
          <p:cNvSpPr>
            <a:spLocks noGrp="1"/>
          </p:cNvSpPr>
          <p:nvPr/>
        </p:nvSpPr>
        <p:spPr>
          <a:xfrm>
            <a:off x="4116146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69" name="12_small_7035">
            <a:extLst>
              <a:ext uri="{FF2B5EF4-FFF2-40B4-BE49-F238E27FC236}">
                <a16:creationId xmlns:a16="http://schemas.microsoft.com/office/drawing/2014/main" id="{6691BF9C-E0B2-4686-B9BD-31B15CF45206}"/>
              </a:ext>
            </a:extLst>
          </p:cNvPr>
          <p:cNvSpPr>
            <a:spLocks noGrp="1"/>
          </p:cNvSpPr>
          <p:nvPr/>
        </p:nvSpPr>
        <p:spPr>
          <a:xfrm>
            <a:off x="4222867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0" name="12_small_7036">
            <a:extLst>
              <a:ext uri="{FF2B5EF4-FFF2-40B4-BE49-F238E27FC236}">
                <a16:creationId xmlns:a16="http://schemas.microsoft.com/office/drawing/2014/main" id="{58C2DEB6-3853-4574-8325-DC0FBF2ED2EC}"/>
              </a:ext>
            </a:extLst>
          </p:cNvPr>
          <p:cNvSpPr>
            <a:spLocks noGrp="1"/>
          </p:cNvSpPr>
          <p:nvPr/>
        </p:nvSpPr>
        <p:spPr>
          <a:xfrm>
            <a:off x="416703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1" name="12_small_7037">
            <a:extLst>
              <a:ext uri="{FF2B5EF4-FFF2-40B4-BE49-F238E27FC236}">
                <a16:creationId xmlns:a16="http://schemas.microsoft.com/office/drawing/2014/main" id="{C876451C-006E-4F6F-B740-3F06A10A73BA}"/>
              </a:ext>
            </a:extLst>
          </p:cNvPr>
          <p:cNvSpPr>
            <a:spLocks noGrp="1"/>
          </p:cNvSpPr>
          <p:nvPr/>
        </p:nvSpPr>
        <p:spPr>
          <a:xfrm>
            <a:off x="4248649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2" name="12_small_7038">
            <a:extLst>
              <a:ext uri="{FF2B5EF4-FFF2-40B4-BE49-F238E27FC236}">
                <a16:creationId xmlns:a16="http://schemas.microsoft.com/office/drawing/2014/main" id="{62F10456-ABD8-44F1-8432-9B063F0A2CF9}"/>
              </a:ext>
            </a:extLst>
          </p:cNvPr>
          <p:cNvSpPr>
            <a:spLocks noGrp="1"/>
          </p:cNvSpPr>
          <p:nvPr/>
        </p:nvSpPr>
        <p:spPr>
          <a:xfrm>
            <a:off x="4161086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3" name="12_small_7039">
            <a:extLst>
              <a:ext uri="{FF2B5EF4-FFF2-40B4-BE49-F238E27FC236}">
                <a16:creationId xmlns:a16="http://schemas.microsoft.com/office/drawing/2014/main" id="{78717771-D26B-4431-BBCF-D2434D556C17}"/>
              </a:ext>
            </a:extLst>
          </p:cNvPr>
          <p:cNvSpPr>
            <a:spLocks noGrp="1"/>
          </p:cNvSpPr>
          <p:nvPr/>
        </p:nvSpPr>
        <p:spPr>
          <a:xfrm>
            <a:off x="421851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4" name="12_small_7040">
            <a:extLst>
              <a:ext uri="{FF2B5EF4-FFF2-40B4-BE49-F238E27FC236}">
                <a16:creationId xmlns:a16="http://schemas.microsoft.com/office/drawing/2014/main" id="{C349DB71-E853-4906-8925-B747D3D3330C}"/>
              </a:ext>
            </a:extLst>
          </p:cNvPr>
          <p:cNvSpPr>
            <a:spLocks noGrp="1"/>
          </p:cNvSpPr>
          <p:nvPr/>
        </p:nvSpPr>
        <p:spPr>
          <a:xfrm>
            <a:off x="415936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5" name="12_small_7041">
            <a:extLst>
              <a:ext uri="{FF2B5EF4-FFF2-40B4-BE49-F238E27FC236}">
                <a16:creationId xmlns:a16="http://schemas.microsoft.com/office/drawing/2014/main" id="{E57975D3-CC30-4433-BC74-E8DCB1BFDB39}"/>
              </a:ext>
            </a:extLst>
          </p:cNvPr>
          <p:cNvSpPr>
            <a:spLocks noGrp="1"/>
          </p:cNvSpPr>
          <p:nvPr/>
        </p:nvSpPr>
        <p:spPr>
          <a:xfrm>
            <a:off x="416455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6" name="12_small_7042">
            <a:extLst>
              <a:ext uri="{FF2B5EF4-FFF2-40B4-BE49-F238E27FC236}">
                <a16:creationId xmlns:a16="http://schemas.microsoft.com/office/drawing/2014/main" id="{2C96FF46-8E2A-4EBB-93C1-5A56467C2102}"/>
              </a:ext>
            </a:extLst>
          </p:cNvPr>
          <p:cNvSpPr>
            <a:spLocks noGrp="1"/>
          </p:cNvSpPr>
          <p:nvPr/>
        </p:nvSpPr>
        <p:spPr>
          <a:xfrm>
            <a:off x="422308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7" name="12_small_7043">
            <a:extLst>
              <a:ext uri="{FF2B5EF4-FFF2-40B4-BE49-F238E27FC236}">
                <a16:creationId xmlns:a16="http://schemas.microsoft.com/office/drawing/2014/main" id="{19F708EF-947B-4316-A61A-BBD027207BDE}"/>
              </a:ext>
            </a:extLst>
          </p:cNvPr>
          <p:cNvSpPr>
            <a:spLocks noGrp="1"/>
          </p:cNvSpPr>
          <p:nvPr/>
        </p:nvSpPr>
        <p:spPr>
          <a:xfrm>
            <a:off x="4123411" y="334470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8" name="12_small_7044">
            <a:extLst>
              <a:ext uri="{FF2B5EF4-FFF2-40B4-BE49-F238E27FC236}">
                <a16:creationId xmlns:a16="http://schemas.microsoft.com/office/drawing/2014/main" id="{0F2D63CD-CC9A-4A02-B0D6-0127DF6740EA}"/>
              </a:ext>
            </a:extLst>
          </p:cNvPr>
          <p:cNvSpPr>
            <a:spLocks noGrp="1"/>
          </p:cNvSpPr>
          <p:nvPr/>
        </p:nvSpPr>
        <p:spPr>
          <a:xfrm>
            <a:off x="411994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79" name="12_small_7045">
            <a:extLst>
              <a:ext uri="{FF2B5EF4-FFF2-40B4-BE49-F238E27FC236}">
                <a16:creationId xmlns:a16="http://schemas.microsoft.com/office/drawing/2014/main" id="{9B93C2A2-5B0F-4574-AA8C-95924F4EA891}"/>
              </a:ext>
            </a:extLst>
          </p:cNvPr>
          <p:cNvSpPr>
            <a:spLocks noGrp="1"/>
          </p:cNvSpPr>
          <p:nvPr/>
        </p:nvSpPr>
        <p:spPr>
          <a:xfrm>
            <a:off x="424443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0" name="12_small_7046">
            <a:extLst>
              <a:ext uri="{FF2B5EF4-FFF2-40B4-BE49-F238E27FC236}">
                <a16:creationId xmlns:a16="http://schemas.microsoft.com/office/drawing/2014/main" id="{7BC780CD-4C7F-43A1-AEC7-D9E5CB26BCEE}"/>
              </a:ext>
            </a:extLst>
          </p:cNvPr>
          <p:cNvSpPr>
            <a:spLocks noGrp="1"/>
          </p:cNvSpPr>
          <p:nvPr/>
        </p:nvSpPr>
        <p:spPr>
          <a:xfrm>
            <a:off x="4119296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1" name="12_small_7047">
            <a:extLst>
              <a:ext uri="{FF2B5EF4-FFF2-40B4-BE49-F238E27FC236}">
                <a16:creationId xmlns:a16="http://schemas.microsoft.com/office/drawing/2014/main" id="{0D217779-DD16-4A97-9686-20E8A3C88470}"/>
              </a:ext>
            </a:extLst>
          </p:cNvPr>
          <p:cNvSpPr>
            <a:spLocks noGrp="1"/>
          </p:cNvSpPr>
          <p:nvPr/>
        </p:nvSpPr>
        <p:spPr>
          <a:xfrm>
            <a:off x="416616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2" name="12_small_7048">
            <a:extLst>
              <a:ext uri="{FF2B5EF4-FFF2-40B4-BE49-F238E27FC236}">
                <a16:creationId xmlns:a16="http://schemas.microsoft.com/office/drawing/2014/main" id="{1AD256CB-E919-47F7-8F83-D3FD769057CA}"/>
              </a:ext>
            </a:extLst>
          </p:cNvPr>
          <p:cNvSpPr>
            <a:spLocks noGrp="1"/>
          </p:cNvSpPr>
          <p:nvPr/>
        </p:nvSpPr>
        <p:spPr>
          <a:xfrm>
            <a:off x="418300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3" name="12_small_7049">
            <a:extLst>
              <a:ext uri="{FF2B5EF4-FFF2-40B4-BE49-F238E27FC236}">
                <a16:creationId xmlns:a16="http://schemas.microsoft.com/office/drawing/2014/main" id="{CE2DBED4-DC80-4035-9334-C40BED6A2E98}"/>
              </a:ext>
            </a:extLst>
          </p:cNvPr>
          <p:cNvSpPr>
            <a:spLocks noGrp="1"/>
          </p:cNvSpPr>
          <p:nvPr/>
        </p:nvSpPr>
        <p:spPr>
          <a:xfrm>
            <a:off x="413439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4" name="12_small_7050">
            <a:extLst>
              <a:ext uri="{FF2B5EF4-FFF2-40B4-BE49-F238E27FC236}">
                <a16:creationId xmlns:a16="http://schemas.microsoft.com/office/drawing/2014/main" id="{F512F0B3-6222-4784-8BA5-894F00C2221E}"/>
              </a:ext>
            </a:extLst>
          </p:cNvPr>
          <p:cNvSpPr>
            <a:spLocks noGrp="1"/>
          </p:cNvSpPr>
          <p:nvPr/>
        </p:nvSpPr>
        <p:spPr>
          <a:xfrm>
            <a:off x="416589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5" name="12_small_7051">
            <a:extLst>
              <a:ext uri="{FF2B5EF4-FFF2-40B4-BE49-F238E27FC236}">
                <a16:creationId xmlns:a16="http://schemas.microsoft.com/office/drawing/2014/main" id="{C913524C-8CF1-4E57-A20D-2F769936FFD1}"/>
              </a:ext>
            </a:extLst>
          </p:cNvPr>
          <p:cNvSpPr>
            <a:spLocks noGrp="1"/>
          </p:cNvSpPr>
          <p:nvPr/>
        </p:nvSpPr>
        <p:spPr>
          <a:xfrm>
            <a:off x="415835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6" name="12_small_7052">
            <a:extLst>
              <a:ext uri="{FF2B5EF4-FFF2-40B4-BE49-F238E27FC236}">
                <a16:creationId xmlns:a16="http://schemas.microsoft.com/office/drawing/2014/main" id="{A2920AEF-DFC5-4E54-A3CD-7DC262385FEB}"/>
              </a:ext>
            </a:extLst>
          </p:cNvPr>
          <p:cNvSpPr>
            <a:spLocks noGrp="1"/>
          </p:cNvSpPr>
          <p:nvPr/>
        </p:nvSpPr>
        <p:spPr>
          <a:xfrm>
            <a:off x="424888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7" name="12_small_7053">
            <a:extLst>
              <a:ext uri="{FF2B5EF4-FFF2-40B4-BE49-F238E27FC236}">
                <a16:creationId xmlns:a16="http://schemas.microsoft.com/office/drawing/2014/main" id="{72AFDD45-9427-4B9F-889C-91E4E6901557}"/>
              </a:ext>
            </a:extLst>
          </p:cNvPr>
          <p:cNvSpPr>
            <a:spLocks noGrp="1"/>
          </p:cNvSpPr>
          <p:nvPr/>
        </p:nvSpPr>
        <p:spPr>
          <a:xfrm>
            <a:off x="4199588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8" name="12_small_7054">
            <a:extLst>
              <a:ext uri="{FF2B5EF4-FFF2-40B4-BE49-F238E27FC236}">
                <a16:creationId xmlns:a16="http://schemas.microsoft.com/office/drawing/2014/main" id="{5E4B767E-0FC9-41DA-8B6D-E256902E3432}"/>
              </a:ext>
            </a:extLst>
          </p:cNvPr>
          <p:cNvSpPr>
            <a:spLocks noGrp="1"/>
          </p:cNvSpPr>
          <p:nvPr/>
        </p:nvSpPr>
        <p:spPr>
          <a:xfrm>
            <a:off x="4196473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89" name="12_small_7055">
            <a:extLst>
              <a:ext uri="{FF2B5EF4-FFF2-40B4-BE49-F238E27FC236}">
                <a16:creationId xmlns:a16="http://schemas.microsoft.com/office/drawing/2014/main" id="{6F61A32A-7F7A-4B67-8151-D7C735CAD254}"/>
              </a:ext>
            </a:extLst>
          </p:cNvPr>
          <p:cNvSpPr>
            <a:spLocks noGrp="1"/>
          </p:cNvSpPr>
          <p:nvPr/>
        </p:nvSpPr>
        <p:spPr>
          <a:xfrm>
            <a:off x="4237002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0" name="12_small_7056">
            <a:extLst>
              <a:ext uri="{FF2B5EF4-FFF2-40B4-BE49-F238E27FC236}">
                <a16:creationId xmlns:a16="http://schemas.microsoft.com/office/drawing/2014/main" id="{C9A1A2AD-470E-4328-B3D2-A1D7149CC712}"/>
              </a:ext>
            </a:extLst>
          </p:cNvPr>
          <p:cNvSpPr>
            <a:spLocks noGrp="1"/>
          </p:cNvSpPr>
          <p:nvPr/>
        </p:nvSpPr>
        <p:spPr>
          <a:xfrm>
            <a:off x="417676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1" name="12_small_7057">
            <a:extLst>
              <a:ext uri="{FF2B5EF4-FFF2-40B4-BE49-F238E27FC236}">
                <a16:creationId xmlns:a16="http://schemas.microsoft.com/office/drawing/2014/main" id="{75FA343C-800E-489F-A9C6-A8B83BA975C8}"/>
              </a:ext>
            </a:extLst>
          </p:cNvPr>
          <p:cNvSpPr>
            <a:spLocks noGrp="1"/>
          </p:cNvSpPr>
          <p:nvPr/>
        </p:nvSpPr>
        <p:spPr>
          <a:xfrm>
            <a:off x="42520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2" name="12_small_7058">
            <a:extLst>
              <a:ext uri="{FF2B5EF4-FFF2-40B4-BE49-F238E27FC236}">
                <a16:creationId xmlns:a16="http://schemas.microsoft.com/office/drawing/2014/main" id="{A3D8AD4F-1513-4B06-A7EE-60069F5AB071}"/>
              </a:ext>
            </a:extLst>
          </p:cNvPr>
          <p:cNvSpPr>
            <a:spLocks noGrp="1"/>
          </p:cNvSpPr>
          <p:nvPr/>
        </p:nvSpPr>
        <p:spPr>
          <a:xfrm>
            <a:off x="4219420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3" name="12_small_7059">
            <a:extLst>
              <a:ext uri="{FF2B5EF4-FFF2-40B4-BE49-F238E27FC236}">
                <a16:creationId xmlns:a16="http://schemas.microsoft.com/office/drawing/2014/main" id="{A92A012F-7BD0-4B2C-B538-47EF5422FD02}"/>
              </a:ext>
            </a:extLst>
          </p:cNvPr>
          <p:cNvSpPr>
            <a:spLocks noGrp="1"/>
          </p:cNvSpPr>
          <p:nvPr/>
        </p:nvSpPr>
        <p:spPr>
          <a:xfrm>
            <a:off x="4151316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4" name="12_small_7060">
            <a:extLst>
              <a:ext uri="{FF2B5EF4-FFF2-40B4-BE49-F238E27FC236}">
                <a16:creationId xmlns:a16="http://schemas.microsoft.com/office/drawing/2014/main" id="{40181D2C-6795-4F9C-982C-99DCCC3AD887}"/>
              </a:ext>
            </a:extLst>
          </p:cNvPr>
          <p:cNvSpPr>
            <a:spLocks noGrp="1"/>
          </p:cNvSpPr>
          <p:nvPr/>
        </p:nvSpPr>
        <p:spPr>
          <a:xfrm>
            <a:off x="4113978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5" name="12_small_7061">
            <a:extLst>
              <a:ext uri="{FF2B5EF4-FFF2-40B4-BE49-F238E27FC236}">
                <a16:creationId xmlns:a16="http://schemas.microsoft.com/office/drawing/2014/main" id="{EBFE564D-1BBB-4D5F-A5F1-CB60411CE0DF}"/>
              </a:ext>
            </a:extLst>
          </p:cNvPr>
          <p:cNvSpPr>
            <a:spLocks noGrp="1"/>
          </p:cNvSpPr>
          <p:nvPr/>
        </p:nvSpPr>
        <p:spPr>
          <a:xfrm>
            <a:off x="423946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6" name="12_small_7062">
            <a:extLst>
              <a:ext uri="{FF2B5EF4-FFF2-40B4-BE49-F238E27FC236}">
                <a16:creationId xmlns:a16="http://schemas.microsoft.com/office/drawing/2014/main" id="{1888C72B-7319-4430-9175-E3D842EA406C}"/>
              </a:ext>
            </a:extLst>
          </p:cNvPr>
          <p:cNvSpPr>
            <a:spLocks noGrp="1"/>
          </p:cNvSpPr>
          <p:nvPr/>
        </p:nvSpPr>
        <p:spPr>
          <a:xfrm>
            <a:off x="425528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7" name="12_small_7063">
            <a:extLst>
              <a:ext uri="{FF2B5EF4-FFF2-40B4-BE49-F238E27FC236}">
                <a16:creationId xmlns:a16="http://schemas.microsoft.com/office/drawing/2014/main" id="{98E4D051-D12E-480D-8551-F035814A4977}"/>
              </a:ext>
            </a:extLst>
          </p:cNvPr>
          <p:cNvSpPr>
            <a:spLocks noGrp="1"/>
          </p:cNvSpPr>
          <p:nvPr/>
        </p:nvSpPr>
        <p:spPr>
          <a:xfrm>
            <a:off x="419059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8" name="12_small_7064">
            <a:extLst>
              <a:ext uri="{FF2B5EF4-FFF2-40B4-BE49-F238E27FC236}">
                <a16:creationId xmlns:a16="http://schemas.microsoft.com/office/drawing/2014/main" id="{42385619-63D7-4F10-8343-0031F044854C}"/>
              </a:ext>
            </a:extLst>
          </p:cNvPr>
          <p:cNvSpPr>
            <a:spLocks noGrp="1"/>
          </p:cNvSpPr>
          <p:nvPr/>
        </p:nvSpPr>
        <p:spPr>
          <a:xfrm>
            <a:off x="4234675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099" name="12_small_7065">
            <a:extLst>
              <a:ext uri="{FF2B5EF4-FFF2-40B4-BE49-F238E27FC236}">
                <a16:creationId xmlns:a16="http://schemas.microsoft.com/office/drawing/2014/main" id="{17910916-A33B-4513-964B-4647F2B023B6}"/>
              </a:ext>
            </a:extLst>
          </p:cNvPr>
          <p:cNvSpPr>
            <a:spLocks noGrp="1"/>
          </p:cNvSpPr>
          <p:nvPr/>
        </p:nvSpPr>
        <p:spPr>
          <a:xfrm>
            <a:off x="422932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0" name="12_small_7066">
            <a:extLst>
              <a:ext uri="{FF2B5EF4-FFF2-40B4-BE49-F238E27FC236}">
                <a16:creationId xmlns:a16="http://schemas.microsoft.com/office/drawing/2014/main" id="{D3291187-DEDE-4D64-BF16-4E4458BBD26F}"/>
              </a:ext>
            </a:extLst>
          </p:cNvPr>
          <p:cNvSpPr>
            <a:spLocks noGrp="1"/>
          </p:cNvSpPr>
          <p:nvPr/>
        </p:nvSpPr>
        <p:spPr>
          <a:xfrm>
            <a:off x="413711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1" name="12_small_7067">
            <a:extLst>
              <a:ext uri="{FF2B5EF4-FFF2-40B4-BE49-F238E27FC236}">
                <a16:creationId xmlns:a16="http://schemas.microsoft.com/office/drawing/2014/main" id="{AEA96D86-5081-478E-9559-75F0BD1BA815}"/>
              </a:ext>
            </a:extLst>
          </p:cNvPr>
          <p:cNvSpPr>
            <a:spLocks noGrp="1"/>
          </p:cNvSpPr>
          <p:nvPr/>
        </p:nvSpPr>
        <p:spPr>
          <a:xfrm>
            <a:off x="419786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2" name="12_small_7068">
            <a:extLst>
              <a:ext uri="{FF2B5EF4-FFF2-40B4-BE49-F238E27FC236}">
                <a16:creationId xmlns:a16="http://schemas.microsoft.com/office/drawing/2014/main" id="{ED8D665D-5E3F-4768-8ACE-46B2399465EB}"/>
              </a:ext>
            </a:extLst>
          </p:cNvPr>
          <p:cNvSpPr>
            <a:spLocks noGrp="1"/>
          </p:cNvSpPr>
          <p:nvPr/>
        </p:nvSpPr>
        <p:spPr>
          <a:xfrm>
            <a:off x="420213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3" name="12_small_7069">
            <a:extLst>
              <a:ext uri="{FF2B5EF4-FFF2-40B4-BE49-F238E27FC236}">
                <a16:creationId xmlns:a16="http://schemas.microsoft.com/office/drawing/2014/main" id="{89C5E716-2960-49FF-9DE9-5D319C8BEAE6}"/>
              </a:ext>
            </a:extLst>
          </p:cNvPr>
          <p:cNvSpPr>
            <a:spLocks noGrp="1"/>
          </p:cNvSpPr>
          <p:nvPr/>
        </p:nvSpPr>
        <p:spPr>
          <a:xfrm>
            <a:off x="423861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4" name="12_small_7070">
            <a:extLst>
              <a:ext uri="{FF2B5EF4-FFF2-40B4-BE49-F238E27FC236}">
                <a16:creationId xmlns:a16="http://schemas.microsoft.com/office/drawing/2014/main" id="{6BAF3E6C-AED1-4399-8EF3-D568DC83F942}"/>
              </a:ext>
            </a:extLst>
          </p:cNvPr>
          <p:cNvSpPr>
            <a:spLocks noGrp="1"/>
          </p:cNvSpPr>
          <p:nvPr/>
        </p:nvSpPr>
        <p:spPr>
          <a:xfrm>
            <a:off x="425055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5" name="12_small_7071">
            <a:extLst>
              <a:ext uri="{FF2B5EF4-FFF2-40B4-BE49-F238E27FC236}">
                <a16:creationId xmlns:a16="http://schemas.microsoft.com/office/drawing/2014/main" id="{913D70E2-A6B8-49DB-AD37-C541F7F4E0E2}"/>
              </a:ext>
            </a:extLst>
          </p:cNvPr>
          <p:cNvSpPr>
            <a:spLocks noGrp="1"/>
          </p:cNvSpPr>
          <p:nvPr/>
        </p:nvSpPr>
        <p:spPr>
          <a:xfrm>
            <a:off x="424355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6" name="12_small_7072">
            <a:extLst>
              <a:ext uri="{FF2B5EF4-FFF2-40B4-BE49-F238E27FC236}">
                <a16:creationId xmlns:a16="http://schemas.microsoft.com/office/drawing/2014/main" id="{3AEF04D3-1126-4878-A773-2AAEBC71974A}"/>
              </a:ext>
            </a:extLst>
          </p:cNvPr>
          <p:cNvSpPr>
            <a:spLocks noGrp="1"/>
          </p:cNvSpPr>
          <p:nvPr/>
        </p:nvSpPr>
        <p:spPr>
          <a:xfrm>
            <a:off x="4185305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7" name="12_small_7073">
            <a:extLst>
              <a:ext uri="{FF2B5EF4-FFF2-40B4-BE49-F238E27FC236}">
                <a16:creationId xmlns:a16="http://schemas.microsoft.com/office/drawing/2014/main" id="{414B2C7D-ED64-460C-96B5-C4147867B1A4}"/>
              </a:ext>
            </a:extLst>
          </p:cNvPr>
          <p:cNvSpPr>
            <a:spLocks noGrp="1"/>
          </p:cNvSpPr>
          <p:nvPr/>
        </p:nvSpPr>
        <p:spPr>
          <a:xfrm>
            <a:off x="4229531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8" name="12_small_7074">
            <a:extLst>
              <a:ext uri="{FF2B5EF4-FFF2-40B4-BE49-F238E27FC236}">
                <a16:creationId xmlns:a16="http://schemas.microsoft.com/office/drawing/2014/main" id="{E4ABF3CE-EEED-49B3-B9D2-8116B2C0B509}"/>
              </a:ext>
            </a:extLst>
          </p:cNvPr>
          <p:cNvSpPr>
            <a:spLocks noGrp="1"/>
          </p:cNvSpPr>
          <p:nvPr/>
        </p:nvSpPr>
        <p:spPr>
          <a:xfrm>
            <a:off x="4210134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09" name="12_small_7075">
            <a:extLst>
              <a:ext uri="{FF2B5EF4-FFF2-40B4-BE49-F238E27FC236}">
                <a16:creationId xmlns:a16="http://schemas.microsoft.com/office/drawing/2014/main" id="{8FF7F0A8-D464-40A4-8D86-755B024520E0}"/>
              </a:ext>
            </a:extLst>
          </p:cNvPr>
          <p:cNvSpPr>
            <a:spLocks noGrp="1"/>
          </p:cNvSpPr>
          <p:nvPr/>
        </p:nvSpPr>
        <p:spPr>
          <a:xfrm>
            <a:off x="4149983" y="35869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0" name="12_small_7076">
            <a:extLst>
              <a:ext uri="{FF2B5EF4-FFF2-40B4-BE49-F238E27FC236}">
                <a16:creationId xmlns:a16="http://schemas.microsoft.com/office/drawing/2014/main" id="{43FDF59C-444A-4B82-A79C-DFF00D84208A}"/>
              </a:ext>
            </a:extLst>
          </p:cNvPr>
          <p:cNvSpPr>
            <a:spLocks noGrp="1"/>
          </p:cNvSpPr>
          <p:nvPr/>
        </p:nvSpPr>
        <p:spPr>
          <a:xfrm>
            <a:off x="4132730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1" name="12_small_7077">
            <a:extLst>
              <a:ext uri="{FF2B5EF4-FFF2-40B4-BE49-F238E27FC236}">
                <a16:creationId xmlns:a16="http://schemas.microsoft.com/office/drawing/2014/main" id="{1901BD5D-C7D0-4FB8-8113-95FBBE13A2CA}"/>
              </a:ext>
            </a:extLst>
          </p:cNvPr>
          <p:cNvSpPr>
            <a:spLocks noGrp="1"/>
          </p:cNvSpPr>
          <p:nvPr/>
        </p:nvSpPr>
        <p:spPr>
          <a:xfrm>
            <a:off x="4193962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2" name="12_small_7078">
            <a:extLst>
              <a:ext uri="{FF2B5EF4-FFF2-40B4-BE49-F238E27FC236}">
                <a16:creationId xmlns:a16="http://schemas.microsoft.com/office/drawing/2014/main" id="{8EDAE1F7-4B88-425F-AF60-6F0996BC9B55}"/>
              </a:ext>
            </a:extLst>
          </p:cNvPr>
          <p:cNvSpPr>
            <a:spLocks noGrp="1"/>
          </p:cNvSpPr>
          <p:nvPr/>
        </p:nvSpPr>
        <p:spPr>
          <a:xfrm>
            <a:off x="421296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3" name="12_small_7079">
            <a:extLst>
              <a:ext uri="{FF2B5EF4-FFF2-40B4-BE49-F238E27FC236}">
                <a16:creationId xmlns:a16="http://schemas.microsoft.com/office/drawing/2014/main" id="{27A78703-9658-421B-A86C-28B0120FE3EE}"/>
              </a:ext>
            </a:extLst>
          </p:cNvPr>
          <p:cNvSpPr>
            <a:spLocks noGrp="1"/>
          </p:cNvSpPr>
          <p:nvPr/>
        </p:nvSpPr>
        <p:spPr>
          <a:xfrm>
            <a:off x="422774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4" name="12_small_7080">
            <a:extLst>
              <a:ext uri="{FF2B5EF4-FFF2-40B4-BE49-F238E27FC236}">
                <a16:creationId xmlns:a16="http://schemas.microsoft.com/office/drawing/2014/main" id="{007562AD-9C62-4560-A542-0F4B0511B49D}"/>
              </a:ext>
            </a:extLst>
          </p:cNvPr>
          <p:cNvSpPr>
            <a:spLocks noGrp="1"/>
          </p:cNvSpPr>
          <p:nvPr/>
        </p:nvSpPr>
        <p:spPr>
          <a:xfrm>
            <a:off x="419713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5" name="12_small_7081">
            <a:extLst>
              <a:ext uri="{FF2B5EF4-FFF2-40B4-BE49-F238E27FC236}">
                <a16:creationId xmlns:a16="http://schemas.microsoft.com/office/drawing/2014/main" id="{DBEF8916-6DAE-4214-8B01-1C0B06F779D4}"/>
              </a:ext>
            </a:extLst>
          </p:cNvPr>
          <p:cNvSpPr>
            <a:spLocks noGrp="1"/>
          </p:cNvSpPr>
          <p:nvPr/>
        </p:nvSpPr>
        <p:spPr>
          <a:xfrm>
            <a:off x="415739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6" name="12_small_7082">
            <a:extLst>
              <a:ext uri="{FF2B5EF4-FFF2-40B4-BE49-F238E27FC236}">
                <a16:creationId xmlns:a16="http://schemas.microsoft.com/office/drawing/2014/main" id="{BE05655F-A14F-4608-B256-FE4926E691F7}"/>
              </a:ext>
            </a:extLst>
          </p:cNvPr>
          <p:cNvSpPr>
            <a:spLocks noGrp="1"/>
          </p:cNvSpPr>
          <p:nvPr/>
        </p:nvSpPr>
        <p:spPr>
          <a:xfrm>
            <a:off x="425109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7" name="12_small_7083">
            <a:extLst>
              <a:ext uri="{FF2B5EF4-FFF2-40B4-BE49-F238E27FC236}">
                <a16:creationId xmlns:a16="http://schemas.microsoft.com/office/drawing/2014/main" id="{642A6AA6-C1CF-4120-83D4-61F8F13451F2}"/>
              </a:ext>
            </a:extLst>
          </p:cNvPr>
          <p:cNvSpPr>
            <a:spLocks noGrp="1"/>
          </p:cNvSpPr>
          <p:nvPr/>
        </p:nvSpPr>
        <p:spPr>
          <a:xfrm>
            <a:off x="4230542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8" name="12_small_7084">
            <a:extLst>
              <a:ext uri="{FF2B5EF4-FFF2-40B4-BE49-F238E27FC236}">
                <a16:creationId xmlns:a16="http://schemas.microsoft.com/office/drawing/2014/main" id="{BBA43C77-580E-4AAE-9784-000B7E9A4D9B}"/>
              </a:ext>
            </a:extLst>
          </p:cNvPr>
          <p:cNvSpPr>
            <a:spLocks noGrp="1"/>
          </p:cNvSpPr>
          <p:nvPr/>
        </p:nvSpPr>
        <p:spPr>
          <a:xfrm>
            <a:off x="425897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19" name="12_small_7085">
            <a:extLst>
              <a:ext uri="{FF2B5EF4-FFF2-40B4-BE49-F238E27FC236}">
                <a16:creationId xmlns:a16="http://schemas.microsoft.com/office/drawing/2014/main" id="{1938DEE3-7ABD-472B-96E9-678D185A8727}"/>
              </a:ext>
            </a:extLst>
          </p:cNvPr>
          <p:cNvSpPr>
            <a:spLocks noGrp="1"/>
          </p:cNvSpPr>
          <p:nvPr/>
        </p:nvSpPr>
        <p:spPr>
          <a:xfrm>
            <a:off x="4258969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0" name="12_small_7086">
            <a:extLst>
              <a:ext uri="{FF2B5EF4-FFF2-40B4-BE49-F238E27FC236}">
                <a16:creationId xmlns:a16="http://schemas.microsoft.com/office/drawing/2014/main" id="{3F721598-6E31-42C6-BAE4-7EC4FEBFF1E0}"/>
              </a:ext>
            </a:extLst>
          </p:cNvPr>
          <p:cNvSpPr>
            <a:spLocks noGrp="1"/>
          </p:cNvSpPr>
          <p:nvPr/>
        </p:nvSpPr>
        <p:spPr>
          <a:xfrm>
            <a:off x="417862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1" name="12_small_7087">
            <a:extLst>
              <a:ext uri="{FF2B5EF4-FFF2-40B4-BE49-F238E27FC236}">
                <a16:creationId xmlns:a16="http://schemas.microsoft.com/office/drawing/2014/main" id="{BE5685F2-9794-4FA9-B77B-AD9658C27823}"/>
              </a:ext>
            </a:extLst>
          </p:cNvPr>
          <p:cNvSpPr>
            <a:spLocks noGrp="1"/>
          </p:cNvSpPr>
          <p:nvPr/>
        </p:nvSpPr>
        <p:spPr>
          <a:xfrm>
            <a:off x="419214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2" name="12_small_7088">
            <a:extLst>
              <a:ext uri="{FF2B5EF4-FFF2-40B4-BE49-F238E27FC236}">
                <a16:creationId xmlns:a16="http://schemas.microsoft.com/office/drawing/2014/main" id="{B02EAD62-DFF7-4DEA-B2DF-EDFF0C5DA0DC}"/>
              </a:ext>
            </a:extLst>
          </p:cNvPr>
          <p:cNvSpPr>
            <a:spLocks noGrp="1"/>
          </p:cNvSpPr>
          <p:nvPr/>
        </p:nvSpPr>
        <p:spPr>
          <a:xfrm>
            <a:off x="414984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3" name="12_small_7089">
            <a:extLst>
              <a:ext uri="{FF2B5EF4-FFF2-40B4-BE49-F238E27FC236}">
                <a16:creationId xmlns:a16="http://schemas.microsoft.com/office/drawing/2014/main" id="{64E94697-A6F7-4E03-A4FD-0C793E409576}"/>
              </a:ext>
            </a:extLst>
          </p:cNvPr>
          <p:cNvSpPr>
            <a:spLocks noGrp="1"/>
          </p:cNvSpPr>
          <p:nvPr/>
        </p:nvSpPr>
        <p:spPr>
          <a:xfrm>
            <a:off x="4544801" y="292122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4" name="12_small_7090">
            <a:extLst>
              <a:ext uri="{FF2B5EF4-FFF2-40B4-BE49-F238E27FC236}">
                <a16:creationId xmlns:a16="http://schemas.microsoft.com/office/drawing/2014/main" id="{1C0128A8-B403-44CF-A647-F89706492DE5}"/>
              </a:ext>
            </a:extLst>
          </p:cNvPr>
          <p:cNvSpPr>
            <a:spLocks noGrp="1"/>
          </p:cNvSpPr>
          <p:nvPr/>
        </p:nvSpPr>
        <p:spPr>
          <a:xfrm>
            <a:off x="464908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5" name="12_small_7091">
            <a:extLst>
              <a:ext uri="{FF2B5EF4-FFF2-40B4-BE49-F238E27FC236}">
                <a16:creationId xmlns:a16="http://schemas.microsoft.com/office/drawing/2014/main" id="{7656FC41-906F-4D98-A865-5A7FEE54C496}"/>
              </a:ext>
            </a:extLst>
          </p:cNvPr>
          <p:cNvSpPr>
            <a:spLocks noGrp="1"/>
          </p:cNvSpPr>
          <p:nvPr/>
        </p:nvSpPr>
        <p:spPr>
          <a:xfrm>
            <a:off x="464752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6" name="12_small_7092">
            <a:extLst>
              <a:ext uri="{FF2B5EF4-FFF2-40B4-BE49-F238E27FC236}">
                <a16:creationId xmlns:a16="http://schemas.microsoft.com/office/drawing/2014/main" id="{0C3E902D-42A8-4BE2-A798-7D75F6183FF9}"/>
              </a:ext>
            </a:extLst>
          </p:cNvPr>
          <p:cNvSpPr>
            <a:spLocks noGrp="1"/>
          </p:cNvSpPr>
          <p:nvPr/>
        </p:nvSpPr>
        <p:spPr>
          <a:xfrm>
            <a:off x="456822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7" name="12_small_7093">
            <a:extLst>
              <a:ext uri="{FF2B5EF4-FFF2-40B4-BE49-F238E27FC236}">
                <a16:creationId xmlns:a16="http://schemas.microsoft.com/office/drawing/2014/main" id="{10707750-810C-444C-8F45-3B444ED17FF7}"/>
              </a:ext>
            </a:extLst>
          </p:cNvPr>
          <p:cNvSpPr>
            <a:spLocks noGrp="1"/>
          </p:cNvSpPr>
          <p:nvPr/>
        </p:nvSpPr>
        <p:spPr>
          <a:xfrm>
            <a:off x="4650402" y="31129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8" name="12_small_7094">
            <a:extLst>
              <a:ext uri="{FF2B5EF4-FFF2-40B4-BE49-F238E27FC236}">
                <a16:creationId xmlns:a16="http://schemas.microsoft.com/office/drawing/2014/main" id="{DE9AB226-138D-4E14-BDE7-694A51E098B9}"/>
              </a:ext>
            </a:extLst>
          </p:cNvPr>
          <p:cNvSpPr>
            <a:spLocks noGrp="1"/>
          </p:cNvSpPr>
          <p:nvPr/>
        </p:nvSpPr>
        <p:spPr>
          <a:xfrm>
            <a:off x="4620023" y="29693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29" name="12_small_7095">
            <a:extLst>
              <a:ext uri="{FF2B5EF4-FFF2-40B4-BE49-F238E27FC236}">
                <a16:creationId xmlns:a16="http://schemas.microsoft.com/office/drawing/2014/main" id="{D012758F-243B-4404-A103-9283D17A95F4}"/>
              </a:ext>
            </a:extLst>
          </p:cNvPr>
          <p:cNvSpPr>
            <a:spLocks noGrp="1"/>
          </p:cNvSpPr>
          <p:nvPr/>
        </p:nvSpPr>
        <p:spPr>
          <a:xfrm>
            <a:off x="452746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0" name="12_small_7096">
            <a:extLst>
              <a:ext uri="{FF2B5EF4-FFF2-40B4-BE49-F238E27FC236}">
                <a16:creationId xmlns:a16="http://schemas.microsoft.com/office/drawing/2014/main" id="{B3B2F94E-C197-4626-8132-C2D2199EC065}"/>
              </a:ext>
            </a:extLst>
          </p:cNvPr>
          <p:cNvSpPr>
            <a:spLocks noGrp="1"/>
          </p:cNvSpPr>
          <p:nvPr/>
        </p:nvSpPr>
        <p:spPr>
          <a:xfrm>
            <a:off x="4559735" y="360890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1" name="12_small_7097">
            <a:extLst>
              <a:ext uri="{FF2B5EF4-FFF2-40B4-BE49-F238E27FC236}">
                <a16:creationId xmlns:a16="http://schemas.microsoft.com/office/drawing/2014/main" id="{9905B938-C806-4457-825B-27C6EAD93E5C}"/>
              </a:ext>
            </a:extLst>
          </p:cNvPr>
          <p:cNvSpPr>
            <a:spLocks noGrp="1"/>
          </p:cNvSpPr>
          <p:nvPr/>
        </p:nvSpPr>
        <p:spPr>
          <a:xfrm>
            <a:off x="4576647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2" name="12_small_7098">
            <a:extLst>
              <a:ext uri="{FF2B5EF4-FFF2-40B4-BE49-F238E27FC236}">
                <a16:creationId xmlns:a16="http://schemas.microsoft.com/office/drawing/2014/main" id="{2AD2D467-1E1B-4878-BED4-0487F3A133B8}"/>
              </a:ext>
            </a:extLst>
          </p:cNvPr>
          <p:cNvSpPr>
            <a:spLocks noGrp="1"/>
          </p:cNvSpPr>
          <p:nvPr/>
        </p:nvSpPr>
        <p:spPr>
          <a:xfrm>
            <a:off x="456146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3" name="12_small_7099">
            <a:extLst>
              <a:ext uri="{FF2B5EF4-FFF2-40B4-BE49-F238E27FC236}">
                <a16:creationId xmlns:a16="http://schemas.microsoft.com/office/drawing/2014/main" id="{429462AD-53F7-4EF4-8FAE-044E1EC9F34D}"/>
              </a:ext>
            </a:extLst>
          </p:cNvPr>
          <p:cNvSpPr>
            <a:spLocks noGrp="1"/>
          </p:cNvSpPr>
          <p:nvPr/>
        </p:nvSpPr>
        <p:spPr>
          <a:xfrm>
            <a:off x="461531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4" name="12_small_7100">
            <a:extLst>
              <a:ext uri="{FF2B5EF4-FFF2-40B4-BE49-F238E27FC236}">
                <a16:creationId xmlns:a16="http://schemas.microsoft.com/office/drawing/2014/main" id="{88144668-A536-43E4-8007-E2F6C4D7C0BB}"/>
              </a:ext>
            </a:extLst>
          </p:cNvPr>
          <p:cNvSpPr>
            <a:spLocks noGrp="1"/>
          </p:cNvSpPr>
          <p:nvPr/>
        </p:nvSpPr>
        <p:spPr>
          <a:xfrm>
            <a:off x="452022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5" name="12_small_7101">
            <a:extLst>
              <a:ext uri="{FF2B5EF4-FFF2-40B4-BE49-F238E27FC236}">
                <a16:creationId xmlns:a16="http://schemas.microsoft.com/office/drawing/2014/main" id="{A49D8739-6388-4D03-A912-367BDC2CC000}"/>
              </a:ext>
            </a:extLst>
          </p:cNvPr>
          <p:cNvSpPr>
            <a:spLocks noGrp="1"/>
          </p:cNvSpPr>
          <p:nvPr/>
        </p:nvSpPr>
        <p:spPr>
          <a:xfrm>
            <a:off x="45606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6" name="12_small_7102">
            <a:extLst>
              <a:ext uri="{FF2B5EF4-FFF2-40B4-BE49-F238E27FC236}">
                <a16:creationId xmlns:a16="http://schemas.microsoft.com/office/drawing/2014/main" id="{58D37864-013C-4F58-9B65-8393FB0E34F2}"/>
              </a:ext>
            </a:extLst>
          </p:cNvPr>
          <p:cNvSpPr>
            <a:spLocks noGrp="1"/>
          </p:cNvSpPr>
          <p:nvPr/>
        </p:nvSpPr>
        <p:spPr>
          <a:xfrm>
            <a:off x="451482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7" name="12_small_7103">
            <a:extLst>
              <a:ext uri="{FF2B5EF4-FFF2-40B4-BE49-F238E27FC236}">
                <a16:creationId xmlns:a16="http://schemas.microsoft.com/office/drawing/2014/main" id="{27B57D83-5FDD-4287-8ED0-CF85E1649716}"/>
              </a:ext>
            </a:extLst>
          </p:cNvPr>
          <p:cNvSpPr>
            <a:spLocks noGrp="1"/>
          </p:cNvSpPr>
          <p:nvPr/>
        </p:nvSpPr>
        <p:spPr>
          <a:xfrm>
            <a:off x="46445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8" name="12_small_7104">
            <a:extLst>
              <a:ext uri="{FF2B5EF4-FFF2-40B4-BE49-F238E27FC236}">
                <a16:creationId xmlns:a16="http://schemas.microsoft.com/office/drawing/2014/main" id="{687AA565-54A8-4BEA-A089-88A859450A23}"/>
              </a:ext>
            </a:extLst>
          </p:cNvPr>
          <p:cNvSpPr>
            <a:spLocks noGrp="1"/>
          </p:cNvSpPr>
          <p:nvPr/>
        </p:nvSpPr>
        <p:spPr>
          <a:xfrm>
            <a:off x="4537422" y="35576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39" name="12_small_7105">
            <a:extLst>
              <a:ext uri="{FF2B5EF4-FFF2-40B4-BE49-F238E27FC236}">
                <a16:creationId xmlns:a16="http://schemas.microsoft.com/office/drawing/2014/main" id="{6EA50136-B7D8-4621-A11F-4BFF21C35F1D}"/>
              </a:ext>
            </a:extLst>
          </p:cNvPr>
          <p:cNvSpPr>
            <a:spLocks noGrp="1"/>
          </p:cNvSpPr>
          <p:nvPr/>
        </p:nvSpPr>
        <p:spPr>
          <a:xfrm>
            <a:off x="4532088" y="347577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0" name="12_small_7106">
            <a:extLst>
              <a:ext uri="{FF2B5EF4-FFF2-40B4-BE49-F238E27FC236}">
                <a16:creationId xmlns:a16="http://schemas.microsoft.com/office/drawing/2014/main" id="{A863765F-4179-4C76-82C6-C6F7F2186ED5}"/>
              </a:ext>
            </a:extLst>
          </p:cNvPr>
          <p:cNvSpPr>
            <a:spLocks noGrp="1"/>
          </p:cNvSpPr>
          <p:nvPr/>
        </p:nvSpPr>
        <p:spPr>
          <a:xfrm>
            <a:off x="4580852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1" name="12_small_7107">
            <a:extLst>
              <a:ext uri="{FF2B5EF4-FFF2-40B4-BE49-F238E27FC236}">
                <a16:creationId xmlns:a16="http://schemas.microsoft.com/office/drawing/2014/main" id="{30CDC6D9-1487-4AE3-95B7-E80349882A50}"/>
              </a:ext>
            </a:extLst>
          </p:cNvPr>
          <p:cNvSpPr>
            <a:spLocks noGrp="1"/>
          </p:cNvSpPr>
          <p:nvPr/>
        </p:nvSpPr>
        <p:spPr>
          <a:xfrm>
            <a:off x="4537925" y="29693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2" name="12_small_7108">
            <a:extLst>
              <a:ext uri="{FF2B5EF4-FFF2-40B4-BE49-F238E27FC236}">
                <a16:creationId xmlns:a16="http://schemas.microsoft.com/office/drawing/2014/main" id="{349E2D32-5E78-4B66-8281-7C1E2AD6C8B9}"/>
              </a:ext>
            </a:extLst>
          </p:cNvPr>
          <p:cNvSpPr>
            <a:spLocks noGrp="1"/>
          </p:cNvSpPr>
          <p:nvPr/>
        </p:nvSpPr>
        <p:spPr>
          <a:xfrm>
            <a:off x="450887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3" name="12_small_7109">
            <a:extLst>
              <a:ext uri="{FF2B5EF4-FFF2-40B4-BE49-F238E27FC236}">
                <a16:creationId xmlns:a16="http://schemas.microsoft.com/office/drawing/2014/main" id="{7442ADA3-E18A-4BB8-9B0A-0B4FC4CBAB1A}"/>
              </a:ext>
            </a:extLst>
          </p:cNvPr>
          <p:cNvSpPr>
            <a:spLocks noGrp="1"/>
          </p:cNvSpPr>
          <p:nvPr/>
        </p:nvSpPr>
        <p:spPr>
          <a:xfrm>
            <a:off x="457329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4" name="12_small_7110">
            <a:extLst>
              <a:ext uri="{FF2B5EF4-FFF2-40B4-BE49-F238E27FC236}">
                <a16:creationId xmlns:a16="http://schemas.microsoft.com/office/drawing/2014/main" id="{C7267038-6ECE-443C-83CF-4E285616FA47}"/>
              </a:ext>
            </a:extLst>
          </p:cNvPr>
          <p:cNvSpPr>
            <a:spLocks noGrp="1"/>
          </p:cNvSpPr>
          <p:nvPr/>
        </p:nvSpPr>
        <p:spPr>
          <a:xfrm>
            <a:off x="4564323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5" name="12_small_7111">
            <a:extLst>
              <a:ext uri="{FF2B5EF4-FFF2-40B4-BE49-F238E27FC236}">
                <a16:creationId xmlns:a16="http://schemas.microsoft.com/office/drawing/2014/main" id="{23A16B7E-EF26-4A27-8974-C2F92F06C3CB}"/>
              </a:ext>
            </a:extLst>
          </p:cNvPr>
          <p:cNvSpPr>
            <a:spLocks noGrp="1"/>
          </p:cNvSpPr>
          <p:nvPr/>
        </p:nvSpPr>
        <p:spPr>
          <a:xfrm>
            <a:off x="450677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6" name="12_small_7112">
            <a:extLst>
              <a:ext uri="{FF2B5EF4-FFF2-40B4-BE49-F238E27FC236}">
                <a16:creationId xmlns:a16="http://schemas.microsoft.com/office/drawing/2014/main" id="{90364431-797F-4CC2-A7D2-EC897750368F}"/>
              </a:ext>
            </a:extLst>
          </p:cNvPr>
          <p:cNvSpPr>
            <a:spLocks noGrp="1"/>
          </p:cNvSpPr>
          <p:nvPr/>
        </p:nvSpPr>
        <p:spPr>
          <a:xfrm>
            <a:off x="461349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7" name="12_small_7113">
            <a:extLst>
              <a:ext uri="{FF2B5EF4-FFF2-40B4-BE49-F238E27FC236}">
                <a16:creationId xmlns:a16="http://schemas.microsoft.com/office/drawing/2014/main" id="{9BAEC4D8-2121-4EF9-A26E-375DC0464A57}"/>
              </a:ext>
            </a:extLst>
          </p:cNvPr>
          <p:cNvSpPr>
            <a:spLocks noGrp="1"/>
          </p:cNvSpPr>
          <p:nvPr/>
        </p:nvSpPr>
        <p:spPr>
          <a:xfrm>
            <a:off x="455765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8" name="12_small_7114">
            <a:extLst>
              <a:ext uri="{FF2B5EF4-FFF2-40B4-BE49-F238E27FC236}">
                <a16:creationId xmlns:a16="http://schemas.microsoft.com/office/drawing/2014/main" id="{B2184087-82BA-4A36-9DEC-C317E7CCA944}"/>
              </a:ext>
            </a:extLst>
          </p:cNvPr>
          <p:cNvSpPr>
            <a:spLocks noGrp="1"/>
          </p:cNvSpPr>
          <p:nvPr/>
        </p:nvSpPr>
        <p:spPr>
          <a:xfrm>
            <a:off x="463927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49" name="12_small_7115">
            <a:extLst>
              <a:ext uri="{FF2B5EF4-FFF2-40B4-BE49-F238E27FC236}">
                <a16:creationId xmlns:a16="http://schemas.microsoft.com/office/drawing/2014/main" id="{476458AE-F417-4D9A-A219-AD9F72F8EE95}"/>
              </a:ext>
            </a:extLst>
          </p:cNvPr>
          <p:cNvSpPr>
            <a:spLocks noGrp="1"/>
          </p:cNvSpPr>
          <p:nvPr/>
        </p:nvSpPr>
        <p:spPr>
          <a:xfrm>
            <a:off x="455171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0" name="12_small_7116">
            <a:extLst>
              <a:ext uri="{FF2B5EF4-FFF2-40B4-BE49-F238E27FC236}">
                <a16:creationId xmlns:a16="http://schemas.microsoft.com/office/drawing/2014/main" id="{A4A3281D-93DD-4E26-B726-98601E274B1E}"/>
              </a:ext>
            </a:extLst>
          </p:cNvPr>
          <p:cNvSpPr>
            <a:spLocks noGrp="1"/>
          </p:cNvSpPr>
          <p:nvPr/>
        </p:nvSpPr>
        <p:spPr>
          <a:xfrm>
            <a:off x="460913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1" name="12_small_7117">
            <a:extLst>
              <a:ext uri="{FF2B5EF4-FFF2-40B4-BE49-F238E27FC236}">
                <a16:creationId xmlns:a16="http://schemas.microsoft.com/office/drawing/2014/main" id="{7700EE9D-23A3-440C-8FE4-995F4CC92754}"/>
              </a:ext>
            </a:extLst>
          </p:cNvPr>
          <p:cNvSpPr>
            <a:spLocks noGrp="1"/>
          </p:cNvSpPr>
          <p:nvPr/>
        </p:nvSpPr>
        <p:spPr>
          <a:xfrm>
            <a:off x="454999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2" name="12_small_7118">
            <a:extLst>
              <a:ext uri="{FF2B5EF4-FFF2-40B4-BE49-F238E27FC236}">
                <a16:creationId xmlns:a16="http://schemas.microsoft.com/office/drawing/2014/main" id="{F6119BAC-EB28-466D-90DB-5F2008A17AA8}"/>
              </a:ext>
            </a:extLst>
          </p:cNvPr>
          <p:cNvSpPr>
            <a:spLocks noGrp="1"/>
          </p:cNvSpPr>
          <p:nvPr/>
        </p:nvSpPr>
        <p:spPr>
          <a:xfrm>
            <a:off x="455518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3" name="12_small_7119">
            <a:extLst>
              <a:ext uri="{FF2B5EF4-FFF2-40B4-BE49-F238E27FC236}">
                <a16:creationId xmlns:a16="http://schemas.microsoft.com/office/drawing/2014/main" id="{560441DB-0E05-4B0E-A1D0-5C75D7529F44}"/>
              </a:ext>
            </a:extLst>
          </p:cNvPr>
          <p:cNvSpPr>
            <a:spLocks noGrp="1"/>
          </p:cNvSpPr>
          <p:nvPr/>
        </p:nvSpPr>
        <p:spPr>
          <a:xfrm>
            <a:off x="461371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4" name="12_small_7120">
            <a:extLst>
              <a:ext uri="{FF2B5EF4-FFF2-40B4-BE49-F238E27FC236}">
                <a16:creationId xmlns:a16="http://schemas.microsoft.com/office/drawing/2014/main" id="{9A9A5604-95F1-47F2-939B-0C0927F9CD79}"/>
              </a:ext>
            </a:extLst>
          </p:cNvPr>
          <p:cNvSpPr>
            <a:spLocks noGrp="1"/>
          </p:cNvSpPr>
          <p:nvPr/>
        </p:nvSpPr>
        <p:spPr>
          <a:xfrm>
            <a:off x="451403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5" name="12_small_7121">
            <a:extLst>
              <a:ext uri="{FF2B5EF4-FFF2-40B4-BE49-F238E27FC236}">
                <a16:creationId xmlns:a16="http://schemas.microsoft.com/office/drawing/2014/main" id="{26116246-44B0-4D1A-8980-F12AF20EB16A}"/>
              </a:ext>
            </a:extLst>
          </p:cNvPr>
          <p:cNvSpPr>
            <a:spLocks noGrp="1"/>
          </p:cNvSpPr>
          <p:nvPr/>
        </p:nvSpPr>
        <p:spPr>
          <a:xfrm>
            <a:off x="45105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6" name="12_small_7122">
            <a:extLst>
              <a:ext uri="{FF2B5EF4-FFF2-40B4-BE49-F238E27FC236}">
                <a16:creationId xmlns:a16="http://schemas.microsoft.com/office/drawing/2014/main" id="{71605D2D-F700-4AFE-BB51-7D720DC31784}"/>
              </a:ext>
            </a:extLst>
          </p:cNvPr>
          <p:cNvSpPr>
            <a:spLocks noGrp="1"/>
          </p:cNvSpPr>
          <p:nvPr/>
        </p:nvSpPr>
        <p:spPr>
          <a:xfrm>
            <a:off x="46350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7" name="12_small_7123">
            <a:extLst>
              <a:ext uri="{FF2B5EF4-FFF2-40B4-BE49-F238E27FC236}">
                <a16:creationId xmlns:a16="http://schemas.microsoft.com/office/drawing/2014/main" id="{F7241CE2-B44A-4744-A6FD-75DC61D5ADE6}"/>
              </a:ext>
            </a:extLst>
          </p:cNvPr>
          <p:cNvSpPr>
            <a:spLocks noGrp="1"/>
          </p:cNvSpPr>
          <p:nvPr/>
        </p:nvSpPr>
        <p:spPr>
          <a:xfrm>
            <a:off x="450992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8" name="12_small_7124">
            <a:extLst>
              <a:ext uri="{FF2B5EF4-FFF2-40B4-BE49-F238E27FC236}">
                <a16:creationId xmlns:a16="http://schemas.microsoft.com/office/drawing/2014/main" id="{49859407-2170-42B9-B576-EAC454701DD2}"/>
              </a:ext>
            </a:extLst>
          </p:cNvPr>
          <p:cNvSpPr>
            <a:spLocks noGrp="1"/>
          </p:cNvSpPr>
          <p:nvPr/>
        </p:nvSpPr>
        <p:spPr>
          <a:xfrm>
            <a:off x="4556790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59" name="12_small_7125">
            <a:extLst>
              <a:ext uri="{FF2B5EF4-FFF2-40B4-BE49-F238E27FC236}">
                <a16:creationId xmlns:a16="http://schemas.microsoft.com/office/drawing/2014/main" id="{31B8229C-EF63-497D-AFCF-2EDCC17BB6A7}"/>
              </a:ext>
            </a:extLst>
          </p:cNvPr>
          <p:cNvSpPr>
            <a:spLocks noGrp="1"/>
          </p:cNvSpPr>
          <p:nvPr/>
        </p:nvSpPr>
        <p:spPr>
          <a:xfrm>
            <a:off x="457363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0" name="12_small_7126">
            <a:extLst>
              <a:ext uri="{FF2B5EF4-FFF2-40B4-BE49-F238E27FC236}">
                <a16:creationId xmlns:a16="http://schemas.microsoft.com/office/drawing/2014/main" id="{754DC5AA-3510-43EA-B905-CA5D2366EAAC}"/>
              </a:ext>
            </a:extLst>
          </p:cNvPr>
          <p:cNvSpPr>
            <a:spLocks noGrp="1"/>
          </p:cNvSpPr>
          <p:nvPr/>
        </p:nvSpPr>
        <p:spPr>
          <a:xfrm>
            <a:off x="45250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1" name="12_small_7127">
            <a:extLst>
              <a:ext uri="{FF2B5EF4-FFF2-40B4-BE49-F238E27FC236}">
                <a16:creationId xmlns:a16="http://schemas.microsoft.com/office/drawing/2014/main" id="{2274029F-47BA-4B31-AA63-206459DEFCB6}"/>
              </a:ext>
            </a:extLst>
          </p:cNvPr>
          <p:cNvSpPr>
            <a:spLocks noGrp="1"/>
          </p:cNvSpPr>
          <p:nvPr/>
        </p:nvSpPr>
        <p:spPr>
          <a:xfrm>
            <a:off x="455652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2" name="12_small_7128">
            <a:extLst>
              <a:ext uri="{FF2B5EF4-FFF2-40B4-BE49-F238E27FC236}">
                <a16:creationId xmlns:a16="http://schemas.microsoft.com/office/drawing/2014/main" id="{FA8BFF0C-8385-429D-B7CF-E4EC7CB317A9}"/>
              </a:ext>
            </a:extLst>
          </p:cNvPr>
          <p:cNvSpPr>
            <a:spLocks noGrp="1"/>
          </p:cNvSpPr>
          <p:nvPr/>
        </p:nvSpPr>
        <p:spPr>
          <a:xfrm>
            <a:off x="454897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3" name="12_small_7129">
            <a:extLst>
              <a:ext uri="{FF2B5EF4-FFF2-40B4-BE49-F238E27FC236}">
                <a16:creationId xmlns:a16="http://schemas.microsoft.com/office/drawing/2014/main" id="{38B3F87B-59C0-4D7D-B379-08296AC2D7B1}"/>
              </a:ext>
            </a:extLst>
          </p:cNvPr>
          <p:cNvSpPr>
            <a:spLocks noGrp="1"/>
          </p:cNvSpPr>
          <p:nvPr/>
        </p:nvSpPr>
        <p:spPr>
          <a:xfrm>
            <a:off x="463950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4" name="12_small_7130">
            <a:extLst>
              <a:ext uri="{FF2B5EF4-FFF2-40B4-BE49-F238E27FC236}">
                <a16:creationId xmlns:a16="http://schemas.microsoft.com/office/drawing/2014/main" id="{2F15454A-4BB8-4BB9-94FE-099291293F80}"/>
              </a:ext>
            </a:extLst>
          </p:cNvPr>
          <p:cNvSpPr>
            <a:spLocks noGrp="1"/>
          </p:cNvSpPr>
          <p:nvPr/>
        </p:nvSpPr>
        <p:spPr>
          <a:xfrm>
            <a:off x="4590213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5" name="12_small_7131">
            <a:extLst>
              <a:ext uri="{FF2B5EF4-FFF2-40B4-BE49-F238E27FC236}">
                <a16:creationId xmlns:a16="http://schemas.microsoft.com/office/drawing/2014/main" id="{B7E6B850-49D4-4F68-8179-4B4003306CE7}"/>
              </a:ext>
            </a:extLst>
          </p:cNvPr>
          <p:cNvSpPr>
            <a:spLocks noGrp="1"/>
          </p:cNvSpPr>
          <p:nvPr/>
        </p:nvSpPr>
        <p:spPr>
          <a:xfrm>
            <a:off x="4587098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6" name="12_small_7132">
            <a:extLst>
              <a:ext uri="{FF2B5EF4-FFF2-40B4-BE49-F238E27FC236}">
                <a16:creationId xmlns:a16="http://schemas.microsoft.com/office/drawing/2014/main" id="{44901697-39DC-4667-B6F6-D0736BBF9E2D}"/>
              </a:ext>
            </a:extLst>
          </p:cNvPr>
          <p:cNvSpPr>
            <a:spLocks noGrp="1"/>
          </p:cNvSpPr>
          <p:nvPr/>
        </p:nvSpPr>
        <p:spPr>
          <a:xfrm>
            <a:off x="462762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7" name="12_small_7133">
            <a:extLst>
              <a:ext uri="{FF2B5EF4-FFF2-40B4-BE49-F238E27FC236}">
                <a16:creationId xmlns:a16="http://schemas.microsoft.com/office/drawing/2014/main" id="{E919BB07-58DC-477A-9BF9-2E44F83949EF}"/>
              </a:ext>
            </a:extLst>
          </p:cNvPr>
          <p:cNvSpPr>
            <a:spLocks noGrp="1"/>
          </p:cNvSpPr>
          <p:nvPr/>
        </p:nvSpPr>
        <p:spPr>
          <a:xfrm>
            <a:off x="456738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8" name="12_small_7134">
            <a:extLst>
              <a:ext uri="{FF2B5EF4-FFF2-40B4-BE49-F238E27FC236}">
                <a16:creationId xmlns:a16="http://schemas.microsoft.com/office/drawing/2014/main" id="{23A2592F-13C0-487D-8E7A-88864A15C643}"/>
              </a:ext>
            </a:extLst>
          </p:cNvPr>
          <p:cNvSpPr>
            <a:spLocks noGrp="1"/>
          </p:cNvSpPr>
          <p:nvPr/>
        </p:nvSpPr>
        <p:spPr>
          <a:xfrm>
            <a:off x="464269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69" name="12_small_7135">
            <a:extLst>
              <a:ext uri="{FF2B5EF4-FFF2-40B4-BE49-F238E27FC236}">
                <a16:creationId xmlns:a16="http://schemas.microsoft.com/office/drawing/2014/main" id="{08CD0B40-72EC-428F-8922-E83D2E8D0E31}"/>
              </a:ext>
            </a:extLst>
          </p:cNvPr>
          <p:cNvSpPr>
            <a:spLocks noGrp="1"/>
          </p:cNvSpPr>
          <p:nvPr/>
        </p:nvSpPr>
        <p:spPr>
          <a:xfrm>
            <a:off x="461004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0" name="12_small_7136">
            <a:extLst>
              <a:ext uri="{FF2B5EF4-FFF2-40B4-BE49-F238E27FC236}">
                <a16:creationId xmlns:a16="http://schemas.microsoft.com/office/drawing/2014/main" id="{04CEECE5-6361-4998-B48F-3ED898554CD2}"/>
              </a:ext>
            </a:extLst>
          </p:cNvPr>
          <p:cNvSpPr>
            <a:spLocks noGrp="1"/>
          </p:cNvSpPr>
          <p:nvPr/>
        </p:nvSpPr>
        <p:spPr>
          <a:xfrm>
            <a:off x="454194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1" name="12_small_7137">
            <a:extLst>
              <a:ext uri="{FF2B5EF4-FFF2-40B4-BE49-F238E27FC236}">
                <a16:creationId xmlns:a16="http://schemas.microsoft.com/office/drawing/2014/main" id="{C224AC0B-1780-4036-B5A4-5DA334E7B8C6}"/>
              </a:ext>
            </a:extLst>
          </p:cNvPr>
          <p:cNvSpPr>
            <a:spLocks noGrp="1"/>
          </p:cNvSpPr>
          <p:nvPr/>
        </p:nvSpPr>
        <p:spPr>
          <a:xfrm>
            <a:off x="450460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2" name="12_small_7138">
            <a:extLst>
              <a:ext uri="{FF2B5EF4-FFF2-40B4-BE49-F238E27FC236}">
                <a16:creationId xmlns:a16="http://schemas.microsoft.com/office/drawing/2014/main" id="{547AE4E1-AC95-4FC6-8AB4-57B2EBC4B476}"/>
              </a:ext>
            </a:extLst>
          </p:cNvPr>
          <p:cNvSpPr>
            <a:spLocks noGrp="1"/>
          </p:cNvSpPr>
          <p:nvPr/>
        </p:nvSpPr>
        <p:spPr>
          <a:xfrm>
            <a:off x="463008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3" name="12_small_7139">
            <a:extLst>
              <a:ext uri="{FF2B5EF4-FFF2-40B4-BE49-F238E27FC236}">
                <a16:creationId xmlns:a16="http://schemas.microsoft.com/office/drawing/2014/main" id="{F724396D-BC00-4F2F-BE10-D77C4A02A7BB}"/>
              </a:ext>
            </a:extLst>
          </p:cNvPr>
          <p:cNvSpPr>
            <a:spLocks noGrp="1"/>
          </p:cNvSpPr>
          <p:nvPr/>
        </p:nvSpPr>
        <p:spPr>
          <a:xfrm>
            <a:off x="464590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4" name="12_small_7140">
            <a:extLst>
              <a:ext uri="{FF2B5EF4-FFF2-40B4-BE49-F238E27FC236}">
                <a16:creationId xmlns:a16="http://schemas.microsoft.com/office/drawing/2014/main" id="{722E9741-27B6-49FB-85B3-3EAE3089AF4F}"/>
              </a:ext>
            </a:extLst>
          </p:cNvPr>
          <p:cNvSpPr>
            <a:spLocks noGrp="1"/>
          </p:cNvSpPr>
          <p:nvPr/>
        </p:nvSpPr>
        <p:spPr>
          <a:xfrm>
            <a:off x="458121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5" name="12_small_7141">
            <a:extLst>
              <a:ext uri="{FF2B5EF4-FFF2-40B4-BE49-F238E27FC236}">
                <a16:creationId xmlns:a16="http://schemas.microsoft.com/office/drawing/2014/main" id="{80F7644A-AB1F-4E11-AFAE-DE443257D6FA}"/>
              </a:ext>
            </a:extLst>
          </p:cNvPr>
          <p:cNvSpPr>
            <a:spLocks noGrp="1"/>
          </p:cNvSpPr>
          <p:nvPr/>
        </p:nvSpPr>
        <p:spPr>
          <a:xfrm>
            <a:off x="462530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6" name="12_small_7142">
            <a:extLst>
              <a:ext uri="{FF2B5EF4-FFF2-40B4-BE49-F238E27FC236}">
                <a16:creationId xmlns:a16="http://schemas.microsoft.com/office/drawing/2014/main" id="{E969447B-5664-490A-B7C9-A41398F6F1D0}"/>
              </a:ext>
            </a:extLst>
          </p:cNvPr>
          <p:cNvSpPr>
            <a:spLocks noGrp="1"/>
          </p:cNvSpPr>
          <p:nvPr/>
        </p:nvSpPr>
        <p:spPr>
          <a:xfrm>
            <a:off x="461995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7" name="12_small_7143">
            <a:extLst>
              <a:ext uri="{FF2B5EF4-FFF2-40B4-BE49-F238E27FC236}">
                <a16:creationId xmlns:a16="http://schemas.microsoft.com/office/drawing/2014/main" id="{AF7881A0-38B8-494A-8A4E-9811CBBCD0A1}"/>
              </a:ext>
            </a:extLst>
          </p:cNvPr>
          <p:cNvSpPr>
            <a:spLocks noGrp="1"/>
          </p:cNvSpPr>
          <p:nvPr/>
        </p:nvSpPr>
        <p:spPr>
          <a:xfrm>
            <a:off x="4527744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8" name="12_small_7144">
            <a:extLst>
              <a:ext uri="{FF2B5EF4-FFF2-40B4-BE49-F238E27FC236}">
                <a16:creationId xmlns:a16="http://schemas.microsoft.com/office/drawing/2014/main" id="{7A2B064C-1E8D-4C4F-ACBD-B44BDF1B5F4C}"/>
              </a:ext>
            </a:extLst>
          </p:cNvPr>
          <p:cNvSpPr>
            <a:spLocks noGrp="1"/>
          </p:cNvSpPr>
          <p:nvPr/>
        </p:nvSpPr>
        <p:spPr>
          <a:xfrm>
            <a:off x="458848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79" name="12_small_7145">
            <a:extLst>
              <a:ext uri="{FF2B5EF4-FFF2-40B4-BE49-F238E27FC236}">
                <a16:creationId xmlns:a16="http://schemas.microsoft.com/office/drawing/2014/main" id="{E08A7EE3-ABE1-4563-BD33-EE7327C4B570}"/>
              </a:ext>
            </a:extLst>
          </p:cNvPr>
          <p:cNvSpPr>
            <a:spLocks noGrp="1"/>
          </p:cNvSpPr>
          <p:nvPr/>
        </p:nvSpPr>
        <p:spPr>
          <a:xfrm>
            <a:off x="459276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0" name="12_small_7146">
            <a:extLst>
              <a:ext uri="{FF2B5EF4-FFF2-40B4-BE49-F238E27FC236}">
                <a16:creationId xmlns:a16="http://schemas.microsoft.com/office/drawing/2014/main" id="{AF6A651B-28B9-4FC9-8135-B86BAEEF8E72}"/>
              </a:ext>
            </a:extLst>
          </p:cNvPr>
          <p:cNvSpPr>
            <a:spLocks noGrp="1"/>
          </p:cNvSpPr>
          <p:nvPr/>
        </p:nvSpPr>
        <p:spPr>
          <a:xfrm>
            <a:off x="4629236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1" name="12_small_7147">
            <a:extLst>
              <a:ext uri="{FF2B5EF4-FFF2-40B4-BE49-F238E27FC236}">
                <a16:creationId xmlns:a16="http://schemas.microsoft.com/office/drawing/2014/main" id="{EF47837B-F833-4BC7-896D-8B6E8CDAFC6E}"/>
              </a:ext>
            </a:extLst>
          </p:cNvPr>
          <p:cNvSpPr>
            <a:spLocks noGrp="1"/>
          </p:cNvSpPr>
          <p:nvPr/>
        </p:nvSpPr>
        <p:spPr>
          <a:xfrm>
            <a:off x="464117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2" name="12_small_7148">
            <a:extLst>
              <a:ext uri="{FF2B5EF4-FFF2-40B4-BE49-F238E27FC236}">
                <a16:creationId xmlns:a16="http://schemas.microsoft.com/office/drawing/2014/main" id="{68FADC4F-3FF7-4B82-81ED-851C5BCDED39}"/>
              </a:ext>
            </a:extLst>
          </p:cNvPr>
          <p:cNvSpPr>
            <a:spLocks noGrp="1"/>
          </p:cNvSpPr>
          <p:nvPr/>
        </p:nvSpPr>
        <p:spPr>
          <a:xfrm>
            <a:off x="463417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3" name="12_small_7149">
            <a:extLst>
              <a:ext uri="{FF2B5EF4-FFF2-40B4-BE49-F238E27FC236}">
                <a16:creationId xmlns:a16="http://schemas.microsoft.com/office/drawing/2014/main" id="{779DBD8F-CB64-436B-8A7A-E31C7AC7C767}"/>
              </a:ext>
            </a:extLst>
          </p:cNvPr>
          <p:cNvSpPr>
            <a:spLocks noGrp="1"/>
          </p:cNvSpPr>
          <p:nvPr/>
        </p:nvSpPr>
        <p:spPr>
          <a:xfrm>
            <a:off x="457593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4" name="12_small_7150">
            <a:extLst>
              <a:ext uri="{FF2B5EF4-FFF2-40B4-BE49-F238E27FC236}">
                <a16:creationId xmlns:a16="http://schemas.microsoft.com/office/drawing/2014/main" id="{7A64D462-6DC5-4A09-8309-B0990AA16265}"/>
              </a:ext>
            </a:extLst>
          </p:cNvPr>
          <p:cNvSpPr>
            <a:spLocks noGrp="1"/>
          </p:cNvSpPr>
          <p:nvPr/>
        </p:nvSpPr>
        <p:spPr>
          <a:xfrm>
            <a:off x="4620156" y="314808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5" name="12_small_7151">
            <a:extLst>
              <a:ext uri="{FF2B5EF4-FFF2-40B4-BE49-F238E27FC236}">
                <a16:creationId xmlns:a16="http://schemas.microsoft.com/office/drawing/2014/main" id="{557970EB-55BA-4935-9EC3-A9F927AA4013}"/>
              </a:ext>
            </a:extLst>
          </p:cNvPr>
          <p:cNvSpPr>
            <a:spLocks noGrp="1"/>
          </p:cNvSpPr>
          <p:nvPr/>
        </p:nvSpPr>
        <p:spPr>
          <a:xfrm>
            <a:off x="4600759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6" name="12_small_7152">
            <a:extLst>
              <a:ext uri="{FF2B5EF4-FFF2-40B4-BE49-F238E27FC236}">
                <a16:creationId xmlns:a16="http://schemas.microsoft.com/office/drawing/2014/main" id="{35CF8C94-49FE-4D1F-AD18-CA2C273BC021}"/>
              </a:ext>
            </a:extLst>
          </p:cNvPr>
          <p:cNvSpPr>
            <a:spLocks noGrp="1"/>
          </p:cNvSpPr>
          <p:nvPr/>
        </p:nvSpPr>
        <p:spPr>
          <a:xfrm>
            <a:off x="4540608" y="342896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7" name="12_small_7153">
            <a:extLst>
              <a:ext uri="{FF2B5EF4-FFF2-40B4-BE49-F238E27FC236}">
                <a16:creationId xmlns:a16="http://schemas.microsoft.com/office/drawing/2014/main" id="{68922919-AD08-4FFC-BCE4-14BECAD1BBAB}"/>
              </a:ext>
            </a:extLst>
          </p:cNvPr>
          <p:cNvSpPr>
            <a:spLocks noGrp="1"/>
          </p:cNvSpPr>
          <p:nvPr/>
        </p:nvSpPr>
        <p:spPr>
          <a:xfrm>
            <a:off x="45233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8" name="12_small_7154">
            <a:extLst>
              <a:ext uri="{FF2B5EF4-FFF2-40B4-BE49-F238E27FC236}">
                <a16:creationId xmlns:a16="http://schemas.microsoft.com/office/drawing/2014/main" id="{8EE1CF89-6B11-4696-9402-50B28B263EAC}"/>
              </a:ext>
            </a:extLst>
          </p:cNvPr>
          <p:cNvSpPr>
            <a:spLocks noGrp="1"/>
          </p:cNvSpPr>
          <p:nvPr/>
        </p:nvSpPr>
        <p:spPr>
          <a:xfrm>
            <a:off x="458458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89" name="12_small_7155">
            <a:extLst>
              <a:ext uri="{FF2B5EF4-FFF2-40B4-BE49-F238E27FC236}">
                <a16:creationId xmlns:a16="http://schemas.microsoft.com/office/drawing/2014/main" id="{8198FF9C-DF66-489B-B26D-CC2A757743B3}"/>
              </a:ext>
            </a:extLst>
          </p:cNvPr>
          <p:cNvSpPr>
            <a:spLocks noGrp="1"/>
          </p:cNvSpPr>
          <p:nvPr/>
        </p:nvSpPr>
        <p:spPr>
          <a:xfrm>
            <a:off x="460359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0" name="12_small_7156">
            <a:extLst>
              <a:ext uri="{FF2B5EF4-FFF2-40B4-BE49-F238E27FC236}">
                <a16:creationId xmlns:a16="http://schemas.microsoft.com/office/drawing/2014/main" id="{296C5CD7-717D-458F-8C83-D317C204A9AE}"/>
              </a:ext>
            </a:extLst>
          </p:cNvPr>
          <p:cNvSpPr>
            <a:spLocks noGrp="1"/>
          </p:cNvSpPr>
          <p:nvPr/>
        </p:nvSpPr>
        <p:spPr>
          <a:xfrm>
            <a:off x="4618369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1" name="12_small_7157">
            <a:extLst>
              <a:ext uri="{FF2B5EF4-FFF2-40B4-BE49-F238E27FC236}">
                <a16:creationId xmlns:a16="http://schemas.microsoft.com/office/drawing/2014/main" id="{3D2F65F3-AEC4-4A4F-9F79-F8776EB1B0EA}"/>
              </a:ext>
            </a:extLst>
          </p:cNvPr>
          <p:cNvSpPr>
            <a:spLocks noGrp="1"/>
          </p:cNvSpPr>
          <p:nvPr/>
        </p:nvSpPr>
        <p:spPr>
          <a:xfrm>
            <a:off x="45877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2" name="12_small_7158">
            <a:extLst>
              <a:ext uri="{FF2B5EF4-FFF2-40B4-BE49-F238E27FC236}">
                <a16:creationId xmlns:a16="http://schemas.microsoft.com/office/drawing/2014/main" id="{92F85C05-CD43-4F0B-8D69-7BC86E1489A8}"/>
              </a:ext>
            </a:extLst>
          </p:cNvPr>
          <p:cNvSpPr>
            <a:spLocks noGrp="1"/>
          </p:cNvSpPr>
          <p:nvPr/>
        </p:nvSpPr>
        <p:spPr>
          <a:xfrm>
            <a:off x="454801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3" name="12_small_7159">
            <a:extLst>
              <a:ext uri="{FF2B5EF4-FFF2-40B4-BE49-F238E27FC236}">
                <a16:creationId xmlns:a16="http://schemas.microsoft.com/office/drawing/2014/main" id="{7AD84BB5-C1E0-46B6-94BE-F2A8547406C2}"/>
              </a:ext>
            </a:extLst>
          </p:cNvPr>
          <p:cNvSpPr>
            <a:spLocks noGrp="1"/>
          </p:cNvSpPr>
          <p:nvPr/>
        </p:nvSpPr>
        <p:spPr>
          <a:xfrm>
            <a:off x="46417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4" name="12_small_7160">
            <a:extLst>
              <a:ext uri="{FF2B5EF4-FFF2-40B4-BE49-F238E27FC236}">
                <a16:creationId xmlns:a16="http://schemas.microsoft.com/office/drawing/2014/main" id="{0519B874-4F7E-43F8-9733-4BC416D6BB45}"/>
              </a:ext>
            </a:extLst>
          </p:cNvPr>
          <p:cNvSpPr>
            <a:spLocks noGrp="1"/>
          </p:cNvSpPr>
          <p:nvPr/>
        </p:nvSpPr>
        <p:spPr>
          <a:xfrm>
            <a:off x="46211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5" name="12_small_7161">
            <a:extLst>
              <a:ext uri="{FF2B5EF4-FFF2-40B4-BE49-F238E27FC236}">
                <a16:creationId xmlns:a16="http://schemas.microsoft.com/office/drawing/2014/main" id="{75E53A46-973A-44A4-BC56-AB9E9A3E5B8B}"/>
              </a:ext>
            </a:extLst>
          </p:cNvPr>
          <p:cNvSpPr>
            <a:spLocks noGrp="1"/>
          </p:cNvSpPr>
          <p:nvPr/>
        </p:nvSpPr>
        <p:spPr>
          <a:xfrm>
            <a:off x="464960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6" name="12_small_7162">
            <a:extLst>
              <a:ext uri="{FF2B5EF4-FFF2-40B4-BE49-F238E27FC236}">
                <a16:creationId xmlns:a16="http://schemas.microsoft.com/office/drawing/2014/main" id="{6C87DCEA-A545-423C-BFC8-EEBE8C12B879}"/>
              </a:ext>
            </a:extLst>
          </p:cNvPr>
          <p:cNvSpPr>
            <a:spLocks noGrp="1"/>
          </p:cNvSpPr>
          <p:nvPr/>
        </p:nvSpPr>
        <p:spPr>
          <a:xfrm>
            <a:off x="464959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7" name="12_small_7163">
            <a:extLst>
              <a:ext uri="{FF2B5EF4-FFF2-40B4-BE49-F238E27FC236}">
                <a16:creationId xmlns:a16="http://schemas.microsoft.com/office/drawing/2014/main" id="{3E8F634C-0FB1-4B9F-B2F6-CE416911B522}"/>
              </a:ext>
            </a:extLst>
          </p:cNvPr>
          <p:cNvSpPr>
            <a:spLocks noGrp="1"/>
          </p:cNvSpPr>
          <p:nvPr/>
        </p:nvSpPr>
        <p:spPr>
          <a:xfrm>
            <a:off x="456925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8" name="12_small_7164">
            <a:extLst>
              <a:ext uri="{FF2B5EF4-FFF2-40B4-BE49-F238E27FC236}">
                <a16:creationId xmlns:a16="http://schemas.microsoft.com/office/drawing/2014/main" id="{A7CE81C8-9162-41A1-8007-6555CEDF0B26}"/>
              </a:ext>
            </a:extLst>
          </p:cNvPr>
          <p:cNvSpPr>
            <a:spLocks noGrp="1"/>
          </p:cNvSpPr>
          <p:nvPr/>
        </p:nvSpPr>
        <p:spPr>
          <a:xfrm>
            <a:off x="458276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199" name="12_small_7165">
            <a:extLst>
              <a:ext uri="{FF2B5EF4-FFF2-40B4-BE49-F238E27FC236}">
                <a16:creationId xmlns:a16="http://schemas.microsoft.com/office/drawing/2014/main" id="{A3F41A56-17E2-41F6-987D-17512C947D19}"/>
              </a:ext>
            </a:extLst>
          </p:cNvPr>
          <p:cNvSpPr>
            <a:spLocks noGrp="1"/>
          </p:cNvSpPr>
          <p:nvPr/>
        </p:nvSpPr>
        <p:spPr>
          <a:xfrm>
            <a:off x="454047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0" name="12_small_7166">
            <a:extLst>
              <a:ext uri="{FF2B5EF4-FFF2-40B4-BE49-F238E27FC236}">
                <a16:creationId xmlns:a16="http://schemas.microsoft.com/office/drawing/2014/main" id="{F45481F1-829F-459D-AA15-E23A6363C9C9}"/>
              </a:ext>
            </a:extLst>
          </p:cNvPr>
          <p:cNvSpPr>
            <a:spLocks noGrp="1"/>
          </p:cNvSpPr>
          <p:nvPr/>
        </p:nvSpPr>
        <p:spPr>
          <a:xfrm>
            <a:off x="5326051" y="292122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1" name="12_small_7167">
            <a:extLst>
              <a:ext uri="{FF2B5EF4-FFF2-40B4-BE49-F238E27FC236}">
                <a16:creationId xmlns:a16="http://schemas.microsoft.com/office/drawing/2014/main" id="{77BEF27E-832C-4A6D-8778-8706A5DB3FE6}"/>
              </a:ext>
            </a:extLst>
          </p:cNvPr>
          <p:cNvSpPr>
            <a:spLocks noGrp="1"/>
          </p:cNvSpPr>
          <p:nvPr/>
        </p:nvSpPr>
        <p:spPr>
          <a:xfrm>
            <a:off x="543033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2" name="12_small_7168">
            <a:extLst>
              <a:ext uri="{FF2B5EF4-FFF2-40B4-BE49-F238E27FC236}">
                <a16:creationId xmlns:a16="http://schemas.microsoft.com/office/drawing/2014/main" id="{0021E539-7C08-4FCC-A015-966B438688E6}"/>
              </a:ext>
            </a:extLst>
          </p:cNvPr>
          <p:cNvSpPr>
            <a:spLocks noGrp="1"/>
          </p:cNvSpPr>
          <p:nvPr/>
        </p:nvSpPr>
        <p:spPr>
          <a:xfrm>
            <a:off x="542877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3" name="12_small_7169">
            <a:extLst>
              <a:ext uri="{FF2B5EF4-FFF2-40B4-BE49-F238E27FC236}">
                <a16:creationId xmlns:a16="http://schemas.microsoft.com/office/drawing/2014/main" id="{786BD054-7A5A-4B01-B93F-3139BC056D50}"/>
              </a:ext>
            </a:extLst>
          </p:cNvPr>
          <p:cNvSpPr>
            <a:spLocks noGrp="1"/>
          </p:cNvSpPr>
          <p:nvPr/>
        </p:nvSpPr>
        <p:spPr>
          <a:xfrm>
            <a:off x="534947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4" name="12_small_7170">
            <a:extLst>
              <a:ext uri="{FF2B5EF4-FFF2-40B4-BE49-F238E27FC236}">
                <a16:creationId xmlns:a16="http://schemas.microsoft.com/office/drawing/2014/main" id="{69E6C569-DA76-4FE2-B855-B0759E970181}"/>
              </a:ext>
            </a:extLst>
          </p:cNvPr>
          <p:cNvSpPr>
            <a:spLocks noGrp="1"/>
          </p:cNvSpPr>
          <p:nvPr/>
        </p:nvSpPr>
        <p:spPr>
          <a:xfrm>
            <a:off x="543165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5" name="12_small_7171">
            <a:extLst>
              <a:ext uri="{FF2B5EF4-FFF2-40B4-BE49-F238E27FC236}">
                <a16:creationId xmlns:a16="http://schemas.microsoft.com/office/drawing/2014/main" id="{66259D8F-DF85-4D27-8CA5-F342F7420222}"/>
              </a:ext>
            </a:extLst>
          </p:cNvPr>
          <p:cNvSpPr>
            <a:spLocks noGrp="1"/>
          </p:cNvSpPr>
          <p:nvPr/>
        </p:nvSpPr>
        <p:spPr>
          <a:xfrm>
            <a:off x="5401273" y="29693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6" name="12_small_7172">
            <a:extLst>
              <a:ext uri="{FF2B5EF4-FFF2-40B4-BE49-F238E27FC236}">
                <a16:creationId xmlns:a16="http://schemas.microsoft.com/office/drawing/2014/main" id="{E6406EFA-8759-450D-900F-C4FA46037E82}"/>
              </a:ext>
            </a:extLst>
          </p:cNvPr>
          <p:cNvSpPr>
            <a:spLocks noGrp="1"/>
          </p:cNvSpPr>
          <p:nvPr/>
        </p:nvSpPr>
        <p:spPr>
          <a:xfrm>
            <a:off x="530871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7" name="12_small_7173">
            <a:extLst>
              <a:ext uri="{FF2B5EF4-FFF2-40B4-BE49-F238E27FC236}">
                <a16:creationId xmlns:a16="http://schemas.microsoft.com/office/drawing/2014/main" id="{0D50D46E-7B0A-4678-B6AC-F83A370C90D5}"/>
              </a:ext>
            </a:extLst>
          </p:cNvPr>
          <p:cNvSpPr>
            <a:spLocks noGrp="1"/>
          </p:cNvSpPr>
          <p:nvPr/>
        </p:nvSpPr>
        <p:spPr>
          <a:xfrm>
            <a:off x="5340985" y="360890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8" name="12_small_7174">
            <a:extLst>
              <a:ext uri="{FF2B5EF4-FFF2-40B4-BE49-F238E27FC236}">
                <a16:creationId xmlns:a16="http://schemas.microsoft.com/office/drawing/2014/main" id="{178CBB60-9C63-4970-A280-AE1803C02F8B}"/>
              </a:ext>
            </a:extLst>
          </p:cNvPr>
          <p:cNvSpPr>
            <a:spLocks noGrp="1"/>
          </p:cNvSpPr>
          <p:nvPr/>
        </p:nvSpPr>
        <p:spPr>
          <a:xfrm>
            <a:off x="5357897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09" name="12_small_7175">
            <a:extLst>
              <a:ext uri="{FF2B5EF4-FFF2-40B4-BE49-F238E27FC236}">
                <a16:creationId xmlns:a16="http://schemas.microsoft.com/office/drawing/2014/main" id="{63E43800-61D5-4372-91FA-3437846BFA43}"/>
              </a:ext>
            </a:extLst>
          </p:cNvPr>
          <p:cNvSpPr>
            <a:spLocks noGrp="1"/>
          </p:cNvSpPr>
          <p:nvPr/>
        </p:nvSpPr>
        <p:spPr>
          <a:xfrm>
            <a:off x="534271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0" name="12_small_7176">
            <a:extLst>
              <a:ext uri="{FF2B5EF4-FFF2-40B4-BE49-F238E27FC236}">
                <a16:creationId xmlns:a16="http://schemas.microsoft.com/office/drawing/2014/main" id="{94C6CA9B-5E82-422E-816E-4FC12D5B74FF}"/>
              </a:ext>
            </a:extLst>
          </p:cNvPr>
          <p:cNvSpPr>
            <a:spLocks noGrp="1"/>
          </p:cNvSpPr>
          <p:nvPr/>
        </p:nvSpPr>
        <p:spPr>
          <a:xfrm>
            <a:off x="539656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1" name="12_small_7177">
            <a:extLst>
              <a:ext uri="{FF2B5EF4-FFF2-40B4-BE49-F238E27FC236}">
                <a16:creationId xmlns:a16="http://schemas.microsoft.com/office/drawing/2014/main" id="{D6C3DAEB-A9F1-4E0A-ACBB-67C6E0E76D26}"/>
              </a:ext>
            </a:extLst>
          </p:cNvPr>
          <p:cNvSpPr>
            <a:spLocks noGrp="1"/>
          </p:cNvSpPr>
          <p:nvPr/>
        </p:nvSpPr>
        <p:spPr>
          <a:xfrm>
            <a:off x="530147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2" name="12_small_7178">
            <a:extLst>
              <a:ext uri="{FF2B5EF4-FFF2-40B4-BE49-F238E27FC236}">
                <a16:creationId xmlns:a16="http://schemas.microsoft.com/office/drawing/2014/main" id="{D6F4BC6C-68AB-430C-B5A6-91B395E392FC}"/>
              </a:ext>
            </a:extLst>
          </p:cNvPr>
          <p:cNvSpPr>
            <a:spLocks noGrp="1"/>
          </p:cNvSpPr>
          <p:nvPr/>
        </p:nvSpPr>
        <p:spPr>
          <a:xfrm>
            <a:off x="53418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3" name="12_small_7179">
            <a:extLst>
              <a:ext uri="{FF2B5EF4-FFF2-40B4-BE49-F238E27FC236}">
                <a16:creationId xmlns:a16="http://schemas.microsoft.com/office/drawing/2014/main" id="{EC8C1DF6-3E3D-401D-A04F-C58105527D09}"/>
              </a:ext>
            </a:extLst>
          </p:cNvPr>
          <p:cNvSpPr>
            <a:spLocks noGrp="1"/>
          </p:cNvSpPr>
          <p:nvPr/>
        </p:nvSpPr>
        <p:spPr>
          <a:xfrm>
            <a:off x="529607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4" name="12_small_7180">
            <a:extLst>
              <a:ext uri="{FF2B5EF4-FFF2-40B4-BE49-F238E27FC236}">
                <a16:creationId xmlns:a16="http://schemas.microsoft.com/office/drawing/2014/main" id="{B23042A3-F66D-45AA-8658-EC5670AACA6C}"/>
              </a:ext>
            </a:extLst>
          </p:cNvPr>
          <p:cNvSpPr>
            <a:spLocks noGrp="1"/>
          </p:cNvSpPr>
          <p:nvPr/>
        </p:nvSpPr>
        <p:spPr>
          <a:xfrm>
            <a:off x="54258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5" name="12_small_7181">
            <a:extLst>
              <a:ext uri="{FF2B5EF4-FFF2-40B4-BE49-F238E27FC236}">
                <a16:creationId xmlns:a16="http://schemas.microsoft.com/office/drawing/2014/main" id="{CDAC43DE-9071-4288-A6DB-BB4BFCA25ABB}"/>
              </a:ext>
            </a:extLst>
          </p:cNvPr>
          <p:cNvSpPr>
            <a:spLocks noGrp="1"/>
          </p:cNvSpPr>
          <p:nvPr/>
        </p:nvSpPr>
        <p:spPr>
          <a:xfrm>
            <a:off x="5318672" y="35576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6" name="12_small_7182">
            <a:extLst>
              <a:ext uri="{FF2B5EF4-FFF2-40B4-BE49-F238E27FC236}">
                <a16:creationId xmlns:a16="http://schemas.microsoft.com/office/drawing/2014/main" id="{3F0EAA0A-DADD-4149-B20E-19AE9B40462C}"/>
              </a:ext>
            </a:extLst>
          </p:cNvPr>
          <p:cNvSpPr>
            <a:spLocks noGrp="1"/>
          </p:cNvSpPr>
          <p:nvPr/>
        </p:nvSpPr>
        <p:spPr>
          <a:xfrm>
            <a:off x="5313338" y="347577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7" name="12_small_7183">
            <a:extLst>
              <a:ext uri="{FF2B5EF4-FFF2-40B4-BE49-F238E27FC236}">
                <a16:creationId xmlns:a16="http://schemas.microsoft.com/office/drawing/2014/main" id="{6F107426-376B-409C-97B8-B1E3D03B4AF6}"/>
              </a:ext>
            </a:extLst>
          </p:cNvPr>
          <p:cNvSpPr>
            <a:spLocks noGrp="1"/>
          </p:cNvSpPr>
          <p:nvPr/>
        </p:nvSpPr>
        <p:spPr>
          <a:xfrm>
            <a:off x="5362102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8" name="12_small_7184">
            <a:extLst>
              <a:ext uri="{FF2B5EF4-FFF2-40B4-BE49-F238E27FC236}">
                <a16:creationId xmlns:a16="http://schemas.microsoft.com/office/drawing/2014/main" id="{65A216E5-CEC2-43D5-B7B1-5A4B0DC9BD26}"/>
              </a:ext>
            </a:extLst>
          </p:cNvPr>
          <p:cNvSpPr>
            <a:spLocks noGrp="1"/>
          </p:cNvSpPr>
          <p:nvPr/>
        </p:nvSpPr>
        <p:spPr>
          <a:xfrm>
            <a:off x="531917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19" name="12_small_7185">
            <a:extLst>
              <a:ext uri="{FF2B5EF4-FFF2-40B4-BE49-F238E27FC236}">
                <a16:creationId xmlns:a16="http://schemas.microsoft.com/office/drawing/2014/main" id="{267C1D98-091F-4501-A62A-1E0DCE02C111}"/>
              </a:ext>
            </a:extLst>
          </p:cNvPr>
          <p:cNvSpPr>
            <a:spLocks noGrp="1"/>
          </p:cNvSpPr>
          <p:nvPr/>
        </p:nvSpPr>
        <p:spPr>
          <a:xfrm>
            <a:off x="529012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0" name="12_small_7186">
            <a:extLst>
              <a:ext uri="{FF2B5EF4-FFF2-40B4-BE49-F238E27FC236}">
                <a16:creationId xmlns:a16="http://schemas.microsoft.com/office/drawing/2014/main" id="{AED12B32-67E9-4056-97A9-ECB9AD8DD775}"/>
              </a:ext>
            </a:extLst>
          </p:cNvPr>
          <p:cNvSpPr>
            <a:spLocks noGrp="1"/>
          </p:cNvSpPr>
          <p:nvPr/>
        </p:nvSpPr>
        <p:spPr>
          <a:xfrm>
            <a:off x="535454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1" name="12_small_7187">
            <a:extLst>
              <a:ext uri="{FF2B5EF4-FFF2-40B4-BE49-F238E27FC236}">
                <a16:creationId xmlns:a16="http://schemas.microsoft.com/office/drawing/2014/main" id="{A9188707-CCF7-4018-AEB6-67E7022017A3}"/>
              </a:ext>
            </a:extLst>
          </p:cNvPr>
          <p:cNvSpPr>
            <a:spLocks noGrp="1"/>
          </p:cNvSpPr>
          <p:nvPr/>
        </p:nvSpPr>
        <p:spPr>
          <a:xfrm>
            <a:off x="5345573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2" name="12_small_7188">
            <a:extLst>
              <a:ext uri="{FF2B5EF4-FFF2-40B4-BE49-F238E27FC236}">
                <a16:creationId xmlns:a16="http://schemas.microsoft.com/office/drawing/2014/main" id="{BD1A0EAC-3C92-4451-9FAF-FB4B623F5340}"/>
              </a:ext>
            </a:extLst>
          </p:cNvPr>
          <p:cNvSpPr>
            <a:spLocks noGrp="1"/>
          </p:cNvSpPr>
          <p:nvPr/>
        </p:nvSpPr>
        <p:spPr>
          <a:xfrm>
            <a:off x="528802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3" name="12_small_7189">
            <a:extLst>
              <a:ext uri="{FF2B5EF4-FFF2-40B4-BE49-F238E27FC236}">
                <a16:creationId xmlns:a16="http://schemas.microsoft.com/office/drawing/2014/main" id="{0039E18A-2436-4450-AA67-3CE029049700}"/>
              </a:ext>
            </a:extLst>
          </p:cNvPr>
          <p:cNvSpPr>
            <a:spLocks noGrp="1"/>
          </p:cNvSpPr>
          <p:nvPr/>
        </p:nvSpPr>
        <p:spPr>
          <a:xfrm>
            <a:off x="539474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4" name="12_small_7190">
            <a:extLst>
              <a:ext uri="{FF2B5EF4-FFF2-40B4-BE49-F238E27FC236}">
                <a16:creationId xmlns:a16="http://schemas.microsoft.com/office/drawing/2014/main" id="{C54F0230-C053-420C-A333-4196D322BA69}"/>
              </a:ext>
            </a:extLst>
          </p:cNvPr>
          <p:cNvSpPr>
            <a:spLocks noGrp="1"/>
          </p:cNvSpPr>
          <p:nvPr/>
        </p:nvSpPr>
        <p:spPr>
          <a:xfrm>
            <a:off x="533890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5" name="12_small_7191">
            <a:extLst>
              <a:ext uri="{FF2B5EF4-FFF2-40B4-BE49-F238E27FC236}">
                <a16:creationId xmlns:a16="http://schemas.microsoft.com/office/drawing/2014/main" id="{FABE6361-217A-4AB0-9A9F-DA69CC17A153}"/>
              </a:ext>
            </a:extLst>
          </p:cNvPr>
          <p:cNvSpPr>
            <a:spLocks noGrp="1"/>
          </p:cNvSpPr>
          <p:nvPr/>
        </p:nvSpPr>
        <p:spPr>
          <a:xfrm>
            <a:off x="542052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6" name="12_small_7192">
            <a:extLst>
              <a:ext uri="{FF2B5EF4-FFF2-40B4-BE49-F238E27FC236}">
                <a16:creationId xmlns:a16="http://schemas.microsoft.com/office/drawing/2014/main" id="{6841B8BA-6CBE-4024-887A-8441C016A211}"/>
              </a:ext>
            </a:extLst>
          </p:cNvPr>
          <p:cNvSpPr>
            <a:spLocks noGrp="1"/>
          </p:cNvSpPr>
          <p:nvPr/>
        </p:nvSpPr>
        <p:spPr>
          <a:xfrm>
            <a:off x="533296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7" name="12_small_7193">
            <a:extLst>
              <a:ext uri="{FF2B5EF4-FFF2-40B4-BE49-F238E27FC236}">
                <a16:creationId xmlns:a16="http://schemas.microsoft.com/office/drawing/2014/main" id="{825ABA04-D81A-4122-9CF2-20ED04FE2B05}"/>
              </a:ext>
            </a:extLst>
          </p:cNvPr>
          <p:cNvSpPr>
            <a:spLocks noGrp="1"/>
          </p:cNvSpPr>
          <p:nvPr/>
        </p:nvSpPr>
        <p:spPr>
          <a:xfrm>
            <a:off x="539038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8" name="12_small_7194">
            <a:extLst>
              <a:ext uri="{FF2B5EF4-FFF2-40B4-BE49-F238E27FC236}">
                <a16:creationId xmlns:a16="http://schemas.microsoft.com/office/drawing/2014/main" id="{9C57F5CA-A083-4F42-A56B-E4CEDA4F81C1}"/>
              </a:ext>
            </a:extLst>
          </p:cNvPr>
          <p:cNvSpPr>
            <a:spLocks noGrp="1"/>
          </p:cNvSpPr>
          <p:nvPr/>
        </p:nvSpPr>
        <p:spPr>
          <a:xfrm>
            <a:off x="533124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29" name="12_small_7195">
            <a:extLst>
              <a:ext uri="{FF2B5EF4-FFF2-40B4-BE49-F238E27FC236}">
                <a16:creationId xmlns:a16="http://schemas.microsoft.com/office/drawing/2014/main" id="{92689466-BBDF-491F-A211-336A4E370A1D}"/>
              </a:ext>
            </a:extLst>
          </p:cNvPr>
          <p:cNvSpPr>
            <a:spLocks noGrp="1"/>
          </p:cNvSpPr>
          <p:nvPr/>
        </p:nvSpPr>
        <p:spPr>
          <a:xfrm>
            <a:off x="533643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0" name="12_small_7196">
            <a:extLst>
              <a:ext uri="{FF2B5EF4-FFF2-40B4-BE49-F238E27FC236}">
                <a16:creationId xmlns:a16="http://schemas.microsoft.com/office/drawing/2014/main" id="{1BBFA4B6-B6BD-4ECB-B888-AC0A0B967E41}"/>
              </a:ext>
            </a:extLst>
          </p:cNvPr>
          <p:cNvSpPr>
            <a:spLocks noGrp="1"/>
          </p:cNvSpPr>
          <p:nvPr/>
        </p:nvSpPr>
        <p:spPr>
          <a:xfrm>
            <a:off x="539496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1" name="12_small_7197">
            <a:extLst>
              <a:ext uri="{FF2B5EF4-FFF2-40B4-BE49-F238E27FC236}">
                <a16:creationId xmlns:a16="http://schemas.microsoft.com/office/drawing/2014/main" id="{5A9A7EF1-54BE-4377-8729-6F3FAE100FAC}"/>
              </a:ext>
            </a:extLst>
          </p:cNvPr>
          <p:cNvSpPr>
            <a:spLocks noGrp="1"/>
          </p:cNvSpPr>
          <p:nvPr/>
        </p:nvSpPr>
        <p:spPr>
          <a:xfrm>
            <a:off x="529528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2" name="12_small_7198">
            <a:extLst>
              <a:ext uri="{FF2B5EF4-FFF2-40B4-BE49-F238E27FC236}">
                <a16:creationId xmlns:a16="http://schemas.microsoft.com/office/drawing/2014/main" id="{4C5CB389-FD7C-496F-98EB-3AA9498B0CAA}"/>
              </a:ext>
            </a:extLst>
          </p:cNvPr>
          <p:cNvSpPr>
            <a:spLocks noGrp="1"/>
          </p:cNvSpPr>
          <p:nvPr/>
        </p:nvSpPr>
        <p:spPr>
          <a:xfrm>
            <a:off x="52918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3" name="12_small_7199">
            <a:extLst>
              <a:ext uri="{FF2B5EF4-FFF2-40B4-BE49-F238E27FC236}">
                <a16:creationId xmlns:a16="http://schemas.microsoft.com/office/drawing/2014/main" id="{30CED89C-CA22-40BB-ACE1-4B85D201CF03}"/>
              </a:ext>
            </a:extLst>
          </p:cNvPr>
          <p:cNvSpPr>
            <a:spLocks noGrp="1"/>
          </p:cNvSpPr>
          <p:nvPr/>
        </p:nvSpPr>
        <p:spPr>
          <a:xfrm>
            <a:off x="54163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4" name="12_small_7200">
            <a:extLst>
              <a:ext uri="{FF2B5EF4-FFF2-40B4-BE49-F238E27FC236}">
                <a16:creationId xmlns:a16="http://schemas.microsoft.com/office/drawing/2014/main" id="{64BFCE8F-64EF-4FC9-B426-FCACBA58FB28}"/>
              </a:ext>
            </a:extLst>
          </p:cNvPr>
          <p:cNvSpPr>
            <a:spLocks noGrp="1"/>
          </p:cNvSpPr>
          <p:nvPr/>
        </p:nvSpPr>
        <p:spPr>
          <a:xfrm>
            <a:off x="529117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5" name="12_small_7201">
            <a:extLst>
              <a:ext uri="{FF2B5EF4-FFF2-40B4-BE49-F238E27FC236}">
                <a16:creationId xmlns:a16="http://schemas.microsoft.com/office/drawing/2014/main" id="{33230306-C697-4C29-95B5-7FAAF62FA6BB}"/>
              </a:ext>
            </a:extLst>
          </p:cNvPr>
          <p:cNvSpPr>
            <a:spLocks noGrp="1"/>
          </p:cNvSpPr>
          <p:nvPr/>
        </p:nvSpPr>
        <p:spPr>
          <a:xfrm>
            <a:off x="533804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6" name="12_small_7202">
            <a:extLst>
              <a:ext uri="{FF2B5EF4-FFF2-40B4-BE49-F238E27FC236}">
                <a16:creationId xmlns:a16="http://schemas.microsoft.com/office/drawing/2014/main" id="{4F997962-541E-49CD-B30F-AE41526A8992}"/>
              </a:ext>
            </a:extLst>
          </p:cNvPr>
          <p:cNvSpPr>
            <a:spLocks noGrp="1"/>
          </p:cNvSpPr>
          <p:nvPr/>
        </p:nvSpPr>
        <p:spPr>
          <a:xfrm>
            <a:off x="535488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7" name="12_small_7203">
            <a:extLst>
              <a:ext uri="{FF2B5EF4-FFF2-40B4-BE49-F238E27FC236}">
                <a16:creationId xmlns:a16="http://schemas.microsoft.com/office/drawing/2014/main" id="{548FB95D-E2BD-40A2-8EB8-2B2C3663F08C}"/>
              </a:ext>
            </a:extLst>
          </p:cNvPr>
          <p:cNvSpPr>
            <a:spLocks noGrp="1"/>
          </p:cNvSpPr>
          <p:nvPr/>
        </p:nvSpPr>
        <p:spPr>
          <a:xfrm>
            <a:off x="53062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8" name="12_small_7204">
            <a:extLst>
              <a:ext uri="{FF2B5EF4-FFF2-40B4-BE49-F238E27FC236}">
                <a16:creationId xmlns:a16="http://schemas.microsoft.com/office/drawing/2014/main" id="{B2070B5A-7C9A-4863-92CF-6529FF748D98}"/>
              </a:ext>
            </a:extLst>
          </p:cNvPr>
          <p:cNvSpPr>
            <a:spLocks noGrp="1"/>
          </p:cNvSpPr>
          <p:nvPr/>
        </p:nvSpPr>
        <p:spPr>
          <a:xfrm>
            <a:off x="533777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39" name="12_small_7205">
            <a:extLst>
              <a:ext uri="{FF2B5EF4-FFF2-40B4-BE49-F238E27FC236}">
                <a16:creationId xmlns:a16="http://schemas.microsoft.com/office/drawing/2014/main" id="{551987A6-BC64-4F15-A6FA-81136A187627}"/>
              </a:ext>
            </a:extLst>
          </p:cNvPr>
          <p:cNvSpPr>
            <a:spLocks noGrp="1"/>
          </p:cNvSpPr>
          <p:nvPr/>
        </p:nvSpPr>
        <p:spPr>
          <a:xfrm>
            <a:off x="533022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0" name="12_small_7206">
            <a:extLst>
              <a:ext uri="{FF2B5EF4-FFF2-40B4-BE49-F238E27FC236}">
                <a16:creationId xmlns:a16="http://schemas.microsoft.com/office/drawing/2014/main" id="{D3BA80B3-CA34-4025-A7BC-DDA0501DF1F6}"/>
              </a:ext>
            </a:extLst>
          </p:cNvPr>
          <p:cNvSpPr>
            <a:spLocks noGrp="1"/>
          </p:cNvSpPr>
          <p:nvPr/>
        </p:nvSpPr>
        <p:spPr>
          <a:xfrm>
            <a:off x="5420759" y="3492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1" name="12_small_7207">
            <a:extLst>
              <a:ext uri="{FF2B5EF4-FFF2-40B4-BE49-F238E27FC236}">
                <a16:creationId xmlns:a16="http://schemas.microsoft.com/office/drawing/2014/main" id="{CB8885EB-0197-48B8-98B8-FB5E51872C92}"/>
              </a:ext>
            </a:extLst>
          </p:cNvPr>
          <p:cNvSpPr>
            <a:spLocks noGrp="1"/>
          </p:cNvSpPr>
          <p:nvPr/>
        </p:nvSpPr>
        <p:spPr>
          <a:xfrm>
            <a:off x="5371463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2" name="12_small_7208">
            <a:extLst>
              <a:ext uri="{FF2B5EF4-FFF2-40B4-BE49-F238E27FC236}">
                <a16:creationId xmlns:a16="http://schemas.microsoft.com/office/drawing/2014/main" id="{F171B019-EAE3-4BEF-B85D-A12B2E2584A0}"/>
              </a:ext>
            </a:extLst>
          </p:cNvPr>
          <p:cNvSpPr>
            <a:spLocks noGrp="1"/>
          </p:cNvSpPr>
          <p:nvPr/>
        </p:nvSpPr>
        <p:spPr>
          <a:xfrm>
            <a:off x="5368348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3" name="12_small_7209">
            <a:extLst>
              <a:ext uri="{FF2B5EF4-FFF2-40B4-BE49-F238E27FC236}">
                <a16:creationId xmlns:a16="http://schemas.microsoft.com/office/drawing/2014/main" id="{D9EE2F04-43C6-4285-9B3E-841E5F69AEE9}"/>
              </a:ext>
            </a:extLst>
          </p:cNvPr>
          <p:cNvSpPr>
            <a:spLocks noGrp="1"/>
          </p:cNvSpPr>
          <p:nvPr/>
        </p:nvSpPr>
        <p:spPr>
          <a:xfrm>
            <a:off x="540887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4" name="12_small_7210">
            <a:extLst>
              <a:ext uri="{FF2B5EF4-FFF2-40B4-BE49-F238E27FC236}">
                <a16:creationId xmlns:a16="http://schemas.microsoft.com/office/drawing/2014/main" id="{09E17B04-3539-44A3-8E96-21280077EF53}"/>
              </a:ext>
            </a:extLst>
          </p:cNvPr>
          <p:cNvSpPr>
            <a:spLocks noGrp="1"/>
          </p:cNvSpPr>
          <p:nvPr/>
        </p:nvSpPr>
        <p:spPr>
          <a:xfrm>
            <a:off x="534863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5" name="12_small_7211">
            <a:extLst>
              <a:ext uri="{FF2B5EF4-FFF2-40B4-BE49-F238E27FC236}">
                <a16:creationId xmlns:a16="http://schemas.microsoft.com/office/drawing/2014/main" id="{83B78AB4-51B9-4C3D-B460-57CFDCDF02F8}"/>
              </a:ext>
            </a:extLst>
          </p:cNvPr>
          <p:cNvSpPr>
            <a:spLocks noGrp="1"/>
          </p:cNvSpPr>
          <p:nvPr/>
        </p:nvSpPr>
        <p:spPr>
          <a:xfrm>
            <a:off x="542394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6" name="12_small_7212">
            <a:extLst>
              <a:ext uri="{FF2B5EF4-FFF2-40B4-BE49-F238E27FC236}">
                <a16:creationId xmlns:a16="http://schemas.microsoft.com/office/drawing/2014/main" id="{FA9E849C-89A7-419F-A202-B85944F0126C}"/>
              </a:ext>
            </a:extLst>
          </p:cNvPr>
          <p:cNvSpPr>
            <a:spLocks noGrp="1"/>
          </p:cNvSpPr>
          <p:nvPr/>
        </p:nvSpPr>
        <p:spPr>
          <a:xfrm>
            <a:off x="539129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7" name="12_small_7213">
            <a:extLst>
              <a:ext uri="{FF2B5EF4-FFF2-40B4-BE49-F238E27FC236}">
                <a16:creationId xmlns:a16="http://schemas.microsoft.com/office/drawing/2014/main" id="{0FB22297-F241-4583-9CBB-6181F7C7FE89}"/>
              </a:ext>
            </a:extLst>
          </p:cNvPr>
          <p:cNvSpPr>
            <a:spLocks noGrp="1"/>
          </p:cNvSpPr>
          <p:nvPr/>
        </p:nvSpPr>
        <p:spPr>
          <a:xfrm>
            <a:off x="532319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8" name="12_small_7214">
            <a:extLst>
              <a:ext uri="{FF2B5EF4-FFF2-40B4-BE49-F238E27FC236}">
                <a16:creationId xmlns:a16="http://schemas.microsoft.com/office/drawing/2014/main" id="{1CDF3E0E-4645-4D6F-BA57-C0AC886AE9B3}"/>
              </a:ext>
            </a:extLst>
          </p:cNvPr>
          <p:cNvSpPr>
            <a:spLocks noGrp="1"/>
          </p:cNvSpPr>
          <p:nvPr/>
        </p:nvSpPr>
        <p:spPr>
          <a:xfrm>
            <a:off x="528585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49" name="12_small_7215">
            <a:extLst>
              <a:ext uri="{FF2B5EF4-FFF2-40B4-BE49-F238E27FC236}">
                <a16:creationId xmlns:a16="http://schemas.microsoft.com/office/drawing/2014/main" id="{C5F3A701-92E0-49FE-8EB1-47BCD5A8CFE0}"/>
              </a:ext>
            </a:extLst>
          </p:cNvPr>
          <p:cNvSpPr>
            <a:spLocks noGrp="1"/>
          </p:cNvSpPr>
          <p:nvPr/>
        </p:nvSpPr>
        <p:spPr>
          <a:xfrm>
            <a:off x="541133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0" name="12_small_7216">
            <a:extLst>
              <a:ext uri="{FF2B5EF4-FFF2-40B4-BE49-F238E27FC236}">
                <a16:creationId xmlns:a16="http://schemas.microsoft.com/office/drawing/2014/main" id="{BFB32671-4D0D-4067-879D-ABD08EEE9956}"/>
              </a:ext>
            </a:extLst>
          </p:cNvPr>
          <p:cNvSpPr>
            <a:spLocks noGrp="1"/>
          </p:cNvSpPr>
          <p:nvPr/>
        </p:nvSpPr>
        <p:spPr>
          <a:xfrm>
            <a:off x="542715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1" name="12_small_7217">
            <a:extLst>
              <a:ext uri="{FF2B5EF4-FFF2-40B4-BE49-F238E27FC236}">
                <a16:creationId xmlns:a16="http://schemas.microsoft.com/office/drawing/2014/main" id="{FA0E25B4-5544-4965-96B7-CD12C6B9D2A9}"/>
              </a:ext>
            </a:extLst>
          </p:cNvPr>
          <p:cNvSpPr>
            <a:spLocks noGrp="1"/>
          </p:cNvSpPr>
          <p:nvPr/>
        </p:nvSpPr>
        <p:spPr>
          <a:xfrm>
            <a:off x="536246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2" name="12_small_7218">
            <a:extLst>
              <a:ext uri="{FF2B5EF4-FFF2-40B4-BE49-F238E27FC236}">
                <a16:creationId xmlns:a16="http://schemas.microsoft.com/office/drawing/2014/main" id="{8AE5E6D3-D820-4DC8-98BE-02CAFB33E82C}"/>
              </a:ext>
            </a:extLst>
          </p:cNvPr>
          <p:cNvSpPr>
            <a:spLocks noGrp="1"/>
          </p:cNvSpPr>
          <p:nvPr/>
        </p:nvSpPr>
        <p:spPr>
          <a:xfrm>
            <a:off x="540655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3" name="12_small_7219">
            <a:extLst>
              <a:ext uri="{FF2B5EF4-FFF2-40B4-BE49-F238E27FC236}">
                <a16:creationId xmlns:a16="http://schemas.microsoft.com/office/drawing/2014/main" id="{631DAE10-47F9-487A-8DB6-A84F678500E5}"/>
              </a:ext>
            </a:extLst>
          </p:cNvPr>
          <p:cNvSpPr>
            <a:spLocks noGrp="1"/>
          </p:cNvSpPr>
          <p:nvPr/>
        </p:nvSpPr>
        <p:spPr>
          <a:xfrm>
            <a:off x="540120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4" name="12_small_7220">
            <a:extLst>
              <a:ext uri="{FF2B5EF4-FFF2-40B4-BE49-F238E27FC236}">
                <a16:creationId xmlns:a16="http://schemas.microsoft.com/office/drawing/2014/main" id="{996543A9-E817-42B2-8F04-D0455F52E0F7}"/>
              </a:ext>
            </a:extLst>
          </p:cNvPr>
          <p:cNvSpPr>
            <a:spLocks noGrp="1"/>
          </p:cNvSpPr>
          <p:nvPr/>
        </p:nvSpPr>
        <p:spPr>
          <a:xfrm>
            <a:off x="5308994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5" name="12_small_7221">
            <a:extLst>
              <a:ext uri="{FF2B5EF4-FFF2-40B4-BE49-F238E27FC236}">
                <a16:creationId xmlns:a16="http://schemas.microsoft.com/office/drawing/2014/main" id="{08055E06-EE76-4E80-96A4-797344003ED3}"/>
              </a:ext>
            </a:extLst>
          </p:cNvPr>
          <p:cNvSpPr>
            <a:spLocks noGrp="1"/>
          </p:cNvSpPr>
          <p:nvPr/>
        </p:nvSpPr>
        <p:spPr>
          <a:xfrm>
            <a:off x="536973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6" name="12_small_7222">
            <a:extLst>
              <a:ext uri="{FF2B5EF4-FFF2-40B4-BE49-F238E27FC236}">
                <a16:creationId xmlns:a16="http://schemas.microsoft.com/office/drawing/2014/main" id="{C09DB748-F05C-4772-88E7-4485EC2239FD}"/>
              </a:ext>
            </a:extLst>
          </p:cNvPr>
          <p:cNvSpPr>
            <a:spLocks noGrp="1"/>
          </p:cNvSpPr>
          <p:nvPr/>
        </p:nvSpPr>
        <p:spPr>
          <a:xfrm>
            <a:off x="537401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7" name="12_small_7223">
            <a:extLst>
              <a:ext uri="{FF2B5EF4-FFF2-40B4-BE49-F238E27FC236}">
                <a16:creationId xmlns:a16="http://schemas.microsoft.com/office/drawing/2014/main" id="{266A8B03-0076-475B-8A4E-6AE87CE2633F}"/>
              </a:ext>
            </a:extLst>
          </p:cNvPr>
          <p:cNvSpPr>
            <a:spLocks noGrp="1"/>
          </p:cNvSpPr>
          <p:nvPr/>
        </p:nvSpPr>
        <p:spPr>
          <a:xfrm>
            <a:off x="5410486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8" name="12_small_7224">
            <a:extLst>
              <a:ext uri="{FF2B5EF4-FFF2-40B4-BE49-F238E27FC236}">
                <a16:creationId xmlns:a16="http://schemas.microsoft.com/office/drawing/2014/main" id="{238B6DDC-7D01-4F17-A29F-CEFB22E098EB}"/>
              </a:ext>
            </a:extLst>
          </p:cNvPr>
          <p:cNvSpPr>
            <a:spLocks noGrp="1"/>
          </p:cNvSpPr>
          <p:nvPr/>
        </p:nvSpPr>
        <p:spPr>
          <a:xfrm>
            <a:off x="542242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59" name="12_small_7225">
            <a:extLst>
              <a:ext uri="{FF2B5EF4-FFF2-40B4-BE49-F238E27FC236}">
                <a16:creationId xmlns:a16="http://schemas.microsoft.com/office/drawing/2014/main" id="{6EDB005C-7921-4075-B7CB-F1D2424A0E0F}"/>
              </a:ext>
            </a:extLst>
          </p:cNvPr>
          <p:cNvSpPr>
            <a:spLocks noGrp="1"/>
          </p:cNvSpPr>
          <p:nvPr/>
        </p:nvSpPr>
        <p:spPr>
          <a:xfrm>
            <a:off x="541542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0" name="12_small_7226">
            <a:extLst>
              <a:ext uri="{FF2B5EF4-FFF2-40B4-BE49-F238E27FC236}">
                <a16:creationId xmlns:a16="http://schemas.microsoft.com/office/drawing/2014/main" id="{02D19917-1AC3-4469-A4A3-56EFAC3506CA}"/>
              </a:ext>
            </a:extLst>
          </p:cNvPr>
          <p:cNvSpPr>
            <a:spLocks noGrp="1"/>
          </p:cNvSpPr>
          <p:nvPr/>
        </p:nvSpPr>
        <p:spPr>
          <a:xfrm>
            <a:off x="535718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1" name="12_small_7227">
            <a:extLst>
              <a:ext uri="{FF2B5EF4-FFF2-40B4-BE49-F238E27FC236}">
                <a16:creationId xmlns:a16="http://schemas.microsoft.com/office/drawing/2014/main" id="{A6030579-ED1E-41F5-8AB5-9E4F5D6B4E33}"/>
              </a:ext>
            </a:extLst>
          </p:cNvPr>
          <p:cNvSpPr>
            <a:spLocks noGrp="1"/>
          </p:cNvSpPr>
          <p:nvPr/>
        </p:nvSpPr>
        <p:spPr>
          <a:xfrm>
            <a:off x="540140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2" name="12_small_7228">
            <a:extLst>
              <a:ext uri="{FF2B5EF4-FFF2-40B4-BE49-F238E27FC236}">
                <a16:creationId xmlns:a16="http://schemas.microsoft.com/office/drawing/2014/main" id="{62A09533-3479-4C21-9C29-DA88996EDCC8}"/>
              </a:ext>
            </a:extLst>
          </p:cNvPr>
          <p:cNvSpPr>
            <a:spLocks noGrp="1"/>
          </p:cNvSpPr>
          <p:nvPr/>
        </p:nvSpPr>
        <p:spPr>
          <a:xfrm>
            <a:off x="5382009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3" name="12_small_7229">
            <a:extLst>
              <a:ext uri="{FF2B5EF4-FFF2-40B4-BE49-F238E27FC236}">
                <a16:creationId xmlns:a16="http://schemas.microsoft.com/office/drawing/2014/main" id="{FE0EC625-C6DB-4C39-A7E5-BC80CD58A2BA}"/>
              </a:ext>
            </a:extLst>
          </p:cNvPr>
          <p:cNvSpPr>
            <a:spLocks noGrp="1"/>
          </p:cNvSpPr>
          <p:nvPr/>
        </p:nvSpPr>
        <p:spPr>
          <a:xfrm>
            <a:off x="5321858" y="342896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4" name="12_small_7230">
            <a:extLst>
              <a:ext uri="{FF2B5EF4-FFF2-40B4-BE49-F238E27FC236}">
                <a16:creationId xmlns:a16="http://schemas.microsoft.com/office/drawing/2014/main" id="{7B73DAA7-0F27-4506-A546-FD7549CC2BC4}"/>
              </a:ext>
            </a:extLst>
          </p:cNvPr>
          <p:cNvSpPr>
            <a:spLocks noGrp="1"/>
          </p:cNvSpPr>
          <p:nvPr/>
        </p:nvSpPr>
        <p:spPr>
          <a:xfrm>
            <a:off x="53046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5" name="12_small_7231">
            <a:extLst>
              <a:ext uri="{FF2B5EF4-FFF2-40B4-BE49-F238E27FC236}">
                <a16:creationId xmlns:a16="http://schemas.microsoft.com/office/drawing/2014/main" id="{B26F3DE8-4744-4B16-95EA-3E275DA3BFA9}"/>
              </a:ext>
            </a:extLst>
          </p:cNvPr>
          <p:cNvSpPr>
            <a:spLocks noGrp="1"/>
          </p:cNvSpPr>
          <p:nvPr/>
        </p:nvSpPr>
        <p:spPr>
          <a:xfrm>
            <a:off x="536583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6" name="12_small_7232">
            <a:extLst>
              <a:ext uri="{FF2B5EF4-FFF2-40B4-BE49-F238E27FC236}">
                <a16:creationId xmlns:a16="http://schemas.microsoft.com/office/drawing/2014/main" id="{22FA9DFE-EE01-4E25-8296-9E57744BF275}"/>
              </a:ext>
            </a:extLst>
          </p:cNvPr>
          <p:cNvSpPr>
            <a:spLocks noGrp="1"/>
          </p:cNvSpPr>
          <p:nvPr/>
        </p:nvSpPr>
        <p:spPr>
          <a:xfrm>
            <a:off x="5384844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7" name="12_small_7233">
            <a:extLst>
              <a:ext uri="{FF2B5EF4-FFF2-40B4-BE49-F238E27FC236}">
                <a16:creationId xmlns:a16="http://schemas.microsoft.com/office/drawing/2014/main" id="{A1DD5377-3F4C-4776-8C1F-B1854453D10A}"/>
              </a:ext>
            </a:extLst>
          </p:cNvPr>
          <p:cNvSpPr>
            <a:spLocks noGrp="1"/>
          </p:cNvSpPr>
          <p:nvPr/>
        </p:nvSpPr>
        <p:spPr>
          <a:xfrm>
            <a:off x="5399619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8" name="12_small_7234">
            <a:extLst>
              <a:ext uri="{FF2B5EF4-FFF2-40B4-BE49-F238E27FC236}">
                <a16:creationId xmlns:a16="http://schemas.microsoft.com/office/drawing/2014/main" id="{A8EC050A-AD24-449C-BA32-513628F3373A}"/>
              </a:ext>
            </a:extLst>
          </p:cNvPr>
          <p:cNvSpPr>
            <a:spLocks noGrp="1"/>
          </p:cNvSpPr>
          <p:nvPr/>
        </p:nvSpPr>
        <p:spPr>
          <a:xfrm>
            <a:off x="536900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69" name="12_small_7235">
            <a:extLst>
              <a:ext uri="{FF2B5EF4-FFF2-40B4-BE49-F238E27FC236}">
                <a16:creationId xmlns:a16="http://schemas.microsoft.com/office/drawing/2014/main" id="{A8F108EC-0755-4F98-9B62-D18392FA57B3}"/>
              </a:ext>
            </a:extLst>
          </p:cNvPr>
          <p:cNvSpPr>
            <a:spLocks noGrp="1"/>
          </p:cNvSpPr>
          <p:nvPr/>
        </p:nvSpPr>
        <p:spPr>
          <a:xfrm>
            <a:off x="532926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0" name="12_small_7236">
            <a:extLst>
              <a:ext uri="{FF2B5EF4-FFF2-40B4-BE49-F238E27FC236}">
                <a16:creationId xmlns:a16="http://schemas.microsoft.com/office/drawing/2014/main" id="{7F21F2AC-7597-48B1-B429-DFD7CBE9739A}"/>
              </a:ext>
            </a:extLst>
          </p:cNvPr>
          <p:cNvSpPr>
            <a:spLocks noGrp="1"/>
          </p:cNvSpPr>
          <p:nvPr/>
        </p:nvSpPr>
        <p:spPr>
          <a:xfrm>
            <a:off x="54229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1" name="12_small_7237">
            <a:extLst>
              <a:ext uri="{FF2B5EF4-FFF2-40B4-BE49-F238E27FC236}">
                <a16:creationId xmlns:a16="http://schemas.microsoft.com/office/drawing/2014/main" id="{46E018E2-8747-486F-BB79-8EE647777292}"/>
              </a:ext>
            </a:extLst>
          </p:cNvPr>
          <p:cNvSpPr>
            <a:spLocks noGrp="1"/>
          </p:cNvSpPr>
          <p:nvPr/>
        </p:nvSpPr>
        <p:spPr>
          <a:xfrm>
            <a:off x="54024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2" name="12_small_7238">
            <a:extLst>
              <a:ext uri="{FF2B5EF4-FFF2-40B4-BE49-F238E27FC236}">
                <a16:creationId xmlns:a16="http://schemas.microsoft.com/office/drawing/2014/main" id="{4E259CA3-7D48-40FB-8F6B-2A16C90730A2}"/>
              </a:ext>
            </a:extLst>
          </p:cNvPr>
          <p:cNvSpPr>
            <a:spLocks noGrp="1"/>
          </p:cNvSpPr>
          <p:nvPr/>
        </p:nvSpPr>
        <p:spPr>
          <a:xfrm>
            <a:off x="543085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3" name="12_small_7239">
            <a:extLst>
              <a:ext uri="{FF2B5EF4-FFF2-40B4-BE49-F238E27FC236}">
                <a16:creationId xmlns:a16="http://schemas.microsoft.com/office/drawing/2014/main" id="{3DB472E0-6A92-41F8-88AA-D2FC4C0CF2DF}"/>
              </a:ext>
            </a:extLst>
          </p:cNvPr>
          <p:cNvSpPr>
            <a:spLocks noGrp="1"/>
          </p:cNvSpPr>
          <p:nvPr/>
        </p:nvSpPr>
        <p:spPr>
          <a:xfrm>
            <a:off x="543084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4" name="12_small_7240">
            <a:extLst>
              <a:ext uri="{FF2B5EF4-FFF2-40B4-BE49-F238E27FC236}">
                <a16:creationId xmlns:a16="http://schemas.microsoft.com/office/drawing/2014/main" id="{B82A33AD-50C4-4EE2-B819-E3314F348FB7}"/>
              </a:ext>
            </a:extLst>
          </p:cNvPr>
          <p:cNvSpPr>
            <a:spLocks noGrp="1"/>
          </p:cNvSpPr>
          <p:nvPr/>
        </p:nvSpPr>
        <p:spPr>
          <a:xfrm>
            <a:off x="535050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5" name="12_small_7241">
            <a:extLst>
              <a:ext uri="{FF2B5EF4-FFF2-40B4-BE49-F238E27FC236}">
                <a16:creationId xmlns:a16="http://schemas.microsoft.com/office/drawing/2014/main" id="{85BF8048-CC21-44EA-932D-9F363A7F0614}"/>
              </a:ext>
            </a:extLst>
          </p:cNvPr>
          <p:cNvSpPr>
            <a:spLocks noGrp="1"/>
          </p:cNvSpPr>
          <p:nvPr/>
        </p:nvSpPr>
        <p:spPr>
          <a:xfrm>
            <a:off x="536401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6" name="12_small_7242">
            <a:extLst>
              <a:ext uri="{FF2B5EF4-FFF2-40B4-BE49-F238E27FC236}">
                <a16:creationId xmlns:a16="http://schemas.microsoft.com/office/drawing/2014/main" id="{A33925B5-A3C4-4992-AD22-E9D2EE827B9B}"/>
              </a:ext>
            </a:extLst>
          </p:cNvPr>
          <p:cNvSpPr>
            <a:spLocks noGrp="1"/>
          </p:cNvSpPr>
          <p:nvPr/>
        </p:nvSpPr>
        <p:spPr>
          <a:xfrm>
            <a:off x="532172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7" name="12_small_7243">
            <a:extLst>
              <a:ext uri="{FF2B5EF4-FFF2-40B4-BE49-F238E27FC236}">
                <a16:creationId xmlns:a16="http://schemas.microsoft.com/office/drawing/2014/main" id="{01C41E23-665F-4A0F-98F3-C3E561F3F5A3}"/>
              </a:ext>
            </a:extLst>
          </p:cNvPr>
          <p:cNvSpPr>
            <a:spLocks noGrp="1"/>
          </p:cNvSpPr>
          <p:nvPr/>
        </p:nvSpPr>
        <p:spPr>
          <a:xfrm>
            <a:off x="6107301" y="292122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8" name="12_small_7244">
            <a:extLst>
              <a:ext uri="{FF2B5EF4-FFF2-40B4-BE49-F238E27FC236}">
                <a16:creationId xmlns:a16="http://schemas.microsoft.com/office/drawing/2014/main" id="{5427A56F-079A-4206-A030-F33C70DFE843}"/>
              </a:ext>
            </a:extLst>
          </p:cNvPr>
          <p:cNvSpPr>
            <a:spLocks noGrp="1"/>
          </p:cNvSpPr>
          <p:nvPr/>
        </p:nvSpPr>
        <p:spPr>
          <a:xfrm>
            <a:off x="621158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79" name="12_small_7245">
            <a:extLst>
              <a:ext uri="{FF2B5EF4-FFF2-40B4-BE49-F238E27FC236}">
                <a16:creationId xmlns:a16="http://schemas.microsoft.com/office/drawing/2014/main" id="{75222006-85C7-41DE-8BC2-3BB84F9A38A6}"/>
              </a:ext>
            </a:extLst>
          </p:cNvPr>
          <p:cNvSpPr>
            <a:spLocks noGrp="1"/>
          </p:cNvSpPr>
          <p:nvPr/>
        </p:nvSpPr>
        <p:spPr>
          <a:xfrm>
            <a:off x="621002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0" name="12_small_7246">
            <a:extLst>
              <a:ext uri="{FF2B5EF4-FFF2-40B4-BE49-F238E27FC236}">
                <a16:creationId xmlns:a16="http://schemas.microsoft.com/office/drawing/2014/main" id="{CC99E80A-D182-4B7F-866E-93E105F44C18}"/>
              </a:ext>
            </a:extLst>
          </p:cNvPr>
          <p:cNvSpPr>
            <a:spLocks noGrp="1"/>
          </p:cNvSpPr>
          <p:nvPr/>
        </p:nvSpPr>
        <p:spPr>
          <a:xfrm>
            <a:off x="613072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1" name="12_small_7247">
            <a:extLst>
              <a:ext uri="{FF2B5EF4-FFF2-40B4-BE49-F238E27FC236}">
                <a16:creationId xmlns:a16="http://schemas.microsoft.com/office/drawing/2014/main" id="{B38322AE-238A-46FD-82BA-F82E13EF4061}"/>
              </a:ext>
            </a:extLst>
          </p:cNvPr>
          <p:cNvSpPr>
            <a:spLocks noGrp="1"/>
          </p:cNvSpPr>
          <p:nvPr/>
        </p:nvSpPr>
        <p:spPr>
          <a:xfrm>
            <a:off x="621290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2" name="12_small_7248">
            <a:extLst>
              <a:ext uri="{FF2B5EF4-FFF2-40B4-BE49-F238E27FC236}">
                <a16:creationId xmlns:a16="http://schemas.microsoft.com/office/drawing/2014/main" id="{889052FC-3F1B-4028-815D-B0D7F380D93F}"/>
              </a:ext>
            </a:extLst>
          </p:cNvPr>
          <p:cNvSpPr>
            <a:spLocks noGrp="1"/>
          </p:cNvSpPr>
          <p:nvPr/>
        </p:nvSpPr>
        <p:spPr>
          <a:xfrm>
            <a:off x="6182523" y="296935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3" name="12_small_7249">
            <a:extLst>
              <a:ext uri="{FF2B5EF4-FFF2-40B4-BE49-F238E27FC236}">
                <a16:creationId xmlns:a16="http://schemas.microsoft.com/office/drawing/2014/main" id="{FE82E2C4-BB9E-4E04-9E0B-4C2E896A2845}"/>
              </a:ext>
            </a:extLst>
          </p:cNvPr>
          <p:cNvSpPr>
            <a:spLocks noGrp="1"/>
          </p:cNvSpPr>
          <p:nvPr/>
        </p:nvSpPr>
        <p:spPr>
          <a:xfrm>
            <a:off x="608996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4" name="12_small_7250">
            <a:extLst>
              <a:ext uri="{FF2B5EF4-FFF2-40B4-BE49-F238E27FC236}">
                <a16:creationId xmlns:a16="http://schemas.microsoft.com/office/drawing/2014/main" id="{F856F7C1-2E07-4D16-A755-DB54E8A43FF3}"/>
              </a:ext>
            </a:extLst>
          </p:cNvPr>
          <p:cNvSpPr>
            <a:spLocks noGrp="1"/>
          </p:cNvSpPr>
          <p:nvPr/>
        </p:nvSpPr>
        <p:spPr>
          <a:xfrm>
            <a:off x="6122235" y="360890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5" name="12_small_7251">
            <a:extLst>
              <a:ext uri="{FF2B5EF4-FFF2-40B4-BE49-F238E27FC236}">
                <a16:creationId xmlns:a16="http://schemas.microsoft.com/office/drawing/2014/main" id="{98B2AAED-2EA2-446D-A8CC-3D7C452E7570}"/>
              </a:ext>
            </a:extLst>
          </p:cNvPr>
          <p:cNvSpPr>
            <a:spLocks noGrp="1"/>
          </p:cNvSpPr>
          <p:nvPr/>
        </p:nvSpPr>
        <p:spPr>
          <a:xfrm>
            <a:off x="6139147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6" name="12_small_7252">
            <a:extLst>
              <a:ext uri="{FF2B5EF4-FFF2-40B4-BE49-F238E27FC236}">
                <a16:creationId xmlns:a16="http://schemas.microsoft.com/office/drawing/2014/main" id="{8785CB52-1D2F-40AC-BD81-DB15F8C2F2D5}"/>
              </a:ext>
            </a:extLst>
          </p:cNvPr>
          <p:cNvSpPr>
            <a:spLocks noGrp="1"/>
          </p:cNvSpPr>
          <p:nvPr/>
        </p:nvSpPr>
        <p:spPr>
          <a:xfrm>
            <a:off x="612396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7" name="12_small_7253">
            <a:extLst>
              <a:ext uri="{FF2B5EF4-FFF2-40B4-BE49-F238E27FC236}">
                <a16:creationId xmlns:a16="http://schemas.microsoft.com/office/drawing/2014/main" id="{092386EB-6301-4636-A137-89C679986419}"/>
              </a:ext>
            </a:extLst>
          </p:cNvPr>
          <p:cNvSpPr>
            <a:spLocks noGrp="1"/>
          </p:cNvSpPr>
          <p:nvPr/>
        </p:nvSpPr>
        <p:spPr>
          <a:xfrm>
            <a:off x="6177813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8" name="12_small_7254">
            <a:extLst>
              <a:ext uri="{FF2B5EF4-FFF2-40B4-BE49-F238E27FC236}">
                <a16:creationId xmlns:a16="http://schemas.microsoft.com/office/drawing/2014/main" id="{C1CC2A96-9AE5-4CC5-A98D-DB4D3A5C2F62}"/>
              </a:ext>
            </a:extLst>
          </p:cNvPr>
          <p:cNvSpPr>
            <a:spLocks noGrp="1"/>
          </p:cNvSpPr>
          <p:nvPr/>
        </p:nvSpPr>
        <p:spPr>
          <a:xfrm>
            <a:off x="6082728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89" name="12_small_7255">
            <a:extLst>
              <a:ext uri="{FF2B5EF4-FFF2-40B4-BE49-F238E27FC236}">
                <a16:creationId xmlns:a16="http://schemas.microsoft.com/office/drawing/2014/main" id="{0220DCD9-332D-4973-B68F-F63CD9C6B41F}"/>
              </a:ext>
            </a:extLst>
          </p:cNvPr>
          <p:cNvSpPr>
            <a:spLocks noGrp="1"/>
          </p:cNvSpPr>
          <p:nvPr/>
        </p:nvSpPr>
        <p:spPr>
          <a:xfrm>
            <a:off x="61231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0" name="12_small_7256">
            <a:extLst>
              <a:ext uri="{FF2B5EF4-FFF2-40B4-BE49-F238E27FC236}">
                <a16:creationId xmlns:a16="http://schemas.microsoft.com/office/drawing/2014/main" id="{EAD8B4B7-D44C-4D2A-9E1D-34B243143326}"/>
              </a:ext>
            </a:extLst>
          </p:cNvPr>
          <p:cNvSpPr>
            <a:spLocks noGrp="1"/>
          </p:cNvSpPr>
          <p:nvPr/>
        </p:nvSpPr>
        <p:spPr>
          <a:xfrm>
            <a:off x="607732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1" name="12_small_7257">
            <a:extLst>
              <a:ext uri="{FF2B5EF4-FFF2-40B4-BE49-F238E27FC236}">
                <a16:creationId xmlns:a16="http://schemas.microsoft.com/office/drawing/2014/main" id="{2AB20D33-761D-48B8-B836-6D92EC5BA6CA}"/>
              </a:ext>
            </a:extLst>
          </p:cNvPr>
          <p:cNvSpPr>
            <a:spLocks noGrp="1"/>
          </p:cNvSpPr>
          <p:nvPr/>
        </p:nvSpPr>
        <p:spPr>
          <a:xfrm>
            <a:off x="62070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2" name="12_small_7258">
            <a:extLst>
              <a:ext uri="{FF2B5EF4-FFF2-40B4-BE49-F238E27FC236}">
                <a16:creationId xmlns:a16="http://schemas.microsoft.com/office/drawing/2014/main" id="{9DF12337-6524-4ABF-8499-9BE4DE02A2EB}"/>
              </a:ext>
            </a:extLst>
          </p:cNvPr>
          <p:cNvSpPr>
            <a:spLocks noGrp="1"/>
          </p:cNvSpPr>
          <p:nvPr/>
        </p:nvSpPr>
        <p:spPr>
          <a:xfrm>
            <a:off x="6099922" y="35576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3" name="12_small_7259">
            <a:extLst>
              <a:ext uri="{FF2B5EF4-FFF2-40B4-BE49-F238E27FC236}">
                <a16:creationId xmlns:a16="http://schemas.microsoft.com/office/drawing/2014/main" id="{15D86528-7CB4-4DAB-A34E-103CD5290C1D}"/>
              </a:ext>
            </a:extLst>
          </p:cNvPr>
          <p:cNvSpPr>
            <a:spLocks noGrp="1"/>
          </p:cNvSpPr>
          <p:nvPr/>
        </p:nvSpPr>
        <p:spPr>
          <a:xfrm>
            <a:off x="6094588" y="347577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4" name="12_small_7260">
            <a:extLst>
              <a:ext uri="{FF2B5EF4-FFF2-40B4-BE49-F238E27FC236}">
                <a16:creationId xmlns:a16="http://schemas.microsoft.com/office/drawing/2014/main" id="{28782034-CB7D-45BC-ADE7-44DA98109F53}"/>
              </a:ext>
            </a:extLst>
          </p:cNvPr>
          <p:cNvSpPr>
            <a:spLocks noGrp="1"/>
          </p:cNvSpPr>
          <p:nvPr/>
        </p:nvSpPr>
        <p:spPr>
          <a:xfrm>
            <a:off x="6143352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5" name="12_small_7261">
            <a:extLst>
              <a:ext uri="{FF2B5EF4-FFF2-40B4-BE49-F238E27FC236}">
                <a16:creationId xmlns:a16="http://schemas.microsoft.com/office/drawing/2014/main" id="{3DA89974-1C29-47CA-811B-6B1B94D82567}"/>
              </a:ext>
            </a:extLst>
          </p:cNvPr>
          <p:cNvSpPr>
            <a:spLocks noGrp="1"/>
          </p:cNvSpPr>
          <p:nvPr/>
        </p:nvSpPr>
        <p:spPr>
          <a:xfrm>
            <a:off x="610042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6" name="12_small_7262">
            <a:extLst>
              <a:ext uri="{FF2B5EF4-FFF2-40B4-BE49-F238E27FC236}">
                <a16:creationId xmlns:a16="http://schemas.microsoft.com/office/drawing/2014/main" id="{0204C7F9-B18C-4118-A8CC-8CF4AEE2B912}"/>
              </a:ext>
            </a:extLst>
          </p:cNvPr>
          <p:cNvSpPr>
            <a:spLocks noGrp="1"/>
          </p:cNvSpPr>
          <p:nvPr/>
        </p:nvSpPr>
        <p:spPr>
          <a:xfrm>
            <a:off x="607137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7" name="12_small_7263">
            <a:extLst>
              <a:ext uri="{FF2B5EF4-FFF2-40B4-BE49-F238E27FC236}">
                <a16:creationId xmlns:a16="http://schemas.microsoft.com/office/drawing/2014/main" id="{E0D39B54-D820-4E20-86B6-BE32A4DF4B5F}"/>
              </a:ext>
            </a:extLst>
          </p:cNvPr>
          <p:cNvSpPr>
            <a:spLocks noGrp="1"/>
          </p:cNvSpPr>
          <p:nvPr/>
        </p:nvSpPr>
        <p:spPr>
          <a:xfrm>
            <a:off x="613579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8" name="12_small_7264">
            <a:extLst>
              <a:ext uri="{FF2B5EF4-FFF2-40B4-BE49-F238E27FC236}">
                <a16:creationId xmlns:a16="http://schemas.microsoft.com/office/drawing/2014/main" id="{C9F15217-3034-4612-8C8F-B3209F8B76D2}"/>
              </a:ext>
            </a:extLst>
          </p:cNvPr>
          <p:cNvSpPr>
            <a:spLocks noGrp="1"/>
          </p:cNvSpPr>
          <p:nvPr/>
        </p:nvSpPr>
        <p:spPr>
          <a:xfrm>
            <a:off x="6126823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299" name="12_small_7265">
            <a:extLst>
              <a:ext uri="{FF2B5EF4-FFF2-40B4-BE49-F238E27FC236}">
                <a16:creationId xmlns:a16="http://schemas.microsoft.com/office/drawing/2014/main" id="{AEC5682C-37EE-4F33-8075-4C2750439E4B}"/>
              </a:ext>
            </a:extLst>
          </p:cNvPr>
          <p:cNvSpPr>
            <a:spLocks noGrp="1"/>
          </p:cNvSpPr>
          <p:nvPr/>
        </p:nvSpPr>
        <p:spPr>
          <a:xfrm>
            <a:off x="6069271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0" name="12_small_7266">
            <a:extLst>
              <a:ext uri="{FF2B5EF4-FFF2-40B4-BE49-F238E27FC236}">
                <a16:creationId xmlns:a16="http://schemas.microsoft.com/office/drawing/2014/main" id="{A1CFB12B-8FAE-4B96-8746-B749A3973578}"/>
              </a:ext>
            </a:extLst>
          </p:cNvPr>
          <p:cNvSpPr>
            <a:spLocks noGrp="1"/>
          </p:cNvSpPr>
          <p:nvPr/>
        </p:nvSpPr>
        <p:spPr>
          <a:xfrm>
            <a:off x="617599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1" name="12_small_7267">
            <a:extLst>
              <a:ext uri="{FF2B5EF4-FFF2-40B4-BE49-F238E27FC236}">
                <a16:creationId xmlns:a16="http://schemas.microsoft.com/office/drawing/2014/main" id="{2B3C7BC1-DBD9-447E-AE95-544201BCE7C9}"/>
              </a:ext>
            </a:extLst>
          </p:cNvPr>
          <p:cNvSpPr>
            <a:spLocks noGrp="1"/>
          </p:cNvSpPr>
          <p:nvPr/>
        </p:nvSpPr>
        <p:spPr>
          <a:xfrm>
            <a:off x="612015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2" name="12_small_7268">
            <a:extLst>
              <a:ext uri="{FF2B5EF4-FFF2-40B4-BE49-F238E27FC236}">
                <a16:creationId xmlns:a16="http://schemas.microsoft.com/office/drawing/2014/main" id="{939D1E3C-77A1-4744-BEEE-EBFECEC9BB53}"/>
              </a:ext>
            </a:extLst>
          </p:cNvPr>
          <p:cNvSpPr>
            <a:spLocks noGrp="1"/>
          </p:cNvSpPr>
          <p:nvPr/>
        </p:nvSpPr>
        <p:spPr>
          <a:xfrm>
            <a:off x="620177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3" name="12_small_7269">
            <a:extLst>
              <a:ext uri="{FF2B5EF4-FFF2-40B4-BE49-F238E27FC236}">
                <a16:creationId xmlns:a16="http://schemas.microsoft.com/office/drawing/2014/main" id="{117F509D-E0DF-4983-A335-3A9A57DABA64}"/>
              </a:ext>
            </a:extLst>
          </p:cNvPr>
          <p:cNvSpPr>
            <a:spLocks noGrp="1"/>
          </p:cNvSpPr>
          <p:nvPr/>
        </p:nvSpPr>
        <p:spPr>
          <a:xfrm>
            <a:off x="611421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4" name="12_small_7270">
            <a:extLst>
              <a:ext uri="{FF2B5EF4-FFF2-40B4-BE49-F238E27FC236}">
                <a16:creationId xmlns:a16="http://schemas.microsoft.com/office/drawing/2014/main" id="{79D1B28F-62F0-4698-A69F-9E196FF94C25}"/>
              </a:ext>
            </a:extLst>
          </p:cNvPr>
          <p:cNvSpPr>
            <a:spLocks noGrp="1"/>
          </p:cNvSpPr>
          <p:nvPr/>
        </p:nvSpPr>
        <p:spPr>
          <a:xfrm>
            <a:off x="617163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5" name="12_small_7271">
            <a:extLst>
              <a:ext uri="{FF2B5EF4-FFF2-40B4-BE49-F238E27FC236}">
                <a16:creationId xmlns:a16="http://schemas.microsoft.com/office/drawing/2014/main" id="{6C15FACD-584A-43D0-B13F-07B407FFCAD8}"/>
              </a:ext>
            </a:extLst>
          </p:cNvPr>
          <p:cNvSpPr>
            <a:spLocks noGrp="1"/>
          </p:cNvSpPr>
          <p:nvPr/>
        </p:nvSpPr>
        <p:spPr>
          <a:xfrm>
            <a:off x="611249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6" name="12_small_7272">
            <a:extLst>
              <a:ext uri="{FF2B5EF4-FFF2-40B4-BE49-F238E27FC236}">
                <a16:creationId xmlns:a16="http://schemas.microsoft.com/office/drawing/2014/main" id="{52C98E1D-82A7-4C6A-A94F-7890FA6C2C39}"/>
              </a:ext>
            </a:extLst>
          </p:cNvPr>
          <p:cNvSpPr>
            <a:spLocks noGrp="1"/>
          </p:cNvSpPr>
          <p:nvPr/>
        </p:nvSpPr>
        <p:spPr>
          <a:xfrm>
            <a:off x="611768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7" name="12_small_7273">
            <a:extLst>
              <a:ext uri="{FF2B5EF4-FFF2-40B4-BE49-F238E27FC236}">
                <a16:creationId xmlns:a16="http://schemas.microsoft.com/office/drawing/2014/main" id="{BA8C4B28-F897-4C25-AE01-BA9B7708E238}"/>
              </a:ext>
            </a:extLst>
          </p:cNvPr>
          <p:cNvSpPr>
            <a:spLocks noGrp="1"/>
          </p:cNvSpPr>
          <p:nvPr/>
        </p:nvSpPr>
        <p:spPr>
          <a:xfrm>
            <a:off x="617621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8" name="12_small_7274">
            <a:extLst>
              <a:ext uri="{FF2B5EF4-FFF2-40B4-BE49-F238E27FC236}">
                <a16:creationId xmlns:a16="http://schemas.microsoft.com/office/drawing/2014/main" id="{AE27B63C-3111-42D8-8DF7-819B72B480F6}"/>
              </a:ext>
            </a:extLst>
          </p:cNvPr>
          <p:cNvSpPr>
            <a:spLocks noGrp="1"/>
          </p:cNvSpPr>
          <p:nvPr/>
        </p:nvSpPr>
        <p:spPr>
          <a:xfrm>
            <a:off x="607653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09" name="12_small_7275">
            <a:extLst>
              <a:ext uri="{FF2B5EF4-FFF2-40B4-BE49-F238E27FC236}">
                <a16:creationId xmlns:a16="http://schemas.microsoft.com/office/drawing/2014/main" id="{A1FE97B5-0BEC-461E-9C6E-9BA9DB2D579F}"/>
              </a:ext>
            </a:extLst>
          </p:cNvPr>
          <p:cNvSpPr>
            <a:spLocks noGrp="1"/>
          </p:cNvSpPr>
          <p:nvPr/>
        </p:nvSpPr>
        <p:spPr>
          <a:xfrm>
            <a:off x="607307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0" name="12_small_7276">
            <a:extLst>
              <a:ext uri="{FF2B5EF4-FFF2-40B4-BE49-F238E27FC236}">
                <a16:creationId xmlns:a16="http://schemas.microsoft.com/office/drawing/2014/main" id="{3F26A3C9-AAE7-46BE-B31B-9EFAF4DDACE1}"/>
              </a:ext>
            </a:extLst>
          </p:cNvPr>
          <p:cNvSpPr>
            <a:spLocks noGrp="1"/>
          </p:cNvSpPr>
          <p:nvPr/>
        </p:nvSpPr>
        <p:spPr>
          <a:xfrm>
            <a:off x="61975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1" name="12_small_7277">
            <a:extLst>
              <a:ext uri="{FF2B5EF4-FFF2-40B4-BE49-F238E27FC236}">
                <a16:creationId xmlns:a16="http://schemas.microsoft.com/office/drawing/2014/main" id="{78B4A563-E1B0-4207-B138-3158456034B8}"/>
              </a:ext>
            </a:extLst>
          </p:cNvPr>
          <p:cNvSpPr>
            <a:spLocks noGrp="1"/>
          </p:cNvSpPr>
          <p:nvPr/>
        </p:nvSpPr>
        <p:spPr>
          <a:xfrm>
            <a:off x="6072421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2" name="12_small_7278">
            <a:extLst>
              <a:ext uri="{FF2B5EF4-FFF2-40B4-BE49-F238E27FC236}">
                <a16:creationId xmlns:a16="http://schemas.microsoft.com/office/drawing/2014/main" id="{031DC2BB-7DDB-44B9-9DD9-813D4859DACE}"/>
              </a:ext>
            </a:extLst>
          </p:cNvPr>
          <p:cNvSpPr>
            <a:spLocks noGrp="1"/>
          </p:cNvSpPr>
          <p:nvPr/>
        </p:nvSpPr>
        <p:spPr>
          <a:xfrm>
            <a:off x="611929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3" name="12_small_7279">
            <a:extLst>
              <a:ext uri="{FF2B5EF4-FFF2-40B4-BE49-F238E27FC236}">
                <a16:creationId xmlns:a16="http://schemas.microsoft.com/office/drawing/2014/main" id="{BDC7D1D1-3E51-44C5-8C4E-C0A24EC06959}"/>
              </a:ext>
            </a:extLst>
          </p:cNvPr>
          <p:cNvSpPr>
            <a:spLocks noGrp="1"/>
          </p:cNvSpPr>
          <p:nvPr/>
        </p:nvSpPr>
        <p:spPr>
          <a:xfrm>
            <a:off x="613613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4" name="12_small_7280">
            <a:extLst>
              <a:ext uri="{FF2B5EF4-FFF2-40B4-BE49-F238E27FC236}">
                <a16:creationId xmlns:a16="http://schemas.microsoft.com/office/drawing/2014/main" id="{4FC4F5F7-5607-4089-96E9-265CB42289FD}"/>
              </a:ext>
            </a:extLst>
          </p:cNvPr>
          <p:cNvSpPr>
            <a:spLocks noGrp="1"/>
          </p:cNvSpPr>
          <p:nvPr/>
        </p:nvSpPr>
        <p:spPr>
          <a:xfrm>
            <a:off x="6087522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5" name="12_small_7281">
            <a:extLst>
              <a:ext uri="{FF2B5EF4-FFF2-40B4-BE49-F238E27FC236}">
                <a16:creationId xmlns:a16="http://schemas.microsoft.com/office/drawing/2014/main" id="{FE2044AF-B12B-4E78-8E8A-E24F22604802}"/>
              </a:ext>
            </a:extLst>
          </p:cNvPr>
          <p:cNvSpPr>
            <a:spLocks noGrp="1"/>
          </p:cNvSpPr>
          <p:nvPr/>
        </p:nvSpPr>
        <p:spPr>
          <a:xfrm>
            <a:off x="611902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6" name="12_small_7282">
            <a:extLst>
              <a:ext uri="{FF2B5EF4-FFF2-40B4-BE49-F238E27FC236}">
                <a16:creationId xmlns:a16="http://schemas.microsoft.com/office/drawing/2014/main" id="{F95BB025-DC98-43E9-B6A1-9CAC836B59A4}"/>
              </a:ext>
            </a:extLst>
          </p:cNvPr>
          <p:cNvSpPr>
            <a:spLocks noGrp="1"/>
          </p:cNvSpPr>
          <p:nvPr/>
        </p:nvSpPr>
        <p:spPr>
          <a:xfrm>
            <a:off x="6111479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7" name="12_small_7283">
            <a:extLst>
              <a:ext uri="{FF2B5EF4-FFF2-40B4-BE49-F238E27FC236}">
                <a16:creationId xmlns:a16="http://schemas.microsoft.com/office/drawing/2014/main" id="{159C1698-493F-4E3C-A50E-87A32279E9D1}"/>
              </a:ext>
            </a:extLst>
          </p:cNvPr>
          <p:cNvSpPr>
            <a:spLocks noGrp="1"/>
          </p:cNvSpPr>
          <p:nvPr/>
        </p:nvSpPr>
        <p:spPr>
          <a:xfrm>
            <a:off x="6202009" y="349216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8" name="12_small_7284">
            <a:extLst>
              <a:ext uri="{FF2B5EF4-FFF2-40B4-BE49-F238E27FC236}">
                <a16:creationId xmlns:a16="http://schemas.microsoft.com/office/drawing/2014/main" id="{AE6B5682-64F1-44CB-8372-804E8F858D5A}"/>
              </a:ext>
            </a:extLst>
          </p:cNvPr>
          <p:cNvSpPr>
            <a:spLocks noGrp="1"/>
          </p:cNvSpPr>
          <p:nvPr/>
        </p:nvSpPr>
        <p:spPr>
          <a:xfrm>
            <a:off x="6152713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19" name="12_small_7285">
            <a:extLst>
              <a:ext uri="{FF2B5EF4-FFF2-40B4-BE49-F238E27FC236}">
                <a16:creationId xmlns:a16="http://schemas.microsoft.com/office/drawing/2014/main" id="{363C28D9-4E8B-40DF-A617-559CD4B63A31}"/>
              </a:ext>
            </a:extLst>
          </p:cNvPr>
          <p:cNvSpPr>
            <a:spLocks noGrp="1"/>
          </p:cNvSpPr>
          <p:nvPr/>
        </p:nvSpPr>
        <p:spPr>
          <a:xfrm>
            <a:off x="6149598" y="327097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0" name="12_small_7286">
            <a:extLst>
              <a:ext uri="{FF2B5EF4-FFF2-40B4-BE49-F238E27FC236}">
                <a16:creationId xmlns:a16="http://schemas.microsoft.com/office/drawing/2014/main" id="{B777212A-B6F6-4427-9594-D0A21A71B08E}"/>
              </a:ext>
            </a:extLst>
          </p:cNvPr>
          <p:cNvSpPr>
            <a:spLocks noGrp="1"/>
          </p:cNvSpPr>
          <p:nvPr/>
        </p:nvSpPr>
        <p:spPr>
          <a:xfrm>
            <a:off x="619012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1" name="12_small_7287">
            <a:extLst>
              <a:ext uri="{FF2B5EF4-FFF2-40B4-BE49-F238E27FC236}">
                <a16:creationId xmlns:a16="http://schemas.microsoft.com/office/drawing/2014/main" id="{4E8E951C-9C57-48B8-89AB-88638E8A1BE5}"/>
              </a:ext>
            </a:extLst>
          </p:cNvPr>
          <p:cNvSpPr>
            <a:spLocks noGrp="1"/>
          </p:cNvSpPr>
          <p:nvPr/>
        </p:nvSpPr>
        <p:spPr>
          <a:xfrm>
            <a:off x="612988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2" name="12_small_7288">
            <a:extLst>
              <a:ext uri="{FF2B5EF4-FFF2-40B4-BE49-F238E27FC236}">
                <a16:creationId xmlns:a16="http://schemas.microsoft.com/office/drawing/2014/main" id="{4E72E589-7320-4DA1-A382-64D375566219}"/>
              </a:ext>
            </a:extLst>
          </p:cNvPr>
          <p:cNvSpPr>
            <a:spLocks noGrp="1"/>
          </p:cNvSpPr>
          <p:nvPr/>
        </p:nvSpPr>
        <p:spPr>
          <a:xfrm>
            <a:off x="620519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3" name="12_small_7289">
            <a:extLst>
              <a:ext uri="{FF2B5EF4-FFF2-40B4-BE49-F238E27FC236}">
                <a16:creationId xmlns:a16="http://schemas.microsoft.com/office/drawing/2014/main" id="{1BE483D3-11FB-4C64-9471-5F336739BC9F}"/>
              </a:ext>
            </a:extLst>
          </p:cNvPr>
          <p:cNvSpPr>
            <a:spLocks noGrp="1"/>
          </p:cNvSpPr>
          <p:nvPr/>
        </p:nvSpPr>
        <p:spPr>
          <a:xfrm>
            <a:off x="617254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4" name="12_small_7290">
            <a:extLst>
              <a:ext uri="{FF2B5EF4-FFF2-40B4-BE49-F238E27FC236}">
                <a16:creationId xmlns:a16="http://schemas.microsoft.com/office/drawing/2014/main" id="{3B057D6D-CA3E-4EF9-8227-8AAF2BA45400}"/>
              </a:ext>
            </a:extLst>
          </p:cNvPr>
          <p:cNvSpPr>
            <a:spLocks noGrp="1"/>
          </p:cNvSpPr>
          <p:nvPr/>
        </p:nvSpPr>
        <p:spPr>
          <a:xfrm>
            <a:off x="6104441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5" name="12_small_7291">
            <a:extLst>
              <a:ext uri="{FF2B5EF4-FFF2-40B4-BE49-F238E27FC236}">
                <a16:creationId xmlns:a16="http://schemas.microsoft.com/office/drawing/2014/main" id="{CC38CD27-4A00-46B9-A74B-A2CF52F37075}"/>
              </a:ext>
            </a:extLst>
          </p:cNvPr>
          <p:cNvSpPr>
            <a:spLocks noGrp="1"/>
          </p:cNvSpPr>
          <p:nvPr/>
        </p:nvSpPr>
        <p:spPr>
          <a:xfrm>
            <a:off x="6067103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6" name="12_small_7292">
            <a:extLst>
              <a:ext uri="{FF2B5EF4-FFF2-40B4-BE49-F238E27FC236}">
                <a16:creationId xmlns:a16="http://schemas.microsoft.com/office/drawing/2014/main" id="{ACE6DC60-221A-476C-8D7B-18024EAA8DDB}"/>
              </a:ext>
            </a:extLst>
          </p:cNvPr>
          <p:cNvSpPr>
            <a:spLocks noGrp="1"/>
          </p:cNvSpPr>
          <p:nvPr/>
        </p:nvSpPr>
        <p:spPr>
          <a:xfrm>
            <a:off x="619258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7" name="12_small_7293">
            <a:extLst>
              <a:ext uri="{FF2B5EF4-FFF2-40B4-BE49-F238E27FC236}">
                <a16:creationId xmlns:a16="http://schemas.microsoft.com/office/drawing/2014/main" id="{A2C82E69-95E3-41C9-8BC8-05947382E70D}"/>
              </a:ext>
            </a:extLst>
          </p:cNvPr>
          <p:cNvSpPr>
            <a:spLocks noGrp="1"/>
          </p:cNvSpPr>
          <p:nvPr/>
        </p:nvSpPr>
        <p:spPr>
          <a:xfrm>
            <a:off x="6208407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8" name="12_small_7294">
            <a:extLst>
              <a:ext uri="{FF2B5EF4-FFF2-40B4-BE49-F238E27FC236}">
                <a16:creationId xmlns:a16="http://schemas.microsoft.com/office/drawing/2014/main" id="{3E1FFDEE-581B-45E6-AC46-DC46AE3D2A13}"/>
              </a:ext>
            </a:extLst>
          </p:cNvPr>
          <p:cNvSpPr>
            <a:spLocks noGrp="1"/>
          </p:cNvSpPr>
          <p:nvPr/>
        </p:nvSpPr>
        <p:spPr>
          <a:xfrm>
            <a:off x="614371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29" name="12_small_7295">
            <a:extLst>
              <a:ext uri="{FF2B5EF4-FFF2-40B4-BE49-F238E27FC236}">
                <a16:creationId xmlns:a16="http://schemas.microsoft.com/office/drawing/2014/main" id="{16DD88C5-B693-4420-8B36-9BE8BFA83751}"/>
              </a:ext>
            </a:extLst>
          </p:cNvPr>
          <p:cNvSpPr>
            <a:spLocks noGrp="1"/>
          </p:cNvSpPr>
          <p:nvPr/>
        </p:nvSpPr>
        <p:spPr>
          <a:xfrm>
            <a:off x="618780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0" name="12_small_7296">
            <a:extLst>
              <a:ext uri="{FF2B5EF4-FFF2-40B4-BE49-F238E27FC236}">
                <a16:creationId xmlns:a16="http://schemas.microsoft.com/office/drawing/2014/main" id="{37E9752E-207D-4420-9E81-CED1C8BFD357}"/>
              </a:ext>
            </a:extLst>
          </p:cNvPr>
          <p:cNvSpPr>
            <a:spLocks noGrp="1"/>
          </p:cNvSpPr>
          <p:nvPr/>
        </p:nvSpPr>
        <p:spPr>
          <a:xfrm>
            <a:off x="6182452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1" name="12_small_7297">
            <a:extLst>
              <a:ext uri="{FF2B5EF4-FFF2-40B4-BE49-F238E27FC236}">
                <a16:creationId xmlns:a16="http://schemas.microsoft.com/office/drawing/2014/main" id="{E44309D0-86E5-4B5D-9F06-89EE5C5C7B19}"/>
              </a:ext>
            </a:extLst>
          </p:cNvPr>
          <p:cNvSpPr>
            <a:spLocks noGrp="1"/>
          </p:cNvSpPr>
          <p:nvPr/>
        </p:nvSpPr>
        <p:spPr>
          <a:xfrm>
            <a:off x="609024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2" name="12_small_7298">
            <a:extLst>
              <a:ext uri="{FF2B5EF4-FFF2-40B4-BE49-F238E27FC236}">
                <a16:creationId xmlns:a16="http://schemas.microsoft.com/office/drawing/2014/main" id="{1C4E5314-E393-4EB1-AED1-48C83D49C232}"/>
              </a:ext>
            </a:extLst>
          </p:cNvPr>
          <p:cNvSpPr>
            <a:spLocks noGrp="1"/>
          </p:cNvSpPr>
          <p:nvPr/>
        </p:nvSpPr>
        <p:spPr>
          <a:xfrm>
            <a:off x="615098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3" name="12_small_7299">
            <a:extLst>
              <a:ext uri="{FF2B5EF4-FFF2-40B4-BE49-F238E27FC236}">
                <a16:creationId xmlns:a16="http://schemas.microsoft.com/office/drawing/2014/main" id="{C2E0205B-D5FC-4467-AD80-8CF1F9D40F54}"/>
              </a:ext>
            </a:extLst>
          </p:cNvPr>
          <p:cNvSpPr>
            <a:spLocks noGrp="1"/>
          </p:cNvSpPr>
          <p:nvPr/>
        </p:nvSpPr>
        <p:spPr>
          <a:xfrm>
            <a:off x="615526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4" name="12_small_7300">
            <a:extLst>
              <a:ext uri="{FF2B5EF4-FFF2-40B4-BE49-F238E27FC236}">
                <a16:creationId xmlns:a16="http://schemas.microsoft.com/office/drawing/2014/main" id="{6B9C8E50-9433-4D29-8F74-A60D351CB2B7}"/>
              </a:ext>
            </a:extLst>
          </p:cNvPr>
          <p:cNvSpPr>
            <a:spLocks noGrp="1"/>
          </p:cNvSpPr>
          <p:nvPr/>
        </p:nvSpPr>
        <p:spPr>
          <a:xfrm>
            <a:off x="6191736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5" name="12_small_7301">
            <a:extLst>
              <a:ext uri="{FF2B5EF4-FFF2-40B4-BE49-F238E27FC236}">
                <a16:creationId xmlns:a16="http://schemas.microsoft.com/office/drawing/2014/main" id="{B39C01A8-F0F0-4F9E-9630-64CD15963FC9}"/>
              </a:ext>
            </a:extLst>
          </p:cNvPr>
          <p:cNvSpPr>
            <a:spLocks noGrp="1"/>
          </p:cNvSpPr>
          <p:nvPr/>
        </p:nvSpPr>
        <p:spPr>
          <a:xfrm>
            <a:off x="620367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6" name="12_small_7302">
            <a:extLst>
              <a:ext uri="{FF2B5EF4-FFF2-40B4-BE49-F238E27FC236}">
                <a16:creationId xmlns:a16="http://schemas.microsoft.com/office/drawing/2014/main" id="{50A65CC4-729E-4CAF-838F-FA79179B0C2F}"/>
              </a:ext>
            </a:extLst>
          </p:cNvPr>
          <p:cNvSpPr>
            <a:spLocks noGrp="1"/>
          </p:cNvSpPr>
          <p:nvPr/>
        </p:nvSpPr>
        <p:spPr>
          <a:xfrm>
            <a:off x="6196675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7" name="12_small_7303">
            <a:extLst>
              <a:ext uri="{FF2B5EF4-FFF2-40B4-BE49-F238E27FC236}">
                <a16:creationId xmlns:a16="http://schemas.microsoft.com/office/drawing/2014/main" id="{B2CD9F56-89B0-44A5-9F92-D5AF216F4549}"/>
              </a:ext>
            </a:extLst>
          </p:cNvPr>
          <p:cNvSpPr>
            <a:spLocks noGrp="1"/>
          </p:cNvSpPr>
          <p:nvPr/>
        </p:nvSpPr>
        <p:spPr>
          <a:xfrm>
            <a:off x="613843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8" name="12_small_7304">
            <a:extLst>
              <a:ext uri="{FF2B5EF4-FFF2-40B4-BE49-F238E27FC236}">
                <a16:creationId xmlns:a16="http://schemas.microsoft.com/office/drawing/2014/main" id="{083911D1-51DB-4EE0-993E-41E57163E187}"/>
              </a:ext>
            </a:extLst>
          </p:cNvPr>
          <p:cNvSpPr>
            <a:spLocks noGrp="1"/>
          </p:cNvSpPr>
          <p:nvPr/>
        </p:nvSpPr>
        <p:spPr>
          <a:xfrm>
            <a:off x="6182656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39" name="12_small_7305">
            <a:extLst>
              <a:ext uri="{FF2B5EF4-FFF2-40B4-BE49-F238E27FC236}">
                <a16:creationId xmlns:a16="http://schemas.microsoft.com/office/drawing/2014/main" id="{5A780FFF-62C5-431B-A33B-1518AC81EF44}"/>
              </a:ext>
            </a:extLst>
          </p:cNvPr>
          <p:cNvSpPr>
            <a:spLocks noGrp="1"/>
          </p:cNvSpPr>
          <p:nvPr/>
        </p:nvSpPr>
        <p:spPr>
          <a:xfrm>
            <a:off x="6163259" y="34552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0" name="12_small_7306">
            <a:extLst>
              <a:ext uri="{FF2B5EF4-FFF2-40B4-BE49-F238E27FC236}">
                <a16:creationId xmlns:a16="http://schemas.microsoft.com/office/drawing/2014/main" id="{F7D865A7-0CAA-4CD9-9FE3-1339973FDCBE}"/>
              </a:ext>
            </a:extLst>
          </p:cNvPr>
          <p:cNvSpPr>
            <a:spLocks noGrp="1"/>
          </p:cNvSpPr>
          <p:nvPr/>
        </p:nvSpPr>
        <p:spPr>
          <a:xfrm>
            <a:off x="6103108" y="342896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1" name="12_small_7307">
            <a:extLst>
              <a:ext uri="{FF2B5EF4-FFF2-40B4-BE49-F238E27FC236}">
                <a16:creationId xmlns:a16="http://schemas.microsoft.com/office/drawing/2014/main" id="{9AE9D045-ACC9-4BD0-9F32-1BB6504D1D82}"/>
              </a:ext>
            </a:extLst>
          </p:cNvPr>
          <p:cNvSpPr>
            <a:spLocks noGrp="1"/>
          </p:cNvSpPr>
          <p:nvPr/>
        </p:nvSpPr>
        <p:spPr>
          <a:xfrm>
            <a:off x="60858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2" name="12_small_7308">
            <a:extLst>
              <a:ext uri="{FF2B5EF4-FFF2-40B4-BE49-F238E27FC236}">
                <a16:creationId xmlns:a16="http://schemas.microsoft.com/office/drawing/2014/main" id="{D1834A5F-6A59-418B-A6CD-86F02EF3C1FC}"/>
              </a:ext>
            </a:extLst>
          </p:cNvPr>
          <p:cNvSpPr>
            <a:spLocks noGrp="1"/>
          </p:cNvSpPr>
          <p:nvPr/>
        </p:nvSpPr>
        <p:spPr>
          <a:xfrm>
            <a:off x="614708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3" name="12_small_7309">
            <a:extLst>
              <a:ext uri="{FF2B5EF4-FFF2-40B4-BE49-F238E27FC236}">
                <a16:creationId xmlns:a16="http://schemas.microsoft.com/office/drawing/2014/main" id="{8821CD51-4C87-4411-8AF7-C4B38C12B1C0}"/>
              </a:ext>
            </a:extLst>
          </p:cNvPr>
          <p:cNvSpPr>
            <a:spLocks noGrp="1"/>
          </p:cNvSpPr>
          <p:nvPr/>
        </p:nvSpPr>
        <p:spPr>
          <a:xfrm>
            <a:off x="6166094" y="339385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4" name="12_small_7310">
            <a:extLst>
              <a:ext uri="{FF2B5EF4-FFF2-40B4-BE49-F238E27FC236}">
                <a16:creationId xmlns:a16="http://schemas.microsoft.com/office/drawing/2014/main" id="{B896FB49-A0BC-4E6D-B09B-3FD0233CE3FB}"/>
              </a:ext>
            </a:extLst>
          </p:cNvPr>
          <p:cNvSpPr>
            <a:spLocks noGrp="1"/>
          </p:cNvSpPr>
          <p:nvPr/>
        </p:nvSpPr>
        <p:spPr>
          <a:xfrm>
            <a:off x="6180869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5" name="12_small_7311">
            <a:extLst>
              <a:ext uri="{FF2B5EF4-FFF2-40B4-BE49-F238E27FC236}">
                <a16:creationId xmlns:a16="http://schemas.microsoft.com/office/drawing/2014/main" id="{C8F2EED2-E25E-4E41-9219-272F2D65817B}"/>
              </a:ext>
            </a:extLst>
          </p:cNvPr>
          <p:cNvSpPr>
            <a:spLocks noGrp="1"/>
          </p:cNvSpPr>
          <p:nvPr/>
        </p:nvSpPr>
        <p:spPr>
          <a:xfrm>
            <a:off x="6150255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6" name="12_small_7312">
            <a:extLst>
              <a:ext uri="{FF2B5EF4-FFF2-40B4-BE49-F238E27FC236}">
                <a16:creationId xmlns:a16="http://schemas.microsoft.com/office/drawing/2014/main" id="{67FB8F34-3453-4008-859A-9E074DAFAF9A}"/>
              </a:ext>
            </a:extLst>
          </p:cNvPr>
          <p:cNvSpPr>
            <a:spLocks noGrp="1"/>
          </p:cNvSpPr>
          <p:nvPr/>
        </p:nvSpPr>
        <p:spPr>
          <a:xfrm>
            <a:off x="611051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7" name="12_small_7313">
            <a:extLst>
              <a:ext uri="{FF2B5EF4-FFF2-40B4-BE49-F238E27FC236}">
                <a16:creationId xmlns:a16="http://schemas.microsoft.com/office/drawing/2014/main" id="{FF411F74-B257-4F73-8130-DFC99DEFD2C5}"/>
              </a:ext>
            </a:extLst>
          </p:cNvPr>
          <p:cNvSpPr>
            <a:spLocks noGrp="1"/>
          </p:cNvSpPr>
          <p:nvPr/>
        </p:nvSpPr>
        <p:spPr>
          <a:xfrm>
            <a:off x="620421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8" name="12_small_7314">
            <a:extLst>
              <a:ext uri="{FF2B5EF4-FFF2-40B4-BE49-F238E27FC236}">
                <a16:creationId xmlns:a16="http://schemas.microsoft.com/office/drawing/2014/main" id="{032CB079-B37D-43DD-AE76-1FA3CD20ED62}"/>
              </a:ext>
            </a:extLst>
          </p:cNvPr>
          <p:cNvSpPr>
            <a:spLocks noGrp="1"/>
          </p:cNvSpPr>
          <p:nvPr/>
        </p:nvSpPr>
        <p:spPr>
          <a:xfrm>
            <a:off x="6183667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49" name="12_small_7315">
            <a:extLst>
              <a:ext uri="{FF2B5EF4-FFF2-40B4-BE49-F238E27FC236}">
                <a16:creationId xmlns:a16="http://schemas.microsoft.com/office/drawing/2014/main" id="{1F03E292-7C29-472F-85D7-06F0253F2ADF}"/>
              </a:ext>
            </a:extLst>
          </p:cNvPr>
          <p:cNvSpPr>
            <a:spLocks noGrp="1"/>
          </p:cNvSpPr>
          <p:nvPr/>
        </p:nvSpPr>
        <p:spPr>
          <a:xfrm>
            <a:off x="6212104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0" name="12_small_7316">
            <a:extLst>
              <a:ext uri="{FF2B5EF4-FFF2-40B4-BE49-F238E27FC236}">
                <a16:creationId xmlns:a16="http://schemas.microsoft.com/office/drawing/2014/main" id="{DD7537A5-6B1B-4153-B5E0-43C1ACD6A554}"/>
              </a:ext>
            </a:extLst>
          </p:cNvPr>
          <p:cNvSpPr>
            <a:spLocks noGrp="1"/>
          </p:cNvSpPr>
          <p:nvPr/>
        </p:nvSpPr>
        <p:spPr>
          <a:xfrm>
            <a:off x="6212094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1" name="12_small_7317">
            <a:extLst>
              <a:ext uri="{FF2B5EF4-FFF2-40B4-BE49-F238E27FC236}">
                <a16:creationId xmlns:a16="http://schemas.microsoft.com/office/drawing/2014/main" id="{713D4B4C-9074-4EBA-9C01-90FF1770F3F6}"/>
              </a:ext>
            </a:extLst>
          </p:cNvPr>
          <p:cNvSpPr>
            <a:spLocks noGrp="1"/>
          </p:cNvSpPr>
          <p:nvPr/>
        </p:nvSpPr>
        <p:spPr>
          <a:xfrm>
            <a:off x="6131750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2" name="12_small_7318">
            <a:extLst>
              <a:ext uri="{FF2B5EF4-FFF2-40B4-BE49-F238E27FC236}">
                <a16:creationId xmlns:a16="http://schemas.microsoft.com/office/drawing/2014/main" id="{4EAA554F-E8F7-4D28-9A7E-AEEDCC077B14}"/>
              </a:ext>
            </a:extLst>
          </p:cNvPr>
          <p:cNvSpPr>
            <a:spLocks noGrp="1"/>
          </p:cNvSpPr>
          <p:nvPr/>
        </p:nvSpPr>
        <p:spPr>
          <a:xfrm>
            <a:off x="6145268" y="290232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3" name="12_small_7319">
            <a:extLst>
              <a:ext uri="{FF2B5EF4-FFF2-40B4-BE49-F238E27FC236}">
                <a16:creationId xmlns:a16="http://schemas.microsoft.com/office/drawing/2014/main" id="{566C0277-847E-4D0B-8151-CA8C70726EE6}"/>
              </a:ext>
            </a:extLst>
          </p:cNvPr>
          <p:cNvSpPr>
            <a:spLocks noGrp="1"/>
          </p:cNvSpPr>
          <p:nvPr/>
        </p:nvSpPr>
        <p:spPr>
          <a:xfrm>
            <a:off x="6102973" y="363962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54" name="12_small_7320">
            <a:extLst>
              <a:ext uri="{FF2B5EF4-FFF2-40B4-BE49-F238E27FC236}">
                <a16:creationId xmlns:a16="http://schemas.microsoft.com/office/drawing/2014/main" id="{EEC77403-DE61-488E-AB83-E0D82E121247}"/>
              </a:ext>
            </a:extLst>
          </p:cNvPr>
          <p:cNvSpPr>
            <a:spLocks noGrp="1"/>
          </p:cNvSpPr>
          <p:nvPr/>
        </p:nvSpPr>
        <p:spPr>
          <a:xfrm>
            <a:off x="3786750" y="2879658"/>
            <a:ext cx="191" cy="811027"/>
          </a:xfrm>
          <a:custGeom>
            <a:avLst/>
            <a:gdLst/>
            <a:ahLst/>
            <a:cxnLst/>
            <a:rect l="0" t="0" r="0" b="0"/>
            <a:pathLst>
              <a:path w="191" h="811027">
                <a:moveTo>
                  <a:pt x="0" y="811027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355" name="12_small_7321">
            <a:extLst>
              <a:ext uri="{FF2B5EF4-FFF2-40B4-BE49-F238E27FC236}">
                <a16:creationId xmlns:a16="http://schemas.microsoft.com/office/drawing/2014/main" id="{3C9543AE-EB46-4DF5-84C6-353B0F7202F1}"/>
              </a:ext>
            </a:extLst>
          </p:cNvPr>
          <p:cNvSpPr>
            <a:spLocks noGrp="1"/>
          </p:cNvSpPr>
          <p:nvPr/>
        </p:nvSpPr>
        <p:spPr>
          <a:xfrm>
            <a:off x="3786750" y="3690684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356" name="text_7322">
            <a:extLst>
              <a:ext uri="{FF2B5EF4-FFF2-40B4-BE49-F238E27FC236}">
                <a16:creationId xmlns:a16="http://schemas.microsoft.com/office/drawing/2014/main" id="{977D3CD5-33FD-4C10-B400-EED095199A90}"/>
              </a:ext>
            </a:extLst>
          </p:cNvPr>
          <p:cNvSpPr>
            <a:spLocks noGrp="1"/>
          </p:cNvSpPr>
          <p:nvPr/>
        </p:nvSpPr>
        <p:spPr>
          <a:xfrm>
            <a:off x="3432375" y="2764799"/>
            <a:ext cx="90297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d</a:t>
            </a:r>
          </a:p>
        </p:txBody>
      </p:sp>
      <p:sp>
        <p:nvSpPr>
          <p:cNvPr id="1357" name="text_7323">
            <a:extLst>
              <a:ext uri="{FF2B5EF4-FFF2-40B4-BE49-F238E27FC236}">
                <a16:creationId xmlns:a16="http://schemas.microsoft.com/office/drawing/2014/main" id="{70E1B3BE-589C-4BBD-A4A8-3C6771F49E43}"/>
              </a:ext>
            </a:extLst>
          </p:cNvPr>
          <p:cNvSpPr>
            <a:spLocks noGrp="1"/>
          </p:cNvSpPr>
          <p:nvPr/>
        </p:nvSpPr>
        <p:spPr>
          <a:xfrm>
            <a:off x="3786750" y="2680077"/>
            <a:ext cx="1269267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Top-1 · RMSD &lt;3 Å · CA2</a:t>
            </a:r>
          </a:p>
        </p:txBody>
      </p:sp>
      <p:sp>
        <p:nvSpPr>
          <p:cNvPr id="1358" name="12_small_7324">
            <a:extLst>
              <a:ext uri="{FF2B5EF4-FFF2-40B4-BE49-F238E27FC236}">
                <a16:creationId xmlns:a16="http://schemas.microsoft.com/office/drawing/2014/main" id="{2D323174-2147-4328-8903-3C7E7CBB212E}"/>
              </a:ext>
            </a:extLst>
          </p:cNvPr>
          <p:cNvSpPr>
            <a:spLocks noGrp="1"/>
          </p:cNvSpPr>
          <p:nvPr/>
        </p:nvSpPr>
        <p:spPr>
          <a:xfrm>
            <a:off x="3810188" y="3262885"/>
            <a:ext cx="2343750" cy="390935"/>
          </a:xfrm>
          <a:custGeom>
            <a:avLst/>
            <a:gdLst/>
            <a:ahLst/>
            <a:cxnLst/>
            <a:rect l="0" t="0" r="0" b="0"/>
            <a:pathLst>
              <a:path w="2343750" h="390935">
                <a:moveTo>
                  <a:pt x="0" y="390935"/>
                </a:moveTo>
                <a:lnTo>
                  <a:pt x="65104" y="389666"/>
                </a:lnTo>
                <a:lnTo>
                  <a:pt x="65104" y="388868"/>
                </a:lnTo>
                <a:lnTo>
                  <a:pt x="71023" y="388746"/>
                </a:lnTo>
                <a:lnTo>
                  <a:pt x="71023" y="387005"/>
                </a:lnTo>
                <a:lnTo>
                  <a:pt x="86806" y="385924"/>
                </a:lnTo>
                <a:lnTo>
                  <a:pt x="86806" y="385392"/>
                </a:lnTo>
                <a:lnTo>
                  <a:pt x="130208" y="384502"/>
                </a:lnTo>
                <a:lnTo>
                  <a:pt x="130208" y="374538"/>
                </a:lnTo>
                <a:lnTo>
                  <a:pt x="142045" y="374416"/>
                </a:lnTo>
                <a:lnTo>
                  <a:pt x="142045" y="372675"/>
                </a:lnTo>
                <a:lnTo>
                  <a:pt x="156250" y="372552"/>
                </a:lnTo>
                <a:lnTo>
                  <a:pt x="156250" y="367764"/>
                </a:lnTo>
                <a:lnTo>
                  <a:pt x="195312" y="367396"/>
                </a:lnTo>
                <a:lnTo>
                  <a:pt x="195312" y="353033"/>
                </a:lnTo>
                <a:lnTo>
                  <a:pt x="213068" y="352788"/>
                </a:lnTo>
                <a:lnTo>
                  <a:pt x="213068" y="351047"/>
                </a:lnTo>
                <a:lnTo>
                  <a:pt x="223214" y="350392"/>
                </a:lnTo>
                <a:lnTo>
                  <a:pt x="223214" y="349024"/>
                </a:lnTo>
                <a:lnTo>
                  <a:pt x="260417" y="347698"/>
                </a:lnTo>
                <a:lnTo>
                  <a:pt x="260417" y="338000"/>
                </a:lnTo>
                <a:lnTo>
                  <a:pt x="310497" y="336639"/>
                </a:lnTo>
                <a:lnTo>
                  <a:pt x="310497" y="336516"/>
                </a:lnTo>
                <a:lnTo>
                  <a:pt x="312500" y="336516"/>
                </a:lnTo>
                <a:lnTo>
                  <a:pt x="312500" y="331728"/>
                </a:lnTo>
                <a:lnTo>
                  <a:pt x="334821" y="331483"/>
                </a:lnTo>
                <a:lnTo>
                  <a:pt x="334821" y="329431"/>
                </a:lnTo>
                <a:lnTo>
                  <a:pt x="355114" y="328653"/>
                </a:lnTo>
                <a:lnTo>
                  <a:pt x="355114" y="326912"/>
                </a:lnTo>
                <a:lnTo>
                  <a:pt x="390625" y="326544"/>
                </a:lnTo>
                <a:lnTo>
                  <a:pt x="390625" y="268012"/>
                </a:lnTo>
                <a:lnTo>
                  <a:pt x="426136" y="267644"/>
                </a:lnTo>
                <a:lnTo>
                  <a:pt x="426136" y="265903"/>
                </a:lnTo>
                <a:lnTo>
                  <a:pt x="446429" y="265657"/>
                </a:lnTo>
                <a:lnTo>
                  <a:pt x="446429" y="264290"/>
                </a:lnTo>
                <a:lnTo>
                  <a:pt x="468750" y="263246"/>
                </a:lnTo>
                <a:lnTo>
                  <a:pt x="468750" y="258458"/>
                </a:lnTo>
                <a:lnTo>
                  <a:pt x="497159" y="258090"/>
                </a:lnTo>
                <a:lnTo>
                  <a:pt x="497159" y="256349"/>
                </a:lnTo>
                <a:lnTo>
                  <a:pt x="520833" y="256104"/>
                </a:lnTo>
                <a:lnTo>
                  <a:pt x="520833" y="243214"/>
                </a:lnTo>
                <a:lnTo>
                  <a:pt x="558036" y="241888"/>
                </a:lnTo>
                <a:lnTo>
                  <a:pt x="558036" y="239836"/>
                </a:lnTo>
                <a:lnTo>
                  <a:pt x="568182" y="239713"/>
                </a:lnTo>
                <a:lnTo>
                  <a:pt x="568182" y="237972"/>
                </a:lnTo>
                <a:lnTo>
                  <a:pt x="585937" y="237727"/>
                </a:lnTo>
                <a:lnTo>
                  <a:pt x="585937" y="228152"/>
                </a:lnTo>
                <a:lnTo>
                  <a:pt x="625000" y="227783"/>
                </a:lnTo>
                <a:lnTo>
                  <a:pt x="625000" y="222996"/>
                </a:lnTo>
                <a:lnTo>
                  <a:pt x="639205" y="222873"/>
                </a:lnTo>
                <a:lnTo>
                  <a:pt x="639205" y="221132"/>
                </a:lnTo>
                <a:lnTo>
                  <a:pt x="651042" y="221009"/>
                </a:lnTo>
                <a:lnTo>
                  <a:pt x="651042" y="214503"/>
                </a:lnTo>
                <a:lnTo>
                  <a:pt x="703125" y="213205"/>
                </a:lnTo>
                <a:lnTo>
                  <a:pt x="703125" y="212248"/>
                </a:lnTo>
                <a:lnTo>
                  <a:pt x="710227" y="212248"/>
                </a:lnTo>
                <a:lnTo>
                  <a:pt x="711138" y="210384"/>
                </a:lnTo>
                <a:lnTo>
                  <a:pt x="781250" y="209647"/>
                </a:lnTo>
                <a:lnTo>
                  <a:pt x="781250" y="39035"/>
                </a:lnTo>
                <a:lnTo>
                  <a:pt x="892857" y="38164"/>
                </a:lnTo>
                <a:lnTo>
                  <a:pt x="892857" y="36796"/>
                </a:lnTo>
                <a:lnTo>
                  <a:pt x="911458" y="36796"/>
                </a:lnTo>
                <a:lnTo>
                  <a:pt x="911458" y="35201"/>
                </a:lnTo>
                <a:lnTo>
                  <a:pt x="937500" y="35201"/>
                </a:lnTo>
                <a:lnTo>
                  <a:pt x="937500" y="33286"/>
                </a:lnTo>
                <a:lnTo>
                  <a:pt x="1041667" y="33286"/>
                </a:lnTo>
                <a:lnTo>
                  <a:pt x="1041667" y="26902"/>
                </a:lnTo>
                <a:lnTo>
                  <a:pt x="1562500" y="25534"/>
                </a:lnTo>
                <a:lnTo>
                  <a:pt x="1562500" y="14363"/>
                </a:lnTo>
                <a:lnTo>
                  <a:pt x="1757812" y="14363"/>
                </a:lnTo>
                <a:lnTo>
                  <a:pt x="1757812" y="11969"/>
                </a:lnTo>
                <a:lnTo>
                  <a:pt x="2343750" y="11969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1359" name="12_small_7325">
            <a:extLst>
              <a:ext uri="{FF2B5EF4-FFF2-40B4-BE49-F238E27FC236}">
                <a16:creationId xmlns:a16="http://schemas.microsoft.com/office/drawing/2014/main" id="{E1B4A636-8991-4EA8-9D15-14058C5837AB}"/>
              </a:ext>
            </a:extLst>
          </p:cNvPr>
          <p:cNvSpPr>
            <a:spLocks noGrp="1"/>
          </p:cNvSpPr>
          <p:nvPr/>
        </p:nvSpPr>
        <p:spPr>
          <a:xfrm>
            <a:off x="3810188" y="3285171"/>
            <a:ext cx="2343750" cy="368648"/>
          </a:xfrm>
          <a:custGeom>
            <a:avLst/>
            <a:gdLst/>
            <a:ahLst/>
            <a:cxnLst/>
            <a:rect l="0" t="0" r="0" b="0"/>
            <a:pathLst>
              <a:path w="2343750" h="368648">
                <a:moveTo>
                  <a:pt x="0" y="368648"/>
                </a:moveTo>
                <a:lnTo>
                  <a:pt x="781250" y="368648"/>
                </a:lnTo>
                <a:lnTo>
                  <a:pt x="781250" y="122883"/>
                </a:lnTo>
                <a:lnTo>
                  <a:pt x="1562500" y="122883"/>
                </a:lnTo>
                <a:lnTo>
                  <a:pt x="1562500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1360" name="12_small_7326">
            <a:extLst>
              <a:ext uri="{FF2B5EF4-FFF2-40B4-BE49-F238E27FC236}">
                <a16:creationId xmlns:a16="http://schemas.microsoft.com/office/drawing/2014/main" id="{AB333D33-ADD4-4934-A0B4-2248F7AF9627}"/>
              </a:ext>
            </a:extLst>
          </p:cNvPr>
          <p:cNvSpPr>
            <a:spLocks noGrp="1"/>
          </p:cNvSpPr>
          <p:nvPr/>
        </p:nvSpPr>
        <p:spPr>
          <a:xfrm>
            <a:off x="4179223" y="350930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361" name="12_small_7327">
            <a:extLst>
              <a:ext uri="{FF2B5EF4-FFF2-40B4-BE49-F238E27FC236}">
                <a16:creationId xmlns:a16="http://schemas.microsoft.com/office/drawing/2014/main" id="{52C51CED-5474-41DE-9488-D40E3D266B65}"/>
              </a:ext>
            </a:extLst>
          </p:cNvPr>
          <p:cNvSpPr>
            <a:spLocks noGrp="1"/>
          </p:cNvSpPr>
          <p:nvPr/>
        </p:nvSpPr>
        <p:spPr>
          <a:xfrm>
            <a:off x="4569848" y="3280329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362" name="12_small_7328">
            <a:extLst>
              <a:ext uri="{FF2B5EF4-FFF2-40B4-BE49-F238E27FC236}">
                <a16:creationId xmlns:a16="http://schemas.microsoft.com/office/drawing/2014/main" id="{1A822957-FC84-449D-9288-9ED1372E7EB1}"/>
              </a:ext>
            </a:extLst>
          </p:cNvPr>
          <p:cNvSpPr>
            <a:spLocks noGrp="1"/>
          </p:cNvSpPr>
          <p:nvPr/>
        </p:nvSpPr>
        <p:spPr>
          <a:xfrm>
            <a:off x="5351098" y="3255658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363" name="12_small_7329">
            <a:extLst>
              <a:ext uri="{FF2B5EF4-FFF2-40B4-BE49-F238E27FC236}">
                <a16:creationId xmlns:a16="http://schemas.microsoft.com/office/drawing/2014/main" id="{3B91B1E7-A5BF-4F65-8AA7-617A7BE42CFD}"/>
              </a:ext>
            </a:extLst>
          </p:cNvPr>
          <p:cNvSpPr>
            <a:spLocks noGrp="1"/>
          </p:cNvSpPr>
          <p:nvPr/>
        </p:nvSpPr>
        <p:spPr>
          <a:xfrm>
            <a:off x="6132348" y="324129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364" name="12_small_7330">
            <a:extLst>
              <a:ext uri="{FF2B5EF4-FFF2-40B4-BE49-F238E27FC236}">
                <a16:creationId xmlns:a16="http://schemas.microsoft.com/office/drawing/2014/main" id="{E1053E9A-1990-4286-B34C-1149FD2B58DB}"/>
              </a:ext>
            </a:extLst>
          </p:cNvPr>
          <p:cNvSpPr>
            <a:spLocks noGrp="1"/>
          </p:cNvSpPr>
          <p:nvPr/>
        </p:nvSpPr>
        <p:spPr>
          <a:xfrm>
            <a:off x="4164891" y="361789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365" name="12_small_7331">
            <a:extLst>
              <a:ext uri="{FF2B5EF4-FFF2-40B4-BE49-F238E27FC236}">
                <a16:creationId xmlns:a16="http://schemas.microsoft.com/office/drawing/2014/main" id="{14493BBC-9B3C-4DA3-A9F0-042CF99A78C8}"/>
              </a:ext>
            </a:extLst>
          </p:cNvPr>
          <p:cNvSpPr>
            <a:spLocks noGrp="1"/>
          </p:cNvSpPr>
          <p:nvPr/>
        </p:nvSpPr>
        <p:spPr>
          <a:xfrm>
            <a:off x="4555516" y="3372133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366" name="12_small_7332">
            <a:extLst>
              <a:ext uri="{FF2B5EF4-FFF2-40B4-BE49-F238E27FC236}">
                <a16:creationId xmlns:a16="http://schemas.microsoft.com/office/drawing/2014/main" id="{AF8D6949-9A30-4CB7-87AB-8AE4ECD71A89}"/>
              </a:ext>
            </a:extLst>
          </p:cNvPr>
          <p:cNvSpPr>
            <a:spLocks noGrp="1"/>
          </p:cNvSpPr>
          <p:nvPr/>
        </p:nvSpPr>
        <p:spPr>
          <a:xfrm>
            <a:off x="5336766" y="3249250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367" name="12_small_7333">
            <a:extLst>
              <a:ext uri="{FF2B5EF4-FFF2-40B4-BE49-F238E27FC236}">
                <a16:creationId xmlns:a16="http://schemas.microsoft.com/office/drawing/2014/main" id="{BCFB79F9-6AEB-433F-B6CC-098E0EC287D8}"/>
              </a:ext>
            </a:extLst>
          </p:cNvPr>
          <p:cNvSpPr>
            <a:spLocks noGrp="1"/>
          </p:cNvSpPr>
          <p:nvPr/>
        </p:nvSpPr>
        <p:spPr>
          <a:xfrm>
            <a:off x="6118016" y="3249250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368" name="12_small_7334">
            <a:extLst>
              <a:ext uri="{FF2B5EF4-FFF2-40B4-BE49-F238E27FC236}">
                <a16:creationId xmlns:a16="http://schemas.microsoft.com/office/drawing/2014/main" id="{9EC62EDB-CA27-44D2-A8ED-4A55C34741E7}"/>
              </a:ext>
            </a:extLst>
          </p:cNvPr>
          <p:cNvSpPr>
            <a:spLocks noGrp="1"/>
          </p:cNvSpPr>
          <p:nvPr/>
        </p:nvSpPr>
        <p:spPr>
          <a:xfrm>
            <a:off x="648000" y="4031316"/>
            <a:ext cx="2531250" cy="811027"/>
          </a:xfrm>
          <a:custGeom>
            <a:avLst/>
            <a:gdLst/>
            <a:ahLst/>
            <a:cxnLst/>
            <a:rect l="0" t="0" r="0" b="0"/>
            <a:pathLst>
              <a:path w="2531250" h="811027">
                <a:moveTo>
                  <a:pt x="0" y="811027"/>
                </a:moveTo>
                <a:lnTo>
                  <a:pt x="2531250" y="811027"/>
                </a:lnTo>
                <a:lnTo>
                  <a:pt x="2531250" y="0"/>
                </a:lnTo>
                <a:lnTo>
                  <a:pt x="0" y="0"/>
                </a:lnTo>
                <a:lnTo>
                  <a:pt x="0" y="811027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369" name="12_small_7335">
            <a:extLst>
              <a:ext uri="{FF2B5EF4-FFF2-40B4-BE49-F238E27FC236}">
                <a16:creationId xmlns:a16="http://schemas.microsoft.com/office/drawing/2014/main" id="{E19BB09D-FF65-4B00-96DB-BE2B6C7AF2BC}"/>
              </a:ext>
            </a:extLst>
          </p:cNvPr>
          <p:cNvSpPr>
            <a:spLocks noGrp="1"/>
          </p:cNvSpPr>
          <p:nvPr/>
        </p:nvSpPr>
        <p:spPr>
          <a:xfrm>
            <a:off x="960500" y="4068180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30" y="731153"/>
                </a:lnTo>
                <a:lnTo>
                  <a:pt x="4441" y="725009"/>
                </a:lnTo>
                <a:lnTo>
                  <a:pt x="9709" y="718865"/>
                </a:lnTo>
                <a:lnTo>
                  <a:pt x="16584" y="712720"/>
                </a:lnTo>
                <a:lnTo>
                  <a:pt x="24635" y="706576"/>
                </a:lnTo>
                <a:lnTo>
                  <a:pt x="33389" y="700432"/>
                </a:lnTo>
                <a:lnTo>
                  <a:pt x="42378" y="694288"/>
                </a:lnTo>
                <a:lnTo>
                  <a:pt x="51179" y="688144"/>
                </a:lnTo>
                <a:lnTo>
                  <a:pt x="59445" y="682000"/>
                </a:lnTo>
                <a:lnTo>
                  <a:pt x="66919" y="675856"/>
                </a:lnTo>
                <a:lnTo>
                  <a:pt x="73441" y="669711"/>
                </a:lnTo>
                <a:lnTo>
                  <a:pt x="78943" y="663567"/>
                </a:lnTo>
                <a:lnTo>
                  <a:pt x="83435" y="657423"/>
                </a:lnTo>
                <a:lnTo>
                  <a:pt x="86983" y="651279"/>
                </a:lnTo>
                <a:lnTo>
                  <a:pt x="89691" y="645135"/>
                </a:lnTo>
                <a:lnTo>
                  <a:pt x="91682" y="638991"/>
                </a:lnTo>
                <a:lnTo>
                  <a:pt x="93083" y="632847"/>
                </a:lnTo>
                <a:lnTo>
                  <a:pt x="94013" y="626702"/>
                </a:lnTo>
                <a:lnTo>
                  <a:pt x="94578" y="620558"/>
                </a:lnTo>
                <a:lnTo>
                  <a:pt x="94867" y="614414"/>
                </a:lnTo>
                <a:lnTo>
                  <a:pt x="94952" y="608270"/>
                </a:lnTo>
                <a:lnTo>
                  <a:pt x="94889" y="602126"/>
                </a:lnTo>
                <a:lnTo>
                  <a:pt x="94727" y="595982"/>
                </a:lnTo>
                <a:lnTo>
                  <a:pt x="94502" y="589838"/>
                </a:lnTo>
                <a:lnTo>
                  <a:pt x="94247" y="583693"/>
                </a:lnTo>
                <a:lnTo>
                  <a:pt x="93989" y="577549"/>
                </a:lnTo>
                <a:lnTo>
                  <a:pt x="93752" y="571405"/>
                </a:lnTo>
                <a:lnTo>
                  <a:pt x="93556" y="565261"/>
                </a:lnTo>
                <a:lnTo>
                  <a:pt x="93417" y="559117"/>
                </a:lnTo>
                <a:lnTo>
                  <a:pt x="93345" y="552973"/>
                </a:lnTo>
                <a:lnTo>
                  <a:pt x="93345" y="546829"/>
                </a:lnTo>
                <a:lnTo>
                  <a:pt x="93414" y="540684"/>
                </a:lnTo>
                <a:lnTo>
                  <a:pt x="93546" y="534540"/>
                </a:lnTo>
                <a:lnTo>
                  <a:pt x="93728" y="528396"/>
                </a:lnTo>
                <a:lnTo>
                  <a:pt x="93943" y="522252"/>
                </a:lnTo>
                <a:lnTo>
                  <a:pt x="94171" y="516108"/>
                </a:lnTo>
                <a:lnTo>
                  <a:pt x="94392" y="509964"/>
                </a:lnTo>
                <a:lnTo>
                  <a:pt x="94583" y="503820"/>
                </a:lnTo>
                <a:lnTo>
                  <a:pt x="94723" y="497675"/>
                </a:lnTo>
                <a:lnTo>
                  <a:pt x="94792" y="491531"/>
                </a:lnTo>
                <a:lnTo>
                  <a:pt x="94769" y="485387"/>
                </a:lnTo>
                <a:lnTo>
                  <a:pt x="94634" y="479243"/>
                </a:lnTo>
                <a:lnTo>
                  <a:pt x="94367" y="473099"/>
                </a:lnTo>
                <a:lnTo>
                  <a:pt x="93948" y="466955"/>
                </a:lnTo>
                <a:lnTo>
                  <a:pt x="93357" y="460811"/>
                </a:lnTo>
                <a:lnTo>
                  <a:pt x="92576" y="454666"/>
                </a:lnTo>
                <a:lnTo>
                  <a:pt x="91589" y="448522"/>
                </a:lnTo>
                <a:lnTo>
                  <a:pt x="90389" y="442378"/>
                </a:lnTo>
                <a:lnTo>
                  <a:pt x="88974" y="436234"/>
                </a:lnTo>
                <a:lnTo>
                  <a:pt x="87359" y="430090"/>
                </a:lnTo>
                <a:lnTo>
                  <a:pt x="85573" y="423946"/>
                </a:lnTo>
                <a:lnTo>
                  <a:pt x="83663" y="417802"/>
                </a:lnTo>
                <a:lnTo>
                  <a:pt x="81697" y="411657"/>
                </a:lnTo>
                <a:lnTo>
                  <a:pt x="79759" y="405513"/>
                </a:lnTo>
                <a:lnTo>
                  <a:pt x="77946" y="399369"/>
                </a:lnTo>
                <a:lnTo>
                  <a:pt x="76364" y="393225"/>
                </a:lnTo>
                <a:lnTo>
                  <a:pt x="75113" y="387081"/>
                </a:lnTo>
                <a:lnTo>
                  <a:pt x="74285" y="380937"/>
                </a:lnTo>
                <a:lnTo>
                  <a:pt x="73948" y="374793"/>
                </a:lnTo>
                <a:lnTo>
                  <a:pt x="74143" y="368648"/>
                </a:lnTo>
                <a:lnTo>
                  <a:pt x="74875" y="362504"/>
                </a:lnTo>
                <a:lnTo>
                  <a:pt x="76114" y="356360"/>
                </a:lnTo>
                <a:lnTo>
                  <a:pt x="77798" y="350216"/>
                </a:lnTo>
                <a:lnTo>
                  <a:pt x="79838" y="344072"/>
                </a:lnTo>
                <a:lnTo>
                  <a:pt x="82126" y="337928"/>
                </a:lnTo>
                <a:lnTo>
                  <a:pt x="84547" y="331784"/>
                </a:lnTo>
                <a:lnTo>
                  <a:pt x="86991" y="325639"/>
                </a:lnTo>
                <a:lnTo>
                  <a:pt x="89356" y="319495"/>
                </a:lnTo>
                <a:lnTo>
                  <a:pt x="91563" y="313351"/>
                </a:lnTo>
                <a:lnTo>
                  <a:pt x="93551" y="307207"/>
                </a:lnTo>
                <a:lnTo>
                  <a:pt x="95287" y="301063"/>
                </a:lnTo>
                <a:lnTo>
                  <a:pt x="96756" y="294919"/>
                </a:lnTo>
                <a:lnTo>
                  <a:pt x="97964" y="288775"/>
                </a:lnTo>
                <a:lnTo>
                  <a:pt x="98928" y="282630"/>
                </a:lnTo>
                <a:lnTo>
                  <a:pt x="99677" y="276486"/>
                </a:lnTo>
                <a:lnTo>
                  <a:pt x="100244" y="270342"/>
                </a:lnTo>
                <a:lnTo>
                  <a:pt x="100661" y="264198"/>
                </a:lnTo>
                <a:lnTo>
                  <a:pt x="100960" y="258054"/>
                </a:lnTo>
                <a:lnTo>
                  <a:pt x="101169" y="251910"/>
                </a:lnTo>
                <a:lnTo>
                  <a:pt x="101311" y="245766"/>
                </a:lnTo>
                <a:lnTo>
                  <a:pt x="101406" y="239621"/>
                </a:lnTo>
                <a:lnTo>
                  <a:pt x="101467" y="233477"/>
                </a:lnTo>
                <a:lnTo>
                  <a:pt x="101505" y="227333"/>
                </a:lnTo>
                <a:lnTo>
                  <a:pt x="101529" y="221189"/>
                </a:lnTo>
                <a:lnTo>
                  <a:pt x="101544" y="215045"/>
                </a:lnTo>
                <a:lnTo>
                  <a:pt x="101552" y="208901"/>
                </a:lnTo>
                <a:lnTo>
                  <a:pt x="101557" y="202757"/>
                </a:lnTo>
                <a:lnTo>
                  <a:pt x="101559" y="196613"/>
                </a:lnTo>
                <a:lnTo>
                  <a:pt x="101561" y="190468"/>
                </a:lnTo>
                <a:lnTo>
                  <a:pt x="101562" y="184324"/>
                </a:lnTo>
                <a:lnTo>
                  <a:pt x="101562" y="178180"/>
                </a:lnTo>
                <a:lnTo>
                  <a:pt x="101562" y="172036"/>
                </a:lnTo>
                <a:lnTo>
                  <a:pt x="101562" y="165892"/>
                </a:lnTo>
                <a:lnTo>
                  <a:pt x="101562" y="159748"/>
                </a:lnTo>
                <a:lnTo>
                  <a:pt x="101562" y="153604"/>
                </a:lnTo>
                <a:lnTo>
                  <a:pt x="101562" y="147459"/>
                </a:lnTo>
                <a:lnTo>
                  <a:pt x="101562" y="141315"/>
                </a:lnTo>
                <a:lnTo>
                  <a:pt x="101562" y="135171"/>
                </a:lnTo>
                <a:lnTo>
                  <a:pt x="101562" y="129027"/>
                </a:lnTo>
                <a:lnTo>
                  <a:pt x="101562" y="122883"/>
                </a:lnTo>
                <a:lnTo>
                  <a:pt x="101562" y="116739"/>
                </a:lnTo>
                <a:lnTo>
                  <a:pt x="101563" y="110595"/>
                </a:lnTo>
                <a:lnTo>
                  <a:pt x="101563" y="104450"/>
                </a:lnTo>
                <a:lnTo>
                  <a:pt x="101563" y="98306"/>
                </a:lnTo>
                <a:lnTo>
                  <a:pt x="101563" y="92162"/>
                </a:lnTo>
                <a:lnTo>
                  <a:pt x="101563" y="86018"/>
                </a:lnTo>
                <a:lnTo>
                  <a:pt x="101563" y="79874"/>
                </a:lnTo>
                <a:lnTo>
                  <a:pt x="101563" y="73730"/>
                </a:lnTo>
                <a:lnTo>
                  <a:pt x="101563" y="67586"/>
                </a:lnTo>
                <a:lnTo>
                  <a:pt x="101563" y="61441"/>
                </a:lnTo>
                <a:lnTo>
                  <a:pt x="101563" y="55297"/>
                </a:lnTo>
                <a:lnTo>
                  <a:pt x="101563" y="49153"/>
                </a:lnTo>
                <a:lnTo>
                  <a:pt x="101563" y="43009"/>
                </a:lnTo>
                <a:lnTo>
                  <a:pt x="101563" y="36865"/>
                </a:lnTo>
                <a:lnTo>
                  <a:pt x="101563" y="30721"/>
                </a:lnTo>
                <a:lnTo>
                  <a:pt x="101563" y="24577"/>
                </a:lnTo>
                <a:lnTo>
                  <a:pt x="101563" y="18432"/>
                </a:lnTo>
                <a:lnTo>
                  <a:pt x="101563" y="12288"/>
                </a:lnTo>
                <a:lnTo>
                  <a:pt x="101563" y="6144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6144"/>
                </a:lnTo>
                <a:lnTo>
                  <a:pt x="101563" y="12288"/>
                </a:lnTo>
                <a:lnTo>
                  <a:pt x="101563" y="18432"/>
                </a:lnTo>
                <a:lnTo>
                  <a:pt x="101563" y="24577"/>
                </a:lnTo>
                <a:lnTo>
                  <a:pt x="101563" y="30721"/>
                </a:lnTo>
                <a:lnTo>
                  <a:pt x="101563" y="36865"/>
                </a:lnTo>
                <a:lnTo>
                  <a:pt x="101563" y="43009"/>
                </a:lnTo>
                <a:lnTo>
                  <a:pt x="101563" y="49153"/>
                </a:lnTo>
                <a:lnTo>
                  <a:pt x="101563" y="55297"/>
                </a:lnTo>
                <a:lnTo>
                  <a:pt x="101563" y="61441"/>
                </a:lnTo>
                <a:lnTo>
                  <a:pt x="101563" y="67586"/>
                </a:lnTo>
                <a:lnTo>
                  <a:pt x="101563" y="73730"/>
                </a:lnTo>
                <a:lnTo>
                  <a:pt x="101563" y="79874"/>
                </a:lnTo>
                <a:lnTo>
                  <a:pt x="101563" y="86018"/>
                </a:lnTo>
                <a:lnTo>
                  <a:pt x="101563" y="92162"/>
                </a:lnTo>
                <a:lnTo>
                  <a:pt x="101563" y="98306"/>
                </a:lnTo>
                <a:lnTo>
                  <a:pt x="101563" y="104450"/>
                </a:lnTo>
                <a:lnTo>
                  <a:pt x="101563" y="110595"/>
                </a:lnTo>
                <a:lnTo>
                  <a:pt x="101563" y="116739"/>
                </a:lnTo>
                <a:lnTo>
                  <a:pt x="101563" y="122883"/>
                </a:lnTo>
                <a:lnTo>
                  <a:pt x="101563" y="129027"/>
                </a:lnTo>
                <a:lnTo>
                  <a:pt x="101563" y="135171"/>
                </a:lnTo>
                <a:lnTo>
                  <a:pt x="101563" y="141315"/>
                </a:lnTo>
                <a:lnTo>
                  <a:pt x="101563" y="147459"/>
                </a:lnTo>
                <a:lnTo>
                  <a:pt x="101563" y="153604"/>
                </a:lnTo>
                <a:lnTo>
                  <a:pt x="101563" y="159748"/>
                </a:lnTo>
                <a:lnTo>
                  <a:pt x="101563" y="165892"/>
                </a:lnTo>
                <a:lnTo>
                  <a:pt x="101563" y="172036"/>
                </a:lnTo>
                <a:lnTo>
                  <a:pt x="101563" y="178180"/>
                </a:lnTo>
                <a:lnTo>
                  <a:pt x="101563" y="184324"/>
                </a:lnTo>
                <a:lnTo>
                  <a:pt x="101564" y="190468"/>
                </a:lnTo>
                <a:lnTo>
                  <a:pt x="101566" y="196613"/>
                </a:lnTo>
                <a:lnTo>
                  <a:pt x="101568" y="202757"/>
                </a:lnTo>
                <a:lnTo>
                  <a:pt x="101573" y="208901"/>
                </a:lnTo>
                <a:lnTo>
                  <a:pt x="101581" y="215045"/>
                </a:lnTo>
                <a:lnTo>
                  <a:pt x="101596" y="221189"/>
                </a:lnTo>
                <a:lnTo>
                  <a:pt x="101620" y="227333"/>
                </a:lnTo>
                <a:lnTo>
                  <a:pt x="101658" y="233477"/>
                </a:lnTo>
                <a:lnTo>
                  <a:pt x="101719" y="239621"/>
                </a:lnTo>
                <a:lnTo>
                  <a:pt x="101814" y="245766"/>
                </a:lnTo>
                <a:lnTo>
                  <a:pt x="101956" y="251910"/>
                </a:lnTo>
                <a:lnTo>
                  <a:pt x="102165" y="258054"/>
                </a:lnTo>
                <a:lnTo>
                  <a:pt x="102464" y="264198"/>
                </a:lnTo>
                <a:lnTo>
                  <a:pt x="102881" y="270342"/>
                </a:lnTo>
                <a:lnTo>
                  <a:pt x="103448" y="276486"/>
                </a:lnTo>
                <a:lnTo>
                  <a:pt x="104197" y="282630"/>
                </a:lnTo>
                <a:lnTo>
                  <a:pt x="105161" y="288775"/>
                </a:lnTo>
                <a:lnTo>
                  <a:pt x="106369" y="294919"/>
                </a:lnTo>
                <a:lnTo>
                  <a:pt x="107838" y="301063"/>
                </a:lnTo>
                <a:lnTo>
                  <a:pt x="109574" y="307207"/>
                </a:lnTo>
                <a:lnTo>
                  <a:pt x="111562" y="313351"/>
                </a:lnTo>
                <a:lnTo>
                  <a:pt x="113769" y="319495"/>
                </a:lnTo>
                <a:lnTo>
                  <a:pt x="116134" y="325639"/>
                </a:lnTo>
                <a:lnTo>
                  <a:pt x="118578" y="331784"/>
                </a:lnTo>
                <a:lnTo>
                  <a:pt x="120999" y="337928"/>
                </a:lnTo>
                <a:lnTo>
                  <a:pt x="123287" y="344072"/>
                </a:lnTo>
                <a:lnTo>
                  <a:pt x="125327" y="350216"/>
                </a:lnTo>
                <a:lnTo>
                  <a:pt x="127011" y="356360"/>
                </a:lnTo>
                <a:lnTo>
                  <a:pt x="128250" y="362504"/>
                </a:lnTo>
                <a:lnTo>
                  <a:pt x="128982" y="368648"/>
                </a:lnTo>
                <a:lnTo>
                  <a:pt x="129177" y="374793"/>
                </a:lnTo>
                <a:lnTo>
                  <a:pt x="128840" y="380937"/>
                </a:lnTo>
                <a:lnTo>
                  <a:pt x="128012" y="387081"/>
                </a:lnTo>
                <a:lnTo>
                  <a:pt x="126761" y="393225"/>
                </a:lnTo>
                <a:lnTo>
                  <a:pt x="125179" y="399369"/>
                </a:lnTo>
                <a:lnTo>
                  <a:pt x="123366" y="405513"/>
                </a:lnTo>
                <a:lnTo>
                  <a:pt x="121428" y="411657"/>
                </a:lnTo>
                <a:lnTo>
                  <a:pt x="119462" y="417802"/>
                </a:lnTo>
                <a:lnTo>
                  <a:pt x="117552" y="423946"/>
                </a:lnTo>
                <a:lnTo>
                  <a:pt x="115766" y="430090"/>
                </a:lnTo>
                <a:lnTo>
                  <a:pt x="114151" y="436234"/>
                </a:lnTo>
                <a:lnTo>
                  <a:pt x="112736" y="442378"/>
                </a:lnTo>
                <a:lnTo>
                  <a:pt x="111536" y="448522"/>
                </a:lnTo>
                <a:lnTo>
                  <a:pt x="110549" y="454666"/>
                </a:lnTo>
                <a:lnTo>
                  <a:pt x="109768" y="460811"/>
                </a:lnTo>
                <a:lnTo>
                  <a:pt x="109178" y="466955"/>
                </a:lnTo>
                <a:lnTo>
                  <a:pt x="108758" y="473099"/>
                </a:lnTo>
                <a:lnTo>
                  <a:pt x="108491" y="479243"/>
                </a:lnTo>
                <a:lnTo>
                  <a:pt x="108356" y="485387"/>
                </a:lnTo>
                <a:lnTo>
                  <a:pt x="108333" y="491531"/>
                </a:lnTo>
                <a:lnTo>
                  <a:pt x="108402" y="497675"/>
                </a:lnTo>
                <a:lnTo>
                  <a:pt x="108542" y="503820"/>
                </a:lnTo>
                <a:lnTo>
                  <a:pt x="108733" y="509964"/>
                </a:lnTo>
                <a:lnTo>
                  <a:pt x="108954" y="516108"/>
                </a:lnTo>
                <a:lnTo>
                  <a:pt x="109182" y="522252"/>
                </a:lnTo>
                <a:lnTo>
                  <a:pt x="109397" y="528396"/>
                </a:lnTo>
                <a:lnTo>
                  <a:pt x="109579" y="534540"/>
                </a:lnTo>
                <a:lnTo>
                  <a:pt x="109711" y="540684"/>
                </a:lnTo>
                <a:lnTo>
                  <a:pt x="109780" y="546829"/>
                </a:lnTo>
                <a:lnTo>
                  <a:pt x="109780" y="552973"/>
                </a:lnTo>
                <a:lnTo>
                  <a:pt x="109708" y="559117"/>
                </a:lnTo>
                <a:lnTo>
                  <a:pt x="109569" y="565261"/>
                </a:lnTo>
                <a:lnTo>
                  <a:pt x="109373" y="571405"/>
                </a:lnTo>
                <a:lnTo>
                  <a:pt x="109136" y="577549"/>
                </a:lnTo>
                <a:lnTo>
                  <a:pt x="108878" y="583693"/>
                </a:lnTo>
                <a:lnTo>
                  <a:pt x="108623" y="589838"/>
                </a:lnTo>
                <a:lnTo>
                  <a:pt x="108398" y="595982"/>
                </a:lnTo>
                <a:lnTo>
                  <a:pt x="108236" y="602126"/>
                </a:lnTo>
                <a:lnTo>
                  <a:pt x="108173" y="608270"/>
                </a:lnTo>
                <a:lnTo>
                  <a:pt x="108258" y="614414"/>
                </a:lnTo>
                <a:lnTo>
                  <a:pt x="108547" y="620558"/>
                </a:lnTo>
                <a:lnTo>
                  <a:pt x="109112" y="626702"/>
                </a:lnTo>
                <a:lnTo>
                  <a:pt x="110042" y="632847"/>
                </a:lnTo>
                <a:lnTo>
                  <a:pt x="111443" y="638991"/>
                </a:lnTo>
                <a:lnTo>
                  <a:pt x="113434" y="645135"/>
                </a:lnTo>
                <a:lnTo>
                  <a:pt x="116142" y="651279"/>
                </a:lnTo>
                <a:lnTo>
                  <a:pt x="119690" y="657423"/>
                </a:lnTo>
                <a:lnTo>
                  <a:pt x="124182" y="663567"/>
                </a:lnTo>
                <a:lnTo>
                  <a:pt x="129684" y="669711"/>
                </a:lnTo>
                <a:lnTo>
                  <a:pt x="136206" y="675856"/>
                </a:lnTo>
                <a:lnTo>
                  <a:pt x="143680" y="682000"/>
                </a:lnTo>
                <a:lnTo>
                  <a:pt x="151946" y="688144"/>
                </a:lnTo>
                <a:lnTo>
                  <a:pt x="160747" y="694288"/>
                </a:lnTo>
                <a:lnTo>
                  <a:pt x="169736" y="700432"/>
                </a:lnTo>
                <a:lnTo>
                  <a:pt x="178490" y="706576"/>
                </a:lnTo>
                <a:lnTo>
                  <a:pt x="186541" y="712720"/>
                </a:lnTo>
                <a:lnTo>
                  <a:pt x="193416" y="718865"/>
                </a:lnTo>
                <a:lnTo>
                  <a:pt x="198684" y="725009"/>
                </a:lnTo>
                <a:lnTo>
                  <a:pt x="201995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1370" name="12_small_7336">
            <a:extLst>
              <a:ext uri="{FF2B5EF4-FFF2-40B4-BE49-F238E27FC236}">
                <a16:creationId xmlns:a16="http://schemas.microsoft.com/office/drawing/2014/main" id="{F80F74C3-BC1D-46EF-8185-BC4C1F0C056E}"/>
              </a:ext>
            </a:extLst>
          </p:cNvPr>
          <p:cNvSpPr>
            <a:spLocks noGrp="1"/>
          </p:cNvSpPr>
          <p:nvPr/>
        </p:nvSpPr>
        <p:spPr>
          <a:xfrm>
            <a:off x="1351125" y="4068180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49003" y="737297"/>
                </a:moveTo>
                <a:lnTo>
                  <a:pt x="54122" y="737297"/>
                </a:lnTo>
                <a:lnTo>
                  <a:pt x="54638" y="731153"/>
                </a:lnTo>
                <a:lnTo>
                  <a:pt x="56152" y="725009"/>
                </a:lnTo>
                <a:lnTo>
                  <a:pt x="58560" y="718865"/>
                </a:lnTo>
                <a:lnTo>
                  <a:pt x="61701" y="712720"/>
                </a:lnTo>
                <a:lnTo>
                  <a:pt x="65378" y="706576"/>
                </a:lnTo>
                <a:lnTo>
                  <a:pt x="69376" y="700432"/>
                </a:lnTo>
                <a:lnTo>
                  <a:pt x="73481" y="694288"/>
                </a:lnTo>
                <a:lnTo>
                  <a:pt x="77503" y="688144"/>
                </a:lnTo>
                <a:lnTo>
                  <a:pt x="81287" y="682000"/>
                </a:lnTo>
                <a:lnTo>
                  <a:pt x="84720" y="675856"/>
                </a:lnTo>
                <a:lnTo>
                  <a:pt x="87734" y="669711"/>
                </a:lnTo>
                <a:lnTo>
                  <a:pt x="90303" y="663567"/>
                </a:lnTo>
                <a:lnTo>
                  <a:pt x="92433" y="657423"/>
                </a:lnTo>
                <a:lnTo>
                  <a:pt x="94156" y="651279"/>
                </a:lnTo>
                <a:lnTo>
                  <a:pt x="95521" y="645135"/>
                </a:lnTo>
                <a:lnTo>
                  <a:pt x="96578" y="638991"/>
                </a:lnTo>
                <a:lnTo>
                  <a:pt x="97382" y="632847"/>
                </a:lnTo>
                <a:lnTo>
                  <a:pt x="97978" y="626702"/>
                </a:lnTo>
                <a:lnTo>
                  <a:pt x="98406" y="620558"/>
                </a:lnTo>
                <a:lnTo>
                  <a:pt x="98696" y="614414"/>
                </a:lnTo>
                <a:lnTo>
                  <a:pt x="98871" y="608270"/>
                </a:lnTo>
                <a:lnTo>
                  <a:pt x="98948" y="602126"/>
                </a:lnTo>
                <a:lnTo>
                  <a:pt x="98939" y="595982"/>
                </a:lnTo>
                <a:lnTo>
                  <a:pt x="98854" y="589838"/>
                </a:lnTo>
                <a:lnTo>
                  <a:pt x="98702" y="583693"/>
                </a:lnTo>
                <a:lnTo>
                  <a:pt x="98491" y="577549"/>
                </a:lnTo>
                <a:lnTo>
                  <a:pt x="98228" y="571405"/>
                </a:lnTo>
                <a:lnTo>
                  <a:pt x="97922" y="565261"/>
                </a:lnTo>
                <a:lnTo>
                  <a:pt x="97581" y="559117"/>
                </a:lnTo>
                <a:lnTo>
                  <a:pt x="97213" y="552973"/>
                </a:lnTo>
                <a:lnTo>
                  <a:pt x="96829" y="546829"/>
                </a:lnTo>
                <a:lnTo>
                  <a:pt x="96440" y="540684"/>
                </a:lnTo>
                <a:lnTo>
                  <a:pt x="96057" y="534540"/>
                </a:lnTo>
                <a:lnTo>
                  <a:pt x="95697" y="528396"/>
                </a:lnTo>
                <a:lnTo>
                  <a:pt x="95376" y="522252"/>
                </a:lnTo>
                <a:lnTo>
                  <a:pt x="95111" y="516108"/>
                </a:lnTo>
                <a:lnTo>
                  <a:pt x="94919" y="509964"/>
                </a:lnTo>
                <a:lnTo>
                  <a:pt x="94817" y="503820"/>
                </a:lnTo>
                <a:lnTo>
                  <a:pt x="94816" y="497675"/>
                </a:lnTo>
                <a:lnTo>
                  <a:pt x="94923" y="491531"/>
                </a:lnTo>
                <a:lnTo>
                  <a:pt x="95136" y="485387"/>
                </a:lnTo>
                <a:lnTo>
                  <a:pt x="95449" y="479243"/>
                </a:lnTo>
                <a:lnTo>
                  <a:pt x="95846" y="473099"/>
                </a:lnTo>
                <a:lnTo>
                  <a:pt x="96306" y="466955"/>
                </a:lnTo>
                <a:lnTo>
                  <a:pt x="96802" y="460811"/>
                </a:lnTo>
                <a:lnTo>
                  <a:pt x="97308" y="454666"/>
                </a:lnTo>
                <a:lnTo>
                  <a:pt x="97795" y="448522"/>
                </a:lnTo>
                <a:lnTo>
                  <a:pt x="98240" y="442378"/>
                </a:lnTo>
                <a:lnTo>
                  <a:pt x="98623" y="436234"/>
                </a:lnTo>
                <a:lnTo>
                  <a:pt x="98931" y="430090"/>
                </a:lnTo>
                <a:lnTo>
                  <a:pt x="99157" y="423946"/>
                </a:lnTo>
                <a:lnTo>
                  <a:pt x="99303" y="417802"/>
                </a:lnTo>
                <a:lnTo>
                  <a:pt x="99376" y="411657"/>
                </a:lnTo>
                <a:lnTo>
                  <a:pt x="99387" y="405513"/>
                </a:lnTo>
                <a:lnTo>
                  <a:pt x="99355" y="399369"/>
                </a:lnTo>
                <a:lnTo>
                  <a:pt x="99297" y="393225"/>
                </a:lnTo>
                <a:lnTo>
                  <a:pt x="99232" y="387081"/>
                </a:lnTo>
                <a:lnTo>
                  <a:pt x="99177" y="380937"/>
                </a:lnTo>
                <a:lnTo>
                  <a:pt x="99148" y="374793"/>
                </a:lnTo>
                <a:lnTo>
                  <a:pt x="99155" y="368648"/>
                </a:lnTo>
                <a:lnTo>
                  <a:pt x="99204" y="362504"/>
                </a:lnTo>
                <a:lnTo>
                  <a:pt x="99297" y="356360"/>
                </a:lnTo>
                <a:lnTo>
                  <a:pt x="99431" y="350216"/>
                </a:lnTo>
                <a:lnTo>
                  <a:pt x="99600" y="344072"/>
                </a:lnTo>
                <a:lnTo>
                  <a:pt x="99795" y="337928"/>
                </a:lnTo>
                <a:lnTo>
                  <a:pt x="100005" y="331784"/>
                </a:lnTo>
                <a:lnTo>
                  <a:pt x="100220" y="325639"/>
                </a:lnTo>
                <a:lnTo>
                  <a:pt x="100431" y="319495"/>
                </a:lnTo>
                <a:lnTo>
                  <a:pt x="100628" y="313351"/>
                </a:lnTo>
                <a:lnTo>
                  <a:pt x="100805" y="307207"/>
                </a:lnTo>
                <a:lnTo>
                  <a:pt x="100957" y="301063"/>
                </a:lnTo>
                <a:lnTo>
                  <a:pt x="101083" y="294919"/>
                </a:lnTo>
                <a:lnTo>
                  <a:pt x="101180" y="288775"/>
                </a:lnTo>
                <a:lnTo>
                  <a:pt x="101248" y="282630"/>
                </a:lnTo>
                <a:lnTo>
                  <a:pt x="101289" y="276486"/>
                </a:lnTo>
                <a:lnTo>
                  <a:pt x="101303" y="270342"/>
                </a:lnTo>
                <a:lnTo>
                  <a:pt x="101290" y="264198"/>
                </a:lnTo>
                <a:lnTo>
                  <a:pt x="101252" y="258054"/>
                </a:lnTo>
                <a:lnTo>
                  <a:pt x="101190" y="251910"/>
                </a:lnTo>
                <a:lnTo>
                  <a:pt x="101104" y="245766"/>
                </a:lnTo>
                <a:lnTo>
                  <a:pt x="100995" y="239621"/>
                </a:lnTo>
                <a:lnTo>
                  <a:pt x="100866" y="233477"/>
                </a:lnTo>
                <a:lnTo>
                  <a:pt x="100719" y="227333"/>
                </a:lnTo>
                <a:lnTo>
                  <a:pt x="100557" y="221189"/>
                </a:lnTo>
                <a:lnTo>
                  <a:pt x="100385" y="215045"/>
                </a:lnTo>
                <a:lnTo>
                  <a:pt x="100209" y="208901"/>
                </a:lnTo>
                <a:lnTo>
                  <a:pt x="100035" y="202757"/>
                </a:lnTo>
                <a:lnTo>
                  <a:pt x="99870" y="196613"/>
                </a:lnTo>
                <a:lnTo>
                  <a:pt x="99720" y="190468"/>
                </a:lnTo>
                <a:lnTo>
                  <a:pt x="99591" y="184324"/>
                </a:lnTo>
                <a:lnTo>
                  <a:pt x="99487" y="178180"/>
                </a:lnTo>
                <a:lnTo>
                  <a:pt x="99411" y="172036"/>
                </a:lnTo>
                <a:lnTo>
                  <a:pt x="99361" y="165892"/>
                </a:lnTo>
                <a:lnTo>
                  <a:pt x="99335" y="159748"/>
                </a:lnTo>
                <a:lnTo>
                  <a:pt x="99323" y="153604"/>
                </a:lnTo>
                <a:lnTo>
                  <a:pt x="99312" y="147459"/>
                </a:lnTo>
                <a:lnTo>
                  <a:pt x="99281" y="141315"/>
                </a:lnTo>
                <a:lnTo>
                  <a:pt x="99202" y="135171"/>
                </a:lnTo>
                <a:lnTo>
                  <a:pt x="99036" y="129027"/>
                </a:lnTo>
                <a:lnTo>
                  <a:pt x="98735" y="122883"/>
                </a:lnTo>
                <a:lnTo>
                  <a:pt x="98233" y="116739"/>
                </a:lnTo>
                <a:lnTo>
                  <a:pt x="97453" y="110595"/>
                </a:lnTo>
                <a:lnTo>
                  <a:pt x="96298" y="104450"/>
                </a:lnTo>
                <a:lnTo>
                  <a:pt x="94658" y="98306"/>
                </a:lnTo>
                <a:lnTo>
                  <a:pt x="92411" y="92162"/>
                </a:lnTo>
                <a:lnTo>
                  <a:pt x="89431" y="86018"/>
                </a:lnTo>
                <a:lnTo>
                  <a:pt x="85599" y="79874"/>
                </a:lnTo>
                <a:lnTo>
                  <a:pt x="80815" y="73730"/>
                </a:lnTo>
                <a:lnTo>
                  <a:pt x="75022" y="67586"/>
                </a:lnTo>
                <a:lnTo>
                  <a:pt x="68219" y="61441"/>
                </a:lnTo>
                <a:lnTo>
                  <a:pt x="60484" y="55297"/>
                </a:lnTo>
                <a:lnTo>
                  <a:pt x="51982" y="49153"/>
                </a:lnTo>
                <a:lnTo>
                  <a:pt x="42974" y="43009"/>
                </a:lnTo>
                <a:lnTo>
                  <a:pt x="33811" y="36865"/>
                </a:lnTo>
                <a:lnTo>
                  <a:pt x="24917" y="30721"/>
                </a:lnTo>
                <a:lnTo>
                  <a:pt x="16758" y="24577"/>
                </a:lnTo>
                <a:lnTo>
                  <a:pt x="9803" y="18432"/>
                </a:lnTo>
                <a:lnTo>
                  <a:pt x="4482" y="12288"/>
                </a:lnTo>
                <a:lnTo>
                  <a:pt x="1140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5" y="6144"/>
                </a:lnTo>
                <a:lnTo>
                  <a:pt x="198643" y="12288"/>
                </a:lnTo>
                <a:lnTo>
                  <a:pt x="193322" y="18432"/>
                </a:lnTo>
                <a:lnTo>
                  <a:pt x="186367" y="24577"/>
                </a:lnTo>
                <a:lnTo>
                  <a:pt x="178208" y="30721"/>
                </a:lnTo>
                <a:lnTo>
                  <a:pt x="169314" y="36865"/>
                </a:lnTo>
                <a:lnTo>
                  <a:pt x="160151" y="43009"/>
                </a:lnTo>
                <a:lnTo>
                  <a:pt x="151143" y="49153"/>
                </a:lnTo>
                <a:lnTo>
                  <a:pt x="142641" y="55297"/>
                </a:lnTo>
                <a:lnTo>
                  <a:pt x="134906" y="61441"/>
                </a:lnTo>
                <a:lnTo>
                  <a:pt x="128103" y="67586"/>
                </a:lnTo>
                <a:lnTo>
                  <a:pt x="122310" y="73730"/>
                </a:lnTo>
                <a:lnTo>
                  <a:pt x="117526" y="79874"/>
                </a:lnTo>
                <a:lnTo>
                  <a:pt x="113694" y="86018"/>
                </a:lnTo>
                <a:lnTo>
                  <a:pt x="110714" y="92162"/>
                </a:lnTo>
                <a:lnTo>
                  <a:pt x="108467" y="98306"/>
                </a:lnTo>
                <a:lnTo>
                  <a:pt x="106827" y="104450"/>
                </a:lnTo>
                <a:lnTo>
                  <a:pt x="105672" y="110595"/>
                </a:lnTo>
                <a:lnTo>
                  <a:pt x="104892" y="116739"/>
                </a:lnTo>
                <a:lnTo>
                  <a:pt x="104390" y="122883"/>
                </a:lnTo>
                <a:lnTo>
                  <a:pt x="104089" y="129027"/>
                </a:lnTo>
                <a:lnTo>
                  <a:pt x="103923" y="135171"/>
                </a:lnTo>
                <a:lnTo>
                  <a:pt x="103844" y="141315"/>
                </a:lnTo>
                <a:lnTo>
                  <a:pt x="103813" y="147459"/>
                </a:lnTo>
                <a:lnTo>
                  <a:pt x="103802" y="153604"/>
                </a:lnTo>
                <a:lnTo>
                  <a:pt x="103790" y="159748"/>
                </a:lnTo>
                <a:lnTo>
                  <a:pt x="103764" y="165892"/>
                </a:lnTo>
                <a:lnTo>
                  <a:pt x="103714" y="172036"/>
                </a:lnTo>
                <a:lnTo>
                  <a:pt x="103638" y="178180"/>
                </a:lnTo>
                <a:lnTo>
                  <a:pt x="103534" y="184324"/>
                </a:lnTo>
                <a:lnTo>
                  <a:pt x="103405" y="190468"/>
                </a:lnTo>
                <a:lnTo>
                  <a:pt x="103255" y="196613"/>
                </a:lnTo>
                <a:lnTo>
                  <a:pt x="103090" y="202757"/>
                </a:lnTo>
                <a:lnTo>
                  <a:pt x="102916" y="208901"/>
                </a:lnTo>
                <a:lnTo>
                  <a:pt x="102740" y="215045"/>
                </a:lnTo>
                <a:lnTo>
                  <a:pt x="102568" y="221189"/>
                </a:lnTo>
                <a:lnTo>
                  <a:pt x="102406" y="227333"/>
                </a:lnTo>
                <a:lnTo>
                  <a:pt x="102259" y="233477"/>
                </a:lnTo>
                <a:lnTo>
                  <a:pt x="102130" y="239621"/>
                </a:lnTo>
                <a:lnTo>
                  <a:pt x="102021" y="245766"/>
                </a:lnTo>
                <a:lnTo>
                  <a:pt x="101935" y="251910"/>
                </a:lnTo>
                <a:lnTo>
                  <a:pt x="101873" y="258054"/>
                </a:lnTo>
                <a:lnTo>
                  <a:pt x="101835" y="264198"/>
                </a:lnTo>
                <a:lnTo>
                  <a:pt x="101822" y="270342"/>
                </a:lnTo>
                <a:lnTo>
                  <a:pt x="101836" y="276486"/>
                </a:lnTo>
                <a:lnTo>
                  <a:pt x="101877" y="282630"/>
                </a:lnTo>
                <a:lnTo>
                  <a:pt x="101945" y="288775"/>
                </a:lnTo>
                <a:lnTo>
                  <a:pt x="102042" y="294919"/>
                </a:lnTo>
                <a:lnTo>
                  <a:pt x="102168" y="301063"/>
                </a:lnTo>
                <a:lnTo>
                  <a:pt x="102320" y="307207"/>
                </a:lnTo>
                <a:lnTo>
                  <a:pt x="102497" y="313351"/>
                </a:lnTo>
                <a:lnTo>
                  <a:pt x="102694" y="319495"/>
                </a:lnTo>
                <a:lnTo>
                  <a:pt x="102905" y="325639"/>
                </a:lnTo>
                <a:lnTo>
                  <a:pt x="103120" y="331784"/>
                </a:lnTo>
                <a:lnTo>
                  <a:pt x="103330" y="337928"/>
                </a:lnTo>
                <a:lnTo>
                  <a:pt x="103525" y="344072"/>
                </a:lnTo>
                <a:lnTo>
                  <a:pt x="103694" y="350216"/>
                </a:lnTo>
                <a:lnTo>
                  <a:pt x="103828" y="356360"/>
                </a:lnTo>
                <a:lnTo>
                  <a:pt x="103921" y="362504"/>
                </a:lnTo>
                <a:lnTo>
                  <a:pt x="103970" y="368648"/>
                </a:lnTo>
                <a:lnTo>
                  <a:pt x="103977" y="374793"/>
                </a:lnTo>
                <a:lnTo>
                  <a:pt x="103948" y="380937"/>
                </a:lnTo>
                <a:lnTo>
                  <a:pt x="103893" y="387081"/>
                </a:lnTo>
                <a:lnTo>
                  <a:pt x="103828" y="393225"/>
                </a:lnTo>
                <a:lnTo>
                  <a:pt x="103770" y="399369"/>
                </a:lnTo>
                <a:lnTo>
                  <a:pt x="103738" y="405513"/>
                </a:lnTo>
                <a:lnTo>
                  <a:pt x="103749" y="411657"/>
                </a:lnTo>
                <a:lnTo>
                  <a:pt x="103822" y="417802"/>
                </a:lnTo>
                <a:lnTo>
                  <a:pt x="103968" y="423946"/>
                </a:lnTo>
                <a:lnTo>
                  <a:pt x="104194" y="430090"/>
                </a:lnTo>
                <a:lnTo>
                  <a:pt x="104502" y="436234"/>
                </a:lnTo>
                <a:lnTo>
                  <a:pt x="104885" y="442378"/>
                </a:lnTo>
                <a:lnTo>
                  <a:pt x="105330" y="448522"/>
                </a:lnTo>
                <a:lnTo>
                  <a:pt x="105817" y="454666"/>
                </a:lnTo>
                <a:lnTo>
                  <a:pt x="106323" y="460811"/>
                </a:lnTo>
                <a:lnTo>
                  <a:pt x="106819" y="466955"/>
                </a:lnTo>
                <a:lnTo>
                  <a:pt x="107279" y="473099"/>
                </a:lnTo>
                <a:lnTo>
                  <a:pt x="107676" y="479243"/>
                </a:lnTo>
                <a:lnTo>
                  <a:pt x="107989" y="485387"/>
                </a:lnTo>
                <a:lnTo>
                  <a:pt x="108202" y="491531"/>
                </a:lnTo>
                <a:lnTo>
                  <a:pt x="108309" y="497675"/>
                </a:lnTo>
                <a:lnTo>
                  <a:pt x="108308" y="503820"/>
                </a:lnTo>
                <a:lnTo>
                  <a:pt x="108206" y="509964"/>
                </a:lnTo>
                <a:lnTo>
                  <a:pt x="108014" y="516108"/>
                </a:lnTo>
                <a:lnTo>
                  <a:pt x="107749" y="522252"/>
                </a:lnTo>
                <a:lnTo>
                  <a:pt x="107428" y="528396"/>
                </a:lnTo>
                <a:lnTo>
                  <a:pt x="107068" y="534540"/>
                </a:lnTo>
                <a:lnTo>
                  <a:pt x="106685" y="540684"/>
                </a:lnTo>
                <a:lnTo>
                  <a:pt x="106296" y="546829"/>
                </a:lnTo>
                <a:lnTo>
                  <a:pt x="105912" y="552973"/>
                </a:lnTo>
                <a:lnTo>
                  <a:pt x="105544" y="559117"/>
                </a:lnTo>
                <a:lnTo>
                  <a:pt x="105203" y="565261"/>
                </a:lnTo>
                <a:lnTo>
                  <a:pt x="104897" y="571405"/>
                </a:lnTo>
                <a:lnTo>
                  <a:pt x="104634" y="577549"/>
                </a:lnTo>
                <a:lnTo>
                  <a:pt x="104423" y="583693"/>
                </a:lnTo>
                <a:lnTo>
                  <a:pt x="104271" y="589838"/>
                </a:lnTo>
                <a:lnTo>
                  <a:pt x="104186" y="595982"/>
                </a:lnTo>
                <a:lnTo>
                  <a:pt x="104177" y="602126"/>
                </a:lnTo>
                <a:lnTo>
                  <a:pt x="104254" y="608270"/>
                </a:lnTo>
                <a:lnTo>
                  <a:pt x="104429" y="614414"/>
                </a:lnTo>
                <a:lnTo>
                  <a:pt x="104719" y="620558"/>
                </a:lnTo>
                <a:lnTo>
                  <a:pt x="105147" y="626702"/>
                </a:lnTo>
                <a:lnTo>
                  <a:pt x="105743" y="632847"/>
                </a:lnTo>
                <a:lnTo>
                  <a:pt x="106547" y="638991"/>
                </a:lnTo>
                <a:lnTo>
                  <a:pt x="107604" y="645135"/>
                </a:lnTo>
                <a:lnTo>
                  <a:pt x="108969" y="651279"/>
                </a:lnTo>
                <a:lnTo>
                  <a:pt x="110692" y="657423"/>
                </a:lnTo>
                <a:lnTo>
                  <a:pt x="112822" y="663567"/>
                </a:lnTo>
                <a:lnTo>
                  <a:pt x="115391" y="669711"/>
                </a:lnTo>
                <a:lnTo>
                  <a:pt x="118405" y="675856"/>
                </a:lnTo>
                <a:lnTo>
                  <a:pt x="121838" y="682000"/>
                </a:lnTo>
                <a:lnTo>
                  <a:pt x="125622" y="688144"/>
                </a:lnTo>
                <a:lnTo>
                  <a:pt x="129644" y="694288"/>
                </a:lnTo>
                <a:lnTo>
                  <a:pt x="133749" y="700432"/>
                </a:lnTo>
                <a:lnTo>
                  <a:pt x="137747" y="706576"/>
                </a:lnTo>
                <a:lnTo>
                  <a:pt x="141424" y="712720"/>
                </a:lnTo>
                <a:lnTo>
                  <a:pt x="144565" y="718865"/>
                </a:lnTo>
                <a:lnTo>
                  <a:pt x="146973" y="725009"/>
                </a:lnTo>
                <a:lnTo>
                  <a:pt x="148487" y="731153"/>
                </a:lnTo>
                <a:lnTo>
                  <a:pt x="149003" y="737297"/>
                </a:lnTo>
                <a:lnTo>
                  <a:pt x="149003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1371" name="12_small_7337">
            <a:extLst>
              <a:ext uri="{FF2B5EF4-FFF2-40B4-BE49-F238E27FC236}">
                <a16:creationId xmlns:a16="http://schemas.microsoft.com/office/drawing/2014/main" id="{0A4F5E5E-313E-4199-A8C2-CF5E5AF4BFE4}"/>
              </a:ext>
            </a:extLst>
          </p:cNvPr>
          <p:cNvSpPr>
            <a:spLocks noGrp="1"/>
          </p:cNvSpPr>
          <p:nvPr/>
        </p:nvSpPr>
        <p:spPr>
          <a:xfrm>
            <a:off x="2132375" y="4068180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46907" y="737297"/>
                </a:moveTo>
                <a:lnTo>
                  <a:pt x="56218" y="737297"/>
                </a:lnTo>
                <a:lnTo>
                  <a:pt x="56712" y="731153"/>
                </a:lnTo>
                <a:lnTo>
                  <a:pt x="58159" y="725009"/>
                </a:lnTo>
                <a:lnTo>
                  <a:pt x="60460" y="718865"/>
                </a:lnTo>
                <a:lnTo>
                  <a:pt x="63463" y="712720"/>
                </a:lnTo>
                <a:lnTo>
                  <a:pt x="66977" y="706576"/>
                </a:lnTo>
                <a:lnTo>
                  <a:pt x="70798" y="700432"/>
                </a:lnTo>
                <a:lnTo>
                  <a:pt x="74722" y="694288"/>
                </a:lnTo>
                <a:lnTo>
                  <a:pt x="78566" y="688144"/>
                </a:lnTo>
                <a:lnTo>
                  <a:pt x="82183" y="682000"/>
                </a:lnTo>
                <a:lnTo>
                  <a:pt x="85464" y="675856"/>
                </a:lnTo>
                <a:lnTo>
                  <a:pt x="88345" y="669711"/>
                </a:lnTo>
                <a:lnTo>
                  <a:pt x="90800" y="663567"/>
                </a:lnTo>
                <a:lnTo>
                  <a:pt x="92836" y="657423"/>
                </a:lnTo>
                <a:lnTo>
                  <a:pt x="94484" y="651279"/>
                </a:lnTo>
                <a:lnTo>
                  <a:pt x="95788" y="645135"/>
                </a:lnTo>
                <a:lnTo>
                  <a:pt x="96798" y="638991"/>
                </a:lnTo>
                <a:lnTo>
                  <a:pt x="97567" y="632847"/>
                </a:lnTo>
                <a:lnTo>
                  <a:pt x="98136" y="626702"/>
                </a:lnTo>
                <a:lnTo>
                  <a:pt x="98545" y="620558"/>
                </a:lnTo>
                <a:lnTo>
                  <a:pt x="98823" y="614414"/>
                </a:lnTo>
                <a:lnTo>
                  <a:pt x="98990" y="608270"/>
                </a:lnTo>
                <a:lnTo>
                  <a:pt x="99063" y="602126"/>
                </a:lnTo>
                <a:lnTo>
                  <a:pt x="99055" y="595982"/>
                </a:lnTo>
                <a:lnTo>
                  <a:pt x="98974" y="589838"/>
                </a:lnTo>
                <a:lnTo>
                  <a:pt x="98828" y="583693"/>
                </a:lnTo>
                <a:lnTo>
                  <a:pt x="98627" y="577549"/>
                </a:lnTo>
                <a:lnTo>
                  <a:pt x="98375" y="571405"/>
                </a:lnTo>
                <a:lnTo>
                  <a:pt x="98083" y="565261"/>
                </a:lnTo>
                <a:lnTo>
                  <a:pt x="97757" y="559117"/>
                </a:lnTo>
                <a:lnTo>
                  <a:pt x="97405" y="552973"/>
                </a:lnTo>
                <a:lnTo>
                  <a:pt x="97038" y="546829"/>
                </a:lnTo>
                <a:lnTo>
                  <a:pt x="96666" y="540684"/>
                </a:lnTo>
                <a:lnTo>
                  <a:pt x="96301" y="534540"/>
                </a:lnTo>
                <a:lnTo>
                  <a:pt x="95957" y="528396"/>
                </a:lnTo>
                <a:lnTo>
                  <a:pt x="95650" y="522252"/>
                </a:lnTo>
                <a:lnTo>
                  <a:pt x="95397" y="516108"/>
                </a:lnTo>
                <a:lnTo>
                  <a:pt x="95215" y="509964"/>
                </a:lnTo>
                <a:lnTo>
                  <a:pt x="95119" y="503820"/>
                </a:lnTo>
                <a:lnTo>
                  <a:pt x="95121" y="497675"/>
                </a:lnTo>
                <a:lnTo>
                  <a:pt x="95227" y="491531"/>
                </a:lnTo>
                <a:lnTo>
                  <a:pt x="95438" y="485387"/>
                </a:lnTo>
                <a:lnTo>
                  <a:pt x="95747" y="479243"/>
                </a:lnTo>
                <a:lnTo>
                  <a:pt x="96139" y="473099"/>
                </a:lnTo>
                <a:lnTo>
                  <a:pt x="96597" y="466955"/>
                </a:lnTo>
                <a:lnTo>
                  <a:pt x="97097" y="460811"/>
                </a:lnTo>
                <a:lnTo>
                  <a:pt x="97614" y="454666"/>
                </a:lnTo>
                <a:lnTo>
                  <a:pt x="98123" y="448522"/>
                </a:lnTo>
                <a:lnTo>
                  <a:pt x="98602" y="442378"/>
                </a:lnTo>
                <a:lnTo>
                  <a:pt x="99033" y="436234"/>
                </a:lnTo>
                <a:lnTo>
                  <a:pt x="99403" y="430090"/>
                </a:lnTo>
                <a:lnTo>
                  <a:pt x="99706" y="423946"/>
                </a:lnTo>
                <a:lnTo>
                  <a:pt x="99941" y="417802"/>
                </a:lnTo>
                <a:lnTo>
                  <a:pt x="100112" y="411657"/>
                </a:lnTo>
                <a:lnTo>
                  <a:pt x="100226" y="405513"/>
                </a:lnTo>
                <a:lnTo>
                  <a:pt x="100295" y="399369"/>
                </a:lnTo>
                <a:lnTo>
                  <a:pt x="100331" y="393225"/>
                </a:lnTo>
                <a:lnTo>
                  <a:pt x="100347" y="387081"/>
                </a:lnTo>
                <a:lnTo>
                  <a:pt x="100354" y="380937"/>
                </a:lnTo>
                <a:lnTo>
                  <a:pt x="100364" y="374793"/>
                </a:lnTo>
                <a:lnTo>
                  <a:pt x="100383" y="368648"/>
                </a:lnTo>
                <a:lnTo>
                  <a:pt x="100418" y="362504"/>
                </a:lnTo>
                <a:lnTo>
                  <a:pt x="100469" y="356360"/>
                </a:lnTo>
                <a:lnTo>
                  <a:pt x="100538" y="350216"/>
                </a:lnTo>
                <a:lnTo>
                  <a:pt x="100621" y="344072"/>
                </a:lnTo>
                <a:lnTo>
                  <a:pt x="100716" y="337928"/>
                </a:lnTo>
                <a:lnTo>
                  <a:pt x="100818" y="331784"/>
                </a:lnTo>
                <a:lnTo>
                  <a:pt x="100922" y="325639"/>
                </a:lnTo>
                <a:lnTo>
                  <a:pt x="101023" y="319495"/>
                </a:lnTo>
                <a:lnTo>
                  <a:pt x="101119" y="313351"/>
                </a:lnTo>
                <a:lnTo>
                  <a:pt x="101206" y="307207"/>
                </a:lnTo>
                <a:lnTo>
                  <a:pt x="101282" y="301063"/>
                </a:lnTo>
                <a:lnTo>
                  <a:pt x="101346" y="294919"/>
                </a:lnTo>
                <a:lnTo>
                  <a:pt x="101399" y="288775"/>
                </a:lnTo>
                <a:lnTo>
                  <a:pt x="101440" y="282630"/>
                </a:lnTo>
                <a:lnTo>
                  <a:pt x="101471" y="276486"/>
                </a:lnTo>
                <a:lnTo>
                  <a:pt x="101492" y="270342"/>
                </a:lnTo>
                <a:lnTo>
                  <a:pt x="101504" y="264198"/>
                </a:lnTo>
                <a:lnTo>
                  <a:pt x="101508" y="258054"/>
                </a:lnTo>
                <a:lnTo>
                  <a:pt x="101504" y="251910"/>
                </a:lnTo>
                <a:lnTo>
                  <a:pt x="101492" y="245766"/>
                </a:lnTo>
                <a:lnTo>
                  <a:pt x="101470" y="239621"/>
                </a:lnTo>
                <a:lnTo>
                  <a:pt x="101440" y="233477"/>
                </a:lnTo>
                <a:lnTo>
                  <a:pt x="101398" y="227333"/>
                </a:lnTo>
                <a:lnTo>
                  <a:pt x="101345" y="221189"/>
                </a:lnTo>
                <a:lnTo>
                  <a:pt x="101280" y="215045"/>
                </a:lnTo>
                <a:lnTo>
                  <a:pt x="101203" y="208901"/>
                </a:lnTo>
                <a:lnTo>
                  <a:pt x="101115" y="202757"/>
                </a:lnTo>
                <a:lnTo>
                  <a:pt x="101017" y="196613"/>
                </a:lnTo>
                <a:lnTo>
                  <a:pt x="100911" y="190468"/>
                </a:lnTo>
                <a:lnTo>
                  <a:pt x="100800" y="184324"/>
                </a:lnTo>
                <a:lnTo>
                  <a:pt x="100688" y="178180"/>
                </a:lnTo>
                <a:lnTo>
                  <a:pt x="100577" y="172036"/>
                </a:lnTo>
                <a:lnTo>
                  <a:pt x="100470" y="165892"/>
                </a:lnTo>
                <a:lnTo>
                  <a:pt x="100366" y="159748"/>
                </a:lnTo>
                <a:lnTo>
                  <a:pt x="100261" y="153604"/>
                </a:lnTo>
                <a:lnTo>
                  <a:pt x="100148" y="147459"/>
                </a:lnTo>
                <a:lnTo>
                  <a:pt x="100011" y="141315"/>
                </a:lnTo>
                <a:lnTo>
                  <a:pt x="99827" y="135171"/>
                </a:lnTo>
                <a:lnTo>
                  <a:pt x="99562" y="129027"/>
                </a:lnTo>
                <a:lnTo>
                  <a:pt x="99170" y="122883"/>
                </a:lnTo>
                <a:lnTo>
                  <a:pt x="98589" y="116739"/>
                </a:lnTo>
                <a:lnTo>
                  <a:pt x="97740" y="110595"/>
                </a:lnTo>
                <a:lnTo>
                  <a:pt x="96529" y="104450"/>
                </a:lnTo>
                <a:lnTo>
                  <a:pt x="94844" y="98306"/>
                </a:lnTo>
                <a:lnTo>
                  <a:pt x="92561" y="92162"/>
                </a:lnTo>
                <a:lnTo>
                  <a:pt x="89554" y="86018"/>
                </a:lnTo>
                <a:lnTo>
                  <a:pt x="85700" y="79874"/>
                </a:lnTo>
                <a:lnTo>
                  <a:pt x="80900" y="73730"/>
                </a:lnTo>
                <a:lnTo>
                  <a:pt x="75093" y="67586"/>
                </a:lnTo>
                <a:lnTo>
                  <a:pt x="68280" y="61441"/>
                </a:lnTo>
                <a:lnTo>
                  <a:pt x="60535" y="55297"/>
                </a:lnTo>
                <a:lnTo>
                  <a:pt x="52024" y="49153"/>
                </a:lnTo>
                <a:lnTo>
                  <a:pt x="43008" y="43009"/>
                </a:lnTo>
                <a:lnTo>
                  <a:pt x="33838" y="36865"/>
                </a:lnTo>
                <a:lnTo>
                  <a:pt x="24937" y="30721"/>
                </a:lnTo>
                <a:lnTo>
                  <a:pt x="16771" y="24577"/>
                </a:lnTo>
                <a:lnTo>
                  <a:pt x="9811" y="18432"/>
                </a:lnTo>
                <a:lnTo>
                  <a:pt x="4486" y="12288"/>
                </a:lnTo>
                <a:lnTo>
                  <a:pt x="1141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4" y="6144"/>
                </a:lnTo>
                <a:lnTo>
                  <a:pt x="198639" y="12288"/>
                </a:lnTo>
                <a:lnTo>
                  <a:pt x="193314" y="18432"/>
                </a:lnTo>
                <a:lnTo>
                  <a:pt x="186354" y="24577"/>
                </a:lnTo>
                <a:lnTo>
                  <a:pt x="178188" y="30721"/>
                </a:lnTo>
                <a:lnTo>
                  <a:pt x="169287" y="36865"/>
                </a:lnTo>
                <a:lnTo>
                  <a:pt x="160117" y="43009"/>
                </a:lnTo>
                <a:lnTo>
                  <a:pt x="151101" y="49153"/>
                </a:lnTo>
                <a:lnTo>
                  <a:pt x="142590" y="55297"/>
                </a:lnTo>
                <a:lnTo>
                  <a:pt x="134845" y="61441"/>
                </a:lnTo>
                <a:lnTo>
                  <a:pt x="128032" y="67586"/>
                </a:lnTo>
                <a:lnTo>
                  <a:pt x="122225" y="73730"/>
                </a:lnTo>
                <a:lnTo>
                  <a:pt x="117425" y="79874"/>
                </a:lnTo>
                <a:lnTo>
                  <a:pt x="113571" y="86018"/>
                </a:lnTo>
                <a:lnTo>
                  <a:pt x="110564" y="92162"/>
                </a:lnTo>
                <a:lnTo>
                  <a:pt x="108281" y="98306"/>
                </a:lnTo>
                <a:lnTo>
                  <a:pt x="106596" y="104450"/>
                </a:lnTo>
                <a:lnTo>
                  <a:pt x="105385" y="110595"/>
                </a:lnTo>
                <a:lnTo>
                  <a:pt x="104536" y="116739"/>
                </a:lnTo>
                <a:lnTo>
                  <a:pt x="103955" y="122883"/>
                </a:lnTo>
                <a:lnTo>
                  <a:pt x="103563" y="129027"/>
                </a:lnTo>
                <a:lnTo>
                  <a:pt x="103298" y="135171"/>
                </a:lnTo>
                <a:lnTo>
                  <a:pt x="103114" y="141315"/>
                </a:lnTo>
                <a:lnTo>
                  <a:pt x="102977" y="147459"/>
                </a:lnTo>
                <a:lnTo>
                  <a:pt x="102864" y="153604"/>
                </a:lnTo>
                <a:lnTo>
                  <a:pt x="102759" y="159748"/>
                </a:lnTo>
                <a:lnTo>
                  <a:pt x="102655" y="165892"/>
                </a:lnTo>
                <a:lnTo>
                  <a:pt x="102548" y="172036"/>
                </a:lnTo>
                <a:lnTo>
                  <a:pt x="102437" y="178180"/>
                </a:lnTo>
                <a:lnTo>
                  <a:pt x="102325" y="184324"/>
                </a:lnTo>
                <a:lnTo>
                  <a:pt x="102215" y="190468"/>
                </a:lnTo>
                <a:lnTo>
                  <a:pt x="102108" y="196613"/>
                </a:lnTo>
                <a:lnTo>
                  <a:pt x="102010" y="202757"/>
                </a:lnTo>
                <a:lnTo>
                  <a:pt x="101922" y="208901"/>
                </a:lnTo>
                <a:lnTo>
                  <a:pt x="101845" y="215045"/>
                </a:lnTo>
                <a:lnTo>
                  <a:pt x="101780" y="221189"/>
                </a:lnTo>
                <a:lnTo>
                  <a:pt x="101727" y="227333"/>
                </a:lnTo>
                <a:lnTo>
                  <a:pt x="101685" y="233477"/>
                </a:lnTo>
                <a:lnTo>
                  <a:pt x="101655" y="239621"/>
                </a:lnTo>
                <a:lnTo>
                  <a:pt x="101633" y="245766"/>
                </a:lnTo>
                <a:lnTo>
                  <a:pt x="101621" y="251910"/>
                </a:lnTo>
                <a:lnTo>
                  <a:pt x="101617" y="258054"/>
                </a:lnTo>
                <a:lnTo>
                  <a:pt x="101621" y="264198"/>
                </a:lnTo>
                <a:lnTo>
                  <a:pt x="101633" y="270342"/>
                </a:lnTo>
                <a:lnTo>
                  <a:pt x="101654" y="276486"/>
                </a:lnTo>
                <a:lnTo>
                  <a:pt x="101685" y="282630"/>
                </a:lnTo>
                <a:lnTo>
                  <a:pt x="101726" y="288775"/>
                </a:lnTo>
                <a:lnTo>
                  <a:pt x="101779" y="294919"/>
                </a:lnTo>
                <a:lnTo>
                  <a:pt x="101843" y="301063"/>
                </a:lnTo>
                <a:lnTo>
                  <a:pt x="101919" y="307207"/>
                </a:lnTo>
                <a:lnTo>
                  <a:pt x="102006" y="313351"/>
                </a:lnTo>
                <a:lnTo>
                  <a:pt x="102102" y="319495"/>
                </a:lnTo>
                <a:lnTo>
                  <a:pt x="102203" y="325639"/>
                </a:lnTo>
                <a:lnTo>
                  <a:pt x="102307" y="331784"/>
                </a:lnTo>
                <a:lnTo>
                  <a:pt x="102409" y="337928"/>
                </a:lnTo>
                <a:lnTo>
                  <a:pt x="102504" y="344072"/>
                </a:lnTo>
                <a:lnTo>
                  <a:pt x="102587" y="350216"/>
                </a:lnTo>
                <a:lnTo>
                  <a:pt x="102656" y="356360"/>
                </a:lnTo>
                <a:lnTo>
                  <a:pt x="102707" y="362504"/>
                </a:lnTo>
                <a:lnTo>
                  <a:pt x="102742" y="368648"/>
                </a:lnTo>
                <a:lnTo>
                  <a:pt x="102761" y="374793"/>
                </a:lnTo>
                <a:lnTo>
                  <a:pt x="102771" y="380937"/>
                </a:lnTo>
                <a:lnTo>
                  <a:pt x="102778" y="387081"/>
                </a:lnTo>
                <a:lnTo>
                  <a:pt x="102794" y="393225"/>
                </a:lnTo>
                <a:lnTo>
                  <a:pt x="102830" y="399369"/>
                </a:lnTo>
                <a:lnTo>
                  <a:pt x="102899" y="405513"/>
                </a:lnTo>
                <a:lnTo>
                  <a:pt x="103013" y="411657"/>
                </a:lnTo>
                <a:lnTo>
                  <a:pt x="103184" y="417802"/>
                </a:lnTo>
                <a:lnTo>
                  <a:pt x="103419" y="423946"/>
                </a:lnTo>
                <a:lnTo>
                  <a:pt x="103722" y="430090"/>
                </a:lnTo>
                <a:lnTo>
                  <a:pt x="104092" y="436234"/>
                </a:lnTo>
                <a:lnTo>
                  <a:pt x="104523" y="442378"/>
                </a:lnTo>
                <a:lnTo>
                  <a:pt x="105002" y="448522"/>
                </a:lnTo>
                <a:lnTo>
                  <a:pt x="105511" y="454666"/>
                </a:lnTo>
                <a:lnTo>
                  <a:pt x="106028" y="460811"/>
                </a:lnTo>
                <a:lnTo>
                  <a:pt x="106528" y="466955"/>
                </a:lnTo>
                <a:lnTo>
                  <a:pt x="106986" y="473099"/>
                </a:lnTo>
                <a:lnTo>
                  <a:pt x="107378" y="479243"/>
                </a:lnTo>
                <a:lnTo>
                  <a:pt x="107687" y="485387"/>
                </a:lnTo>
                <a:lnTo>
                  <a:pt x="107898" y="491531"/>
                </a:lnTo>
                <a:lnTo>
                  <a:pt x="108004" y="497675"/>
                </a:lnTo>
                <a:lnTo>
                  <a:pt x="108006" y="503820"/>
                </a:lnTo>
                <a:lnTo>
                  <a:pt x="107910" y="509964"/>
                </a:lnTo>
                <a:lnTo>
                  <a:pt x="107728" y="516108"/>
                </a:lnTo>
                <a:lnTo>
                  <a:pt x="107475" y="522252"/>
                </a:lnTo>
                <a:lnTo>
                  <a:pt x="107168" y="528396"/>
                </a:lnTo>
                <a:lnTo>
                  <a:pt x="106824" y="534540"/>
                </a:lnTo>
                <a:lnTo>
                  <a:pt x="106459" y="540684"/>
                </a:lnTo>
                <a:lnTo>
                  <a:pt x="106087" y="546829"/>
                </a:lnTo>
                <a:lnTo>
                  <a:pt x="105720" y="552973"/>
                </a:lnTo>
                <a:lnTo>
                  <a:pt x="105368" y="559117"/>
                </a:lnTo>
                <a:lnTo>
                  <a:pt x="105042" y="565261"/>
                </a:lnTo>
                <a:lnTo>
                  <a:pt x="104750" y="571405"/>
                </a:lnTo>
                <a:lnTo>
                  <a:pt x="104498" y="577549"/>
                </a:lnTo>
                <a:lnTo>
                  <a:pt x="104297" y="583693"/>
                </a:lnTo>
                <a:lnTo>
                  <a:pt x="104151" y="589838"/>
                </a:lnTo>
                <a:lnTo>
                  <a:pt x="104070" y="595982"/>
                </a:lnTo>
                <a:lnTo>
                  <a:pt x="104062" y="602126"/>
                </a:lnTo>
                <a:lnTo>
                  <a:pt x="104135" y="608270"/>
                </a:lnTo>
                <a:lnTo>
                  <a:pt x="104302" y="614414"/>
                </a:lnTo>
                <a:lnTo>
                  <a:pt x="104580" y="620558"/>
                </a:lnTo>
                <a:lnTo>
                  <a:pt x="104989" y="626702"/>
                </a:lnTo>
                <a:lnTo>
                  <a:pt x="105558" y="632847"/>
                </a:lnTo>
                <a:lnTo>
                  <a:pt x="106327" y="638991"/>
                </a:lnTo>
                <a:lnTo>
                  <a:pt x="107337" y="645135"/>
                </a:lnTo>
                <a:lnTo>
                  <a:pt x="108641" y="651279"/>
                </a:lnTo>
                <a:lnTo>
                  <a:pt x="110289" y="657423"/>
                </a:lnTo>
                <a:lnTo>
                  <a:pt x="112325" y="663567"/>
                </a:lnTo>
                <a:lnTo>
                  <a:pt x="114780" y="669711"/>
                </a:lnTo>
                <a:lnTo>
                  <a:pt x="117661" y="675856"/>
                </a:lnTo>
                <a:lnTo>
                  <a:pt x="120942" y="682000"/>
                </a:lnTo>
                <a:lnTo>
                  <a:pt x="124559" y="688144"/>
                </a:lnTo>
                <a:lnTo>
                  <a:pt x="128403" y="694288"/>
                </a:lnTo>
                <a:lnTo>
                  <a:pt x="132327" y="700432"/>
                </a:lnTo>
                <a:lnTo>
                  <a:pt x="136148" y="706576"/>
                </a:lnTo>
                <a:lnTo>
                  <a:pt x="139662" y="712720"/>
                </a:lnTo>
                <a:lnTo>
                  <a:pt x="142665" y="718865"/>
                </a:lnTo>
                <a:lnTo>
                  <a:pt x="144966" y="725009"/>
                </a:lnTo>
                <a:lnTo>
                  <a:pt x="146413" y="731153"/>
                </a:lnTo>
                <a:lnTo>
                  <a:pt x="146907" y="737297"/>
                </a:lnTo>
                <a:lnTo>
                  <a:pt x="146907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1372" name="12_small_7338">
            <a:extLst>
              <a:ext uri="{FF2B5EF4-FFF2-40B4-BE49-F238E27FC236}">
                <a16:creationId xmlns:a16="http://schemas.microsoft.com/office/drawing/2014/main" id="{36F2288C-0EE3-4B75-A605-252B7CE42FD1}"/>
              </a:ext>
            </a:extLst>
          </p:cNvPr>
          <p:cNvSpPr>
            <a:spLocks noGrp="1"/>
          </p:cNvSpPr>
          <p:nvPr/>
        </p:nvSpPr>
        <p:spPr>
          <a:xfrm>
            <a:off x="2913625" y="4068180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46907" y="737297"/>
                </a:moveTo>
                <a:lnTo>
                  <a:pt x="56218" y="737297"/>
                </a:lnTo>
                <a:lnTo>
                  <a:pt x="56712" y="731153"/>
                </a:lnTo>
                <a:lnTo>
                  <a:pt x="58159" y="725009"/>
                </a:lnTo>
                <a:lnTo>
                  <a:pt x="60460" y="718865"/>
                </a:lnTo>
                <a:lnTo>
                  <a:pt x="63463" y="712720"/>
                </a:lnTo>
                <a:lnTo>
                  <a:pt x="66977" y="706576"/>
                </a:lnTo>
                <a:lnTo>
                  <a:pt x="70798" y="700432"/>
                </a:lnTo>
                <a:lnTo>
                  <a:pt x="74722" y="694288"/>
                </a:lnTo>
                <a:lnTo>
                  <a:pt x="78566" y="688144"/>
                </a:lnTo>
                <a:lnTo>
                  <a:pt x="82183" y="682000"/>
                </a:lnTo>
                <a:lnTo>
                  <a:pt x="85464" y="675856"/>
                </a:lnTo>
                <a:lnTo>
                  <a:pt x="88345" y="669711"/>
                </a:lnTo>
                <a:lnTo>
                  <a:pt x="90800" y="663567"/>
                </a:lnTo>
                <a:lnTo>
                  <a:pt x="92836" y="657423"/>
                </a:lnTo>
                <a:lnTo>
                  <a:pt x="94484" y="651279"/>
                </a:lnTo>
                <a:lnTo>
                  <a:pt x="95788" y="645135"/>
                </a:lnTo>
                <a:lnTo>
                  <a:pt x="96798" y="638991"/>
                </a:lnTo>
                <a:lnTo>
                  <a:pt x="97567" y="632847"/>
                </a:lnTo>
                <a:lnTo>
                  <a:pt x="98136" y="626702"/>
                </a:lnTo>
                <a:lnTo>
                  <a:pt x="98545" y="620558"/>
                </a:lnTo>
                <a:lnTo>
                  <a:pt x="98823" y="614414"/>
                </a:lnTo>
                <a:lnTo>
                  <a:pt x="98990" y="608270"/>
                </a:lnTo>
                <a:lnTo>
                  <a:pt x="99063" y="602126"/>
                </a:lnTo>
                <a:lnTo>
                  <a:pt x="99055" y="595982"/>
                </a:lnTo>
                <a:lnTo>
                  <a:pt x="98974" y="589838"/>
                </a:lnTo>
                <a:lnTo>
                  <a:pt x="98828" y="583693"/>
                </a:lnTo>
                <a:lnTo>
                  <a:pt x="98627" y="577549"/>
                </a:lnTo>
                <a:lnTo>
                  <a:pt x="98375" y="571405"/>
                </a:lnTo>
                <a:lnTo>
                  <a:pt x="98083" y="565261"/>
                </a:lnTo>
                <a:lnTo>
                  <a:pt x="97757" y="559117"/>
                </a:lnTo>
                <a:lnTo>
                  <a:pt x="97405" y="552973"/>
                </a:lnTo>
                <a:lnTo>
                  <a:pt x="97038" y="546829"/>
                </a:lnTo>
                <a:lnTo>
                  <a:pt x="96666" y="540684"/>
                </a:lnTo>
                <a:lnTo>
                  <a:pt x="96301" y="534540"/>
                </a:lnTo>
                <a:lnTo>
                  <a:pt x="95957" y="528396"/>
                </a:lnTo>
                <a:lnTo>
                  <a:pt x="95650" y="522252"/>
                </a:lnTo>
                <a:lnTo>
                  <a:pt x="95397" y="516108"/>
                </a:lnTo>
                <a:lnTo>
                  <a:pt x="95215" y="509964"/>
                </a:lnTo>
                <a:lnTo>
                  <a:pt x="95119" y="503820"/>
                </a:lnTo>
                <a:lnTo>
                  <a:pt x="95121" y="497675"/>
                </a:lnTo>
                <a:lnTo>
                  <a:pt x="95227" y="491531"/>
                </a:lnTo>
                <a:lnTo>
                  <a:pt x="95438" y="485387"/>
                </a:lnTo>
                <a:lnTo>
                  <a:pt x="95747" y="479243"/>
                </a:lnTo>
                <a:lnTo>
                  <a:pt x="96139" y="473099"/>
                </a:lnTo>
                <a:lnTo>
                  <a:pt x="96597" y="466955"/>
                </a:lnTo>
                <a:lnTo>
                  <a:pt x="97097" y="460811"/>
                </a:lnTo>
                <a:lnTo>
                  <a:pt x="97614" y="454666"/>
                </a:lnTo>
                <a:lnTo>
                  <a:pt x="98123" y="448522"/>
                </a:lnTo>
                <a:lnTo>
                  <a:pt x="98602" y="442378"/>
                </a:lnTo>
                <a:lnTo>
                  <a:pt x="99033" y="436234"/>
                </a:lnTo>
                <a:lnTo>
                  <a:pt x="99403" y="430090"/>
                </a:lnTo>
                <a:lnTo>
                  <a:pt x="99706" y="423946"/>
                </a:lnTo>
                <a:lnTo>
                  <a:pt x="99941" y="417802"/>
                </a:lnTo>
                <a:lnTo>
                  <a:pt x="100112" y="411657"/>
                </a:lnTo>
                <a:lnTo>
                  <a:pt x="100226" y="405513"/>
                </a:lnTo>
                <a:lnTo>
                  <a:pt x="100295" y="399369"/>
                </a:lnTo>
                <a:lnTo>
                  <a:pt x="100331" y="393225"/>
                </a:lnTo>
                <a:lnTo>
                  <a:pt x="100347" y="387081"/>
                </a:lnTo>
                <a:lnTo>
                  <a:pt x="100354" y="380937"/>
                </a:lnTo>
                <a:lnTo>
                  <a:pt x="100364" y="374793"/>
                </a:lnTo>
                <a:lnTo>
                  <a:pt x="100383" y="368648"/>
                </a:lnTo>
                <a:lnTo>
                  <a:pt x="100418" y="362504"/>
                </a:lnTo>
                <a:lnTo>
                  <a:pt x="100469" y="356360"/>
                </a:lnTo>
                <a:lnTo>
                  <a:pt x="100538" y="350216"/>
                </a:lnTo>
                <a:lnTo>
                  <a:pt x="100621" y="344072"/>
                </a:lnTo>
                <a:lnTo>
                  <a:pt x="100716" y="337928"/>
                </a:lnTo>
                <a:lnTo>
                  <a:pt x="100818" y="331784"/>
                </a:lnTo>
                <a:lnTo>
                  <a:pt x="100922" y="325639"/>
                </a:lnTo>
                <a:lnTo>
                  <a:pt x="101023" y="319495"/>
                </a:lnTo>
                <a:lnTo>
                  <a:pt x="101119" y="313351"/>
                </a:lnTo>
                <a:lnTo>
                  <a:pt x="101206" y="307207"/>
                </a:lnTo>
                <a:lnTo>
                  <a:pt x="101282" y="301063"/>
                </a:lnTo>
                <a:lnTo>
                  <a:pt x="101346" y="294919"/>
                </a:lnTo>
                <a:lnTo>
                  <a:pt x="101399" y="288775"/>
                </a:lnTo>
                <a:lnTo>
                  <a:pt x="101440" y="282630"/>
                </a:lnTo>
                <a:lnTo>
                  <a:pt x="101471" y="276486"/>
                </a:lnTo>
                <a:lnTo>
                  <a:pt x="101492" y="270342"/>
                </a:lnTo>
                <a:lnTo>
                  <a:pt x="101504" y="264198"/>
                </a:lnTo>
                <a:lnTo>
                  <a:pt x="101508" y="258054"/>
                </a:lnTo>
                <a:lnTo>
                  <a:pt x="101504" y="251910"/>
                </a:lnTo>
                <a:lnTo>
                  <a:pt x="101492" y="245766"/>
                </a:lnTo>
                <a:lnTo>
                  <a:pt x="101470" y="239621"/>
                </a:lnTo>
                <a:lnTo>
                  <a:pt x="101440" y="233477"/>
                </a:lnTo>
                <a:lnTo>
                  <a:pt x="101398" y="227333"/>
                </a:lnTo>
                <a:lnTo>
                  <a:pt x="101345" y="221189"/>
                </a:lnTo>
                <a:lnTo>
                  <a:pt x="101280" y="215045"/>
                </a:lnTo>
                <a:lnTo>
                  <a:pt x="101203" y="208901"/>
                </a:lnTo>
                <a:lnTo>
                  <a:pt x="101115" y="202757"/>
                </a:lnTo>
                <a:lnTo>
                  <a:pt x="101017" y="196613"/>
                </a:lnTo>
                <a:lnTo>
                  <a:pt x="100911" y="190468"/>
                </a:lnTo>
                <a:lnTo>
                  <a:pt x="100800" y="184324"/>
                </a:lnTo>
                <a:lnTo>
                  <a:pt x="100688" y="178180"/>
                </a:lnTo>
                <a:lnTo>
                  <a:pt x="100577" y="172036"/>
                </a:lnTo>
                <a:lnTo>
                  <a:pt x="100470" y="165892"/>
                </a:lnTo>
                <a:lnTo>
                  <a:pt x="100366" y="159748"/>
                </a:lnTo>
                <a:lnTo>
                  <a:pt x="100261" y="153604"/>
                </a:lnTo>
                <a:lnTo>
                  <a:pt x="100148" y="147459"/>
                </a:lnTo>
                <a:lnTo>
                  <a:pt x="100011" y="141315"/>
                </a:lnTo>
                <a:lnTo>
                  <a:pt x="99827" y="135171"/>
                </a:lnTo>
                <a:lnTo>
                  <a:pt x="99562" y="129027"/>
                </a:lnTo>
                <a:lnTo>
                  <a:pt x="99170" y="122883"/>
                </a:lnTo>
                <a:lnTo>
                  <a:pt x="98589" y="116739"/>
                </a:lnTo>
                <a:lnTo>
                  <a:pt x="97740" y="110595"/>
                </a:lnTo>
                <a:lnTo>
                  <a:pt x="96529" y="104450"/>
                </a:lnTo>
                <a:lnTo>
                  <a:pt x="94844" y="98306"/>
                </a:lnTo>
                <a:lnTo>
                  <a:pt x="92561" y="92162"/>
                </a:lnTo>
                <a:lnTo>
                  <a:pt x="89554" y="86018"/>
                </a:lnTo>
                <a:lnTo>
                  <a:pt x="85700" y="79874"/>
                </a:lnTo>
                <a:lnTo>
                  <a:pt x="80900" y="73730"/>
                </a:lnTo>
                <a:lnTo>
                  <a:pt x="75093" y="67586"/>
                </a:lnTo>
                <a:lnTo>
                  <a:pt x="68280" y="61441"/>
                </a:lnTo>
                <a:lnTo>
                  <a:pt x="60535" y="55297"/>
                </a:lnTo>
                <a:lnTo>
                  <a:pt x="52024" y="49153"/>
                </a:lnTo>
                <a:lnTo>
                  <a:pt x="43008" y="43009"/>
                </a:lnTo>
                <a:lnTo>
                  <a:pt x="33838" y="36865"/>
                </a:lnTo>
                <a:lnTo>
                  <a:pt x="24937" y="30721"/>
                </a:lnTo>
                <a:lnTo>
                  <a:pt x="16771" y="24577"/>
                </a:lnTo>
                <a:lnTo>
                  <a:pt x="9811" y="18432"/>
                </a:lnTo>
                <a:lnTo>
                  <a:pt x="4486" y="12288"/>
                </a:lnTo>
                <a:lnTo>
                  <a:pt x="1141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4" y="6144"/>
                </a:lnTo>
                <a:lnTo>
                  <a:pt x="198639" y="12288"/>
                </a:lnTo>
                <a:lnTo>
                  <a:pt x="193314" y="18432"/>
                </a:lnTo>
                <a:lnTo>
                  <a:pt x="186354" y="24577"/>
                </a:lnTo>
                <a:lnTo>
                  <a:pt x="178188" y="30721"/>
                </a:lnTo>
                <a:lnTo>
                  <a:pt x="169287" y="36865"/>
                </a:lnTo>
                <a:lnTo>
                  <a:pt x="160117" y="43009"/>
                </a:lnTo>
                <a:lnTo>
                  <a:pt x="151101" y="49153"/>
                </a:lnTo>
                <a:lnTo>
                  <a:pt x="142590" y="55297"/>
                </a:lnTo>
                <a:lnTo>
                  <a:pt x="134845" y="61441"/>
                </a:lnTo>
                <a:lnTo>
                  <a:pt x="128032" y="67586"/>
                </a:lnTo>
                <a:lnTo>
                  <a:pt x="122225" y="73730"/>
                </a:lnTo>
                <a:lnTo>
                  <a:pt x="117425" y="79874"/>
                </a:lnTo>
                <a:lnTo>
                  <a:pt x="113571" y="86018"/>
                </a:lnTo>
                <a:lnTo>
                  <a:pt x="110564" y="92162"/>
                </a:lnTo>
                <a:lnTo>
                  <a:pt x="108281" y="98306"/>
                </a:lnTo>
                <a:lnTo>
                  <a:pt x="106596" y="104450"/>
                </a:lnTo>
                <a:lnTo>
                  <a:pt x="105385" y="110595"/>
                </a:lnTo>
                <a:lnTo>
                  <a:pt x="104536" y="116739"/>
                </a:lnTo>
                <a:lnTo>
                  <a:pt x="103955" y="122883"/>
                </a:lnTo>
                <a:lnTo>
                  <a:pt x="103563" y="129027"/>
                </a:lnTo>
                <a:lnTo>
                  <a:pt x="103298" y="135171"/>
                </a:lnTo>
                <a:lnTo>
                  <a:pt x="103114" y="141315"/>
                </a:lnTo>
                <a:lnTo>
                  <a:pt x="102977" y="147459"/>
                </a:lnTo>
                <a:lnTo>
                  <a:pt x="102864" y="153604"/>
                </a:lnTo>
                <a:lnTo>
                  <a:pt x="102759" y="159748"/>
                </a:lnTo>
                <a:lnTo>
                  <a:pt x="102655" y="165892"/>
                </a:lnTo>
                <a:lnTo>
                  <a:pt x="102548" y="172036"/>
                </a:lnTo>
                <a:lnTo>
                  <a:pt x="102437" y="178180"/>
                </a:lnTo>
                <a:lnTo>
                  <a:pt x="102325" y="184324"/>
                </a:lnTo>
                <a:lnTo>
                  <a:pt x="102215" y="190468"/>
                </a:lnTo>
                <a:lnTo>
                  <a:pt x="102108" y="196613"/>
                </a:lnTo>
                <a:lnTo>
                  <a:pt x="102010" y="202757"/>
                </a:lnTo>
                <a:lnTo>
                  <a:pt x="101922" y="208901"/>
                </a:lnTo>
                <a:lnTo>
                  <a:pt x="101845" y="215045"/>
                </a:lnTo>
                <a:lnTo>
                  <a:pt x="101780" y="221189"/>
                </a:lnTo>
                <a:lnTo>
                  <a:pt x="101727" y="227333"/>
                </a:lnTo>
                <a:lnTo>
                  <a:pt x="101685" y="233477"/>
                </a:lnTo>
                <a:lnTo>
                  <a:pt x="101655" y="239621"/>
                </a:lnTo>
                <a:lnTo>
                  <a:pt x="101633" y="245766"/>
                </a:lnTo>
                <a:lnTo>
                  <a:pt x="101621" y="251910"/>
                </a:lnTo>
                <a:lnTo>
                  <a:pt x="101617" y="258054"/>
                </a:lnTo>
                <a:lnTo>
                  <a:pt x="101621" y="264198"/>
                </a:lnTo>
                <a:lnTo>
                  <a:pt x="101633" y="270342"/>
                </a:lnTo>
                <a:lnTo>
                  <a:pt x="101654" y="276486"/>
                </a:lnTo>
                <a:lnTo>
                  <a:pt x="101685" y="282630"/>
                </a:lnTo>
                <a:lnTo>
                  <a:pt x="101726" y="288775"/>
                </a:lnTo>
                <a:lnTo>
                  <a:pt x="101779" y="294919"/>
                </a:lnTo>
                <a:lnTo>
                  <a:pt x="101843" y="301063"/>
                </a:lnTo>
                <a:lnTo>
                  <a:pt x="101919" y="307207"/>
                </a:lnTo>
                <a:lnTo>
                  <a:pt x="102006" y="313351"/>
                </a:lnTo>
                <a:lnTo>
                  <a:pt x="102102" y="319495"/>
                </a:lnTo>
                <a:lnTo>
                  <a:pt x="102203" y="325639"/>
                </a:lnTo>
                <a:lnTo>
                  <a:pt x="102307" y="331784"/>
                </a:lnTo>
                <a:lnTo>
                  <a:pt x="102409" y="337928"/>
                </a:lnTo>
                <a:lnTo>
                  <a:pt x="102504" y="344072"/>
                </a:lnTo>
                <a:lnTo>
                  <a:pt x="102587" y="350216"/>
                </a:lnTo>
                <a:lnTo>
                  <a:pt x="102656" y="356360"/>
                </a:lnTo>
                <a:lnTo>
                  <a:pt x="102707" y="362504"/>
                </a:lnTo>
                <a:lnTo>
                  <a:pt x="102742" y="368648"/>
                </a:lnTo>
                <a:lnTo>
                  <a:pt x="102761" y="374793"/>
                </a:lnTo>
                <a:lnTo>
                  <a:pt x="102771" y="380937"/>
                </a:lnTo>
                <a:lnTo>
                  <a:pt x="102778" y="387081"/>
                </a:lnTo>
                <a:lnTo>
                  <a:pt x="102794" y="393225"/>
                </a:lnTo>
                <a:lnTo>
                  <a:pt x="102830" y="399369"/>
                </a:lnTo>
                <a:lnTo>
                  <a:pt x="102899" y="405513"/>
                </a:lnTo>
                <a:lnTo>
                  <a:pt x="103013" y="411657"/>
                </a:lnTo>
                <a:lnTo>
                  <a:pt x="103184" y="417802"/>
                </a:lnTo>
                <a:lnTo>
                  <a:pt x="103419" y="423946"/>
                </a:lnTo>
                <a:lnTo>
                  <a:pt x="103722" y="430090"/>
                </a:lnTo>
                <a:lnTo>
                  <a:pt x="104092" y="436234"/>
                </a:lnTo>
                <a:lnTo>
                  <a:pt x="104523" y="442378"/>
                </a:lnTo>
                <a:lnTo>
                  <a:pt x="105002" y="448522"/>
                </a:lnTo>
                <a:lnTo>
                  <a:pt x="105511" y="454666"/>
                </a:lnTo>
                <a:lnTo>
                  <a:pt x="106028" y="460811"/>
                </a:lnTo>
                <a:lnTo>
                  <a:pt x="106528" y="466955"/>
                </a:lnTo>
                <a:lnTo>
                  <a:pt x="106986" y="473099"/>
                </a:lnTo>
                <a:lnTo>
                  <a:pt x="107378" y="479243"/>
                </a:lnTo>
                <a:lnTo>
                  <a:pt x="107687" y="485387"/>
                </a:lnTo>
                <a:lnTo>
                  <a:pt x="107898" y="491531"/>
                </a:lnTo>
                <a:lnTo>
                  <a:pt x="108004" y="497675"/>
                </a:lnTo>
                <a:lnTo>
                  <a:pt x="108006" y="503820"/>
                </a:lnTo>
                <a:lnTo>
                  <a:pt x="107910" y="509964"/>
                </a:lnTo>
                <a:lnTo>
                  <a:pt x="107728" y="516108"/>
                </a:lnTo>
                <a:lnTo>
                  <a:pt x="107475" y="522252"/>
                </a:lnTo>
                <a:lnTo>
                  <a:pt x="107168" y="528396"/>
                </a:lnTo>
                <a:lnTo>
                  <a:pt x="106824" y="534540"/>
                </a:lnTo>
                <a:lnTo>
                  <a:pt x="106459" y="540684"/>
                </a:lnTo>
                <a:lnTo>
                  <a:pt x="106087" y="546829"/>
                </a:lnTo>
                <a:lnTo>
                  <a:pt x="105720" y="552973"/>
                </a:lnTo>
                <a:lnTo>
                  <a:pt x="105368" y="559117"/>
                </a:lnTo>
                <a:lnTo>
                  <a:pt x="105042" y="565261"/>
                </a:lnTo>
                <a:lnTo>
                  <a:pt x="104750" y="571405"/>
                </a:lnTo>
                <a:lnTo>
                  <a:pt x="104498" y="577549"/>
                </a:lnTo>
                <a:lnTo>
                  <a:pt x="104297" y="583693"/>
                </a:lnTo>
                <a:lnTo>
                  <a:pt x="104151" y="589838"/>
                </a:lnTo>
                <a:lnTo>
                  <a:pt x="104070" y="595982"/>
                </a:lnTo>
                <a:lnTo>
                  <a:pt x="104062" y="602126"/>
                </a:lnTo>
                <a:lnTo>
                  <a:pt x="104135" y="608270"/>
                </a:lnTo>
                <a:lnTo>
                  <a:pt x="104302" y="614414"/>
                </a:lnTo>
                <a:lnTo>
                  <a:pt x="104580" y="620558"/>
                </a:lnTo>
                <a:lnTo>
                  <a:pt x="104989" y="626702"/>
                </a:lnTo>
                <a:lnTo>
                  <a:pt x="105558" y="632847"/>
                </a:lnTo>
                <a:lnTo>
                  <a:pt x="106327" y="638991"/>
                </a:lnTo>
                <a:lnTo>
                  <a:pt x="107337" y="645135"/>
                </a:lnTo>
                <a:lnTo>
                  <a:pt x="108641" y="651279"/>
                </a:lnTo>
                <a:lnTo>
                  <a:pt x="110289" y="657423"/>
                </a:lnTo>
                <a:lnTo>
                  <a:pt x="112325" y="663567"/>
                </a:lnTo>
                <a:lnTo>
                  <a:pt x="114780" y="669711"/>
                </a:lnTo>
                <a:lnTo>
                  <a:pt x="117661" y="675856"/>
                </a:lnTo>
                <a:lnTo>
                  <a:pt x="120942" y="682000"/>
                </a:lnTo>
                <a:lnTo>
                  <a:pt x="124559" y="688144"/>
                </a:lnTo>
                <a:lnTo>
                  <a:pt x="128403" y="694288"/>
                </a:lnTo>
                <a:lnTo>
                  <a:pt x="132327" y="700432"/>
                </a:lnTo>
                <a:lnTo>
                  <a:pt x="136148" y="706576"/>
                </a:lnTo>
                <a:lnTo>
                  <a:pt x="139662" y="712720"/>
                </a:lnTo>
                <a:lnTo>
                  <a:pt x="142665" y="718865"/>
                </a:lnTo>
                <a:lnTo>
                  <a:pt x="144966" y="725009"/>
                </a:lnTo>
                <a:lnTo>
                  <a:pt x="146413" y="731153"/>
                </a:lnTo>
                <a:lnTo>
                  <a:pt x="146907" y="737297"/>
                </a:lnTo>
                <a:lnTo>
                  <a:pt x="146907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1373" name="12_small_7339">
            <a:extLst>
              <a:ext uri="{FF2B5EF4-FFF2-40B4-BE49-F238E27FC236}">
                <a16:creationId xmlns:a16="http://schemas.microsoft.com/office/drawing/2014/main" id="{A6711C3F-7600-4C45-858F-A2A16C9F0414}"/>
              </a:ext>
            </a:extLst>
          </p:cNvPr>
          <p:cNvSpPr>
            <a:spLocks noGrp="1"/>
          </p:cNvSpPr>
          <p:nvPr/>
        </p:nvSpPr>
        <p:spPr>
          <a:xfrm>
            <a:off x="671437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374" name="12_small_7340">
            <a:extLst>
              <a:ext uri="{FF2B5EF4-FFF2-40B4-BE49-F238E27FC236}">
                <a16:creationId xmlns:a16="http://schemas.microsoft.com/office/drawing/2014/main" id="{D89FA5B8-F05E-40FC-B797-556A233890E8}"/>
              </a:ext>
            </a:extLst>
          </p:cNvPr>
          <p:cNvSpPr>
            <a:spLocks noGrp="1"/>
          </p:cNvSpPr>
          <p:nvPr/>
        </p:nvSpPr>
        <p:spPr>
          <a:xfrm>
            <a:off x="1062063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375" name="12_small_7341">
            <a:extLst>
              <a:ext uri="{FF2B5EF4-FFF2-40B4-BE49-F238E27FC236}">
                <a16:creationId xmlns:a16="http://schemas.microsoft.com/office/drawing/2014/main" id="{EBBD47E0-12CA-40A2-834C-14E3DCBDEAB5}"/>
              </a:ext>
            </a:extLst>
          </p:cNvPr>
          <p:cNvSpPr>
            <a:spLocks noGrp="1"/>
          </p:cNvSpPr>
          <p:nvPr/>
        </p:nvSpPr>
        <p:spPr>
          <a:xfrm>
            <a:off x="1452688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376" name="12_small_7342">
            <a:extLst>
              <a:ext uri="{FF2B5EF4-FFF2-40B4-BE49-F238E27FC236}">
                <a16:creationId xmlns:a16="http://schemas.microsoft.com/office/drawing/2014/main" id="{9ADB8F86-57CA-459F-911D-F3A5C975D841}"/>
              </a:ext>
            </a:extLst>
          </p:cNvPr>
          <p:cNvSpPr>
            <a:spLocks noGrp="1"/>
          </p:cNvSpPr>
          <p:nvPr/>
        </p:nvSpPr>
        <p:spPr>
          <a:xfrm>
            <a:off x="2233938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377" name="12_small_7343">
            <a:extLst>
              <a:ext uri="{FF2B5EF4-FFF2-40B4-BE49-F238E27FC236}">
                <a16:creationId xmlns:a16="http://schemas.microsoft.com/office/drawing/2014/main" id="{1C201A16-A266-432C-A9EC-B05113733F2A}"/>
              </a:ext>
            </a:extLst>
          </p:cNvPr>
          <p:cNvSpPr>
            <a:spLocks noGrp="1"/>
          </p:cNvSpPr>
          <p:nvPr/>
        </p:nvSpPr>
        <p:spPr>
          <a:xfrm>
            <a:off x="3015188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378" name="12_small_7344">
            <a:extLst>
              <a:ext uri="{FF2B5EF4-FFF2-40B4-BE49-F238E27FC236}">
                <a16:creationId xmlns:a16="http://schemas.microsoft.com/office/drawing/2014/main" id="{2B133002-7EBF-47C0-94D4-760AE1221483}"/>
              </a:ext>
            </a:extLst>
          </p:cNvPr>
          <p:cNvSpPr>
            <a:spLocks noGrp="1"/>
          </p:cNvSpPr>
          <p:nvPr/>
        </p:nvSpPr>
        <p:spPr>
          <a:xfrm>
            <a:off x="648000" y="4805477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379" name="12_small_7345">
            <a:extLst>
              <a:ext uri="{FF2B5EF4-FFF2-40B4-BE49-F238E27FC236}">
                <a16:creationId xmlns:a16="http://schemas.microsoft.com/office/drawing/2014/main" id="{E0C0B2CC-424D-4644-AE9D-6752905FE323}"/>
              </a:ext>
            </a:extLst>
          </p:cNvPr>
          <p:cNvSpPr>
            <a:spLocks noGrp="1"/>
          </p:cNvSpPr>
          <p:nvPr/>
        </p:nvSpPr>
        <p:spPr>
          <a:xfrm>
            <a:off x="609900" y="4805477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380" name="text_7346">
            <a:extLst>
              <a:ext uri="{FF2B5EF4-FFF2-40B4-BE49-F238E27FC236}">
                <a16:creationId xmlns:a16="http://schemas.microsoft.com/office/drawing/2014/main" id="{7F3992D0-5A17-4EC3-9234-22DCAF808E49}"/>
              </a:ext>
            </a:extLst>
          </p:cNvPr>
          <p:cNvSpPr>
            <a:spLocks noGrp="1"/>
          </p:cNvSpPr>
          <p:nvPr/>
        </p:nvSpPr>
        <p:spPr>
          <a:xfrm>
            <a:off x="520253" y="4765417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381" name="12_small_7347">
            <a:extLst>
              <a:ext uri="{FF2B5EF4-FFF2-40B4-BE49-F238E27FC236}">
                <a16:creationId xmlns:a16="http://schemas.microsoft.com/office/drawing/2014/main" id="{A5E9F117-05C6-4791-B1A5-9B88178631E3}"/>
              </a:ext>
            </a:extLst>
          </p:cNvPr>
          <p:cNvSpPr>
            <a:spLocks noGrp="1"/>
          </p:cNvSpPr>
          <p:nvPr/>
        </p:nvSpPr>
        <p:spPr>
          <a:xfrm>
            <a:off x="648000" y="4436829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382" name="12_small_7348">
            <a:extLst>
              <a:ext uri="{FF2B5EF4-FFF2-40B4-BE49-F238E27FC236}">
                <a16:creationId xmlns:a16="http://schemas.microsoft.com/office/drawing/2014/main" id="{BE9BF948-5AEF-4FF2-93DC-7041A5CEED80}"/>
              </a:ext>
            </a:extLst>
          </p:cNvPr>
          <p:cNvSpPr>
            <a:spLocks noGrp="1"/>
          </p:cNvSpPr>
          <p:nvPr/>
        </p:nvSpPr>
        <p:spPr>
          <a:xfrm>
            <a:off x="609900" y="443682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383" name="text_7349">
            <a:extLst>
              <a:ext uri="{FF2B5EF4-FFF2-40B4-BE49-F238E27FC236}">
                <a16:creationId xmlns:a16="http://schemas.microsoft.com/office/drawing/2014/main" id="{ABF72C7D-B91B-48FA-AB65-18973BA08523}"/>
              </a:ext>
            </a:extLst>
          </p:cNvPr>
          <p:cNvSpPr>
            <a:spLocks noGrp="1"/>
          </p:cNvSpPr>
          <p:nvPr/>
        </p:nvSpPr>
        <p:spPr>
          <a:xfrm>
            <a:off x="468706" y="4396768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384" name="12_small_7350">
            <a:extLst>
              <a:ext uri="{FF2B5EF4-FFF2-40B4-BE49-F238E27FC236}">
                <a16:creationId xmlns:a16="http://schemas.microsoft.com/office/drawing/2014/main" id="{CDE510C4-30BF-4635-9C92-6B8712AB2411}"/>
              </a:ext>
            </a:extLst>
          </p:cNvPr>
          <p:cNvSpPr>
            <a:spLocks noGrp="1"/>
          </p:cNvSpPr>
          <p:nvPr/>
        </p:nvSpPr>
        <p:spPr>
          <a:xfrm>
            <a:off x="648000" y="406818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385" name="12_small_7351">
            <a:extLst>
              <a:ext uri="{FF2B5EF4-FFF2-40B4-BE49-F238E27FC236}">
                <a16:creationId xmlns:a16="http://schemas.microsoft.com/office/drawing/2014/main" id="{C23D3876-A3F3-4C4B-B252-6822C978B347}"/>
              </a:ext>
            </a:extLst>
          </p:cNvPr>
          <p:cNvSpPr>
            <a:spLocks noGrp="1"/>
          </p:cNvSpPr>
          <p:nvPr/>
        </p:nvSpPr>
        <p:spPr>
          <a:xfrm>
            <a:off x="609900" y="406818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386" name="text_7352">
            <a:extLst>
              <a:ext uri="{FF2B5EF4-FFF2-40B4-BE49-F238E27FC236}">
                <a16:creationId xmlns:a16="http://schemas.microsoft.com/office/drawing/2014/main" id="{0CDD2291-2741-410F-BC46-428321AFCE5A}"/>
              </a:ext>
            </a:extLst>
          </p:cNvPr>
          <p:cNvSpPr>
            <a:spLocks noGrp="1"/>
          </p:cNvSpPr>
          <p:nvPr/>
        </p:nvSpPr>
        <p:spPr>
          <a:xfrm>
            <a:off x="417160" y="4028120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387" name="text_7353">
            <a:extLst>
              <a:ext uri="{FF2B5EF4-FFF2-40B4-BE49-F238E27FC236}">
                <a16:creationId xmlns:a16="http://schemas.microsoft.com/office/drawing/2014/main" id="{743F7C68-3380-4D3D-BD56-D7FE9346AF53}"/>
              </a:ext>
            </a:extLst>
          </p:cNvPr>
          <p:cNvSpPr>
            <a:spLocks noGrp="1"/>
          </p:cNvSpPr>
          <p:nvPr/>
        </p:nvSpPr>
        <p:spPr>
          <a:xfrm rot="-5400000">
            <a:off x="-21826" y="4373329"/>
            <a:ext cx="712724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Completion (%)</a:t>
            </a:r>
          </a:p>
        </p:txBody>
      </p:sp>
      <p:sp>
        <p:nvSpPr>
          <p:cNvPr id="1388" name="12_small_7354">
            <a:extLst>
              <a:ext uri="{FF2B5EF4-FFF2-40B4-BE49-F238E27FC236}">
                <a16:creationId xmlns:a16="http://schemas.microsoft.com/office/drawing/2014/main" id="{487C4DF8-519A-455F-B3B5-0FD8B663B342}"/>
              </a:ext>
            </a:extLst>
          </p:cNvPr>
          <p:cNvSpPr>
            <a:spLocks noGrp="1"/>
          </p:cNvSpPr>
          <p:nvPr/>
        </p:nvSpPr>
        <p:spPr>
          <a:xfrm>
            <a:off x="1015426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89" name="12_small_7355">
            <a:extLst>
              <a:ext uri="{FF2B5EF4-FFF2-40B4-BE49-F238E27FC236}">
                <a16:creationId xmlns:a16="http://schemas.microsoft.com/office/drawing/2014/main" id="{36B4E139-3CF4-41E5-8F22-1BD8F54CC1CE}"/>
              </a:ext>
            </a:extLst>
          </p:cNvPr>
          <p:cNvSpPr>
            <a:spLocks noGrp="1"/>
          </p:cNvSpPr>
          <p:nvPr/>
        </p:nvSpPr>
        <p:spPr>
          <a:xfrm>
            <a:off x="111970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0" name="12_small_7356">
            <a:extLst>
              <a:ext uri="{FF2B5EF4-FFF2-40B4-BE49-F238E27FC236}">
                <a16:creationId xmlns:a16="http://schemas.microsoft.com/office/drawing/2014/main" id="{DE2429C7-7313-4915-80C8-3E8F1E502A68}"/>
              </a:ext>
            </a:extLst>
          </p:cNvPr>
          <p:cNvSpPr>
            <a:spLocks noGrp="1"/>
          </p:cNvSpPr>
          <p:nvPr/>
        </p:nvSpPr>
        <p:spPr>
          <a:xfrm>
            <a:off x="111814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1" name="12_small_7357">
            <a:extLst>
              <a:ext uri="{FF2B5EF4-FFF2-40B4-BE49-F238E27FC236}">
                <a16:creationId xmlns:a16="http://schemas.microsoft.com/office/drawing/2014/main" id="{27188B78-8BF5-4024-BBFE-6F4A506FFA45}"/>
              </a:ext>
            </a:extLst>
          </p:cNvPr>
          <p:cNvSpPr>
            <a:spLocks noGrp="1"/>
          </p:cNvSpPr>
          <p:nvPr/>
        </p:nvSpPr>
        <p:spPr>
          <a:xfrm>
            <a:off x="1038851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2" name="12_small_7358">
            <a:extLst>
              <a:ext uri="{FF2B5EF4-FFF2-40B4-BE49-F238E27FC236}">
                <a16:creationId xmlns:a16="http://schemas.microsoft.com/office/drawing/2014/main" id="{733B3F07-A5A0-4DCD-9173-411991770130}"/>
              </a:ext>
            </a:extLst>
          </p:cNvPr>
          <p:cNvSpPr>
            <a:spLocks noGrp="1"/>
          </p:cNvSpPr>
          <p:nvPr/>
        </p:nvSpPr>
        <p:spPr>
          <a:xfrm>
            <a:off x="1121027" y="447529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3" name="12_small_7359">
            <a:extLst>
              <a:ext uri="{FF2B5EF4-FFF2-40B4-BE49-F238E27FC236}">
                <a16:creationId xmlns:a16="http://schemas.microsoft.com/office/drawing/2014/main" id="{9C6B84C7-CED3-429D-8440-93FBD80A23BD}"/>
              </a:ext>
            </a:extLst>
          </p:cNvPr>
          <p:cNvSpPr>
            <a:spLocks noGrp="1"/>
          </p:cNvSpPr>
          <p:nvPr/>
        </p:nvSpPr>
        <p:spPr>
          <a:xfrm>
            <a:off x="1090648" y="44561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4" name="12_small_7360">
            <a:extLst>
              <a:ext uri="{FF2B5EF4-FFF2-40B4-BE49-F238E27FC236}">
                <a16:creationId xmlns:a16="http://schemas.microsoft.com/office/drawing/2014/main" id="{37DA31D6-87E8-4F16-8DD9-EDFC99CBBB08}"/>
              </a:ext>
            </a:extLst>
          </p:cNvPr>
          <p:cNvSpPr>
            <a:spLocks noGrp="1"/>
          </p:cNvSpPr>
          <p:nvPr/>
        </p:nvSpPr>
        <p:spPr>
          <a:xfrm>
            <a:off x="99809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5" name="12_small_7361">
            <a:extLst>
              <a:ext uri="{FF2B5EF4-FFF2-40B4-BE49-F238E27FC236}">
                <a16:creationId xmlns:a16="http://schemas.microsoft.com/office/drawing/2014/main" id="{9AD28E9B-55CA-4784-A9FB-2E756248CE94}"/>
              </a:ext>
            </a:extLst>
          </p:cNvPr>
          <p:cNvSpPr>
            <a:spLocks noGrp="1"/>
          </p:cNvSpPr>
          <p:nvPr/>
        </p:nvSpPr>
        <p:spPr>
          <a:xfrm>
            <a:off x="1030360" y="46991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6" name="12_small_7362">
            <a:extLst>
              <a:ext uri="{FF2B5EF4-FFF2-40B4-BE49-F238E27FC236}">
                <a16:creationId xmlns:a16="http://schemas.microsoft.com/office/drawing/2014/main" id="{DC32B6BE-9FA1-4D30-85C5-7A97D315C192}"/>
              </a:ext>
            </a:extLst>
          </p:cNvPr>
          <p:cNvSpPr>
            <a:spLocks noGrp="1"/>
          </p:cNvSpPr>
          <p:nvPr/>
        </p:nvSpPr>
        <p:spPr>
          <a:xfrm>
            <a:off x="1047272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7" name="12_small_7363">
            <a:extLst>
              <a:ext uri="{FF2B5EF4-FFF2-40B4-BE49-F238E27FC236}">
                <a16:creationId xmlns:a16="http://schemas.microsoft.com/office/drawing/2014/main" id="{8BD03B40-5E62-4115-B8C3-6E6F9E0E16E1}"/>
              </a:ext>
            </a:extLst>
          </p:cNvPr>
          <p:cNvSpPr>
            <a:spLocks noGrp="1"/>
          </p:cNvSpPr>
          <p:nvPr/>
        </p:nvSpPr>
        <p:spPr>
          <a:xfrm>
            <a:off x="1032089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8" name="12_small_7364">
            <a:extLst>
              <a:ext uri="{FF2B5EF4-FFF2-40B4-BE49-F238E27FC236}">
                <a16:creationId xmlns:a16="http://schemas.microsoft.com/office/drawing/2014/main" id="{EEF96350-3DB0-48E0-A7E5-08D5FAEB7B4A}"/>
              </a:ext>
            </a:extLst>
          </p:cNvPr>
          <p:cNvSpPr>
            <a:spLocks noGrp="1"/>
          </p:cNvSpPr>
          <p:nvPr/>
        </p:nvSpPr>
        <p:spPr>
          <a:xfrm>
            <a:off x="108593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399" name="12_small_7365">
            <a:extLst>
              <a:ext uri="{FF2B5EF4-FFF2-40B4-BE49-F238E27FC236}">
                <a16:creationId xmlns:a16="http://schemas.microsoft.com/office/drawing/2014/main" id="{327C0D44-8A7D-4319-A781-38E46714082A}"/>
              </a:ext>
            </a:extLst>
          </p:cNvPr>
          <p:cNvSpPr>
            <a:spLocks noGrp="1"/>
          </p:cNvSpPr>
          <p:nvPr/>
        </p:nvSpPr>
        <p:spPr>
          <a:xfrm>
            <a:off x="99085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0" name="12_small_7366">
            <a:extLst>
              <a:ext uri="{FF2B5EF4-FFF2-40B4-BE49-F238E27FC236}">
                <a16:creationId xmlns:a16="http://schemas.microsoft.com/office/drawing/2014/main" id="{EB3FD63D-5CCB-4649-B905-95692CED3B65}"/>
              </a:ext>
            </a:extLst>
          </p:cNvPr>
          <p:cNvSpPr>
            <a:spLocks noGrp="1"/>
          </p:cNvSpPr>
          <p:nvPr/>
        </p:nvSpPr>
        <p:spPr>
          <a:xfrm>
            <a:off x="103124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1" name="12_small_7367">
            <a:extLst>
              <a:ext uri="{FF2B5EF4-FFF2-40B4-BE49-F238E27FC236}">
                <a16:creationId xmlns:a16="http://schemas.microsoft.com/office/drawing/2014/main" id="{2254F123-799A-4673-A923-18F8AE33552A}"/>
              </a:ext>
            </a:extLst>
          </p:cNvPr>
          <p:cNvSpPr>
            <a:spLocks noGrp="1"/>
          </p:cNvSpPr>
          <p:nvPr/>
        </p:nvSpPr>
        <p:spPr>
          <a:xfrm>
            <a:off x="985448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2" name="12_small_7368">
            <a:extLst>
              <a:ext uri="{FF2B5EF4-FFF2-40B4-BE49-F238E27FC236}">
                <a16:creationId xmlns:a16="http://schemas.microsoft.com/office/drawing/2014/main" id="{2525BFB4-4B36-4E22-9B47-9AA31D570593}"/>
              </a:ext>
            </a:extLst>
          </p:cNvPr>
          <p:cNvSpPr>
            <a:spLocks noGrp="1"/>
          </p:cNvSpPr>
          <p:nvPr/>
        </p:nvSpPr>
        <p:spPr>
          <a:xfrm>
            <a:off x="1115192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3" name="12_small_7369">
            <a:extLst>
              <a:ext uri="{FF2B5EF4-FFF2-40B4-BE49-F238E27FC236}">
                <a16:creationId xmlns:a16="http://schemas.microsoft.com/office/drawing/2014/main" id="{130FC549-F6E8-4688-B929-C8C28D41BE0F}"/>
              </a:ext>
            </a:extLst>
          </p:cNvPr>
          <p:cNvSpPr>
            <a:spLocks noGrp="1"/>
          </p:cNvSpPr>
          <p:nvPr/>
        </p:nvSpPr>
        <p:spPr>
          <a:xfrm>
            <a:off x="1008047" y="47093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4" name="12_small_7370">
            <a:extLst>
              <a:ext uri="{FF2B5EF4-FFF2-40B4-BE49-F238E27FC236}">
                <a16:creationId xmlns:a16="http://schemas.microsoft.com/office/drawing/2014/main" id="{785D4D9B-85E8-47A5-B2CE-37033A2503BA}"/>
              </a:ext>
            </a:extLst>
          </p:cNvPr>
          <p:cNvSpPr>
            <a:spLocks noGrp="1"/>
          </p:cNvSpPr>
          <p:nvPr/>
        </p:nvSpPr>
        <p:spPr>
          <a:xfrm>
            <a:off x="1002713" y="45864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5" name="12_small_7371">
            <a:extLst>
              <a:ext uri="{FF2B5EF4-FFF2-40B4-BE49-F238E27FC236}">
                <a16:creationId xmlns:a16="http://schemas.microsoft.com/office/drawing/2014/main" id="{D6DA4511-D9E7-4AD3-8F22-983C425D0163}"/>
              </a:ext>
            </a:extLst>
          </p:cNvPr>
          <p:cNvSpPr>
            <a:spLocks noGrp="1"/>
          </p:cNvSpPr>
          <p:nvPr/>
        </p:nvSpPr>
        <p:spPr>
          <a:xfrm>
            <a:off x="1051477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6" name="12_small_7372">
            <a:extLst>
              <a:ext uri="{FF2B5EF4-FFF2-40B4-BE49-F238E27FC236}">
                <a16:creationId xmlns:a16="http://schemas.microsoft.com/office/drawing/2014/main" id="{D3CB2832-19B8-4634-9810-8277BDCAD312}"/>
              </a:ext>
            </a:extLst>
          </p:cNvPr>
          <p:cNvSpPr>
            <a:spLocks noGrp="1"/>
          </p:cNvSpPr>
          <p:nvPr/>
        </p:nvSpPr>
        <p:spPr>
          <a:xfrm>
            <a:off x="1008550" y="44561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7" name="12_small_7373">
            <a:extLst>
              <a:ext uri="{FF2B5EF4-FFF2-40B4-BE49-F238E27FC236}">
                <a16:creationId xmlns:a16="http://schemas.microsoft.com/office/drawing/2014/main" id="{478BDBDA-DDB7-4AF6-B43F-0EA40208A0F1}"/>
              </a:ext>
            </a:extLst>
          </p:cNvPr>
          <p:cNvSpPr>
            <a:spLocks noGrp="1"/>
          </p:cNvSpPr>
          <p:nvPr/>
        </p:nvSpPr>
        <p:spPr>
          <a:xfrm>
            <a:off x="97949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8" name="12_small_7374">
            <a:extLst>
              <a:ext uri="{FF2B5EF4-FFF2-40B4-BE49-F238E27FC236}">
                <a16:creationId xmlns:a16="http://schemas.microsoft.com/office/drawing/2014/main" id="{A27069C9-7222-493E-9B00-30EAB9065A38}"/>
              </a:ext>
            </a:extLst>
          </p:cNvPr>
          <p:cNvSpPr>
            <a:spLocks noGrp="1"/>
          </p:cNvSpPr>
          <p:nvPr/>
        </p:nvSpPr>
        <p:spPr>
          <a:xfrm>
            <a:off x="1043921" y="44963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09" name="12_small_7375">
            <a:extLst>
              <a:ext uri="{FF2B5EF4-FFF2-40B4-BE49-F238E27FC236}">
                <a16:creationId xmlns:a16="http://schemas.microsoft.com/office/drawing/2014/main" id="{E560F875-9211-4C09-90BA-64250673B9DB}"/>
              </a:ext>
            </a:extLst>
          </p:cNvPr>
          <p:cNvSpPr>
            <a:spLocks noGrp="1"/>
          </p:cNvSpPr>
          <p:nvPr/>
        </p:nvSpPr>
        <p:spPr>
          <a:xfrm>
            <a:off x="1034948" y="466839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0" name="12_small_7376">
            <a:extLst>
              <a:ext uri="{FF2B5EF4-FFF2-40B4-BE49-F238E27FC236}">
                <a16:creationId xmlns:a16="http://schemas.microsoft.com/office/drawing/2014/main" id="{CB25ED27-00F5-4749-A918-6BD62323BE08}"/>
              </a:ext>
            </a:extLst>
          </p:cNvPr>
          <p:cNvSpPr>
            <a:spLocks noGrp="1"/>
          </p:cNvSpPr>
          <p:nvPr/>
        </p:nvSpPr>
        <p:spPr>
          <a:xfrm>
            <a:off x="977396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1" name="12_small_7377">
            <a:extLst>
              <a:ext uri="{FF2B5EF4-FFF2-40B4-BE49-F238E27FC236}">
                <a16:creationId xmlns:a16="http://schemas.microsoft.com/office/drawing/2014/main" id="{64D670F2-9A3B-4A8F-B3B9-534366FDA407}"/>
              </a:ext>
            </a:extLst>
          </p:cNvPr>
          <p:cNvSpPr>
            <a:spLocks noGrp="1"/>
          </p:cNvSpPr>
          <p:nvPr/>
        </p:nvSpPr>
        <p:spPr>
          <a:xfrm>
            <a:off x="1084117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2" name="12_small_7378">
            <a:extLst>
              <a:ext uri="{FF2B5EF4-FFF2-40B4-BE49-F238E27FC236}">
                <a16:creationId xmlns:a16="http://schemas.microsoft.com/office/drawing/2014/main" id="{C3262D1D-0A64-4E53-8D5F-F81A619F6941}"/>
              </a:ext>
            </a:extLst>
          </p:cNvPr>
          <p:cNvSpPr>
            <a:spLocks noGrp="1"/>
          </p:cNvSpPr>
          <p:nvPr/>
        </p:nvSpPr>
        <p:spPr>
          <a:xfrm>
            <a:off x="102828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3" name="12_small_7379">
            <a:extLst>
              <a:ext uri="{FF2B5EF4-FFF2-40B4-BE49-F238E27FC236}">
                <a16:creationId xmlns:a16="http://schemas.microsoft.com/office/drawing/2014/main" id="{27FAF1F8-67B0-47D4-9C3C-95669BAE0AB4}"/>
              </a:ext>
            </a:extLst>
          </p:cNvPr>
          <p:cNvSpPr>
            <a:spLocks noGrp="1"/>
          </p:cNvSpPr>
          <p:nvPr/>
        </p:nvSpPr>
        <p:spPr>
          <a:xfrm>
            <a:off x="1109899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4" name="12_small_7380">
            <a:extLst>
              <a:ext uri="{FF2B5EF4-FFF2-40B4-BE49-F238E27FC236}">
                <a16:creationId xmlns:a16="http://schemas.microsoft.com/office/drawing/2014/main" id="{CAF8B0F9-8EBB-4832-A88E-44279C807909}"/>
              </a:ext>
            </a:extLst>
          </p:cNvPr>
          <p:cNvSpPr>
            <a:spLocks noGrp="1"/>
          </p:cNvSpPr>
          <p:nvPr/>
        </p:nvSpPr>
        <p:spPr>
          <a:xfrm>
            <a:off x="1022336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5" name="12_small_7381">
            <a:extLst>
              <a:ext uri="{FF2B5EF4-FFF2-40B4-BE49-F238E27FC236}">
                <a16:creationId xmlns:a16="http://schemas.microsoft.com/office/drawing/2014/main" id="{D64663D9-D1DB-43FC-A8F6-DC3773D36226}"/>
              </a:ext>
            </a:extLst>
          </p:cNvPr>
          <p:cNvSpPr>
            <a:spLocks noGrp="1"/>
          </p:cNvSpPr>
          <p:nvPr/>
        </p:nvSpPr>
        <p:spPr>
          <a:xfrm>
            <a:off x="107976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6" name="12_small_7382">
            <a:extLst>
              <a:ext uri="{FF2B5EF4-FFF2-40B4-BE49-F238E27FC236}">
                <a16:creationId xmlns:a16="http://schemas.microsoft.com/office/drawing/2014/main" id="{1B79B8D3-A465-46FD-BA9A-B4BE837EA157}"/>
              </a:ext>
            </a:extLst>
          </p:cNvPr>
          <p:cNvSpPr>
            <a:spLocks noGrp="1"/>
          </p:cNvSpPr>
          <p:nvPr/>
        </p:nvSpPr>
        <p:spPr>
          <a:xfrm>
            <a:off x="102061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7" name="12_small_7383">
            <a:extLst>
              <a:ext uri="{FF2B5EF4-FFF2-40B4-BE49-F238E27FC236}">
                <a16:creationId xmlns:a16="http://schemas.microsoft.com/office/drawing/2014/main" id="{48AE7ECA-7E1E-44B6-9315-F51AC8A0BAAC}"/>
              </a:ext>
            </a:extLst>
          </p:cNvPr>
          <p:cNvSpPr>
            <a:spLocks noGrp="1"/>
          </p:cNvSpPr>
          <p:nvPr/>
        </p:nvSpPr>
        <p:spPr>
          <a:xfrm>
            <a:off x="102580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8" name="12_small_7384">
            <a:extLst>
              <a:ext uri="{FF2B5EF4-FFF2-40B4-BE49-F238E27FC236}">
                <a16:creationId xmlns:a16="http://schemas.microsoft.com/office/drawing/2014/main" id="{BE1D0B5D-6140-4E84-AEAE-F08A2B266D09}"/>
              </a:ext>
            </a:extLst>
          </p:cNvPr>
          <p:cNvSpPr>
            <a:spLocks noGrp="1"/>
          </p:cNvSpPr>
          <p:nvPr/>
        </p:nvSpPr>
        <p:spPr>
          <a:xfrm>
            <a:off x="108433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19" name="12_small_7385">
            <a:extLst>
              <a:ext uri="{FF2B5EF4-FFF2-40B4-BE49-F238E27FC236}">
                <a16:creationId xmlns:a16="http://schemas.microsoft.com/office/drawing/2014/main" id="{15E3E287-8847-4B3C-9EDB-FFA3E9A3BBD0}"/>
              </a:ext>
            </a:extLst>
          </p:cNvPr>
          <p:cNvSpPr>
            <a:spLocks noGrp="1"/>
          </p:cNvSpPr>
          <p:nvPr/>
        </p:nvSpPr>
        <p:spPr>
          <a:xfrm>
            <a:off x="984661" y="44963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0" name="12_small_7386">
            <a:extLst>
              <a:ext uri="{FF2B5EF4-FFF2-40B4-BE49-F238E27FC236}">
                <a16:creationId xmlns:a16="http://schemas.microsoft.com/office/drawing/2014/main" id="{1F1BE6DE-EFE3-409A-99BE-089D582DC541}"/>
              </a:ext>
            </a:extLst>
          </p:cNvPr>
          <p:cNvSpPr>
            <a:spLocks noGrp="1"/>
          </p:cNvSpPr>
          <p:nvPr/>
        </p:nvSpPr>
        <p:spPr>
          <a:xfrm>
            <a:off x="98119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1" name="12_small_7387">
            <a:extLst>
              <a:ext uri="{FF2B5EF4-FFF2-40B4-BE49-F238E27FC236}">
                <a16:creationId xmlns:a16="http://schemas.microsoft.com/office/drawing/2014/main" id="{833DD630-53C7-41C4-B4A3-89315917A371}"/>
              </a:ext>
            </a:extLst>
          </p:cNvPr>
          <p:cNvSpPr>
            <a:spLocks noGrp="1"/>
          </p:cNvSpPr>
          <p:nvPr/>
        </p:nvSpPr>
        <p:spPr>
          <a:xfrm>
            <a:off x="110568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2" name="12_small_7388">
            <a:extLst>
              <a:ext uri="{FF2B5EF4-FFF2-40B4-BE49-F238E27FC236}">
                <a16:creationId xmlns:a16="http://schemas.microsoft.com/office/drawing/2014/main" id="{BA92B4D2-D3E7-44EA-8991-AC25860801C7}"/>
              </a:ext>
            </a:extLst>
          </p:cNvPr>
          <p:cNvSpPr>
            <a:spLocks noGrp="1"/>
          </p:cNvSpPr>
          <p:nvPr/>
        </p:nvSpPr>
        <p:spPr>
          <a:xfrm>
            <a:off x="980546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3" name="12_small_7389">
            <a:extLst>
              <a:ext uri="{FF2B5EF4-FFF2-40B4-BE49-F238E27FC236}">
                <a16:creationId xmlns:a16="http://schemas.microsoft.com/office/drawing/2014/main" id="{26399177-EABF-40B0-A5F5-9CDC6EA1E3C7}"/>
              </a:ext>
            </a:extLst>
          </p:cNvPr>
          <p:cNvSpPr>
            <a:spLocks noGrp="1"/>
          </p:cNvSpPr>
          <p:nvPr/>
        </p:nvSpPr>
        <p:spPr>
          <a:xfrm>
            <a:off x="102741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4" name="12_small_7390">
            <a:extLst>
              <a:ext uri="{FF2B5EF4-FFF2-40B4-BE49-F238E27FC236}">
                <a16:creationId xmlns:a16="http://schemas.microsoft.com/office/drawing/2014/main" id="{D11AADEF-37C4-43F8-BAA8-AC724229D989}"/>
              </a:ext>
            </a:extLst>
          </p:cNvPr>
          <p:cNvSpPr>
            <a:spLocks noGrp="1"/>
          </p:cNvSpPr>
          <p:nvPr/>
        </p:nvSpPr>
        <p:spPr>
          <a:xfrm>
            <a:off x="104425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5" name="12_small_7391">
            <a:extLst>
              <a:ext uri="{FF2B5EF4-FFF2-40B4-BE49-F238E27FC236}">
                <a16:creationId xmlns:a16="http://schemas.microsoft.com/office/drawing/2014/main" id="{F4CB736D-5A6E-4AB9-B518-9B8B1C76D872}"/>
              </a:ext>
            </a:extLst>
          </p:cNvPr>
          <p:cNvSpPr>
            <a:spLocks noGrp="1"/>
          </p:cNvSpPr>
          <p:nvPr/>
        </p:nvSpPr>
        <p:spPr>
          <a:xfrm>
            <a:off x="99564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6" name="12_small_7392">
            <a:extLst>
              <a:ext uri="{FF2B5EF4-FFF2-40B4-BE49-F238E27FC236}">
                <a16:creationId xmlns:a16="http://schemas.microsoft.com/office/drawing/2014/main" id="{02C05BE1-99E9-4FE5-9D39-B77FD41C6DC9}"/>
              </a:ext>
            </a:extLst>
          </p:cNvPr>
          <p:cNvSpPr>
            <a:spLocks noGrp="1"/>
          </p:cNvSpPr>
          <p:nvPr/>
        </p:nvSpPr>
        <p:spPr>
          <a:xfrm>
            <a:off x="102714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7" name="12_small_7393">
            <a:extLst>
              <a:ext uri="{FF2B5EF4-FFF2-40B4-BE49-F238E27FC236}">
                <a16:creationId xmlns:a16="http://schemas.microsoft.com/office/drawing/2014/main" id="{D1089D7F-E103-441B-A712-BBFA82B263C7}"/>
              </a:ext>
            </a:extLst>
          </p:cNvPr>
          <p:cNvSpPr>
            <a:spLocks noGrp="1"/>
          </p:cNvSpPr>
          <p:nvPr/>
        </p:nvSpPr>
        <p:spPr>
          <a:xfrm>
            <a:off x="101960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8" name="12_small_7394">
            <a:extLst>
              <a:ext uri="{FF2B5EF4-FFF2-40B4-BE49-F238E27FC236}">
                <a16:creationId xmlns:a16="http://schemas.microsoft.com/office/drawing/2014/main" id="{01E62041-BA98-49E8-817D-F990E057AE41}"/>
              </a:ext>
            </a:extLst>
          </p:cNvPr>
          <p:cNvSpPr>
            <a:spLocks noGrp="1"/>
          </p:cNvSpPr>
          <p:nvPr/>
        </p:nvSpPr>
        <p:spPr>
          <a:xfrm>
            <a:off x="1110134" y="464381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29" name="12_small_7395">
            <a:extLst>
              <a:ext uri="{FF2B5EF4-FFF2-40B4-BE49-F238E27FC236}">
                <a16:creationId xmlns:a16="http://schemas.microsoft.com/office/drawing/2014/main" id="{65C4ED41-3B89-408A-818F-A284ADFC88E1}"/>
              </a:ext>
            </a:extLst>
          </p:cNvPr>
          <p:cNvSpPr>
            <a:spLocks noGrp="1"/>
          </p:cNvSpPr>
          <p:nvPr/>
        </p:nvSpPr>
        <p:spPr>
          <a:xfrm>
            <a:off x="106083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0" name="12_small_7396">
            <a:extLst>
              <a:ext uri="{FF2B5EF4-FFF2-40B4-BE49-F238E27FC236}">
                <a16:creationId xmlns:a16="http://schemas.microsoft.com/office/drawing/2014/main" id="{0752AA0E-BA82-49EA-8817-2D157C7BBB3A}"/>
              </a:ext>
            </a:extLst>
          </p:cNvPr>
          <p:cNvSpPr>
            <a:spLocks noGrp="1"/>
          </p:cNvSpPr>
          <p:nvPr/>
        </p:nvSpPr>
        <p:spPr>
          <a:xfrm>
            <a:off x="105772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1" name="12_small_7397">
            <a:extLst>
              <a:ext uri="{FF2B5EF4-FFF2-40B4-BE49-F238E27FC236}">
                <a16:creationId xmlns:a16="http://schemas.microsoft.com/office/drawing/2014/main" id="{C2868211-7D9E-4E6D-9EBB-10FDD582DE4D}"/>
              </a:ext>
            </a:extLst>
          </p:cNvPr>
          <p:cNvSpPr>
            <a:spLocks noGrp="1"/>
          </p:cNvSpPr>
          <p:nvPr/>
        </p:nvSpPr>
        <p:spPr>
          <a:xfrm>
            <a:off x="1098252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2" name="12_small_7398">
            <a:extLst>
              <a:ext uri="{FF2B5EF4-FFF2-40B4-BE49-F238E27FC236}">
                <a16:creationId xmlns:a16="http://schemas.microsoft.com/office/drawing/2014/main" id="{48186147-8977-46CE-A978-B6283B98D5FB}"/>
              </a:ext>
            </a:extLst>
          </p:cNvPr>
          <p:cNvSpPr>
            <a:spLocks noGrp="1"/>
          </p:cNvSpPr>
          <p:nvPr/>
        </p:nvSpPr>
        <p:spPr>
          <a:xfrm>
            <a:off x="103801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3" name="12_small_7399">
            <a:extLst>
              <a:ext uri="{FF2B5EF4-FFF2-40B4-BE49-F238E27FC236}">
                <a16:creationId xmlns:a16="http://schemas.microsoft.com/office/drawing/2014/main" id="{BC470F1A-7C13-4A95-A2D4-9501746C4ED8}"/>
              </a:ext>
            </a:extLst>
          </p:cNvPr>
          <p:cNvSpPr>
            <a:spLocks noGrp="1"/>
          </p:cNvSpPr>
          <p:nvPr/>
        </p:nvSpPr>
        <p:spPr>
          <a:xfrm>
            <a:off x="111332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4" name="12_small_7400">
            <a:extLst>
              <a:ext uri="{FF2B5EF4-FFF2-40B4-BE49-F238E27FC236}">
                <a16:creationId xmlns:a16="http://schemas.microsoft.com/office/drawing/2014/main" id="{2118E078-F428-445E-984D-B6D1BA8F53DC}"/>
              </a:ext>
            </a:extLst>
          </p:cNvPr>
          <p:cNvSpPr>
            <a:spLocks noGrp="1"/>
          </p:cNvSpPr>
          <p:nvPr/>
        </p:nvSpPr>
        <p:spPr>
          <a:xfrm>
            <a:off x="1080670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5" name="12_small_7401">
            <a:extLst>
              <a:ext uri="{FF2B5EF4-FFF2-40B4-BE49-F238E27FC236}">
                <a16:creationId xmlns:a16="http://schemas.microsoft.com/office/drawing/2014/main" id="{3AFFE068-EAA9-4E18-A742-A6F41CBE3E2D}"/>
              </a:ext>
            </a:extLst>
          </p:cNvPr>
          <p:cNvSpPr>
            <a:spLocks noGrp="1"/>
          </p:cNvSpPr>
          <p:nvPr/>
        </p:nvSpPr>
        <p:spPr>
          <a:xfrm>
            <a:off x="1012566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6" name="12_small_7402">
            <a:extLst>
              <a:ext uri="{FF2B5EF4-FFF2-40B4-BE49-F238E27FC236}">
                <a16:creationId xmlns:a16="http://schemas.microsoft.com/office/drawing/2014/main" id="{452BFFF6-E40B-45D9-9A78-9E42C615A6F0}"/>
              </a:ext>
            </a:extLst>
          </p:cNvPr>
          <p:cNvSpPr>
            <a:spLocks noGrp="1"/>
          </p:cNvSpPr>
          <p:nvPr/>
        </p:nvSpPr>
        <p:spPr>
          <a:xfrm>
            <a:off x="975228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7" name="12_small_7403">
            <a:extLst>
              <a:ext uri="{FF2B5EF4-FFF2-40B4-BE49-F238E27FC236}">
                <a16:creationId xmlns:a16="http://schemas.microsoft.com/office/drawing/2014/main" id="{89610169-BB19-436E-80CC-1EE7628BEC80}"/>
              </a:ext>
            </a:extLst>
          </p:cNvPr>
          <p:cNvSpPr>
            <a:spLocks noGrp="1"/>
          </p:cNvSpPr>
          <p:nvPr/>
        </p:nvSpPr>
        <p:spPr>
          <a:xfrm>
            <a:off x="1100711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8" name="12_small_7404">
            <a:extLst>
              <a:ext uri="{FF2B5EF4-FFF2-40B4-BE49-F238E27FC236}">
                <a16:creationId xmlns:a16="http://schemas.microsoft.com/office/drawing/2014/main" id="{BEDFC917-4F38-4113-B39A-AD42EEB71597}"/>
              </a:ext>
            </a:extLst>
          </p:cNvPr>
          <p:cNvSpPr>
            <a:spLocks noGrp="1"/>
          </p:cNvSpPr>
          <p:nvPr/>
        </p:nvSpPr>
        <p:spPr>
          <a:xfrm>
            <a:off x="111653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39" name="12_small_7405">
            <a:extLst>
              <a:ext uri="{FF2B5EF4-FFF2-40B4-BE49-F238E27FC236}">
                <a16:creationId xmlns:a16="http://schemas.microsoft.com/office/drawing/2014/main" id="{A25BA2F9-4F30-476C-A158-E1DC32236B75}"/>
              </a:ext>
            </a:extLst>
          </p:cNvPr>
          <p:cNvSpPr>
            <a:spLocks noGrp="1"/>
          </p:cNvSpPr>
          <p:nvPr/>
        </p:nvSpPr>
        <p:spPr>
          <a:xfrm>
            <a:off x="1051841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0" name="12_small_7406">
            <a:extLst>
              <a:ext uri="{FF2B5EF4-FFF2-40B4-BE49-F238E27FC236}">
                <a16:creationId xmlns:a16="http://schemas.microsoft.com/office/drawing/2014/main" id="{27304314-2E25-4253-A2E5-05DC3618396B}"/>
              </a:ext>
            </a:extLst>
          </p:cNvPr>
          <p:cNvSpPr>
            <a:spLocks noGrp="1"/>
          </p:cNvSpPr>
          <p:nvPr/>
        </p:nvSpPr>
        <p:spPr>
          <a:xfrm>
            <a:off x="1095925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1" name="12_small_7407">
            <a:extLst>
              <a:ext uri="{FF2B5EF4-FFF2-40B4-BE49-F238E27FC236}">
                <a16:creationId xmlns:a16="http://schemas.microsoft.com/office/drawing/2014/main" id="{2A854515-38C3-470A-88B9-4948979630BD}"/>
              </a:ext>
            </a:extLst>
          </p:cNvPr>
          <p:cNvSpPr>
            <a:spLocks noGrp="1"/>
          </p:cNvSpPr>
          <p:nvPr/>
        </p:nvSpPr>
        <p:spPr>
          <a:xfrm>
            <a:off x="109057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2" name="12_small_7408">
            <a:extLst>
              <a:ext uri="{FF2B5EF4-FFF2-40B4-BE49-F238E27FC236}">
                <a16:creationId xmlns:a16="http://schemas.microsoft.com/office/drawing/2014/main" id="{F993F881-34A7-4CE1-9D53-754280D080BA}"/>
              </a:ext>
            </a:extLst>
          </p:cNvPr>
          <p:cNvSpPr>
            <a:spLocks noGrp="1"/>
          </p:cNvSpPr>
          <p:nvPr/>
        </p:nvSpPr>
        <p:spPr>
          <a:xfrm>
            <a:off x="998369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3" name="12_small_7409">
            <a:extLst>
              <a:ext uri="{FF2B5EF4-FFF2-40B4-BE49-F238E27FC236}">
                <a16:creationId xmlns:a16="http://schemas.microsoft.com/office/drawing/2014/main" id="{5F4AE8D8-D152-42CF-9116-A9A33C413F70}"/>
              </a:ext>
            </a:extLst>
          </p:cNvPr>
          <p:cNvSpPr>
            <a:spLocks noGrp="1"/>
          </p:cNvSpPr>
          <p:nvPr/>
        </p:nvSpPr>
        <p:spPr>
          <a:xfrm>
            <a:off x="105911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4" name="12_small_7410">
            <a:extLst>
              <a:ext uri="{FF2B5EF4-FFF2-40B4-BE49-F238E27FC236}">
                <a16:creationId xmlns:a16="http://schemas.microsoft.com/office/drawing/2014/main" id="{3BE2D83E-07FE-492C-878A-737E656684D5}"/>
              </a:ext>
            </a:extLst>
          </p:cNvPr>
          <p:cNvSpPr>
            <a:spLocks noGrp="1"/>
          </p:cNvSpPr>
          <p:nvPr/>
        </p:nvSpPr>
        <p:spPr>
          <a:xfrm>
            <a:off x="106338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5" name="12_small_7411">
            <a:extLst>
              <a:ext uri="{FF2B5EF4-FFF2-40B4-BE49-F238E27FC236}">
                <a16:creationId xmlns:a16="http://schemas.microsoft.com/office/drawing/2014/main" id="{99C0BEE7-59B6-42D2-83BC-667C7207B9EA}"/>
              </a:ext>
            </a:extLst>
          </p:cNvPr>
          <p:cNvSpPr>
            <a:spLocks noGrp="1"/>
          </p:cNvSpPr>
          <p:nvPr/>
        </p:nvSpPr>
        <p:spPr>
          <a:xfrm>
            <a:off x="109986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6" name="12_small_7412">
            <a:extLst>
              <a:ext uri="{FF2B5EF4-FFF2-40B4-BE49-F238E27FC236}">
                <a16:creationId xmlns:a16="http://schemas.microsoft.com/office/drawing/2014/main" id="{D9A1A4C5-81B5-460C-BD39-10571ED17C29}"/>
              </a:ext>
            </a:extLst>
          </p:cNvPr>
          <p:cNvSpPr>
            <a:spLocks noGrp="1"/>
          </p:cNvSpPr>
          <p:nvPr/>
        </p:nvSpPr>
        <p:spPr>
          <a:xfrm>
            <a:off x="111180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7" name="12_small_7413">
            <a:extLst>
              <a:ext uri="{FF2B5EF4-FFF2-40B4-BE49-F238E27FC236}">
                <a16:creationId xmlns:a16="http://schemas.microsoft.com/office/drawing/2014/main" id="{18D53972-A4B1-4880-94AF-38B15F65405D}"/>
              </a:ext>
            </a:extLst>
          </p:cNvPr>
          <p:cNvSpPr>
            <a:spLocks noGrp="1"/>
          </p:cNvSpPr>
          <p:nvPr/>
        </p:nvSpPr>
        <p:spPr>
          <a:xfrm>
            <a:off x="110480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8" name="12_small_7414">
            <a:extLst>
              <a:ext uri="{FF2B5EF4-FFF2-40B4-BE49-F238E27FC236}">
                <a16:creationId xmlns:a16="http://schemas.microsoft.com/office/drawing/2014/main" id="{E8285037-45C3-42C6-B167-21DE2DF1FC91}"/>
              </a:ext>
            </a:extLst>
          </p:cNvPr>
          <p:cNvSpPr>
            <a:spLocks noGrp="1"/>
          </p:cNvSpPr>
          <p:nvPr/>
        </p:nvSpPr>
        <p:spPr>
          <a:xfrm>
            <a:off x="1046555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49" name="12_small_7415">
            <a:extLst>
              <a:ext uri="{FF2B5EF4-FFF2-40B4-BE49-F238E27FC236}">
                <a16:creationId xmlns:a16="http://schemas.microsoft.com/office/drawing/2014/main" id="{8ADFAB3B-FF27-40DA-8D4F-DCFD57109FE1}"/>
              </a:ext>
            </a:extLst>
          </p:cNvPr>
          <p:cNvSpPr>
            <a:spLocks noGrp="1"/>
          </p:cNvSpPr>
          <p:nvPr/>
        </p:nvSpPr>
        <p:spPr>
          <a:xfrm>
            <a:off x="1090781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0" name="12_small_7416">
            <a:extLst>
              <a:ext uri="{FF2B5EF4-FFF2-40B4-BE49-F238E27FC236}">
                <a16:creationId xmlns:a16="http://schemas.microsoft.com/office/drawing/2014/main" id="{0C555443-E3BC-4A6F-9B8D-034F2F74D09A}"/>
              </a:ext>
            </a:extLst>
          </p:cNvPr>
          <p:cNvSpPr>
            <a:spLocks noGrp="1"/>
          </p:cNvSpPr>
          <p:nvPr/>
        </p:nvSpPr>
        <p:spPr>
          <a:xfrm>
            <a:off x="1071384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1" name="12_small_7417">
            <a:extLst>
              <a:ext uri="{FF2B5EF4-FFF2-40B4-BE49-F238E27FC236}">
                <a16:creationId xmlns:a16="http://schemas.microsoft.com/office/drawing/2014/main" id="{631EB4CE-ED1A-48FE-9053-AFF2C3FE55E4}"/>
              </a:ext>
            </a:extLst>
          </p:cNvPr>
          <p:cNvSpPr>
            <a:spLocks noGrp="1"/>
          </p:cNvSpPr>
          <p:nvPr/>
        </p:nvSpPr>
        <p:spPr>
          <a:xfrm>
            <a:off x="101123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2" name="12_small_7418">
            <a:extLst>
              <a:ext uri="{FF2B5EF4-FFF2-40B4-BE49-F238E27FC236}">
                <a16:creationId xmlns:a16="http://schemas.microsoft.com/office/drawing/2014/main" id="{FC1D1734-42DC-4839-8095-485ABEDE2239}"/>
              </a:ext>
            </a:extLst>
          </p:cNvPr>
          <p:cNvSpPr>
            <a:spLocks noGrp="1"/>
          </p:cNvSpPr>
          <p:nvPr/>
        </p:nvSpPr>
        <p:spPr>
          <a:xfrm>
            <a:off x="993980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3" name="12_small_7419">
            <a:extLst>
              <a:ext uri="{FF2B5EF4-FFF2-40B4-BE49-F238E27FC236}">
                <a16:creationId xmlns:a16="http://schemas.microsoft.com/office/drawing/2014/main" id="{B2E5B2F5-2388-4BAD-9669-9635A994B91A}"/>
              </a:ext>
            </a:extLst>
          </p:cNvPr>
          <p:cNvSpPr>
            <a:spLocks noGrp="1"/>
          </p:cNvSpPr>
          <p:nvPr/>
        </p:nvSpPr>
        <p:spPr>
          <a:xfrm>
            <a:off x="1055212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4" name="12_small_7420">
            <a:extLst>
              <a:ext uri="{FF2B5EF4-FFF2-40B4-BE49-F238E27FC236}">
                <a16:creationId xmlns:a16="http://schemas.microsoft.com/office/drawing/2014/main" id="{9751B5AC-6C9B-4F93-91F4-46D9053F8267}"/>
              </a:ext>
            </a:extLst>
          </p:cNvPr>
          <p:cNvSpPr>
            <a:spLocks noGrp="1"/>
          </p:cNvSpPr>
          <p:nvPr/>
        </p:nvSpPr>
        <p:spPr>
          <a:xfrm>
            <a:off x="107421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5" name="12_small_7421">
            <a:extLst>
              <a:ext uri="{FF2B5EF4-FFF2-40B4-BE49-F238E27FC236}">
                <a16:creationId xmlns:a16="http://schemas.microsoft.com/office/drawing/2014/main" id="{38ED3AB9-A549-4921-9711-9C5C0EB412E6}"/>
              </a:ext>
            </a:extLst>
          </p:cNvPr>
          <p:cNvSpPr>
            <a:spLocks noGrp="1"/>
          </p:cNvSpPr>
          <p:nvPr/>
        </p:nvSpPr>
        <p:spPr>
          <a:xfrm>
            <a:off x="108899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6" name="12_small_7422">
            <a:extLst>
              <a:ext uri="{FF2B5EF4-FFF2-40B4-BE49-F238E27FC236}">
                <a16:creationId xmlns:a16="http://schemas.microsoft.com/office/drawing/2014/main" id="{BC7DD7BC-767B-42FA-BBAC-D0D523E868D0}"/>
              </a:ext>
            </a:extLst>
          </p:cNvPr>
          <p:cNvSpPr>
            <a:spLocks noGrp="1"/>
          </p:cNvSpPr>
          <p:nvPr/>
        </p:nvSpPr>
        <p:spPr>
          <a:xfrm>
            <a:off x="105838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7" name="12_small_7423">
            <a:extLst>
              <a:ext uri="{FF2B5EF4-FFF2-40B4-BE49-F238E27FC236}">
                <a16:creationId xmlns:a16="http://schemas.microsoft.com/office/drawing/2014/main" id="{982C1E12-4707-4F9A-8DF2-C00B7BCE4D94}"/>
              </a:ext>
            </a:extLst>
          </p:cNvPr>
          <p:cNvSpPr>
            <a:spLocks noGrp="1"/>
          </p:cNvSpPr>
          <p:nvPr/>
        </p:nvSpPr>
        <p:spPr>
          <a:xfrm>
            <a:off x="101864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8" name="12_small_7424">
            <a:extLst>
              <a:ext uri="{FF2B5EF4-FFF2-40B4-BE49-F238E27FC236}">
                <a16:creationId xmlns:a16="http://schemas.microsoft.com/office/drawing/2014/main" id="{4B0BE556-114E-42F9-A370-6B8163965DDF}"/>
              </a:ext>
            </a:extLst>
          </p:cNvPr>
          <p:cNvSpPr>
            <a:spLocks noGrp="1"/>
          </p:cNvSpPr>
          <p:nvPr/>
        </p:nvSpPr>
        <p:spPr>
          <a:xfrm>
            <a:off x="111234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59" name="12_small_7425">
            <a:extLst>
              <a:ext uri="{FF2B5EF4-FFF2-40B4-BE49-F238E27FC236}">
                <a16:creationId xmlns:a16="http://schemas.microsoft.com/office/drawing/2014/main" id="{77A6D681-9EB2-4FF9-8D35-EB9A58646441}"/>
              </a:ext>
            </a:extLst>
          </p:cNvPr>
          <p:cNvSpPr>
            <a:spLocks noGrp="1"/>
          </p:cNvSpPr>
          <p:nvPr/>
        </p:nvSpPr>
        <p:spPr>
          <a:xfrm>
            <a:off x="1091792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0" name="12_small_7426">
            <a:extLst>
              <a:ext uri="{FF2B5EF4-FFF2-40B4-BE49-F238E27FC236}">
                <a16:creationId xmlns:a16="http://schemas.microsoft.com/office/drawing/2014/main" id="{DA3CFCCB-6DBA-4050-B187-29AD9A39BE7B}"/>
              </a:ext>
            </a:extLst>
          </p:cNvPr>
          <p:cNvSpPr>
            <a:spLocks noGrp="1"/>
          </p:cNvSpPr>
          <p:nvPr/>
        </p:nvSpPr>
        <p:spPr>
          <a:xfrm>
            <a:off x="112022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1" name="12_small_7427">
            <a:extLst>
              <a:ext uri="{FF2B5EF4-FFF2-40B4-BE49-F238E27FC236}">
                <a16:creationId xmlns:a16="http://schemas.microsoft.com/office/drawing/2014/main" id="{A28784B6-51D6-4E38-AC91-97D5A71E84CC}"/>
              </a:ext>
            </a:extLst>
          </p:cNvPr>
          <p:cNvSpPr>
            <a:spLocks noGrp="1"/>
          </p:cNvSpPr>
          <p:nvPr/>
        </p:nvSpPr>
        <p:spPr>
          <a:xfrm>
            <a:off x="1120219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2" name="12_small_7428">
            <a:extLst>
              <a:ext uri="{FF2B5EF4-FFF2-40B4-BE49-F238E27FC236}">
                <a16:creationId xmlns:a16="http://schemas.microsoft.com/office/drawing/2014/main" id="{B006BEDD-2C13-45D7-9CCE-EEC0029C5BF6}"/>
              </a:ext>
            </a:extLst>
          </p:cNvPr>
          <p:cNvSpPr>
            <a:spLocks noGrp="1"/>
          </p:cNvSpPr>
          <p:nvPr/>
        </p:nvSpPr>
        <p:spPr>
          <a:xfrm>
            <a:off x="103987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3" name="12_small_7429">
            <a:extLst>
              <a:ext uri="{FF2B5EF4-FFF2-40B4-BE49-F238E27FC236}">
                <a16:creationId xmlns:a16="http://schemas.microsoft.com/office/drawing/2014/main" id="{9167CAEB-FC97-4449-B801-59DFCB04ADDC}"/>
              </a:ext>
            </a:extLst>
          </p:cNvPr>
          <p:cNvSpPr>
            <a:spLocks noGrp="1"/>
          </p:cNvSpPr>
          <p:nvPr/>
        </p:nvSpPr>
        <p:spPr>
          <a:xfrm>
            <a:off x="105339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4" name="12_small_7430">
            <a:extLst>
              <a:ext uri="{FF2B5EF4-FFF2-40B4-BE49-F238E27FC236}">
                <a16:creationId xmlns:a16="http://schemas.microsoft.com/office/drawing/2014/main" id="{D70BDE7F-546E-4DDB-B9BF-C6725EBE14B7}"/>
              </a:ext>
            </a:extLst>
          </p:cNvPr>
          <p:cNvSpPr>
            <a:spLocks noGrp="1"/>
          </p:cNvSpPr>
          <p:nvPr/>
        </p:nvSpPr>
        <p:spPr>
          <a:xfrm>
            <a:off x="101109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5" name="12_small_7431">
            <a:extLst>
              <a:ext uri="{FF2B5EF4-FFF2-40B4-BE49-F238E27FC236}">
                <a16:creationId xmlns:a16="http://schemas.microsoft.com/office/drawing/2014/main" id="{30D16508-3814-4BFD-9D3B-B90B2043DDD0}"/>
              </a:ext>
            </a:extLst>
          </p:cNvPr>
          <p:cNvSpPr>
            <a:spLocks noGrp="1"/>
          </p:cNvSpPr>
          <p:nvPr/>
        </p:nvSpPr>
        <p:spPr>
          <a:xfrm>
            <a:off x="140605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6" name="12_small_7432">
            <a:extLst>
              <a:ext uri="{FF2B5EF4-FFF2-40B4-BE49-F238E27FC236}">
                <a16:creationId xmlns:a16="http://schemas.microsoft.com/office/drawing/2014/main" id="{27EDF3E3-CCB5-4D32-B25D-A411707C72B0}"/>
              </a:ext>
            </a:extLst>
          </p:cNvPr>
          <p:cNvSpPr>
            <a:spLocks noGrp="1"/>
          </p:cNvSpPr>
          <p:nvPr/>
        </p:nvSpPr>
        <p:spPr>
          <a:xfrm>
            <a:off x="151033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7" name="12_small_7433">
            <a:extLst>
              <a:ext uri="{FF2B5EF4-FFF2-40B4-BE49-F238E27FC236}">
                <a16:creationId xmlns:a16="http://schemas.microsoft.com/office/drawing/2014/main" id="{FF5F3137-578A-4041-BD64-6E08D496C77C}"/>
              </a:ext>
            </a:extLst>
          </p:cNvPr>
          <p:cNvSpPr>
            <a:spLocks noGrp="1"/>
          </p:cNvSpPr>
          <p:nvPr/>
        </p:nvSpPr>
        <p:spPr>
          <a:xfrm>
            <a:off x="150877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8" name="12_small_7434">
            <a:extLst>
              <a:ext uri="{FF2B5EF4-FFF2-40B4-BE49-F238E27FC236}">
                <a16:creationId xmlns:a16="http://schemas.microsoft.com/office/drawing/2014/main" id="{D3A2553A-42C6-4D31-9DF3-2297ADA9D86E}"/>
              </a:ext>
            </a:extLst>
          </p:cNvPr>
          <p:cNvSpPr>
            <a:spLocks noGrp="1"/>
          </p:cNvSpPr>
          <p:nvPr/>
        </p:nvSpPr>
        <p:spPr>
          <a:xfrm>
            <a:off x="142947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69" name="12_small_7435">
            <a:extLst>
              <a:ext uri="{FF2B5EF4-FFF2-40B4-BE49-F238E27FC236}">
                <a16:creationId xmlns:a16="http://schemas.microsoft.com/office/drawing/2014/main" id="{250B7042-21B2-4941-BF22-A4D6B41C0DA4}"/>
              </a:ext>
            </a:extLst>
          </p:cNvPr>
          <p:cNvSpPr>
            <a:spLocks noGrp="1"/>
          </p:cNvSpPr>
          <p:nvPr/>
        </p:nvSpPr>
        <p:spPr>
          <a:xfrm>
            <a:off x="151165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0" name="12_small_7436">
            <a:extLst>
              <a:ext uri="{FF2B5EF4-FFF2-40B4-BE49-F238E27FC236}">
                <a16:creationId xmlns:a16="http://schemas.microsoft.com/office/drawing/2014/main" id="{CA44F89B-4B4D-474A-B6F3-6112767232D8}"/>
              </a:ext>
            </a:extLst>
          </p:cNvPr>
          <p:cNvSpPr>
            <a:spLocks noGrp="1"/>
          </p:cNvSpPr>
          <p:nvPr/>
        </p:nvSpPr>
        <p:spPr>
          <a:xfrm>
            <a:off x="1481273" y="41210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1" name="12_small_7437">
            <a:extLst>
              <a:ext uri="{FF2B5EF4-FFF2-40B4-BE49-F238E27FC236}">
                <a16:creationId xmlns:a16="http://schemas.microsoft.com/office/drawing/2014/main" id="{83FAE55A-E2DA-40CD-AF8E-4E4233077AEF}"/>
              </a:ext>
            </a:extLst>
          </p:cNvPr>
          <p:cNvSpPr>
            <a:spLocks noGrp="1"/>
          </p:cNvSpPr>
          <p:nvPr/>
        </p:nvSpPr>
        <p:spPr>
          <a:xfrm>
            <a:off x="1388719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2" name="12_small_7438">
            <a:extLst>
              <a:ext uri="{FF2B5EF4-FFF2-40B4-BE49-F238E27FC236}">
                <a16:creationId xmlns:a16="http://schemas.microsoft.com/office/drawing/2014/main" id="{7083DD1E-DAA4-4DCB-8D1B-2DE7F30ADDD9}"/>
              </a:ext>
            </a:extLst>
          </p:cNvPr>
          <p:cNvSpPr>
            <a:spLocks noGrp="1"/>
          </p:cNvSpPr>
          <p:nvPr/>
        </p:nvSpPr>
        <p:spPr>
          <a:xfrm>
            <a:off x="1420985" y="46991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3" name="12_small_7439">
            <a:extLst>
              <a:ext uri="{FF2B5EF4-FFF2-40B4-BE49-F238E27FC236}">
                <a16:creationId xmlns:a16="http://schemas.microsoft.com/office/drawing/2014/main" id="{02472489-E542-4372-B9CA-D2F2C7AE1BFA}"/>
              </a:ext>
            </a:extLst>
          </p:cNvPr>
          <p:cNvSpPr>
            <a:spLocks noGrp="1"/>
          </p:cNvSpPr>
          <p:nvPr/>
        </p:nvSpPr>
        <p:spPr>
          <a:xfrm>
            <a:off x="143789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4" name="12_small_7440">
            <a:extLst>
              <a:ext uri="{FF2B5EF4-FFF2-40B4-BE49-F238E27FC236}">
                <a16:creationId xmlns:a16="http://schemas.microsoft.com/office/drawing/2014/main" id="{BEE35E75-2B9C-4612-85C5-F97764D0B8E9}"/>
              </a:ext>
            </a:extLst>
          </p:cNvPr>
          <p:cNvSpPr>
            <a:spLocks noGrp="1"/>
          </p:cNvSpPr>
          <p:nvPr/>
        </p:nvSpPr>
        <p:spPr>
          <a:xfrm>
            <a:off x="142271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5" name="12_small_7441">
            <a:extLst>
              <a:ext uri="{FF2B5EF4-FFF2-40B4-BE49-F238E27FC236}">
                <a16:creationId xmlns:a16="http://schemas.microsoft.com/office/drawing/2014/main" id="{B3CFB7C0-542A-481A-A99F-EBD2B361A7C3}"/>
              </a:ext>
            </a:extLst>
          </p:cNvPr>
          <p:cNvSpPr>
            <a:spLocks noGrp="1"/>
          </p:cNvSpPr>
          <p:nvPr/>
        </p:nvSpPr>
        <p:spPr>
          <a:xfrm>
            <a:off x="1476563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6" name="12_small_7442">
            <a:extLst>
              <a:ext uri="{FF2B5EF4-FFF2-40B4-BE49-F238E27FC236}">
                <a16:creationId xmlns:a16="http://schemas.microsoft.com/office/drawing/2014/main" id="{B4D11A53-E851-4C28-BE69-70F1BE00F0DD}"/>
              </a:ext>
            </a:extLst>
          </p:cNvPr>
          <p:cNvSpPr>
            <a:spLocks noGrp="1"/>
          </p:cNvSpPr>
          <p:nvPr/>
        </p:nvSpPr>
        <p:spPr>
          <a:xfrm>
            <a:off x="138147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7" name="12_small_7443">
            <a:extLst>
              <a:ext uri="{FF2B5EF4-FFF2-40B4-BE49-F238E27FC236}">
                <a16:creationId xmlns:a16="http://schemas.microsoft.com/office/drawing/2014/main" id="{DE6A2B47-E2C1-4E12-ADD2-405294ACF0F0}"/>
              </a:ext>
            </a:extLst>
          </p:cNvPr>
          <p:cNvSpPr>
            <a:spLocks noGrp="1"/>
          </p:cNvSpPr>
          <p:nvPr/>
        </p:nvSpPr>
        <p:spPr>
          <a:xfrm>
            <a:off x="142187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8" name="12_small_7444">
            <a:extLst>
              <a:ext uri="{FF2B5EF4-FFF2-40B4-BE49-F238E27FC236}">
                <a16:creationId xmlns:a16="http://schemas.microsoft.com/office/drawing/2014/main" id="{6F87E43F-23A2-4F9C-BA1D-79D177378DC2}"/>
              </a:ext>
            </a:extLst>
          </p:cNvPr>
          <p:cNvSpPr>
            <a:spLocks noGrp="1"/>
          </p:cNvSpPr>
          <p:nvPr/>
        </p:nvSpPr>
        <p:spPr>
          <a:xfrm>
            <a:off x="137607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79" name="12_small_7445">
            <a:extLst>
              <a:ext uri="{FF2B5EF4-FFF2-40B4-BE49-F238E27FC236}">
                <a16:creationId xmlns:a16="http://schemas.microsoft.com/office/drawing/2014/main" id="{9A903FAA-9704-4F47-A9B7-BF904725C1B6}"/>
              </a:ext>
            </a:extLst>
          </p:cNvPr>
          <p:cNvSpPr>
            <a:spLocks noGrp="1"/>
          </p:cNvSpPr>
          <p:nvPr/>
        </p:nvSpPr>
        <p:spPr>
          <a:xfrm>
            <a:off x="15058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0" name="12_small_7446">
            <a:extLst>
              <a:ext uri="{FF2B5EF4-FFF2-40B4-BE49-F238E27FC236}">
                <a16:creationId xmlns:a16="http://schemas.microsoft.com/office/drawing/2014/main" id="{94764422-847F-4D51-AB9E-9A2CDC0D61F4}"/>
              </a:ext>
            </a:extLst>
          </p:cNvPr>
          <p:cNvSpPr>
            <a:spLocks noGrp="1"/>
          </p:cNvSpPr>
          <p:nvPr/>
        </p:nvSpPr>
        <p:spPr>
          <a:xfrm>
            <a:off x="1398672" y="47093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1" name="12_small_7447">
            <a:extLst>
              <a:ext uri="{FF2B5EF4-FFF2-40B4-BE49-F238E27FC236}">
                <a16:creationId xmlns:a16="http://schemas.microsoft.com/office/drawing/2014/main" id="{ABB412FA-AF43-4F2F-A8EB-5B7D039F2D81}"/>
              </a:ext>
            </a:extLst>
          </p:cNvPr>
          <p:cNvSpPr>
            <a:spLocks noGrp="1"/>
          </p:cNvSpPr>
          <p:nvPr/>
        </p:nvSpPr>
        <p:spPr>
          <a:xfrm>
            <a:off x="1393338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2" name="12_small_7448">
            <a:extLst>
              <a:ext uri="{FF2B5EF4-FFF2-40B4-BE49-F238E27FC236}">
                <a16:creationId xmlns:a16="http://schemas.microsoft.com/office/drawing/2014/main" id="{0F401D89-E40E-4F20-BD3A-058841A268E2}"/>
              </a:ext>
            </a:extLst>
          </p:cNvPr>
          <p:cNvSpPr>
            <a:spLocks noGrp="1"/>
          </p:cNvSpPr>
          <p:nvPr/>
        </p:nvSpPr>
        <p:spPr>
          <a:xfrm>
            <a:off x="1442102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3" name="12_small_7449">
            <a:extLst>
              <a:ext uri="{FF2B5EF4-FFF2-40B4-BE49-F238E27FC236}">
                <a16:creationId xmlns:a16="http://schemas.microsoft.com/office/drawing/2014/main" id="{83CBA083-4DE4-4B0A-A375-9A267E33F014}"/>
              </a:ext>
            </a:extLst>
          </p:cNvPr>
          <p:cNvSpPr>
            <a:spLocks noGrp="1"/>
          </p:cNvSpPr>
          <p:nvPr/>
        </p:nvSpPr>
        <p:spPr>
          <a:xfrm>
            <a:off x="139917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4" name="12_small_7450">
            <a:extLst>
              <a:ext uri="{FF2B5EF4-FFF2-40B4-BE49-F238E27FC236}">
                <a16:creationId xmlns:a16="http://schemas.microsoft.com/office/drawing/2014/main" id="{F807F9C1-8C5D-4514-AFA6-1B939AA12116}"/>
              </a:ext>
            </a:extLst>
          </p:cNvPr>
          <p:cNvSpPr>
            <a:spLocks noGrp="1"/>
          </p:cNvSpPr>
          <p:nvPr/>
        </p:nvSpPr>
        <p:spPr>
          <a:xfrm>
            <a:off x="137012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5" name="12_small_7451">
            <a:extLst>
              <a:ext uri="{FF2B5EF4-FFF2-40B4-BE49-F238E27FC236}">
                <a16:creationId xmlns:a16="http://schemas.microsoft.com/office/drawing/2014/main" id="{A960DAE7-EFF7-4EA8-92F1-DB75CC6A06F4}"/>
              </a:ext>
            </a:extLst>
          </p:cNvPr>
          <p:cNvSpPr>
            <a:spLocks noGrp="1"/>
          </p:cNvSpPr>
          <p:nvPr/>
        </p:nvSpPr>
        <p:spPr>
          <a:xfrm>
            <a:off x="143454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6" name="12_small_7452">
            <a:extLst>
              <a:ext uri="{FF2B5EF4-FFF2-40B4-BE49-F238E27FC236}">
                <a16:creationId xmlns:a16="http://schemas.microsoft.com/office/drawing/2014/main" id="{A1DEED83-FCFB-4837-9977-D743BA766DED}"/>
              </a:ext>
            </a:extLst>
          </p:cNvPr>
          <p:cNvSpPr>
            <a:spLocks noGrp="1"/>
          </p:cNvSpPr>
          <p:nvPr/>
        </p:nvSpPr>
        <p:spPr>
          <a:xfrm>
            <a:off x="1425573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7" name="12_small_7453">
            <a:extLst>
              <a:ext uri="{FF2B5EF4-FFF2-40B4-BE49-F238E27FC236}">
                <a16:creationId xmlns:a16="http://schemas.microsoft.com/office/drawing/2014/main" id="{28D5C891-900C-43DA-BE5F-777E5C504432}"/>
              </a:ext>
            </a:extLst>
          </p:cNvPr>
          <p:cNvSpPr>
            <a:spLocks noGrp="1"/>
          </p:cNvSpPr>
          <p:nvPr/>
        </p:nvSpPr>
        <p:spPr>
          <a:xfrm>
            <a:off x="136802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8" name="12_small_7454">
            <a:extLst>
              <a:ext uri="{FF2B5EF4-FFF2-40B4-BE49-F238E27FC236}">
                <a16:creationId xmlns:a16="http://schemas.microsoft.com/office/drawing/2014/main" id="{0485A0EA-DFB5-4C0D-B768-8E9C658CBE81}"/>
              </a:ext>
            </a:extLst>
          </p:cNvPr>
          <p:cNvSpPr>
            <a:spLocks noGrp="1"/>
          </p:cNvSpPr>
          <p:nvPr/>
        </p:nvSpPr>
        <p:spPr>
          <a:xfrm>
            <a:off x="147474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89" name="12_small_7455">
            <a:extLst>
              <a:ext uri="{FF2B5EF4-FFF2-40B4-BE49-F238E27FC236}">
                <a16:creationId xmlns:a16="http://schemas.microsoft.com/office/drawing/2014/main" id="{3B349C15-C587-4596-AD4F-92840696536A}"/>
              </a:ext>
            </a:extLst>
          </p:cNvPr>
          <p:cNvSpPr>
            <a:spLocks noGrp="1"/>
          </p:cNvSpPr>
          <p:nvPr/>
        </p:nvSpPr>
        <p:spPr>
          <a:xfrm>
            <a:off x="141890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0" name="12_small_7456">
            <a:extLst>
              <a:ext uri="{FF2B5EF4-FFF2-40B4-BE49-F238E27FC236}">
                <a16:creationId xmlns:a16="http://schemas.microsoft.com/office/drawing/2014/main" id="{03EF51E0-0AF7-4B94-8411-1AF6342D5011}"/>
              </a:ext>
            </a:extLst>
          </p:cNvPr>
          <p:cNvSpPr>
            <a:spLocks noGrp="1"/>
          </p:cNvSpPr>
          <p:nvPr/>
        </p:nvSpPr>
        <p:spPr>
          <a:xfrm>
            <a:off x="150052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1" name="12_small_7457">
            <a:extLst>
              <a:ext uri="{FF2B5EF4-FFF2-40B4-BE49-F238E27FC236}">
                <a16:creationId xmlns:a16="http://schemas.microsoft.com/office/drawing/2014/main" id="{74B83216-7174-4E69-B2B7-BE5A67899981}"/>
              </a:ext>
            </a:extLst>
          </p:cNvPr>
          <p:cNvSpPr>
            <a:spLocks noGrp="1"/>
          </p:cNvSpPr>
          <p:nvPr/>
        </p:nvSpPr>
        <p:spPr>
          <a:xfrm>
            <a:off x="141296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2" name="12_small_7458">
            <a:extLst>
              <a:ext uri="{FF2B5EF4-FFF2-40B4-BE49-F238E27FC236}">
                <a16:creationId xmlns:a16="http://schemas.microsoft.com/office/drawing/2014/main" id="{837F4469-5427-4B3E-A2E6-0B04DD3AB279}"/>
              </a:ext>
            </a:extLst>
          </p:cNvPr>
          <p:cNvSpPr>
            <a:spLocks noGrp="1"/>
          </p:cNvSpPr>
          <p:nvPr/>
        </p:nvSpPr>
        <p:spPr>
          <a:xfrm>
            <a:off x="147038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3" name="12_small_7459">
            <a:extLst>
              <a:ext uri="{FF2B5EF4-FFF2-40B4-BE49-F238E27FC236}">
                <a16:creationId xmlns:a16="http://schemas.microsoft.com/office/drawing/2014/main" id="{29737AE2-7CDB-4923-B35E-42FFD5702574}"/>
              </a:ext>
            </a:extLst>
          </p:cNvPr>
          <p:cNvSpPr>
            <a:spLocks noGrp="1"/>
          </p:cNvSpPr>
          <p:nvPr/>
        </p:nvSpPr>
        <p:spPr>
          <a:xfrm>
            <a:off x="141124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4" name="12_small_7460">
            <a:extLst>
              <a:ext uri="{FF2B5EF4-FFF2-40B4-BE49-F238E27FC236}">
                <a16:creationId xmlns:a16="http://schemas.microsoft.com/office/drawing/2014/main" id="{33F9EE91-5D72-44B8-9EE2-99A72E921F8F}"/>
              </a:ext>
            </a:extLst>
          </p:cNvPr>
          <p:cNvSpPr>
            <a:spLocks noGrp="1"/>
          </p:cNvSpPr>
          <p:nvPr/>
        </p:nvSpPr>
        <p:spPr>
          <a:xfrm>
            <a:off x="1416433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5" name="12_small_7461">
            <a:extLst>
              <a:ext uri="{FF2B5EF4-FFF2-40B4-BE49-F238E27FC236}">
                <a16:creationId xmlns:a16="http://schemas.microsoft.com/office/drawing/2014/main" id="{305869B2-B19A-470E-9F0F-001A62759326}"/>
              </a:ext>
            </a:extLst>
          </p:cNvPr>
          <p:cNvSpPr>
            <a:spLocks noGrp="1"/>
          </p:cNvSpPr>
          <p:nvPr/>
        </p:nvSpPr>
        <p:spPr>
          <a:xfrm>
            <a:off x="147496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6" name="12_small_7462">
            <a:extLst>
              <a:ext uri="{FF2B5EF4-FFF2-40B4-BE49-F238E27FC236}">
                <a16:creationId xmlns:a16="http://schemas.microsoft.com/office/drawing/2014/main" id="{3B8450DD-E299-4B10-8D57-C8202DC9C00C}"/>
              </a:ext>
            </a:extLst>
          </p:cNvPr>
          <p:cNvSpPr>
            <a:spLocks noGrp="1"/>
          </p:cNvSpPr>
          <p:nvPr/>
        </p:nvSpPr>
        <p:spPr>
          <a:xfrm>
            <a:off x="137528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7" name="12_small_7463">
            <a:extLst>
              <a:ext uri="{FF2B5EF4-FFF2-40B4-BE49-F238E27FC236}">
                <a16:creationId xmlns:a16="http://schemas.microsoft.com/office/drawing/2014/main" id="{97E01071-B0D5-4909-B2E8-C06238B071A7}"/>
              </a:ext>
            </a:extLst>
          </p:cNvPr>
          <p:cNvSpPr>
            <a:spLocks noGrp="1"/>
          </p:cNvSpPr>
          <p:nvPr/>
        </p:nvSpPr>
        <p:spPr>
          <a:xfrm>
            <a:off x="137182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8" name="12_small_7464">
            <a:extLst>
              <a:ext uri="{FF2B5EF4-FFF2-40B4-BE49-F238E27FC236}">
                <a16:creationId xmlns:a16="http://schemas.microsoft.com/office/drawing/2014/main" id="{E2C51373-FFD4-447B-92BD-A685FB5779F8}"/>
              </a:ext>
            </a:extLst>
          </p:cNvPr>
          <p:cNvSpPr>
            <a:spLocks noGrp="1"/>
          </p:cNvSpPr>
          <p:nvPr/>
        </p:nvSpPr>
        <p:spPr>
          <a:xfrm>
            <a:off x="14963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499" name="12_small_7465">
            <a:extLst>
              <a:ext uri="{FF2B5EF4-FFF2-40B4-BE49-F238E27FC236}">
                <a16:creationId xmlns:a16="http://schemas.microsoft.com/office/drawing/2014/main" id="{BE288197-69BF-4F4B-85A9-2FDC8C42DC00}"/>
              </a:ext>
            </a:extLst>
          </p:cNvPr>
          <p:cNvSpPr>
            <a:spLocks noGrp="1"/>
          </p:cNvSpPr>
          <p:nvPr/>
        </p:nvSpPr>
        <p:spPr>
          <a:xfrm>
            <a:off x="137117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0" name="12_small_7466">
            <a:extLst>
              <a:ext uri="{FF2B5EF4-FFF2-40B4-BE49-F238E27FC236}">
                <a16:creationId xmlns:a16="http://schemas.microsoft.com/office/drawing/2014/main" id="{1E239D43-2A80-48BF-88E4-E57B9E39C01F}"/>
              </a:ext>
            </a:extLst>
          </p:cNvPr>
          <p:cNvSpPr>
            <a:spLocks noGrp="1"/>
          </p:cNvSpPr>
          <p:nvPr/>
        </p:nvSpPr>
        <p:spPr>
          <a:xfrm>
            <a:off x="141804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1" name="12_small_7467">
            <a:extLst>
              <a:ext uri="{FF2B5EF4-FFF2-40B4-BE49-F238E27FC236}">
                <a16:creationId xmlns:a16="http://schemas.microsoft.com/office/drawing/2014/main" id="{49216C54-8E47-4A7E-95B0-64C08A956B56}"/>
              </a:ext>
            </a:extLst>
          </p:cNvPr>
          <p:cNvSpPr>
            <a:spLocks noGrp="1"/>
          </p:cNvSpPr>
          <p:nvPr/>
        </p:nvSpPr>
        <p:spPr>
          <a:xfrm>
            <a:off x="143488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2" name="12_small_7468">
            <a:extLst>
              <a:ext uri="{FF2B5EF4-FFF2-40B4-BE49-F238E27FC236}">
                <a16:creationId xmlns:a16="http://schemas.microsoft.com/office/drawing/2014/main" id="{22F8D58A-99BA-4986-A849-C42D9F809824}"/>
              </a:ext>
            </a:extLst>
          </p:cNvPr>
          <p:cNvSpPr>
            <a:spLocks noGrp="1"/>
          </p:cNvSpPr>
          <p:nvPr/>
        </p:nvSpPr>
        <p:spPr>
          <a:xfrm>
            <a:off x="138627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3" name="12_small_7469">
            <a:extLst>
              <a:ext uri="{FF2B5EF4-FFF2-40B4-BE49-F238E27FC236}">
                <a16:creationId xmlns:a16="http://schemas.microsoft.com/office/drawing/2014/main" id="{D25BF728-C13B-4475-88B2-FDEF5AA7276A}"/>
              </a:ext>
            </a:extLst>
          </p:cNvPr>
          <p:cNvSpPr>
            <a:spLocks noGrp="1"/>
          </p:cNvSpPr>
          <p:nvPr/>
        </p:nvSpPr>
        <p:spPr>
          <a:xfrm>
            <a:off x="141777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4" name="12_small_7470">
            <a:extLst>
              <a:ext uri="{FF2B5EF4-FFF2-40B4-BE49-F238E27FC236}">
                <a16:creationId xmlns:a16="http://schemas.microsoft.com/office/drawing/2014/main" id="{B457DF0F-DE70-458C-95CB-2E8CE44D3C32}"/>
              </a:ext>
            </a:extLst>
          </p:cNvPr>
          <p:cNvSpPr>
            <a:spLocks noGrp="1"/>
          </p:cNvSpPr>
          <p:nvPr/>
        </p:nvSpPr>
        <p:spPr>
          <a:xfrm>
            <a:off x="141022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5" name="12_small_7471">
            <a:extLst>
              <a:ext uri="{FF2B5EF4-FFF2-40B4-BE49-F238E27FC236}">
                <a16:creationId xmlns:a16="http://schemas.microsoft.com/office/drawing/2014/main" id="{886BA2AB-50CE-408D-8C2C-122135BC3EC7}"/>
              </a:ext>
            </a:extLst>
          </p:cNvPr>
          <p:cNvSpPr>
            <a:spLocks noGrp="1"/>
          </p:cNvSpPr>
          <p:nvPr/>
        </p:nvSpPr>
        <p:spPr>
          <a:xfrm>
            <a:off x="1500759" y="42014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6" name="12_small_7472">
            <a:extLst>
              <a:ext uri="{FF2B5EF4-FFF2-40B4-BE49-F238E27FC236}">
                <a16:creationId xmlns:a16="http://schemas.microsoft.com/office/drawing/2014/main" id="{7342E701-22E9-4938-9B4B-ACC1C6478024}"/>
              </a:ext>
            </a:extLst>
          </p:cNvPr>
          <p:cNvSpPr>
            <a:spLocks noGrp="1"/>
          </p:cNvSpPr>
          <p:nvPr/>
        </p:nvSpPr>
        <p:spPr>
          <a:xfrm>
            <a:off x="145146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7" name="12_small_7473">
            <a:extLst>
              <a:ext uri="{FF2B5EF4-FFF2-40B4-BE49-F238E27FC236}">
                <a16:creationId xmlns:a16="http://schemas.microsoft.com/office/drawing/2014/main" id="{70EFB019-F879-428F-8758-6C887DB60F8D}"/>
              </a:ext>
            </a:extLst>
          </p:cNvPr>
          <p:cNvSpPr>
            <a:spLocks noGrp="1"/>
          </p:cNvSpPr>
          <p:nvPr/>
        </p:nvSpPr>
        <p:spPr>
          <a:xfrm>
            <a:off x="144834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8" name="12_small_7474">
            <a:extLst>
              <a:ext uri="{FF2B5EF4-FFF2-40B4-BE49-F238E27FC236}">
                <a16:creationId xmlns:a16="http://schemas.microsoft.com/office/drawing/2014/main" id="{78ACD40F-3CCB-4EF7-8E0E-EB34A3CF5A30}"/>
              </a:ext>
            </a:extLst>
          </p:cNvPr>
          <p:cNvSpPr>
            <a:spLocks noGrp="1"/>
          </p:cNvSpPr>
          <p:nvPr/>
        </p:nvSpPr>
        <p:spPr>
          <a:xfrm>
            <a:off x="148887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09" name="12_small_7475">
            <a:extLst>
              <a:ext uri="{FF2B5EF4-FFF2-40B4-BE49-F238E27FC236}">
                <a16:creationId xmlns:a16="http://schemas.microsoft.com/office/drawing/2014/main" id="{224A7722-390B-45C4-86DB-75B15E1967DB}"/>
              </a:ext>
            </a:extLst>
          </p:cNvPr>
          <p:cNvSpPr>
            <a:spLocks noGrp="1"/>
          </p:cNvSpPr>
          <p:nvPr/>
        </p:nvSpPr>
        <p:spPr>
          <a:xfrm>
            <a:off x="142863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0" name="12_small_7476">
            <a:extLst>
              <a:ext uri="{FF2B5EF4-FFF2-40B4-BE49-F238E27FC236}">
                <a16:creationId xmlns:a16="http://schemas.microsoft.com/office/drawing/2014/main" id="{F1573CCD-4874-4900-BE06-7525408541A3}"/>
              </a:ext>
            </a:extLst>
          </p:cNvPr>
          <p:cNvSpPr>
            <a:spLocks noGrp="1"/>
          </p:cNvSpPr>
          <p:nvPr/>
        </p:nvSpPr>
        <p:spPr>
          <a:xfrm>
            <a:off x="150394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1" name="12_small_7477">
            <a:extLst>
              <a:ext uri="{FF2B5EF4-FFF2-40B4-BE49-F238E27FC236}">
                <a16:creationId xmlns:a16="http://schemas.microsoft.com/office/drawing/2014/main" id="{826FE892-B6B3-4FF1-A999-D912F5E64554}"/>
              </a:ext>
            </a:extLst>
          </p:cNvPr>
          <p:cNvSpPr>
            <a:spLocks noGrp="1"/>
          </p:cNvSpPr>
          <p:nvPr/>
        </p:nvSpPr>
        <p:spPr>
          <a:xfrm>
            <a:off x="147129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2" name="12_small_7478">
            <a:extLst>
              <a:ext uri="{FF2B5EF4-FFF2-40B4-BE49-F238E27FC236}">
                <a16:creationId xmlns:a16="http://schemas.microsoft.com/office/drawing/2014/main" id="{6BBC00CC-8345-4A0F-A0FC-40B7C43399A9}"/>
              </a:ext>
            </a:extLst>
          </p:cNvPr>
          <p:cNvSpPr>
            <a:spLocks noGrp="1"/>
          </p:cNvSpPr>
          <p:nvPr/>
        </p:nvSpPr>
        <p:spPr>
          <a:xfrm>
            <a:off x="140319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3" name="12_small_7479">
            <a:extLst>
              <a:ext uri="{FF2B5EF4-FFF2-40B4-BE49-F238E27FC236}">
                <a16:creationId xmlns:a16="http://schemas.microsoft.com/office/drawing/2014/main" id="{57238F83-6EB8-41F7-8C66-9D18F14AE2F0}"/>
              </a:ext>
            </a:extLst>
          </p:cNvPr>
          <p:cNvSpPr>
            <a:spLocks noGrp="1"/>
          </p:cNvSpPr>
          <p:nvPr/>
        </p:nvSpPr>
        <p:spPr>
          <a:xfrm>
            <a:off x="136585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4" name="12_small_7480">
            <a:extLst>
              <a:ext uri="{FF2B5EF4-FFF2-40B4-BE49-F238E27FC236}">
                <a16:creationId xmlns:a16="http://schemas.microsoft.com/office/drawing/2014/main" id="{3F90F170-7C13-4F64-8A38-7D0FC9A8E3F2}"/>
              </a:ext>
            </a:extLst>
          </p:cNvPr>
          <p:cNvSpPr>
            <a:spLocks noGrp="1"/>
          </p:cNvSpPr>
          <p:nvPr/>
        </p:nvSpPr>
        <p:spPr>
          <a:xfrm>
            <a:off x="149133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5" name="12_small_7481">
            <a:extLst>
              <a:ext uri="{FF2B5EF4-FFF2-40B4-BE49-F238E27FC236}">
                <a16:creationId xmlns:a16="http://schemas.microsoft.com/office/drawing/2014/main" id="{CD7899D4-8A1C-4924-BA30-2CE4AA314E84}"/>
              </a:ext>
            </a:extLst>
          </p:cNvPr>
          <p:cNvSpPr>
            <a:spLocks noGrp="1"/>
          </p:cNvSpPr>
          <p:nvPr/>
        </p:nvSpPr>
        <p:spPr>
          <a:xfrm>
            <a:off x="150715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6" name="12_small_7482">
            <a:extLst>
              <a:ext uri="{FF2B5EF4-FFF2-40B4-BE49-F238E27FC236}">
                <a16:creationId xmlns:a16="http://schemas.microsoft.com/office/drawing/2014/main" id="{24D5C4D6-4F2F-43DB-B611-0992F6109378}"/>
              </a:ext>
            </a:extLst>
          </p:cNvPr>
          <p:cNvSpPr>
            <a:spLocks noGrp="1"/>
          </p:cNvSpPr>
          <p:nvPr/>
        </p:nvSpPr>
        <p:spPr>
          <a:xfrm>
            <a:off x="144246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7" name="12_small_7483">
            <a:extLst>
              <a:ext uri="{FF2B5EF4-FFF2-40B4-BE49-F238E27FC236}">
                <a16:creationId xmlns:a16="http://schemas.microsoft.com/office/drawing/2014/main" id="{8E1EE73B-C5D9-4D35-BE3E-516505316D35}"/>
              </a:ext>
            </a:extLst>
          </p:cNvPr>
          <p:cNvSpPr>
            <a:spLocks noGrp="1"/>
          </p:cNvSpPr>
          <p:nvPr/>
        </p:nvSpPr>
        <p:spPr>
          <a:xfrm>
            <a:off x="148655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8" name="12_small_7484">
            <a:extLst>
              <a:ext uri="{FF2B5EF4-FFF2-40B4-BE49-F238E27FC236}">
                <a16:creationId xmlns:a16="http://schemas.microsoft.com/office/drawing/2014/main" id="{791B268D-9B90-44BB-B2B4-7A108667A161}"/>
              </a:ext>
            </a:extLst>
          </p:cNvPr>
          <p:cNvSpPr>
            <a:spLocks noGrp="1"/>
          </p:cNvSpPr>
          <p:nvPr/>
        </p:nvSpPr>
        <p:spPr>
          <a:xfrm>
            <a:off x="148120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19" name="12_small_7485">
            <a:extLst>
              <a:ext uri="{FF2B5EF4-FFF2-40B4-BE49-F238E27FC236}">
                <a16:creationId xmlns:a16="http://schemas.microsoft.com/office/drawing/2014/main" id="{74B23B1D-BD0B-4E64-9B7E-5CAF00ABAF62}"/>
              </a:ext>
            </a:extLst>
          </p:cNvPr>
          <p:cNvSpPr>
            <a:spLocks noGrp="1"/>
          </p:cNvSpPr>
          <p:nvPr/>
        </p:nvSpPr>
        <p:spPr>
          <a:xfrm>
            <a:off x="1388994" y="423830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0" name="12_small_7486">
            <a:extLst>
              <a:ext uri="{FF2B5EF4-FFF2-40B4-BE49-F238E27FC236}">
                <a16:creationId xmlns:a16="http://schemas.microsoft.com/office/drawing/2014/main" id="{E8DF7CC8-F2A9-41AA-B048-7DD97E4F1107}"/>
              </a:ext>
            </a:extLst>
          </p:cNvPr>
          <p:cNvSpPr>
            <a:spLocks noGrp="1"/>
          </p:cNvSpPr>
          <p:nvPr/>
        </p:nvSpPr>
        <p:spPr>
          <a:xfrm>
            <a:off x="144973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1" name="12_small_7487">
            <a:extLst>
              <a:ext uri="{FF2B5EF4-FFF2-40B4-BE49-F238E27FC236}">
                <a16:creationId xmlns:a16="http://schemas.microsoft.com/office/drawing/2014/main" id="{31D57036-D5CF-4903-82F9-4D00EF328D68}"/>
              </a:ext>
            </a:extLst>
          </p:cNvPr>
          <p:cNvSpPr>
            <a:spLocks noGrp="1"/>
          </p:cNvSpPr>
          <p:nvPr/>
        </p:nvSpPr>
        <p:spPr>
          <a:xfrm>
            <a:off x="145401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2" name="12_small_7488">
            <a:extLst>
              <a:ext uri="{FF2B5EF4-FFF2-40B4-BE49-F238E27FC236}">
                <a16:creationId xmlns:a16="http://schemas.microsoft.com/office/drawing/2014/main" id="{49E5FDFC-6E3D-4CB4-B85D-D2E7AD7B4717}"/>
              </a:ext>
            </a:extLst>
          </p:cNvPr>
          <p:cNvSpPr>
            <a:spLocks noGrp="1"/>
          </p:cNvSpPr>
          <p:nvPr/>
        </p:nvSpPr>
        <p:spPr>
          <a:xfrm>
            <a:off x="1490486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3" name="12_small_7489">
            <a:extLst>
              <a:ext uri="{FF2B5EF4-FFF2-40B4-BE49-F238E27FC236}">
                <a16:creationId xmlns:a16="http://schemas.microsoft.com/office/drawing/2014/main" id="{37B2109C-C176-49A8-83E8-B50A190B8D62}"/>
              </a:ext>
            </a:extLst>
          </p:cNvPr>
          <p:cNvSpPr>
            <a:spLocks noGrp="1"/>
          </p:cNvSpPr>
          <p:nvPr/>
        </p:nvSpPr>
        <p:spPr>
          <a:xfrm>
            <a:off x="150242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4" name="12_small_7490">
            <a:extLst>
              <a:ext uri="{FF2B5EF4-FFF2-40B4-BE49-F238E27FC236}">
                <a16:creationId xmlns:a16="http://schemas.microsoft.com/office/drawing/2014/main" id="{04D4CADB-3BC0-4F70-949D-9E89C4650243}"/>
              </a:ext>
            </a:extLst>
          </p:cNvPr>
          <p:cNvSpPr>
            <a:spLocks noGrp="1"/>
          </p:cNvSpPr>
          <p:nvPr/>
        </p:nvSpPr>
        <p:spPr>
          <a:xfrm>
            <a:off x="149542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5" name="12_small_7491">
            <a:extLst>
              <a:ext uri="{FF2B5EF4-FFF2-40B4-BE49-F238E27FC236}">
                <a16:creationId xmlns:a16="http://schemas.microsoft.com/office/drawing/2014/main" id="{76CDFD34-A631-4FEE-83F7-2A5C2F2B7400}"/>
              </a:ext>
            </a:extLst>
          </p:cNvPr>
          <p:cNvSpPr>
            <a:spLocks noGrp="1"/>
          </p:cNvSpPr>
          <p:nvPr/>
        </p:nvSpPr>
        <p:spPr>
          <a:xfrm>
            <a:off x="143718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6" name="12_small_7492">
            <a:extLst>
              <a:ext uri="{FF2B5EF4-FFF2-40B4-BE49-F238E27FC236}">
                <a16:creationId xmlns:a16="http://schemas.microsoft.com/office/drawing/2014/main" id="{C01873FC-F20E-43F1-BCFC-409ECECE02F2}"/>
              </a:ext>
            </a:extLst>
          </p:cNvPr>
          <p:cNvSpPr>
            <a:spLocks noGrp="1"/>
          </p:cNvSpPr>
          <p:nvPr/>
        </p:nvSpPr>
        <p:spPr>
          <a:xfrm>
            <a:off x="148140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7" name="12_small_7493">
            <a:extLst>
              <a:ext uri="{FF2B5EF4-FFF2-40B4-BE49-F238E27FC236}">
                <a16:creationId xmlns:a16="http://schemas.microsoft.com/office/drawing/2014/main" id="{901C29A5-202F-45D1-9D05-E922214BD615}"/>
              </a:ext>
            </a:extLst>
          </p:cNvPr>
          <p:cNvSpPr>
            <a:spLocks noGrp="1"/>
          </p:cNvSpPr>
          <p:nvPr/>
        </p:nvSpPr>
        <p:spPr>
          <a:xfrm>
            <a:off x="1462009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8" name="12_small_7494">
            <a:extLst>
              <a:ext uri="{FF2B5EF4-FFF2-40B4-BE49-F238E27FC236}">
                <a16:creationId xmlns:a16="http://schemas.microsoft.com/office/drawing/2014/main" id="{4A2CD500-E136-47BB-A9D9-0F194D412A5C}"/>
              </a:ext>
            </a:extLst>
          </p:cNvPr>
          <p:cNvSpPr>
            <a:spLocks noGrp="1"/>
          </p:cNvSpPr>
          <p:nvPr/>
        </p:nvSpPr>
        <p:spPr>
          <a:xfrm>
            <a:off x="140185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29" name="12_small_7495">
            <a:extLst>
              <a:ext uri="{FF2B5EF4-FFF2-40B4-BE49-F238E27FC236}">
                <a16:creationId xmlns:a16="http://schemas.microsoft.com/office/drawing/2014/main" id="{7317F4A0-E71A-4001-8D3B-94AC8F1683AC}"/>
              </a:ext>
            </a:extLst>
          </p:cNvPr>
          <p:cNvSpPr>
            <a:spLocks noGrp="1"/>
          </p:cNvSpPr>
          <p:nvPr/>
        </p:nvSpPr>
        <p:spPr>
          <a:xfrm>
            <a:off x="13846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0" name="12_small_7496">
            <a:extLst>
              <a:ext uri="{FF2B5EF4-FFF2-40B4-BE49-F238E27FC236}">
                <a16:creationId xmlns:a16="http://schemas.microsoft.com/office/drawing/2014/main" id="{37AF5833-AABB-478F-8078-103E51224847}"/>
              </a:ext>
            </a:extLst>
          </p:cNvPr>
          <p:cNvSpPr>
            <a:spLocks noGrp="1"/>
          </p:cNvSpPr>
          <p:nvPr/>
        </p:nvSpPr>
        <p:spPr>
          <a:xfrm>
            <a:off x="144583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1" name="12_small_7497">
            <a:extLst>
              <a:ext uri="{FF2B5EF4-FFF2-40B4-BE49-F238E27FC236}">
                <a16:creationId xmlns:a16="http://schemas.microsoft.com/office/drawing/2014/main" id="{F374FAE1-F0B9-40F2-B10E-981FC5293607}"/>
              </a:ext>
            </a:extLst>
          </p:cNvPr>
          <p:cNvSpPr>
            <a:spLocks noGrp="1"/>
          </p:cNvSpPr>
          <p:nvPr/>
        </p:nvSpPr>
        <p:spPr>
          <a:xfrm>
            <a:off x="1464844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2" name="12_small_7498">
            <a:extLst>
              <a:ext uri="{FF2B5EF4-FFF2-40B4-BE49-F238E27FC236}">
                <a16:creationId xmlns:a16="http://schemas.microsoft.com/office/drawing/2014/main" id="{0CC240ED-DF5F-4D96-A0F5-CD6843D6F6CE}"/>
              </a:ext>
            </a:extLst>
          </p:cNvPr>
          <p:cNvSpPr>
            <a:spLocks noGrp="1"/>
          </p:cNvSpPr>
          <p:nvPr/>
        </p:nvSpPr>
        <p:spPr>
          <a:xfrm>
            <a:off x="1479619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3" name="12_small_7499">
            <a:extLst>
              <a:ext uri="{FF2B5EF4-FFF2-40B4-BE49-F238E27FC236}">
                <a16:creationId xmlns:a16="http://schemas.microsoft.com/office/drawing/2014/main" id="{013AE527-6AB2-47A8-9A75-4482420D27CF}"/>
              </a:ext>
            </a:extLst>
          </p:cNvPr>
          <p:cNvSpPr>
            <a:spLocks noGrp="1"/>
          </p:cNvSpPr>
          <p:nvPr/>
        </p:nvSpPr>
        <p:spPr>
          <a:xfrm>
            <a:off x="14490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4" name="12_small_7500">
            <a:extLst>
              <a:ext uri="{FF2B5EF4-FFF2-40B4-BE49-F238E27FC236}">
                <a16:creationId xmlns:a16="http://schemas.microsoft.com/office/drawing/2014/main" id="{9A9995ED-0746-40AA-BBCF-9C6EEFFDDE84}"/>
              </a:ext>
            </a:extLst>
          </p:cNvPr>
          <p:cNvSpPr>
            <a:spLocks noGrp="1"/>
          </p:cNvSpPr>
          <p:nvPr/>
        </p:nvSpPr>
        <p:spPr>
          <a:xfrm>
            <a:off x="140926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5" name="12_small_7501">
            <a:extLst>
              <a:ext uri="{FF2B5EF4-FFF2-40B4-BE49-F238E27FC236}">
                <a16:creationId xmlns:a16="http://schemas.microsoft.com/office/drawing/2014/main" id="{F8309866-E605-4AFC-B39E-245083A9FC0D}"/>
              </a:ext>
            </a:extLst>
          </p:cNvPr>
          <p:cNvSpPr>
            <a:spLocks noGrp="1"/>
          </p:cNvSpPr>
          <p:nvPr/>
        </p:nvSpPr>
        <p:spPr>
          <a:xfrm>
            <a:off x="15029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6" name="12_small_7502">
            <a:extLst>
              <a:ext uri="{FF2B5EF4-FFF2-40B4-BE49-F238E27FC236}">
                <a16:creationId xmlns:a16="http://schemas.microsoft.com/office/drawing/2014/main" id="{29B03732-9B9B-47A2-8083-A4A643B16699}"/>
              </a:ext>
            </a:extLst>
          </p:cNvPr>
          <p:cNvSpPr>
            <a:spLocks noGrp="1"/>
          </p:cNvSpPr>
          <p:nvPr/>
        </p:nvSpPr>
        <p:spPr>
          <a:xfrm>
            <a:off x="14824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7" name="12_small_7503">
            <a:extLst>
              <a:ext uri="{FF2B5EF4-FFF2-40B4-BE49-F238E27FC236}">
                <a16:creationId xmlns:a16="http://schemas.microsoft.com/office/drawing/2014/main" id="{68D5A3F3-E2D6-4347-8D0E-CB905D167064}"/>
              </a:ext>
            </a:extLst>
          </p:cNvPr>
          <p:cNvSpPr>
            <a:spLocks noGrp="1"/>
          </p:cNvSpPr>
          <p:nvPr/>
        </p:nvSpPr>
        <p:spPr>
          <a:xfrm>
            <a:off x="151085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8" name="12_small_7504">
            <a:extLst>
              <a:ext uri="{FF2B5EF4-FFF2-40B4-BE49-F238E27FC236}">
                <a16:creationId xmlns:a16="http://schemas.microsoft.com/office/drawing/2014/main" id="{C0ED17BB-C07B-45FB-8457-1CE04050A9DB}"/>
              </a:ext>
            </a:extLst>
          </p:cNvPr>
          <p:cNvSpPr>
            <a:spLocks noGrp="1"/>
          </p:cNvSpPr>
          <p:nvPr/>
        </p:nvSpPr>
        <p:spPr>
          <a:xfrm>
            <a:off x="151084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39" name="12_small_7505">
            <a:extLst>
              <a:ext uri="{FF2B5EF4-FFF2-40B4-BE49-F238E27FC236}">
                <a16:creationId xmlns:a16="http://schemas.microsoft.com/office/drawing/2014/main" id="{E59CC761-B8AC-4754-8B53-25DB518E17CB}"/>
              </a:ext>
            </a:extLst>
          </p:cNvPr>
          <p:cNvSpPr>
            <a:spLocks noGrp="1"/>
          </p:cNvSpPr>
          <p:nvPr/>
        </p:nvSpPr>
        <p:spPr>
          <a:xfrm>
            <a:off x="143050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0" name="12_small_7506">
            <a:extLst>
              <a:ext uri="{FF2B5EF4-FFF2-40B4-BE49-F238E27FC236}">
                <a16:creationId xmlns:a16="http://schemas.microsoft.com/office/drawing/2014/main" id="{5BB5627F-CA08-4FE8-9814-17AD68936606}"/>
              </a:ext>
            </a:extLst>
          </p:cNvPr>
          <p:cNvSpPr>
            <a:spLocks noGrp="1"/>
          </p:cNvSpPr>
          <p:nvPr/>
        </p:nvSpPr>
        <p:spPr>
          <a:xfrm>
            <a:off x="144401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1" name="12_small_7507">
            <a:extLst>
              <a:ext uri="{FF2B5EF4-FFF2-40B4-BE49-F238E27FC236}">
                <a16:creationId xmlns:a16="http://schemas.microsoft.com/office/drawing/2014/main" id="{FE677B1D-D2C1-4E66-B38B-88E65BE6274B}"/>
              </a:ext>
            </a:extLst>
          </p:cNvPr>
          <p:cNvSpPr>
            <a:spLocks noGrp="1"/>
          </p:cNvSpPr>
          <p:nvPr/>
        </p:nvSpPr>
        <p:spPr>
          <a:xfrm>
            <a:off x="140172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2" name="12_small_7508">
            <a:extLst>
              <a:ext uri="{FF2B5EF4-FFF2-40B4-BE49-F238E27FC236}">
                <a16:creationId xmlns:a16="http://schemas.microsoft.com/office/drawing/2014/main" id="{60F9DDF4-A282-4C06-B950-A88A0962AE56}"/>
              </a:ext>
            </a:extLst>
          </p:cNvPr>
          <p:cNvSpPr>
            <a:spLocks noGrp="1"/>
          </p:cNvSpPr>
          <p:nvPr/>
        </p:nvSpPr>
        <p:spPr>
          <a:xfrm>
            <a:off x="218730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3" name="12_small_7509">
            <a:extLst>
              <a:ext uri="{FF2B5EF4-FFF2-40B4-BE49-F238E27FC236}">
                <a16:creationId xmlns:a16="http://schemas.microsoft.com/office/drawing/2014/main" id="{054B2818-1817-4EBE-8531-632B310D0E5A}"/>
              </a:ext>
            </a:extLst>
          </p:cNvPr>
          <p:cNvSpPr>
            <a:spLocks noGrp="1"/>
          </p:cNvSpPr>
          <p:nvPr/>
        </p:nvSpPr>
        <p:spPr>
          <a:xfrm>
            <a:off x="229158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4" name="12_small_7510">
            <a:extLst>
              <a:ext uri="{FF2B5EF4-FFF2-40B4-BE49-F238E27FC236}">
                <a16:creationId xmlns:a16="http://schemas.microsoft.com/office/drawing/2014/main" id="{9542B348-6E88-4A06-94E9-DE5694D35697}"/>
              </a:ext>
            </a:extLst>
          </p:cNvPr>
          <p:cNvSpPr>
            <a:spLocks noGrp="1"/>
          </p:cNvSpPr>
          <p:nvPr/>
        </p:nvSpPr>
        <p:spPr>
          <a:xfrm>
            <a:off x="229002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5" name="12_small_7511">
            <a:extLst>
              <a:ext uri="{FF2B5EF4-FFF2-40B4-BE49-F238E27FC236}">
                <a16:creationId xmlns:a16="http://schemas.microsoft.com/office/drawing/2014/main" id="{5064AAAB-D90B-4B2A-AEB8-28CD21AEB603}"/>
              </a:ext>
            </a:extLst>
          </p:cNvPr>
          <p:cNvSpPr>
            <a:spLocks noGrp="1"/>
          </p:cNvSpPr>
          <p:nvPr/>
        </p:nvSpPr>
        <p:spPr>
          <a:xfrm>
            <a:off x="221072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6" name="12_small_7512">
            <a:extLst>
              <a:ext uri="{FF2B5EF4-FFF2-40B4-BE49-F238E27FC236}">
                <a16:creationId xmlns:a16="http://schemas.microsoft.com/office/drawing/2014/main" id="{823267BE-4F79-4B5D-98B9-14464AA7090C}"/>
              </a:ext>
            </a:extLst>
          </p:cNvPr>
          <p:cNvSpPr>
            <a:spLocks noGrp="1"/>
          </p:cNvSpPr>
          <p:nvPr/>
        </p:nvSpPr>
        <p:spPr>
          <a:xfrm>
            <a:off x="229290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7" name="12_small_7513">
            <a:extLst>
              <a:ext uri="{FF2B5EF4-FFF2-40B4-BE49-F238E27FC236}">
                <a16:creationId xmlns:a16="http://schemas.microsoft.com/office/drawing/2014/main" id="{5C4BE9D1-468A-4278-A733-3268282935E9}"/>
              </a:ext>
            </a:extLst>
          </p:cNvPr>
          <p:cNvSpPr>
            <a:spLocks noGrp="1"/>
          </p:cNvSpPr>
          <p:nvPr/>
        </p:nvSpPr>
        <p:spPr>
          <a:xfrm>
            <a:off x="2262523" y="41210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8" name="12_small_7514">
            <a:extLst>
              <a:ext uri="{FF2B5EF4-FFF2-40B4-BE49-F238E27FC236}">
                <a16:creationId xmlns:a16="http://schemas.microsoft.com/office/drawing/2014/main" id="{7F11289C-5B6D-4CBB-9EA1-5BF1D22EC952}"/>
              </a:ext>
            </a:extLst>
          </p:cNvPr>
          <p:cNvSpPr>
            <a:spLocks noGrp="1"/>
          </p:cNvSpPr>
          <p:nvPr/>
        </p:nvSpPr>
        <p:spPr>
          <a:xfrm>
            <a:off x="2169969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49" name="12_small_7515">
            <a:extLst>
              <a:ext uri="{FF2B5EF4-FFF2-40B4-BE49-F238E27FC236}">
                <a16:creationId xmlns:a16="http://schemas.microsoft.com/office/drawing/2014/main" id="{BFC66E5C-1B11-42C3-9EAC-B5EEA7A48B08}"/>
              </a:ext>
            </a:extLst>
          </p:cNvPr>
          <p:cNvSpPr>
            <a:spLocks noGrp="1"/>
          </p:cNvSpPr>
          <p:nvPr/>
        </p:nvSpPr>
        <p:spPr>
          <a:xfrm>
            <a:off x="2202235" y="46991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0" name="12_small_7516">
            <a:extLst>
              <a:ext uri="{FF2B5EF4-FFF2-40B4-BE49-F238E27FC236}">
                <a16:creationId xmlns:a16="http://schemas.microsoft.com/office/drawing/2014/main" id="{EA1132F5-8CBD-4434-9786-A3DB63CDF5C1}"/>
              </a:ext>
            </a:extLst>
          </p:cNvPr>
          <p:cNvSpPr>
            <a:spLocks noGrp="1"/>
          </p:cNvSpPr>
          <p:nvPr/>
        </p:nvSpPr>
        <p:spPr>
          <a:xfrm>
            <a:off x="221914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1" name="12_small_7517">
            <a:extLst>
              <a:ext uri="{FF2B5EF4-FFF2-40B4-BE49-F238E27FC236}">
                <a16:creationId xmlns:a16="http://schemas.microsoft.com/office/drawing/2014/main" id="{7BA4A1D3-468C-47C9-BB57-EBC6C53AC522}"/>
              </a:ext>
            </a:extLst>
          </p:cNvPr>
          <p:cNvSpPr>
            <a:spLocks noGrp="1"/>
          </p:cNvSpPr>
          <p:nvPr/>
        </p:nvSpPr>
        <p:spPr>
          <a:xfrm>
            <a:off x="220396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2" name="12_small_7518">
            <a:extLst>
              <a:ext uri="{FF2B5EF4-FFF2-40B4-BE49-F238E27FC236}">
                <a16:creationId xmlns:a16="http://schemas.microsoft.com/office/drawing/2014/main" id="{12BD903D-CC29-4E6D-A9FB-BD7CA0BE22F2}"/>
              </a:ext>
            </a:extLst>
          </p:cNvPr>
          <p:cNvSpPr>
            <a:spLocks noGrp="1"/>
          </p:cNvSpPr>
          <p:nvPr/>
        </p:nvSpPr>
        <p:spPr>
          <a:xfrm>
            <a:off x="2257813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3" name="12_small_7519">
            <a:extLst>
              <a:ext uri="{FF2B5EF4-FFF2-40B4-BE49-F238E27FC236}">
                <a16:creationId xmlns:a16="http://schemas.microsoft.com/office/drawing/2014/main" id="{6B3E8FDA-855A-47D9-992D-D46F741E36EA}"/>
              </a:ext>
            </a:extLst>
          </p:cNvPr>
          <p:cNvSpPr>
            <a:spLocks noGrp="1"/>
          </p:cNvSpPr>
          <p:nvPr/>
        </p:nvSpPr>
        <p:spPr>
          <a:xfrm>
            <a:off x="216272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4" name="12_small_7520">
            <a:extLst>
              <a:ext uri="{FF2B5EF4-FFF2-40B4-BE49-F238E27FC236}">
                <a16:creationId xmlns:a16="http://schemas.microsoft.com/office/drawing/2014/main" id="{45669C73-C173-4FF7-A200-72941921FE94}"/>
              </a:ext>
            </a:extLst>
          </p:cNvPr>
          <p:cNvSpPr>
            <a:spLocks noGrp="1"/>
          </p:cNvSpPr>
          <p:nvPr/>
        </p:nvSpPr>
        <p:spPr>
          <a:xfrm>
            <a:off x="220312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5" name="12_small_7521">
            <a:extLst>
              <a:ext uri="{FF2B5EF4-FFF2-40B4-BE49-F238E27FC236}">
                <a16:creationId xmlns:a16="http://schemas.microsoft.com/office/drawing/2014/main" id="{E50F262D-DDBD-427E-878D-69B9F731D3D6}"/>
              </a:ext>
            </a:extLst>
          </p:cNvPr>
          <p:cNvSpPr>
            <a:spLocks noGrp="1"/>
          </p:cNvSpPr>
          <p:nvPr/>
        </p:nvSpPr>
        <p:spPr>
          <a:xfrm>
            <a:off x="215732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6" name="12_small_7522">
            <a:extLst>
              <a:ext uri="{FF2B5EF4-FFF2-40B4-BE49-F238E27FC236}">
                <a16:creationId xmlns:a16="http://schemas.microsoft.com/office/drawing/2014/main" id="{BD785454-7E9A-4A77-ABAB-8C8B98CE1017}"/>
              </a:ext>
            </a:extLst>
          </p:cNvPr>
          <p:cNvSpPr>
            <a:spLocks noGrp="1"/>
          </p:cNvSpPr>
          <p:nvPr/>
        </p:nvSpPr>
        <p:spPr>
          <a:xfrm>
            <a:off x="22870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7" name="12_small_7523">
            <a:extLst>
              <a:ext uri="{FF2B5EF4-FFF2-40B4-BE49-F238E27FC236}">
                <a16:creationId xmlns:a16="http://schemas.microsoft.com/office/drawing/2014/main" id="{42EE44EF-4774-4533-86E0-57498462DDE2}"/>
              </a:ext>
            </a:extLst>
          </p:cNvPr>
          <p:cNvSpPr>
            <a:spLocks noGrp="1"/>
          </p:cNvSpPr>
          <p:nvPr/>
        </p:nvSpPr>
        <p:spPr>
          <a:xfrm>
            <a:off x="2179922" y="47093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8" name="12_small_7524">
            <a:extLst>
              <a:ext uri="{FF2B5EF4-FFF2-40B4-BE49-F238E27FC236}">
                <a16:creationId xmlns:a16="http://schemas.microsoft.com/office/drawing/2014/main" id="{6AB562D3-908D-41ED-B04F-C27A33D2DD8F}"/>
              </a:ext>
            </a:extLst>
          </p:cNvPr>
          <p:cNvSpPr>
            <a:spLocks noGrp="1"/>
          </p:cNvSpPr>
          <p:nvPr/>
        </p:nvSpPr>
        <p:spPr>
          <a:xfrm>
            <a:off x="2174588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59" name="12_small_7525">
            <a:extLst>
              <a:ext uri="{FF2B5EF4-FFF2-40B4-BE49-F238E27FC236}">
                <a16:creationId xmlns:a16="http://schemas.microsoft.com/office/drawing/2014/main" id="{A45FC460-37CA-471D-99EF-9CF4C8F2E117}"/>
              </a:ext>
            </a:extLst>
          </p:cNvPr>
          <p:cNvSpPr>
            <a:spLocks noGrp="1"/>
          </p:cNvSpPr>
          <p:nvPr/>
        </p:nvSpPr>
        <p:spPr>
          <a:xfrm>
            <a:off x="2223352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0" name="12_small_7526">
            <a:extLst>
              <a:ext uri="{FF2B5EF4-FFF2-40B4-BE49-F238E27FC236}">
                <a16:creationId xmlns:a16="http://schemas.microsoft.com/office/drawing/2014/main" id="{865268D3-A2E9-4DE7-AF77-FAF6659C3E0A}"/>
              </a:ext>
            </a:extLst>
          </p:cNvPr>
          <p:cNvSpPr>
            <a:spLocks noGrp="1"/>
          </p:cNvSpPr>
          <p:nvPr/>
        </p:nvSpPr>
        <p:spPr>
          <a:xfrm>
            <a:off x="218042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1" name="12_small_7527">
            <a:extLst>
              <a:ext uri="{FF2B5EF4-FFF2-40B4-BE49-F238E27FC236}">
                <a16:creationId xmlns:a16="http://schemas.microsoft.com/office/drawing/2014/main" id="{0DBCA013-2B10-4E4C-A2C9-014B2E954EEC}"/>
              </a:ext>
            </a:extLst>
          </p:cNvPr>
          <p:cNvSpPr>
            <a:spLocks noGrp="1"/>
          </p:cNvSpPr>
          <p:nvPr/>
        </p:nvSpPr>
        <p:spPr>
          <a:xfrm>
            <a:off x="215137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2" name="12_small_7528">
            <a:extLst>
              <a:ext uri="{FF2B5EF4-FFF2-40B4-BE49-F238E27FC236}">
                <a16:creationId xmlns:a16="http://schemas.microsoft.com/office/drawing/2014/main" id="{2A21E978-DB1B-4145-9178-1F20DA1E9EA5}"/>
              </a:ext>
            </a:extLst>
          </p:cNvPr>
          <p:cNvSpPr>
            <a:spLocks noGrp="1"/>
          </p:cNvSpPr>
          <p:nvPr/>
        </p:nvSpPr>
        <p:spPr>
          <a:xfrm>
            <a:off x="221579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3" name="12_small_7529">
            <a:extLst>
              <a:ext uri="{FF2B5EF4-FFF2-40B4-BE49-F238E27FC236}">
                <a16:creationId xmlns:a16="http://schemas.microsoft.com/office/drawing/2014/main" id="{0DAFB762-E9A4-4E69-B955-AA879C4CEF6F}"/>
              </a:ext>
            </a:extLst>
          </p:cNvPr>
          <p:cNvSpPr>
            <a:spLocks noGrp="1"/>
          </p:cNvSpPr>
          <p:nvPr/>
        </p:nvSpPr>
        <p:spPr>
          <a:xfrm>
            <a:off x="2206823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4" name="12_small_7530">
            <a:extLst>
              <a:ext uri="{FF2B5EF4-FFF2-40B4-BE49-F238E27FC236}">
                <a16:creationId xmlns:a16="http://schemas.microsoft.com/office/drawing/2014/main" id="{9F9901D9-6C5E-4416-9856-4D6F56A469D6}"/>
              </a:ext>
            </a:extLst>
          </p:cNvPr>
          <p:cNvSpPr>
            <a:spLocks noGrp="1"/>
          </p:cNvSpPr>
          <p:nvPr/>
        </p:nvSpPr>
        <p:spPr>
          <a:xfrm>
            <a:off x="214927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5" name="12_small_7531">
            <a:extLst>
              <a:ext uri="{FF2B5EF4-FFF2-40B4-BE49-F238E27FC236}">
                <a16:creationId xmlns:a16="http://schemas.microsoft.com/office/drawing/2014/main" id="{0B9C8CA7-65D6-426E-9C99-75F8F8E2CC06}"/>
              </a:ext>
            </a:extLst>
          </p:cNvPr>
          <p:cNvSpPr>
            <a:spLocks noGrp="1"/>
          </p:cNvSpPr>
          <p:nvPr/>
        </p:nvSpPr>
        <p:spPr>
          <a:xfrm>
            <a:off x="225599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6" name="12_small_7532">
            <a:extLst>
              <a:ext uri="{FF2B5EF4-FFF2-40B4-BE49-F238E27FC236}">
                <a16:creationId xmlns:a16="http://schemas.microsoft.com/office/drawing/2014/main" id="{E2F1F6C9-FCBA-45C3-AC71-AB4FF495369A}"/>
              </a:ext>
            </a:extLst>
          </p:cNvPr>
          <p:cNvSpPr>
            <a:spLocks noGrp="1"/>
          </p:cNvSpPr>
          <p:nvPr/>
        </p:nvSpPr>
        <p:spPr>
          <a:xfrm>
            <a:off x="220015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7" name="12_small_7533">
            <a:extLst>
              <a:ext uri="{FF2B5EF4-FFF2-40B4-BE49-F238E27FC236}">
                <a16:creationId xmlns:a16="http://schemas.microsoft.com/office/drawing/2014/main" id="{5ED42E90-FC54-4E4C-8721-122B2DAF5F36}"/>
              </a:ext>
            </a:extLst>
          </p:cNvPr>
          <p:cNvSpPr>
            <a:spLocks noGrp="1"/>
          </p:cNvSpPr>
          <p:nvPr/>
        </p:nvSpPr>
        <p:spPr>
          <a:xfrm>
            <a:off x="228177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8" name="12_small_7534">
            <a:extLst>
              <a:ext uri="{FF2B5EF4-FFF2-40B4-BE49-F238E27FC236}">
                <a16:creationId xmlns:a16="http://schemas.microsoft.com/office/drawing/2014/main" id="{003B9BDD-B99C-455F-B051-1B692BC35697}"/>
              </a:ext>
            </a:extLst>
          </p:cNvPr>
          <p:cNvSpPr>
            <a:spLocks noGrp="1"/>
          </p:cNvSpPr>
          <p:nvPr/>
        </p:nvSpPr>
        <p:spPr>
          <a:xfrm>
            <a:off x="219421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69" name="12_small_7535">
            <a:extLst>
              <a:ext uri="{FF2B5EF4-FFF2-40B4-BE49-F238E27FC236}">
                <a16:creationId xmlns:a16="http://schemas.microsoft.com/office/drawing/2014/main" id="{6F82D2DF-17E8-434F-82C6-97BAA5F8DC02}"/>
              </a:ext>
            </a:extLst>
          </p:cNvPr>
          <p:cNvSpPr>
            <a:spLocks noGrp="1"/>
          </p:cNvSpPr>
          <p:nvPr/>
        </p:nvSpPr>
        <p:spPr>
          <a:xfrm>
            <a:off x="225163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0" name="12_small_7536">
            <a:extLst>
              <a:ext uri="{FF2B5EF4-FFF2-40B4-BE49-F238E27FC236}">
                <a16:creationId xmlns:a16="http://schemas.microsoft.com/office/drawing/2014/main" id="{D7ED6768-44C8-44FB-96AD-151024B0028F}"/>
              </a:ext>
            </a:extLst>
          </p:cNvPr>
          <p:cNvSpPr>
            <a:spLocks noGrp="1"/>
          </p:cNvSpPr>
          <p:nvPr/>
        </p:nvSpPr>
        <p:spPr>
          <a:xfrm>
            <a:off x="219249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1" name="12_small_7537">
            <a:extLst>
              <a:ext uri="{FF2B5EF4-FFF2-40B4-BE49-F238E27FC236}">
                <a16:creationId xmlns:a16="http://schemas.microsoft.com/office/drawing/2014/main" id="{68F4530E-F137-44DB-89B3-61CA55CA864D}"/>
              </a:ext>
            </a:extLst>
          </p:cNvPr>
          <p:cNvSpPr>
            <a:spLocks noGrp="1"/>
          </p:cNvSpPr>
          <p:nvPr/>
        </p:nvSpPr>
        <p:spPr>
          <a:xfrm>
            <a:off x="2197683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2" name="12_small_7538">
            <a:extLst>
              <a:ext uri="{FF2B5EF4-FFF2-40B4-BE49-F238E27FC236}">
                <a16:creationId xmlns:a16="http://schemas.microsoft.com/office/drawing/2014/main" id="{35E38CCA-D352-4384-A77B-2C84355D3D3D}"/>
              </a:ext>
            </a:extLst>
          </p:cNvPr>
          <p:cNvSpPr>
            <a:spLocks noGrp="1"/>
          </p:cNvSpPr>
          <p:nvPr/>
        </p:nvSpPr>
        <p:spPr>
          <a:xfrm>
            <a:off x="225621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3" name="12_small_7539">
            <a:extLst>
              <a:ext uri="{FF2B5EF4-FFF2-40B4-BE49-F238E27FC236}">
                <a16:creationId xmlns:a16="http://schemas.microsoft.com/office/drawing/2014/main" id="{D017C01D-2D93-40C3-82C6-6721C999169D}"/>
              </a:ext>
            </a:extLst>
          </p:cNvPr>
          <p:cNvSpPr>
            <a:spLocks noGrp="1"/>
          </p:cNvSpPr>
          <p:nvPr/>
        </p:nvSpPr>
        <p:spPr>
          <a:xfrm>
            <a:off x="215653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4" name="12_small_7540">
            <a:extLst>
              <a:ext uri="{FF2B5EF4-FFF2-40B4-BE49-F238E27FC236}">
                <a16:creationId xmlns:a16="http://schemas.microsoft.com/office/drawing/2014/main" id="{2171638B-3644-4032-9A37-563DBA4333D2}"/>
              </a:ext>
            </a:extLst>
          </p:cNvPr>
          <p:cNvSpPr>
            <a:spLocks noGrp="1"/>
          </p:cNvSpPr>
          <p:nvPr/>
        </p:nvSpPr>
        <p:spPr>
          <a:xfrm>
            <a:off x="215307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5" name="12_small_7541">
            <a:extLst>
              <a:ext uri="{FF2B5EF4-FFF2-40B4-BE49-F238E27FC236}">
                <a16:creationId xmlns:a16="http://schemas.microsoft.com/office/drawing/2014/main" id="{985A4402-25E9-4A0D-816C-E602971E38BC}"/>
              </a:ext>
            </a:extLst>
          </p:cNvPr>
          <p:cNvSpPr>
            <a:spLocks noGrp="1"/>
          </p:cNvSpPr>
          <p:nvPr/>
        </p:nvSpPr>
        <p:spPr>
          <a:xfrm>
            <a:off x="22775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6" name="12_small_7542">
            <a:extLst>
              <a:ext uri="{FF2B5EF4-FFF2-40B4-BE49-F238E27FC236}">
                <a16:creationId xmlns:a16="http://schemas.microsoft.com/office/drawing/2014/main" id="{8DAD9FC3-FA67-4515-BDBE-F0ED966AD955}"/>
              </a:ext>
            </a:extLst>
          </p:cNvPr>
          <p:cNvSpPr>
            <a:spLocks noGrp="1"/>
          </p:cNvSpPr>
          <p:nvPr/>
        </p:nvSpPr>
        <p:spPr>
          <a:xfrm>
            <a:off x="215242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7" name="12_small_7543">
            <a:extLst>
              <a:ext uri="{FF2B5EF4-FFF2-40B4-BE49-F238E27FC236}">
                <a16:creationId xmlns:a16="http://schemas.microsoft.com/office/drawing/2014/main" id="{F440C1D7-DFBC-44FE-9007-EE0B6F265FE3}"/>
              </a:ext>
            </a:extLst>
          </p:cNvPr>
          <p:cNvSpPr>
            <a:spLocks noGrp="1"/>
          </p:cNvSpPr>
          <p:nvPr/>
        </p:nvSpPr>
        <p:spPr>
          <a:xfrm>
            <a:off x="219929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8" name="12_small_7544">
            <a:extLst>
              <a:ext uri="{FF2B5EF4-FFF2-40B4-BE49-F238E27FC236}">
                <a16:creationId xmlns:a16="http://schemas.microsoft.com/office/drawing/2014/main" id="{9A9D49C5-A97B-44F0-AE94-92E185E228D4}"/>
              </a:ext>
            </a:extLst>
          </p:cNvPr>
          <p:cNvSpPr>
            <a:spLocks noGrp="1"/>
          </p:cNvSpPr>
          <p:nvPr/>
        </p:nvSpPr>
        <p:spPr>
          <a:xfrm>
            <a:off x="221613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79" name="12_small_7545">
            <a:extLst>
              <a:ext uri="{FF2B5EF4-FFF2-40B4-BE49-F238E27FC236}">
                <a16:creationId xmlns:a16="http://schemas.microsoft.com/office/drawing/2014/main" id="{923D96AB-2301-4EA1-A7F1-D6208601167F}"/>
              </a:ext>
            </a:extLst>
          </p:cNvPr>
          <p:cNvSpPr>
            <a:spLocks noGrp="1"/>
          </p:cNvSpPr>
          <p:nvPr/>
        </p:nvSpPr>
        <p:spPr>
          <a:xfrm>
            <a:off x="216752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0" name="12_small_7546">
            <a:extLst>
              <a:ext uri="{FF2B5EF4-FFF2-40B4-BE49-F238E27FC236}">
                <a16:creationId xmlns:a16="http://schemas.microsoft.com/office/drawing/2014/main" id="{7397CAAF-65BF-47C7-A10C-F2F6097C0B17}"/>
              </a:ext>
            </a:extLst>
          </p:cNvPr>
          <p:cNvSpPr>
            <a:spLocks noGrp="1"/>
          </p:cNvSpPr>
          <p:nvPr/>
        </p:nvSpPr>
        <p:spPr>
          <a:xfrm>
            <a:off x="219902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1" name="12_small_7547">
            <a:extLst>
              <a:ext uri="{FF2B5EF4-FFF2-40B4-BE49-F238E27FC236}">
                <a16:creationId xmlns:a16="http://schemas.microsoft.com/office/drawing/2014/main" id="{2A632171-035C-4FAA-A24A-030AEB1515EC}"/>
              </a:ext>
            </a:extLst>
          </p:cNvPr>
          <p:cNvSpPr>
            <a:spLocks noGrp="1"/>
          </p:cNvSpPr>
          <p:nvPr/>
        </p:nvSpPr>
        <p:spPr>
          <a:xfrm>
            <a:off x="219147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2" name="12_small_7548">
            <a:extLst>
              <a:ext uri="{FF2B5EF4-FFF2-40B4-BE49-F238E27FC236}">
                <a16:creationId xmlns:a16="http://schemas.microsoft.com/office/drawing/2014/main" id="{27FC2B17-0EE4-47D9-B379-E2AB3D199AFE}"/>
              </a:ext>
            </a:extLst>
          </p:cNvPr>
          <p:cNvSpPr>
            <a:spLocks noGrp="1"/>
          </p:cNvSpPr>
          <p:nvPr/>
        </p:nvSpPr>
        <p:spPr>
          <a:xfrm>
            <a:off x="2282009" y="42014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3" name="12_small_7549">
            <a:extLst>
              <a:ext uri="{FF2B5EF4-FFF2-40B4-BE49-F238E27FC236}">
                <a16:creationId xmlns:a16="http://schemas.microsoft.com/office/drawing/2014/main" id="{33BEA18E-2CD0-4ED3-9589-A6FADB7A706F}"/>
              </a:ext>
            </a:extLst>
          </p:cNvPr>
          <p:cNvSpPr>
            <a:spLocks noGrp="1"/>
          </p:cNvSpPr>
          <p:nvPr/>
        </p:nvSpPr>
        <p:spPr>
          <a:xfrm>
            <a:off x="223271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4" name="12_small_7550">
            <a:extLst>
              <a:ext uri="{FF2B5EF4-FFF2-40B4-BE49-F238E27FC236}">
                <a16:creationId xmlns:a16="http://schemas.microsoft.com/office/drawing/2014/main" id="{0ABA28CB-DCC2-4776-BE22-DD486BE0303C}"/>
              </a:ext>
            </a:extLst>
          </p:cNvPr>
          <p:cNvSpPr>
            <a:spLocks noGrp="1"/>
          </p:cNvSpPr>
          <p:nvPr/>
        </p:nvSpPr>
        <p:spPr>
          <a:xfrm>
            <a:off x="222959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5" name="12_small_7551">
            <a:extLst>
              <a:ext uri="{FF2B5EF4-FFF2-40B4-BE49-F238E27FC236}">
                <a16:creationId xmlns:a16="http://schemas.microsoft.com/office/drawing/2014/main" id="{B9E78280-997F-4A52-8054-4E69EB84859F}"/>
              </a:ext>
            </a:extLst>
          </p:cNvPr>
          <p:cNvSpPr>
            <a:spLocks noGrp="1"/>
          </p:cNvSpPr>
          <p:nvPr/>
        </p:nvSpPr>
        <p:spPr>
          <a:xfrm>
            <a:off x="227012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6" name="12_small_7552">
            <a:extLst>
              <a:ext uri="{FF2B5EF4-FFF2-40B4-BE49-F238E27FC236}">
                <a16:creationId xmlns:a16="http://schemas.microsoft.com/office/drawing/2014/main" id="{A9D51754-0478-4079-90BB-88F271119C77}"/>
              </a:ext>
            </a:extLst>
          </p:cNvPr>
          <p:cNvSpPr>
            <a:spLocks noGrp="1"/>
          </p:cNvSpPr>
          <p:nvPr/>
        </p:nvSpPr>
        <p:spPr>
          <a:xfrm>
            <a:off x="220988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7" name="12_small_7553">
            <a:extLst>
              <a:ext uri="{FF2B5EF4-FFF2-40B4-BE49-F238E27FC236}">
                <a16:creationId xmlns:a16="http://schemas.microsoft.com/office/drawing/2014/main" id="{FDBC0A3F-FD6F-43F1-9D77-9DD79D2024E8}"/>
              </a:ext>
            </a:extLst>
          </p:cNvPr>
          <p:cNvSpPr>
            <a:spLocks noGrp="1"/>
          </p:cNvSpPr>
          <p:nvPr/>
        </p:nvSpPr>
        <p:spPr>
          <a:xfrm>
            <a:off x="228519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8" name="12_small_7554">
            <a:extLst>
              <a:ext uri="{FF2B5EF4-FFF2-40B4-BE49-F238E27FC236}">
                <a16:creationId xmlns:a16="http://schemas.microsoft.com/office/drawing/2014/main" id="{E74554EF-563B-4E6D-9A00-A948FC347219}"/>
              </a:ext>
            </a:extLst>
          </p:cNvPr>
          <p:cNvSpPr>
            <a:spLocks noGrp="1"/>
          </p:cNvSpPr>
          <p:nvPr/>
        </p:nvSpPr>
        <p:spPr>
          <a:xfrm>
            <a:off x="225254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89" name="12_small_7555">
            <a:extLst>
              <a:ext uri="{FF2B5EF4-FFF2-40B4-BE49-F238E27FC236}">
                <a16:creationId xmlns:a16="http://schemas.microsoft.com/office/drawing/2014/main" id="{ABC4843A-E67B-4AC9-A7EC-CA4A711253C7}"/>
              </a:ext>
            </a:extLst>
          </p:cNvPr>
          <p:cNvSpPr>
            <a:spLocks noGrp="1"/>
          </p:cNvSpPr>
          <p:nvPr/>
        </p:nvSpPr>
        <p:spPr>
          <a:xfrm>
            <a:off x="218444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0" name="12_small_7556">
            <a:extLst>
              <a:ext uri="{FF2B5EF4-FFF2-40B4-BE49-F238E27FC236}">
                <a16:creationId xmlns:a16="http://schemas.microsoft.com/office/drawing/2014/main" id="{B1DB1A6D-204F-411C-B45E-332A36699D60}"/>
              </a:ext>
            </a:extLst>
          </p:cNvPr>
          <p:cNvSpPr>
            <a:spLocks noGrp="1"/>
          </p:cNvSpPr>
          <p:nvPr/>
        </p:nvSpPr>
        <p:spPr>
          <a:xfrm>
            <a:off x="214710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1" name="12_small_7557">
            <a:extLst>
              <a:ext uri="{FF2B5EF4-FFF2-40B4-BE49-F238E27FC236}">
                <a16:creationId xmlns:a16="http://schemas.microsoft.com/office/drawing/2014/main" id="{A9C67261-E857-48EA-ABD6-72856EBD8389}"/>
              </a:ext>
            </a:extLst>
          </p:cNvPr>
          <p:cNvSpPr>
            <a:spLocks noGrp="1"/>
          </p:cNvSpPr>
          <p:nvPr/>
        </p:nvSpPr>
        <p:spPr>
          <a:xfrm>
            <a:off x="227258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2" name="12_small_7558">
            <a:extLst>
              <a:ext uri="{FF2B5EF4-FFF2-40B4-BE49-F238E27FC236}">
                <a16:creationId xmlns:a16="http://schemas.microsoft.com/office/drawing/2014/main" id="{7958A7F5-1111-4138-B5D2-CB803E2A31EC}"/>
              </a:ext>
            </a:extLst>
          </p:cNvPr>
          <p:cNvSpPr>
            <a:spLocks noGrp="1"/>
          </p:cNvSpPr>
          <p:nvPr/>
        </p:nvSpPr>
        <p:spPr>
          <a:xfrm>
            <a:off x="228840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3" name="12_small_7559">
            <a:extLst>
              <a:ext uri="{FF2B5EF4-FFF2-40B4-BE49-F238E27FC236}">
                <a16:creationId xmlns:a16="http://schemas.microsoft.com/office/drawing/2014/main" id="{6ED65F39-2BEB-4D76-9791-A06C80EA72D7}"/>
              </a:ext>
            </a:extLst>
          </p:cNvPr>
          <p:cNvSpPr>
            <a:spLocks noGrp="1"/>
          </p:cNvSpPr>
          <p:nvPr/>
        </p:nvSpPr>
        <p:spPr>
          <a:xfrm>
            <a:off x="222371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4" name="12_small_7560">
            <a:extLst>
              <a:ext uri="{FF2B5EF4-FFF2-40B4-BE49-F238E27FC236}">
                <a16:creationId xmlns:a16="http://schemas.microsoft.com/office/drawing/2014/main" id="{035CC8D6-4050-4D7E-B78F-1DD9478450F2}"/>
              </a:ext>
            </a:extLst>
          </p:cNvPr>
          <p:cNvSpPr>
            <a:spLocks noGrp="1"/>
          </p:cNvSpPr>
          <p:nvPr/>
        </p:nvSpPr>
        <p:spPr>
          <a:xfrm>
            <a:off x="226780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5" name="12_small_7561">
            <a:extLst>
              <a:ext uri="{FF2B5EF4-FFF2-40B4-BE49-F238E27FC236}">
                <a16:creationId xmlns:a16="http://schemas.microsoft.com/office/drawing/2014/main" id="{55762C5B-65B3-4621-B29C-A86CA9023DD4}"/>
              </a:ext>
            </a:extLst>
          </p:cNvPr>
          <p:cNvSpPr>
            <a:spLocks noGrp="1"/>
          </p:cNvSpPr>
          <p:nvPr/>
        </p:nvSpPr>
        <p:spPr>
          <a:xfrm>
            <a:off x="226245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6" name="12_small_7562">
            <a:extLst>
              <a:ext uri="{FF2B5EF4-FFF2-40B4-BE49-F238E27FC236}">
                <a16:creationId xmlns:a16="http://schemas.microsoft.com/office/drawing/2014/main" id="{D53BFFCF-A6CC-46D7-A152-299380E16BDF}"/>
              </a:ext>
            </a:extLst>
          </p:cNvPr>
          <p:cNvSpPr>
            <a:spLocks noGrp="1"/>
          </p:cNvSpPr>
          <p:nvPr/>
        </p:nvSpPr>
        <p:spPr>
          <a:xfrm>
            <a:off x="217024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7" name="12_small_7563">
            <a:extLst>
              <a:ext uri="{FF2B5EF4-FFF2-40B4-BE49-F238E27FC236}">
                <a16:creationId xmlns:a16="http://schemas.microsoft.com/office/drawing/2014/main" id="{8436CC7E-C71E-4E04-8A2C-792B0716F775}"/>
              </a:ext>
            </a:extLst>
          </p:cNvPr>
          <p:cNvSpPr>
            <a:spLocks noGrp="1"/>
          </p:cNvSpPr>
          <p:nvPr/>
        </p:nvSpPr>
        <p:spPr>
          <a:xfrm>
            <a:off x="223098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8" name="12_small_7564">
            <a:extLst>
              <a:ext uri="{FF2B5EF4-FFF2-40B4-BE49-F238E27FC236}">
                <a16:creationId xmlns:a16="http://schemas.microsoft.com/office/drawing/2014/main" id="{2BFBEA4C-920D-41AA-816A-0086AAE6632E}"/>
              </a:ext>
            </a:extLst>
          </p:cNvPr>
          <p:cNvSpPr>
            <a:spLocks noGrp="1"/>
          </p:cNvSpPr>
          <p:nvPr/>
        </p:nvSpPr>
        <p:spPr>
          <a:xfrm>
            <a:off x="223526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599" name="12_small_7565">
            <a:extLst>
              <a:ext uri="{FF2B5EF4-FFF2-40B4-BE49-F238E27FC236}">
                <a16:creationId xmlns:a16="http://schemas.microsoft.com/office/drawing/2014/main" id="{B2833935-AE6A-41FA-8D26-931657B1736A}"/>
              </a:ext>
            </a:extLst>
          </p:cNvPr>
          <p:cNvSpPr>
            <a:spLocks noGrp="1"/>
          </p:cNvSpPr>
          <p:nvPr/>
        </p:nvSpPr>
        <p:spPr>
          <a:xfrm>
            <a:off x="2271736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0" name="12_small_7566">
            <a:extLst>
              <a:ext uri="{FF2B5EF4-FFF2-40B4-BE49-F238E27FC236}">
                <a16:creationId xmlns:a16="http://schemas.microsoft.com/office/drawing/2014/main" id="{5DD5F93E-EA7C-420A-A760-C9B3750C0D85}"/>
              </a:ext>
            </a:extLst>
          </p:cNvPr>
          <p:cNvSpPr>
            <a:spLocks noGrp="1"/>
          </p:cNvSpPr>
          <p:nvPr/>
        </p:nvSpPr>
        <p:spPr>
          <a:xfrm>
            <a:off x="228367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1" name="12_small_7567">
            <a:extLst>
              <a:ext uri="{FF2B5EF4-FFF2-40B4-BE49-F238E27FC236}">
                <a16:creationId xmlns:a16="http://schemas.microsoft.com/office/drawing/2014/main" id="{A7B3EF66-ACC7-4DEC-AFC4-56582B80498E}"/>
              </a:ext>
            </a:extLst>
          </p:cNvPr>
          <p:cNvSpPr>
            <a:spLocks noGrp="1"/>
          </p:cNvSpPr>
          <p:nvPr/>
        </p:nvSpPr>
        <p:spPr>
          <a:xfrm>
            <a:off x="227667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2" name="12_small_7568">
            <a:extLst>
              <a:ext uri="{FF2B5EF4-FFF2-40B4-BE49-F238E27FC236}">
                <a16:creationId xmlns:a16="http://schemas.microsoft.com/office/drawing/2014/main" id="{B040778C-3DF9-45BE-914E-5EF5CF9D7868}"/>
              </a:ext>
            </a:extLst>
          </p:cNvPr>
          <p:cNvSpPr>
            <a:spLocks noGrp="1"/>
          </p:cNvSpPr>
          <p:nvPr/>
        </p:nvSpPr>
        <p:spPr>
          <a:xfrm>
            <a:off x="221843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3" name="12_small_7569">
            <a:extLst>
              <a:ext uri="{FF2B5EF4-FFF2-40B4-BE49-F238E27FC236}">
                <a16:creationId xmlns:a16="http://schemas.microsoft.com/office/drawing/2014/main" id="{FDB517C3-4F65-444E-8631-FEE2E34AB6D4}"/>
              </a:ext>
            </a:extLst>
          </p:cNvPr>
          <p:cNvSpPr>
            <a:spLocks noGrp="1"/>
          </p:cNvSpPr>
          <p:nvPr/>
        </p:nvSpPr>
        <p:spPr>
          <a:xfrm>
            <a:off x="226265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4" name="12_small_7570">
            <a:extLst>
              <a:ext uri="{FF2B5EF4-FFF2-40B4-BE49-F238E27FC236}">
                <a16:creationId xmlns:a16="http://schemas.microsoft.com/office/drawing/2014/main" id="{32721509-E206-44CA-8816-F82094D7E0E1}"/>
              </a:ext>
            </a:extLst>
          </p:cNvPr>
          <p:cNvSpPr>
            <a:spLocks noGrp="1"/>
          </p:cNvSpPr>
          <p:nvPr/>
        </p:nvSpPr>
        <p:spPr>
          <a:xfrm>
            <a:off x="2243259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5" name="12_small_7571">
            <a:extLst>
              <a:ext uri="{FF2B5EF4-FFF2-40B4-BE49-F238E27FC236}">
                <a16:creationId xmlns:a16="http://schemas.microsoft.com/office/drawing/2014/main" id="{165FEA6E-C963-439A-ABB6-BA3ECFDF46FA}"/>
              </a:ext>
            </a:extLst>
          </p:cNvPr>
          <p:cNvSpPr>
            <a:spLocks noGrp="1"/>
          </p:cNvSpPr>
          <p:nvPr/>
        </p:nvSpPr>
        <p:spPr>
          <a:xfrm>
            <a:off x="218310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6" name="12_small_7572">
            <a:extLst>
              <a:ext uri="{FF2B5EF4-FFF2-40B4-BE49-F238E27FC236}">
                <a16:creationId xmlns:a16="http://schemas.microsoft.com/office/drawing/2014/main" id="{99D85508-EC84-430C-BE6E-174934C84397}"/>
              </a:ext>
            </a:extLst>
          </p:cNvPr>
          <p:cNvSpPr>
            <a:spLocks noGrp="1"/>
          </p:cNvSpPr>
          <p:nvPr/>
        </p:nvSpPr>
        <p:spPr>
          <a:xfrm>
            <a:off x="21658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7" name="12_small_7573">
            <a:extLst>
              <a:ext uri="{FF2B5EF4-FFF2-40B4-BE49-F238E27FC236}">
                <a16:creationId xmlns:a16="http://schemas.microsoft.com/office/drawing/2014/main" id="{1493CFFF-3DB5-4E83-9073-90E455729D64}"/>
              </a:ext>
            </a:extLst>
          </p:cNvPr>
          <p:cNvSpPr>
            <a:spLocks noGrp="1"/>
          </p:cNvSpPr>
          <p:nvPr/>
        </p:nvSpPr>
        <p:spPr>
          <a:xfrm>
            <a:off x="222708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8" name="12_small_7574">
            <a:extLst>
              <a:ext uri="{FF2B5EF4-FFF2-40B4-BE49-F238E27FC236}">
                <a16:creationId xmlns:a16="http://schemas.microsoft.com/office/drawing/2014/main" id="{6A81EA26-71FB-420E-A221-CC9571E06F7B}"/>
              </a:ext>
            </a:extLst>
          </p:cNvPr>
          <p:cNvSpPr>
            <a:spLocks noGrp="1"/>
          </p:cNvSpPr>
          <p:nvPr/>
        </p:nvSpPr>
        <p:spPr>
          <a:xfrm>
            <a:off x="2246094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09" name="12_small_7575">
            <a:extLst>
              <a:ext uri="{FF2B5EF4-FFF2-40B4-BE49-F238E27FC236}">
                <a16:creationId xmlns:a16="http://schemas.microsoft.com/office/drawing/2014/main" id="{1766C244-C3E2-43CA-B76D-38E386F14DF0}"/>
              </a:ext>
            </a:extLst>
          </p:cNvPr>
          <p:cNvSpPr>
            <a:spLocks noGrp="1"/>
          </p:cNvSpPr>
          <p:nvPr/>
        </p:nvSpPr>
        <p:spPr>
          <a:xfrm>
            <a:off x="2260869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0" name="12_small_7576">
            <a:extLst>
              <a:ext uri="{FF2B5EF4-FFF2-40B4-BE49-F238E27FC236}">
                <a16:creationId xmlns:a16="http://schemas.microsoft.com/office/drawing/2014/main" id="{8508CF34-4481-47BF-BB89-9F51742B89F1}"/>
              </a:ext>
            </a:extLst>
          </p:cNvPr>
          <p:cNvSpPr>
            <a:spLocks noGrp="1"/>
          </p:cNvSpPr>
          <p:nvPr/>
        </p:nvSpPr>
        <p:spPr>
          <a:xfrm>
            <a:off x="22302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1" name="12_small_7577">
            <a:extLst>
              <a:ext uri="{FF2B5EF4-FFF2-40B4-BE49-F238E27FC236}">
                <a16:creationId xmlns:a16="http://schemas.microsoft.com/office/drawing/2014/main" id="{8ABCE863-4258-4139-AA7D-1A9750BC529D}"/>
              </a:ext>
            </a:extLst>
          </p:cNvPr>
          <p:cNvSpPr>
            <a:spLocks noGrp="1"/>
          </p:cNvSpPr>
          <p:nvPr/>
        </p:nvSpPr>
        <p:spPr>
          <a:xfrm>
            <a:off x="219051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2" name="12_small_7578">
            <a:extLst>
              <a:ext uri="{FF2B5EF4-FFF2-40B4-BE49-F238E27FC236}">
                <a16:creationId xmlns:a16="http://schemas.microsoft.com/office/drawing/2014/main" id="{9161213F-405A-40A9-8364-10A9CC5808F5}"/>
              </a:ext>
            </a:extLst>
          </p:cNvPr>
          <p:cNvSpPr>
            <a:spLocks noGrp="1"/>
          </p:cNvSpPr>
          <p:nvPr/>
        </p:nvSpPr>
        <p:spPr>
          <a:xfrm>
            <a:off x="22842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3" name="12_small_7579">
            <a:extLst>
              <a:ext uri="{FF2B5EF4-FFF2-40B4-BE49-F238E27FC236}">
                <a16:creationId xmlns:a16="http://schemas.microsoft.com/office/drawing/2014/main" id="{7DD1F1DD-344D-408E-A30C-0B95E3870E9F}"/>
              </a:ext>
            </a:extLst>
          </p:cNvPr>
          <p:cNvSpPr>
            <a:spLocks noGrp="1"/>
          </p:cNvSpPr>
          <p:nvPr/>
        </p:nvSpPr>
        <p:spPr>
          <a:xfrm>
            <a:off x="22636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4" name="12_small_7580">
            <a:extLst>
              <a:ext uri="{FF2B5EF4-FFF2-40B4-BE49-F238E27FC236}">
                <a16:creationId xmlns:a16="http://schemas.microsoft.com/office/drawing/2014/main" id="{5BA7B2E4-3B6E-40C2-B554-735DE28887D8}"/>
              </a:ext>
            </a:extLst>
          </p:cNvPr>
          <p:cNvSpPr>
            <a:spLocks noGrp="1"/>
          </p:cNvSpPr>
          <p:nvPr/>
        </p:nvSpPr>
        <p:spPr>
          <a:xfrm>
            <a:off x="229210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5" name="12_small_7581">
            <a:extLst>
              <a:ext uri="{FF2B5EF4-FFF2-40B4-BE49-F238E27FC236}">
                <a16:creationId xmlns:a16="http://schemas.microsoft.com/office/drawing/2014/main" id="{C3C02814-7D02-41C8-9302-BA2A5B3CA8B9}"/>
              </a:ext>
            </a:extLst>
          </p:cNvPr>
          <p:cNvSpPr>
            <a:spLocks noGrp="1"/>
          </p:cNvSpPr>
          <p:nvPr/>
        </p:nvSpPr>
        <p:spPr>
          <a:xfrm>
            <a:off x="229209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6" name="12_small_7582">
            <a:extLst>
              <a:ext uri="{FF2B5EF4-FFF2-40B4-BE49-F238E27FC236}">
                <a16:creationId xmlns:a16="http://schemas.microsoft.com/office/drawing/2014/main" id="{0E15C49B-AF53-4E49-8214-FBDE7FF49989}"/>
              </a:ext>
            </a:extLst>
          </p:cNvPr>
          <p:cNvSpPr>
            <a:spLocks noGrp="1"/>
          </p:cNvSpPr>
          <p:nvPr/>
        </p:nvSpPr>
        <p:spPr>
          <a:xfrm>
            <a:off x="221175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7" name="12_small_7583">
            <a:extLst>
              <a:ext uri="{FF2B5EF4-FFF2-40B4-BE49-F238E27FC236}">
                <a16:creationId xmlns:a16="http://schemas.microsoft.com/office/drawing/2014/main" id="{9972F44A-694E-418F-B276-B5326DF5F170}"/>
              </a:ext>
            </a:extLst>
          </p:cNvPr>
          <p:cNvSpPr>
            <a:spLocks noGrp="1"/>
          </p:cNvSpPr>
          <p:nvPr/>
        </p:nvSpPr>
        <p:spPr>
          <a:xfrm>
            <a:off x="222526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8" name="12_small_7584">
            <a:extLst>
              <a:ext uri="{FF2B5EF4-FFF2-40B4-BE49-F238E27FC236}">
                <a16:creationId xmlns:a16="http://schemas.microsoft.com/office/drawing/2014/main" id="{DEBA217D-BFCF-4825-AEB4-AE1CC4CDE134}"/>
              </a:ext>
            </a:extLst>
          </p:cNvPr>
          <p:cNvSpPr>
            <a:spLocks noGrp="1"/>
          </p:cNvSpPr>
          <p:nvPr/>
        </p:nvSpPr>
        <p:spPr>
          <a:xfrm>
            <a:off x="218297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19" name="12_small_7585">
            <a:extLst>
              <a:ext uri="{FF2B5EF4-FFF2-40B4-BE49-F238E27FC236}">
                <a16:creationId xmlns:a16="http://schemas.microsoft.com/office/drawing/2014/main" id="{F61DE670-B9FA-4CDC-A486-E0018A1FA49D}"/>
              </a:ext>
            </a:extLst>
          </p:cNvPr>
          <p:cNvSpPr>
            <a:spLocks noGrp="1"/>
          </p:cNvSpPr>
          <p:nvPr/>
        </p:nvSpPr>
        <p:spPr>
          <a:xfrm>
            <a:off x="296855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0" name="12_small_7586">
            <a:extLst>
              <a:ext uri="{FF2B5EF4-FFF2-40B4-BE49-F238E27FC236}">
                <a16:creationId xmlns:a16="http://schemas.microsoft.com/office/drawing/2014/main" id="{B42C4C9F-CC33-42D6-8B82-BC009D9D9847}"/>
              </a:ext>
            </a:extLst>
          </p:cNvPr>
          <p:cNvSpPr>
            <a:spLocks noGrp="1"/>
          </p:cNvSpPr>
          <p:nvPr/>
        </p:nvSpPr>
        <p:spPr>
          <a:xfrm>
            <a:off x="307283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1" name="12_small_7587">
            <a:extLst>
              <a:ext uri="{FF2B5EF4-FFF2-40B4-BE49-F238E27FC236}">
                <a16:creationId xmlns:a16="http://schemas.microsoft.com/office/drawing/2014/main" id="{FF5D228A-5B9B-4DCB-9EB1-79B4863208EF}"/>
              </a:ext>
            </a:extLst>
          </p:cNvPr>
          <p:cNvSpPr>
            <a:spLocks noGrp="1"/>
          </p:cNvSpPr>
          <p:nvPr/>
        </p:nvSpPr>
        <p:spPr>
          <a:xfrm>
            <a:off x="307127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2" name="12_small_7588">
            <a:extLst>
              <a:ext uri="{FF2B5EF4-FFF2-40B4-BE49-F238E27FC236}">
                <a16:creationId xmlns:a16="http://schemas.microsoft.com/office/drawing/2014/main" id="{C44CB236-1D87-4FF5-B14D-03BAA0026070}"/>
              </a:ext>
            </a:extLst>
          </p:cNvPr>
          <p:cNvSpPr>
            <a:spLocks noGrp="1"/>
          </p:cNvSpPr>
          <p:nvPr/>
        </p:nvSpPr>
        <p:spPr>
          <a:xfrm>
            <a:off x="299197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3" name="12_small_7589">
            <a:extLst>
              <a:ext uri="{FF2B5EF4-FFF2-40B4-BE49-F238E27FC236}">
                <a16:creationId xmlns:a16="http://schemas.microsoft.com/office/drawing/2014/main" id="{3042BBF5-50CF-403F-A21E-BD7F5F99E45C}"/>
              </a:ext>
            </a:extLst>
          </p:cNvPr>
          <p:cNvSpPr>
            <a:spLocks noGrp="1"/>
          </p:cNvSpPr>
          <p:nvPr/>
        </p:nvSpPr>
        <p:spPr>
          <a:xfrm>
            <a:off x="307415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4" name="12_small_7590">
            <a:extLst>
              <a:ext uri="{FF2B5EF4-FFF2-40B4-BE49-F238E27FC236}">
                <a16:creationId xmlns:a16="http://schemas.microsoft.com/office/drawing/2014/main" id="{166E6ADD-E5E1-4B1E-9461-2E624122CD21}"/>
              </a:ext>
            </a:extLst>
          </p:cNvPr>
          <p:cNvSpPr>
            <a:spLocks noGrp="1"/>
          </p:cNvSpPr>
          <p:nvPr/>
        </p:nvSpPr>
        <p:spPr>
          <a:xfrm>
            <a:off x="3043773" y="41210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5" name="12_small_7591">
            <a:extLst>
              <a:ext uri="{FF2B5EF4-FFF2-40B4-BE49-F238E27FC236}">
                <a16:creationId xmlns:a16="http://schemas.microsoft.com/office/drawing/2014/main" id="{EC2E47B2-A891-4564-9B79-D4125851EA65}"/>
              </a:ext>
            </a:extLst>
          </p:cNvPr>
          <p:cNvSpPr>
            <a:spLocks noGrp="1"/>
          </p:cNvSpPr>
          <p:nvPr/>
        </p:nvSpPr>
        <p:spPr>
          <a:xfrm>
            <a:off x="2951219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6" name="12_small_7592">
            <a:extLst>
              <a:ext uri="{FF2B5EF4-FFF2-40B4-BE49-F238E27FC236}">
                <a16:creationId xmlns:a16="http://schemas.microsoft.com/office/drawing/2014/main" id="{7F9EE640-5F92-4D88-8305-8BF19D659032}"/>
              </a:ext>
            </a:extLst>
          </p:cNvPr>
          <p:cNvSpPr>
            <a:spLocks noGrp="1"/>
          </p:cNvSpPr>
          <p:nvPr/>
        </p:nvSpPr>
        <p:spPr>
          <a:xfrm>
            <a:off x="2983485" y="469911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7" name="12_small_7593">
            <a:extLst>
              <a:ext uri="{FF2B5EF4-FFF2-40B4-BE49-F238E27FC236}">
                <a16:creationId xmlns:a16="http://schemas.microsoft.com/office/drawing/2014/main" id="{636F0BD0-7796-4572-90B0-F55F0E406C66}"/>
              </a:ext>
            </a:extLst>
          </p:cNvPr>
          <p:cNvSpPr>
            <a:spLocks noGrp="1"/>
          </p:cNvSpPr>
          <p:nvPr/>
        </p:nvSpPr>
        <p:spPr>
          <a:xfrm>
            <a:off x="300039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8" name="12_small_7594">
            <a:extLst>
              <a:ext uri="{FF2B5EF4-FFF2-40B4-BE49-F238E27FC236}">
                <a16:creationId xmlns:a16="http://schemas.microsoft.com/office/drawing/2014/main" id="{7CFE5438-68AF-4D14-A25C-6C5EB0A376D7}"/>
              </a:ext>
            </a:extLst>
          </p:cNvPr>
          <p:cNvSpPr>
            <a:spLocks noGrp="1"/>
          </p:cNvSpPr>
          <p:nvPr/>
        </p:nvSpPr>
        <p:spPr>
          <a:xfrm>
            <a:off x="298521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29" name="12_small_7595">
            <a:extLst>
              <a:ext uri="{FF2B5EF4-FFF2-40B4-BE49-F238E27FC236}">
                <a16:creationId xmlns:a16="http://schemas.microsoft.com/office/drawing/2014/main" id="{057E4721-FE2D-4708-B1E1-73C4912F46D8}"/>
              </a:ext>
            </a:extLst>
          </p:cNvPr>
          <p:cNvSpPr>
            <a:spLocks noGrp="1"/>
          </p:cNvSpPr>
          <p:nvPr/>
        </p:nvSpPr>
        <p:spPr>
          <a:xfrm>
            <a:off x="3039063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0" name="12_small_7596">
            <a:extLst>
              <a:ext uri="{FF2B5EF4-FFF2-40B4-BE49-F238E27FC236}">
                <a16:creationId xmlns:a16="http://schemas.microsoft.com/office/drawing/2014/main" id="{B2FB6613-E495-441B-9486-131918A28A0A}"/>
              </a:ext>
            </a:extLst>
          </p:cNvPr>
          <p:cNvSpPr>
            <a:spLocks noGrp="1"/>
          </p:cNvSpPr>
          <p:nvPr/>
        </p:nvSpPr>
        <p:spPr>
          <a:xfrm>
            <a:off x="294397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1" name="12_small_7597">
            <a:extLst>
              <a:ext uri="{FF2B5EF4-FFF2-40B4-BE49-F238E27FC236}">
                <a16:creationId xmlns:a16="http://schemas.microsoft.com/office/drawing/2014/main" id="{689051FC-F80E-4E15-905D-A2D8417D6D0F}"/>
              </a:ext>
            </a:extLst>
          </p:cNvPr>
          <p:cNvSpPr>
            <a:spLocks noGrp="1"/>
          </p:cNvSpPr>
          <p:nvPr/>
        </p:nvSpPr>
        <p:spPr>
          <a:xfrm>
            <a:off x="298437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2" name="12_small_7598">
            <a:extLst>
              <a:ext uri="{FF2B5EF4-FFF2-40B4-BE49-F238E27FC236}">
                <a16:creationId xmlns:a16="http://schemas.microsoft.com/office/drawing/2014/main" id="{9873A6D3-BF3D-4FA6-A99A-A8F9993354C7}"/>
              </a:ext>
            </a:extLst>
          </p:cNvPr>
          <p:cNvSpPr>
            <a:spLocks noGrp="1"/>
          </p:cNvSpPr>
          <p:nvPr/>
        </p:nvSpPr>
        <p:spPr>
          <a:xfrm>
            <a:off x="293857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3" name="12_small_7599">
            <a:extLst>
              <a:ext uri="{FF2B5EF4-FFF2-40B4-BE49-F238E27FC236}">
                <a16:creationId xmlns:a16="http://schemas.microsoft.com/office/drawing/2014/main" id="{B5882F32-9F48-4784-B830-FD1713274729}"/>
              </a:ext>
            </a:extLst>
          </p:cNvPr>
          <p:cNvSpPr>
            <a:spLocks noGrp="1"/>
          </p:cNvSpPr>
          <p:nvPr/>
        </p:nvSpPr>
        <p:spPr>
          <a:xfrm>
            <a:off x="30683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4" name="12_small_7600">
            <a:extLst>
              <a:ext uri="{FF2B5EF4-FFF2-40B4-BE49-F238E27FC236}">
                <a16:creationId xmlns:a16="http://schemas.microsoft.com/office/drawing/2014/main" id="{5C7F8744-9564-443D-8B69-AD06B205DB33}"/>
              </a:ext>
            </a:extLst>
          </p:cNvPr>
          <p:cNvSpPr>
            <a:spLocks noGrp="1"/>
          </p:cNvSpPr>
          <p:nvPr/>
        </p:nvSpPr>
        <p:spPr>
          <a:xfrm>
            <a:off x="2961172" y="47093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5" name="12_small_7601">
            <a:extLst>
              <a:ext uri="{FF2B5EF4-FFF2-40B4-BE49-F238E27FC236}">
                <a16:creationId xmlns:a16="http://schemas.microsoft.com/office/drawing/2014/main" id="{97B7BA5E-2C3B-441E-BB14-E71ED725B2B7}"/>
              </a:ext>
            </a:extLst>
          </p:cNvPr>
          <p:cNvSpPr>
            <a:spLocks noGrp="1"/>
          </p:cNvSpPr>
          <p:nvPr/>
        </p:nvSpPr>
        <p:spPr>
          <a:xfrm>
            <a:off x="2955838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6" name="12_small_7602">
            <a:extLst>
              <a:ext uri="{FF2B5EF4-FFF2-40B4-BE49-F238E27FC236}">
                <a16:creationId xmlns:a16="http://schemas.microsoft.com/office/drawing/2014/main" id="{DD5E797C-22A9-475D-AA86-3157B8C99523}"/>
              </a:ext>
            </a:extLst>
          </p:cNvPr>
          <p:cNvSpPr>
            <a:spLocks noGrp="1"/>
          </p:cNvSpPr>
          <p:nvPr/>
        </p:nvSpPr>
        <p:spPr>
          <a:xfrm>
            <a:off x="3004602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7" name="12_small_7603">
            <a:extLst>
              <a:ext uri="{FF2B5EF4-FFF2-40B4-BE49-F238E27FC236}">
                <a16:creationId xmlns:a16="http://schemas.microsoft.com/office/drawing/2014/main" id="{5C7501A2-7589-4808-9938-A481E90E1F98}"/>
              </a:ext>
            </a:extLst>
          </p:cNvPr>
          <p:cNvSpPr>
            <a:spLocks noGrp="1"/>
          </p:cNvSpPr>
          <p:nvPr/>
        </p:nvSpPr>
        <p:spPr>
          <a:xfrm>
            <a:off x="296167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8" name="12_small_7604">
            <a:extLst>
              <a:ext uri="{FF2B5EF4-FFF2-40B4-BE49-F238E27FC236}">
                <a16:creationId xmlns:a16="http://schemas.microsoft.com/office/drawing/2014/main" id="{8AC52D0D-91EE-4DA7-BA61-DE1FA01706F3}"/>
              </a:ext>
            </a:extLst>
          </p:cNvPr>
          <p:cNvSpPr>
            <a:spLocks noGrp="1"/>
          </p:cNvSpPr>
          <p:nvPr/>
        </p:nvSpPr>
        <p:spPr>
          <a:xfrm>
            <a:off x="293262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39" name="12_small_7605">
            <a:extLst>
              <a:ext uri="{FF2B5EF4-FFF2-40B4-BE49-F238E27FC236}">
                <a16:creationId xmlns:a16="http://schemas.microsoft.com/office/drawing/2014/main" id="{AE2A1452-C03C-4193-AEFA-B7BF09103DE7}"/>
              </a:ext>
            </a:extLst>
          </p:cNvPr>
          <p:cNvSpPr>
            <a:spLocks noGrp="1"/>
          </p:cNvSpPr>
          <p:nvPr/>
        </p:nvSpPr>
        <p:spPr>
          <a:xfrm>
            <a:off x="299704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0" name="12_small_7606">
            <a:extLst>
              <a:ext uri="{FF2B5EF4-FFF2-40B4-BE49-F238E27FC236}">
                <a16:creationId xmlns:a16="http://schemas.microsoft.com/office/drawing/2014/main" id="{73A3D630-FD71-45F8-B220-5C3A176D82AF}"/>
              </a:ext>
            </a:extLst>
          </p:cNvPr>
          <p:cNvSpPr>
            <a:spLocks noGrp="1"/>
          </p:cNvSpPr>
          <p:nvPr/>
        </p:nvSpPr>
        <p:spPr>
          <a:xfrm>
            <a:off x="2988073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1" name="12_small_7607">
            <a:extLst>
              <a:ext uri="{FF2B5EF4-FFF2-40B4-BE49-F238E27FC236}">
                <a16:creationId xmlns:a16="http://schemas.microsoft.com/office/drawing/2014/main" id="{6F248543-71B1-4495-842F-5BC28EFB7185}"/>
              </a:ext>
            </a:extLst>
          </p:cNvPr>
          <p:cNvSpPr>
            <a:spLocks noGrp="1"/>
          </p:cNvSpPr>
          <p:nvPr/>
        </p:nvSpPr>
        <p:spPr>
          <a:xfrm>
            <a:off x="293052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2" name="12_small_7608">
            <a:extLst>
              <a:ext uri="{FF2B5EF4-FFF2-40B4-BE49-F238E27FC236}">
                <a16:creationId xmlns:a16="http://schemas.microsoft.com/office/drawing/2014/main" id="{D116AA44-AE62-4EAC-92A3-E2532D016B98}"/>
              </a:ext>
            </a:extLst>
          </p:cNvPr>
          <p:cNvSpPr>
            <a:spLocks noGrp="1"/>
          </p:cNvSpPr>
          <p:nvPr/>
        </p:nvSpPr>
        <p:spPr>
          <a:xfrm>
            <a:off x="303724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3" name="12_small_7609">
            <a:extLst>
              <a:ext uri="{FF2B5EF4-FFF2-40B4-BE49-F238E27FC236}">
                <a16:creationId xmlns:a16="http://schemas.microsoft.com/office/drawing/2014/main" id="{7682DF69-4F48-4223-9CEB-EC6053EDC5FC}"/>
              </a:ext>
            </a:extLst>
          </p:cNvPr>
          <p:cNvSpPr>
            <a:spLocks noGrp="1"/>
          </p:cNvSpPr>
          <p:nvPr/>
        </p:nvSpPr>
        <p:spPr>
          <a:xfrm>
            <a:off x="298140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4" name="12_small_7610">
            <a:extLst>
              <a:ext uri="{FF2B5EF4-FFF2-40B4-BE49-F238E27FC236}">
                <a16:creationId xmlns:a16="http://schemas.microsoft.com/office/drawing/2014/main" id="{ADF738F3-B604-467D-A067-E784A6BD14ED}"/>
              </a:ext>
            </a:extLst>
          </p:cNvPr>
          <p:cNvSpPr>
            <a:spLocks noGrp="1"/>
          </p:cNvSpPr>
          <p:nvPr/>
        </p:nvSpPr>
        <p:spPr>
          <a:xfrm>
            <a:off x="306302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5" name="12_small_7611">
            <a:extLst>
              <a:ext uri="{FF2B5EF4-FFF2-40B4-BE49-F238E27FC236}">
                <a16:creationId xmlns:a16="http://schemas.microsoft.com/office/drawing/2014/main" id="{F3DD172A-A404-4ACD-BB45-E015E4B40BA8}"/>
              </a:ext>
            </a:extLst>
          </p:cNvPr>
          <p:cNvSpPr>
            <a:spLocks noGrp="1"/>
          </p:cNvSpPr>
          <p:nvPr/>
        </p:nvSpPr>
        <p:spPr>
          <a:xfrm>
            <a:off x="297546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6" name="12_small_7612">
            <a:extLst>
              <a:ext uri="{FF2B5EF4-FFF2-40B4-BE49-F238E27FC236}">
                <a16:creationId xmlns:a16="http://schemas.microsoft.com/office/drawing/2014/main" id="{E9AC64B8-B647-4BB8-A9B3-9A7CEBE33759}"/>
              </a:ext>
            </a:extLst>
          </p:cNvPr>
          <p:cNvSpPr>
            <a:spLocks noGrp="1"/>
          </p:cNvSpPr>
          <p:nvPr/>
        </p:nvSpPr>
        <p:spPr>
          <a:xfrm>
            <a:off x="303288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7" name="12_small_7613">
            <a:extLst>
              <a:ext uri="{FF2B5EF4-FFF2-40B4-BE49-F238E27FC236}">
                <a16:creationId xmlns:a16="http://schemas.microsoft.com/office/drawing/2014/main" id="{60B9FEF5-6F79-4396-8F7D-CD9B22D2CA86}"/>
              </a:ext>
            </a:extLst>
          </p:cNvPr>
          <p:cNvSpPr>
            <a:spLocks noGrp="1"/>
          </p:cNvSpPr>
          <p:nvPr/>
        </p:nvSpPr>
        <p:spPr>
          <a:xfrm>
            <a:off x="297374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8" name="12_small_7614">
            <a:extLst>
              <a:ext uri="{FF2B5EF4-FFF2-40B4-BE49-F238E27FC236}">
                <a16:creationId xmlns:a16="http://schemas.microsoft.com/office/drawing/2014/main" id="{17F8EF0C-E8FA-44E2-B6F8-83E7CEDD4E29}"/>
              </a:ext>
            </a:extLst>
          </p:cNvPr>
          <p:cNvSpPr>
            <a:spLocks noGrp="1"/>
          </p:cNvSpPr>
          <p:nvPr/>
        </p:nvSpPr>
        <p:spPr>
          <a:xfrm>
            <a:off x="2978933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49" name="12_small_7615">
            <a:extLst>
              <a:ext uri="{FF2B5EF4-FFF2-40B4-BE49-F238E27FC236}">
                <a16:creationId xmlns:a16="http://schemas.microsoft.com/office/drawing/2014/main" id="{ED298672-966F-47BC-8887-083E1F901063}"/>
              </a:ext>
            </a:extLst>
          </p:cNvPr>
          <p:cNvSpPr>
            <a:spLocks noGrp="1"/>
          </p:cNvSpPr>
          <p:nvPr/>
        </p:nvSpPr>
        <p:spPr>
          <a:xfrm>
            <a:off x="303746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0" name="12_small_7616">
            <a:extLst>
              <a:ext uri="{FF2B5EF4-FFF2-40B4-BE49-F238E27FC236}">
                <a16:creationId xmlns:a16="http://schemas.microsoft.com/office/drawing/2014/main" id="{3E8CCC9B-9D75-4C32-9308-E30CF075EA4F}"/>
              </a:ext>
            </a:extLst>
          </p:cNvPr>
          <p:cNvSpPr>
            <a:spLocks noGrp="1"/>
          </p:cNvSpPr>
          <p:nvPr/>
        </p:nvSpPr>
        <p:spPr>
          <a:xfrm>
            <a:off x="293778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1" name="12_small_7617">
            <a:extLst>
              <a:ext uri="{FF2B5EF4-FFF2-40B4-BE49-F238E27FC236}">
                <a16:creationId xmlns:a16="http://schemas.microsoft.com/office/drawing/2014/main" id="{C2CAE913-D7FC-434C-A699-CA360CAF0E92}"/>
              </a:ext>
            </a:extLst>
          </p:cNvPr>
          <p:cNvSpPr>
            <a:spLocks noGrp="1"/>
          </p:cNvSpPr>
          <p:nvPr/>
        </p:nvSpPr>
        <p:spPr>
          <a:xfrm>
            <a:off x="293432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2" name="12_small_7618">
            <a:extLst>
              <a:ext uri="{FF2B5EF4-FFF2-40B4-BE49-F238E27FC236}">
                <a16:creationId xmlns:a16="http://schemas.microsoft.com/office/drawing/2014/main" id="{A97E8BF3-B038-4A33-844C-212FF0FA0078}"/>
              </a:ext>
            </a:extLst>
          </p:cNvPr>
          <p:cNvSpPr>
            <a:spLocks noGrp="1"/>
          </p:cNvSpPr>
          <p:nvPr/>
        </p:nvSpPr>
        <p:spPr>
          <a:xfrm>
            <a:off x="30588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3" name="12_small_7619">
            <a:extLst>
              <a:ext uri="{FF2B5EF4-FFF2-40B4-BE49-F238E27FC236}">
                <a16:creationId xmlns:a16="http://schemas.microsoft.com/office/drawing/2014/main" id="{962BD944-1D8B-46E3-8687-46D19FB2ED41}"/>
              </a:ext>
            </a:extLst>
          </p:cNvPr>
          <p:cNvSpPr>
            <a:spLocks noGrp="1"/>
          </p:cNvSpPr>
          <p:nvPr/>
        </p:nvSpPr>
        <p:spPr>
          <a:xfrm>
            <a:off x="293367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4" name="12_small_7620">
            <a:extLst>
              <a:ext uri="{FF2B5EF4-FFF2-40B4-BE49-F238E27FC236}">
                <a16:creationId xmlns:a16="http://schemas.microsoft.com/office/drawing/2014/main" id="{4E59A139-8A3F-460B-BC31-BF1568D7DDEB}"/>
              </a:ext>
            </a:extLst>
          </p:cNvPr>
          <p:cNvSpPr>
            <a:spLocks noGrp="1"/>
          </p:cNvSpPr>
          <p:nvPr/>
        </p:nvSpPr>
        <p:spPr>
          <a:xfrm>
            <a:off x="298054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5" name="12_small_7621">
            <a:extLst>
              <a:ext uri="{FF2B5EF4-FFF2-40B4-BE49-F238E27FC236}">
                <a16:creationId xmlns:a16="http://schemas.microsoft.com/office/drawing/2014/main" id="{BB089EB8-5558-413A-A94C-D84D06CC6300}"/>
              </a:ext>
            </a:extLst>
          </p:cNvPr>
          <p:cNvSpPr>
            <a:spLocks noGrp="1"/>
          </p:cNvSpPr>
          <p:nvPr/>
        </p:nvSpPr>
        <p:spPr>
          <a:xfrm>
            <a:off x="299738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6" name="12_small_7622">
            <a:extLst>
              <a:ext uri="{FF2B5EF4-FFF2-40B4-BE49-F238E27FC236}">
                <a16:creationId xmlns:a16="http://schemas.microsoft.com/office/drawing/2014/main" id="{5BC22862-0825-4F56-93C4-BA6FA9222B51}"/>
              </a:ext>
            </a:extLst>
          </p:cNvPr>
          <p:cNvSpPr>
            <a:spLocks noGrp="1"/>
          </p:cNvSpPr>
          <p:nvPr/>
        </p:nvSpPr>
        <p:spPr>
          <a:xfrm>
            <a:off x="294877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7" name="12_small_7623">
            <a:extLst>
              <a:ext uri="{FF2B5EF4-FFF2-40B4-BE49-F238E27FC236}">
                <a16:creationId xmlns:a16="http://schemas.microsoft.com/office/drawing/2014/main" id="{EBDDB7B9-E619-40BE-A20A-D5325B482CA0}"/>
              </a:ext>
            </a:extLst>
          </p:cNvPr>
          <p:cNvSpPr>
            <a:spLocks noGrp="1"/>
          </p:cNvSpPr>
          <p:nvPr/>
        </p:nvSpPr>
        <p:spPr>
          <a:xfrm>
            <a:off x="298027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8" name="12_small_7624">
            <a:extLst>
              <a:ext uri="{FF2B5EF4-FFF2-40B4-BE49-F238E27FC236}">
                <a16:creationId xmlns:a16="http://schemas.microsoft.com/office/drawing/2014/main" id="{BFC38C4A-EBF5-407B-8DD4-B2D968EF9B39}"/>
              </a:ext>
            </a:extLst>
          </p:cNvPr>
          <p:cNvSpPr>
            <a:spLocks noGrp="1"/>
          </p:cNvSpPr>
          <p:nvPr/>
        </p:nvSpPr>
        <p:spPr>
          <a:xfrm>
            <a:off x="297272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59" name="12_small_7625">
            <a:extLst>
              <a:ext uri="{FF2B5EF4-FFF2-40B4-BE49-F238E27FC236}">
                <a16:creationId xmlns:a16="http://schemas.microsoft.com/office/drawing/2014/main" id="{F2FD5736-9756-4BBA-966A-AD79FB9CA35A}"/>
              </a:ext>
            </a:extLst>
          </p:cNvPr>
          <p:cNvSpPr>
            <a:spLocks noGrp="1"/>
          </p:cNvSpPr>
          <p:nvPr/>
        </p:nvSpPr>
        <p:spPr>
          <a:xfrm>
            <a:off x="3063259" y="42014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0" name="12_small_7626">
            <a:extLst>
              <a:ext uri="{FF2B5EF4-FFF2-40B4-BE49-F238E27FC236}">
                <a16:creationId xmlns:a16="http://schemas.microsoft.com/office/drawing/2014/main" id="{AD0DBE40-8B0D-4FCF-85BB-DB41475BC70F}"/>
              </a:ext>
            </a:extLst>
          </p:cNvPr>
          <p:cNvSpPr>
            <a:spLocks noGrp="1"/>
          </p:cNvSpPr>
          <p:nvPr/>
        </p:nvSpPr>
        <p:spPr>
          <a:xfrm>
            <a:off x="301396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1" name="12_small_7627">
            <a:extLst>
              <a:ext uri="{FF2B5EF4-FFF2-40B4-BE49-F238E27FC236}">
                <a16:creationId xmlns:a16="http://schemas.microsoft.com/office/drawing/2014/main" id="{0E082703-216B-45AA-806B-61BF8D3ECD39}"/>
              </a:ext>
            </a:extLst>
          </p:cNvPr>
          <p:cNvSpPr>
            <a:spLocks noGrp="1"/>
          </p:cNvSpPr>
          <p:nvPr/>
        </p:nvSpPr>
        <p:spPr>
          <a:xfrm>
            <a:off x="301084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2" name="12_small_7628">
            <a:extLst>
              <a:ext uri="{FF2B5EF4-FFF2-40B4-BE49-F238E27FC236}">
                <a16:creationId xmlns:a16="http://schemas.microsoft.com/office/drawing/2014/main" id="{1E0254EE-7B3E-4E6C-B18D-131D6AC1CF1C}"/>
              </a:ext>
            </a:extLst>
          </p:cNvPr>
          <p:cNvSpPr>
            <a:spLocks noGrp="1"/>
          </p:cNvSpPr>
          <p:nvPr/>
        </p:nvSpPr>
        <p:spPr>
          <a:xfrm>
            <a:off x="305137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3" name="12_small_7629">
            <a:extLst>
              <a:ext uri="{FF2B5EF4-FFF2-40B4-BE49-F238E27FC236}">
                <a16:creationId xmlns:a16="http://schemas.microsoft.com/office/drawing/2014/main" id="{9AB5035F-23DC-4558-B47C-BA7D74B12150}"/>
              </a:ext>
            </a:extLst>
          </p:cNvPr>
          <p:cNvSpPr>
            <a:spLocks noGrp="1"/>
          </p:cNvSpPr>
          <p:nvPr/>
        </p:nvSpPr>
        <p:spPr>
          <a:xfrm>
            <a:off x="299113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4" name="12_small_7630">
            <a:extLst>
              <a:ext uri="{FF2B5EF4-FFF2-40B4-BE49-F238E27FC236}">
                <a16:creationId xmlns:a16="http://schemas.microsoft.com/office/drawing/2014/main" id="{49DD29CF-4D71-4506-8EAA-D55183603D72}"/>
              </a:ext>
            </a:extLst>
          </p:cNvPr>
          <p:cNvSpPr>
            <a:spLocks noGrp="1"/>
          </p:cNvSpPr>
          <p:nvPr/>
        </p:nvSpPr>
        <p:spPr>
          <a:xfrm>
            <a:off x="306644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5" name="12_small_7631">
            <a:extLst>
              <a:ext uri="{FF2B5EF4-FFF2-40B4-BE49-F238E27FC236}">
                <a16:creationId xmlns:a16="http://schemas.microsoft.com/office/drawing/2014/main" id="{8181CF06-0D59-498D-93E3-255AB572A638}"/>
              </a:ext>
            </a:extLst>
          </p:cNvPr>
          <p:cNvSpPr>
            <a:spLocks noGrp="1"/>
          </p:cNvSpPr>
          <p:nvPr/>
        </p:nvSpPr>
        <p:spPr>
          <a:xfrm>
            <a:off x="303379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6" name="12_small_7632">
            <a:extLst>
              <a:ext uri="{FF2B5EF4-FFF2-40B4-BE49-F238E27FC236}">
                <a16:creationId xmlns:a16="http://schemas.microsoft.com/office/drawing/2014/main" id="{560FFE38-D0D9-478B-A6F1-CE1698477ABD}"/>
              </a:ext>
            </a:extLst>
          </p:cNvPr>
          <p:cNvSpPr>
            <a:spLocks noGrp="1"/>
          </p:cNvSpPr>
          <p:nvPr/>
        </p:nvSpPr>
        <p:spPr>
          <a:xfrm>
            <a:off x="296569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7" name="12_small_7633">
            <a:extLst>
              <a:ext uri="{FF2B5EF4-FFF2-40B4-BE49-F238E27FC236}">
                <a16:creationId xmlns:a16="http://schemas.microsoft.com/office/drawing/2014/main" id="{03CDAD84-ED63-4A05-9A74-4CBAF54B88AC}"/>
              </a:ext>
            </a:extLst>
          </p:cNvPr>
          <p:cNvSpPr>
            <a:spLocks noGrp="1"/>
          </p:cNvSpPr>
          <p:nvPr/>
        </p:nvSpPr>
        <p:spPr>
          <a:xfrm>
            <a:off x="292835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8" name="12_small_7634">
            <a:extLst>
              <a:ext uri="{FF2B5EF4-FFF2-40B4-BE49-F238E27FC236}">
                <a16:creationId xmlns:a16="http://schemas.microsoft.com/office/drawing/2014/main" id="{BED0047A-9D14-488A-81C9-5EC320AD34F1}"/>
              </a:ext>
            </a:extLst>
          </p:cNvPr>
          <p:cNvSpPr>
            <a:spLocks noGrp="1"/>
          </p:cNvSpPr>
          <p:nvPr/>
        </p:nvSpPr>
        <p:spPr>
          <a:xfrm>
            <a:off x="305383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69" name="12_small_7635">
            <a:extLst>
              <a:ext uri="{FF2B5EF4-FFF2-40B4-BE49-F238E27FC236}">
                <a16:creationId xmlns:a16="http://schemas.microsoft.com/office/drawing/2014/main" id="{B0F12544-DCEE-4C3D-A1B9-7E573D7564B3}"/>
              </a:ext>
            </a:extLst>
          </p:cNvPr>
          <p:cNvSpPr>
            <a:spLocks noGrp="1"/>
          </p:cNvSpPr>
          <p:nvPr/>
        </p:nvSpPr>
        <p:spPr>
          <a:xfrm>
            <a:off x="306965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0" name="12_small_7636">
            <a:extLst>
              <a:ext uri="{FF2B5EF4-FFF2-40B4-BE49-F238E27FC236}">
                <a16:creationId xmlns:a16="http://schemas.microsoft.com/office/drawing/2014/main" id="{0F51B809-A780-4BF7-841E-53A788607DDF}"/>
              </a:ext>
            </a:extLst>
          </p:cNvPr>
          <p:cNvSpPr>
            <a:spLocks noGrp="1"/>
          </p:cNvSpPr>
          <p:nvPr/>
        </p:nvSpPr>
        <p:spPr>
          <a:xfrm>
            <a:off x="300496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1" name="12_small_7637">
            <a:extLst>
              <a:ext uri="{FF2B5EF4-FFF2-40B4-BE49-F238E27FC236}">
                <a16:creationId xmlns:a16="http://schemas.microsoft.com/office/drawing/2014/main" id="{9BCF0BEC-B88B-4D30-A7CE-0B2B67A92FB5}"/>
              </a:ext>
            </a:extLst>
          </p:cNvPr>
          <p:cNvSpPr>
            <a:spLocks noGrp="1"/>
          </p:cNvSpPr>
          <p:nvPr/>
        </p:nvSpPr>
        <p:spPr>
          <a:xfrm>
            <a:off x="304905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2" name="12_small_7638">
            <a:extLst>
              <a:ext uri="{FF2B5EF4-FFF2-40B4-BE49-F238E27FC236}">
                <a16:creationId xmlns:a16="http://schemas.microsoft.com/office/drawing/2014/main" id="{E3F47C14-80FA-466F-A448-20E163288527}"/>
              </a:ext>
            </a:extLst>
          </p:cNvPr>
          <p:cNvSpPr>
            <a:spLocks noGrp="1"/>
          </p:cNvSpPr>
          <p:nvPr/>
        </p:nvSpPr>
        <p:spPr>
          <a:xfrm>
            <a:off x="304370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3" name="12_small_7639">
            <a:extLst>
              <a:ext uri="{FF2B5EF4-FFF2-40B4-BE49-F238E27FC236}">
                <a16:creationId xmlns:a16="http://schemas.microsoft.com/office/drawing/2014/main" id="{0FA93BB8-B939-4A70-B1D1-55FD97BCE4E0}"/>
              </a:ext>
            </a:extLst>
          </p:cNvPr>
          <p:cNvSpPr>
            <a:spLocks noGrp="1"/>
          </p:cNvSpPr>
          <p:nvPr/>
        </p:nvSpPr>
        <p:spPr>
          <a:xfrm>
            <a:off x="295149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4" name="12_small_7640">
            <a:extLst>
              <a:ext uri="{FF2B5EF4-FFF2-40B4-BE49-F238E27FC236}">
                <a16:creationId xmlns:a16="http://schemas.microsoft.com/office/drawing/2014/main" id="{17D1208A-F72D-408F-B1EF-18AC56E796DF}"/>
              </a:ext>
            </a:extLst>
          </p:cNvPr>
          <p:cNvSpPr>
            <a:spLocks noGrp="1"/>
          </p:cNvSpPr>
          <p:nvPr/>
        </p:nvSpPr>
        <p:spPr>
          <a:xfrm>
            <a:off x="301223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5" name="12_small_7641">
            <a:extLst>
              <a:ext uri="{FF2B5EF4-FFF2-40B4-BE49-F238E27FC236}">
                <a16:creationId xmlns:a16="http://schemas.microsoft.com/office/drawing/2014/main" id="{71C59311-C6E7-4E0A-844D-75E71D156BB6}"/>
              </a:ext>
            </a:extLst>
          </p:cNvPr>
          <p:cNvSpPr>
            <a:spLocks noGrp="1"/>
          </p:cNvSpPr>
          <p:nvPr/>
        </p:nvSpPr>
        <p:spPr>
          <a:xfrm>
            <a:off x="301651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6" name="12_small_7642">
            <a:extLst>
              <a:ext uri="{FF2B5EF4-FFF2-40B4-BE49-F238E27FC236}">
                <a16:creationId xmlns:a16="http://schemas.microsoft.com/office/drawing/2014/main" id="{65E1EE47-5A53-452E-B2F7-FB9580F6CD06}"/>
              </a:ext>
            </a:extLst>
          </p:cNvPr>
          <p:cNvSpPr>
            <a:spLocks noGrp="1"/>
          </p:cNvSpPr>
          <p:nvPr/>
        </p:nvSpPr>
        <p:spPr>
          <a:xfrm>
            <a:off x="3052986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7" name="12_small_7643">
            <a:extLst>
              <a:ext uri="{FF2B5EF4-FFF2-40B4-BE49-F238E27FC236}">
                <a16:creationId xmlns:a16="http://schemas.microsoft.com/office/drawing/2014/main" id="{6A373F40-975D-4089-AC4A-E170668940B2}"/>
              </a:ext>
            </a:extLst>
          </p:cNvPr>
          <p:cNvSpPr>
            <a:spLocks noGrp="1"/>
          </p:cNvSpPr>
          <p:nvPr/>
        </p:nvSpPr>
        <p:spPr>
          <a:xfrm>
            <a:off x="306492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8" name="12_small_7644">
            <a:extLst>
              <a:ext uri="{FF2B5EF4-FFF2-40B4-BE49-F238E27FC236}">
                <a16:creationId xmlns:a16="http://schemas.microsoft.com/office/drawing/2014/main" id="{332FB230-F22A-4917-BEB3-75644D316AF0}"/>
              </a:ext>
            </a:extLst>
          </p:cNvPr>
          <p:cNvSpPr>
            <a:spLocks noGrp="1"/>
          </p:cNvSpPr>
          <p:nvPr/>
        </p:nvSpPr>
        <p:spPr>
          <a:xfrm>
            <a:off x="305792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79" name="12_small_7645">
            <a:extLst>
              <a:ext uri="{FF2B5EF4-FFF2-40B4-BE49-F238E27FC236}">
                <a16:creationId xmlns:a16="http://schemas.microsoft.com/office/drawing/2014/main" id="{ABC900DE-0C1E-44B2-B156-F06C7A7AD490}"/>
              </a:ext>
            </a:extLst>
          </p:cNvPr>
          <p:cNvSpPr>
            <a:spLocks noGrp="1"/>
          </p:cNvSpPr>
          <p:nvPr/>
        </p:nvSpPr>
        <p:spPr>
          <a:xfrm>
            <a:off x="299968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0" name="12_small_7646">
            <a:extLst>
              <a:ext uri="{FF2B5EF4-FFF2-40B4-BE49-F238E27FC236}">
                <a16:creationId xmlns:a16="http://schemas.microsoft.com/office/drawing/2014/main" id="{8E1E5AA0-15EC-4C2E-9902-3C9E76E5B2E3}"/>
              </a:ext>
            </a:extLst>
          </p:cNvPr>
          <p:cNvSpPr>
            <a:spLocks noGrp="1"/>
          </p:cNvSpPr>
          <p:nvPr/>
        </p:nvSpPr>
        <p:spPr>
          <a:xfrm>
            <a:off x="304390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1" name="12_small_7647">
            <a:extLst>
              <a:ext uri="{FF2B5EF4-FFF2-40B4-BE49-F238E27FC236}">
                <a16:creationId xmlns:a16="http://schemas.microsoft.com/office/drawing/2014/main" id="{054F52B2-0FA5-40C5-A153-6759906D87CF}"/>
              </a:ext>
            </a:extLst>
          </p:cNvPr>
          <p:cNvSpPr>
            <a:spLocks noGrp="1"/>
          </p:cNvSpPr>
          <p:nvPr/>
        </p:nvSpPr>
        <p:spPr>
          <a:xfrm>
            <a:off x="3024509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2" name="12_small_7648">
            <a:extLst>
              <a:ext uri="{FF2B5EF4-FFF2-40B4-BE49-F238E27FC236}">
                <a16:creationId xmlns:a16="http://schemas.microsoft.com/office/drawing/2014/main" id="{025F8147-AB61-4472-8F2C-CC72FDDE2563}"/>
              </a:ext>
            </a:extLst>
          </p:cNvPr>
          <p:cNvSpPr>
            <a:spLocks noGrp="1"/>
          </p:cNvSpPr>
          <p:nvPr/>
        </p:nvSpPr>
        <p:spPr>
          <a:xfrm>
            <a:off x="296435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3" name="12_small_7649">
            <a:extLst>
              <a:ext uri="{FF2B5EF4-FFF2-40B4-BE49-F238E27FC236}">
                <a16:creationId xmlns:a16="http://schemas.microsoft.com/office/drawing/2014/main" id="{C7E6E05F-3121-4E83-8125-7FAE20F898F4}"/>
              </a:ext>
            </a:extLst>
          </p:cNvPr>
          <p:cNvSpPr>
            <a:spLocks noGrp="1"/>
          </p:cNvSpPr>
          <p:nvPr/>
        </p:nvSpPr>
        <p:spPr>
          <a:xfrm>
            <a:off x="29471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4" name="12_small_7650">
            <a:extLst>
              <a:ext uri="{FF2B5EF4-FFF2-40B4-BE49-F238E27FC236}">
                <a16:creationId xmlns:a16="http://schemas.microsoft.com/office/drawing/2014/main" id="{E2BDAAD2-2F59-495B-AB59-A469BBD8884A}"/>
              </a:ext>
            </a:extLst>
          </p:cNvPr>
          <p:cNvSpPr>
            <a:spLocks noGrp="1"/>
          </p:cNvSpPr>
          <p:nvPr/>
        </p:nvSpPr>
        <p:spPr>
          <a:xfrm>
            <a:off x="300833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5" name="12_small_7651">
            <a:extLst>
              <a:ext uri="{FF2B5EF4-FFF2-40B4-BE49-F238E27FC236}">
                <a16:creationId xmlns:a16="http://schemas.microsoft.com/office/drawing/2014/main" id="{20CEEA11-519C-4F0C-B093-48E572EB5BED}"/>
              </a:ext>
            </a:extLst>
          </p:cNvPr>
          <p:cNvSpPr>
            <a:spLocks noGrp="1"/>
          </p:cNvSpPr>
          <p:nvPr/>
        </p:nvSpPr>
        <p:spPr>
          <a:xfrm>
            <a:off x="3027344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6" name="12_small_7652">
            <a:extLst>
              <a:ext uri="{FF2B5EF4-FFF2-40B4-BE49-F238E27FC236}">
                <a16:creationId xmlns:a16="http://schemas.microsoft.com/office/drawing/2014/main" id="{6334A16C-212B-4AC1-9620-5079066CF7C3}"/>
              </a:ext>
            </a:extLst>
          </p:cNvPr>
          <p:cNvSpPr>
            <a:spLocks noGrp="1"/>
          </p:cNvSpPr>
          <p:nvPr/>
        </p:nvSpPr>
        <p:spPr>
          <a:xfrm>
            <a:off x="3042119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7" name="12_small_7653">
            <a:extLst>
              <a:ext uri="{FF2B5EF4-FFF2-40B4-BE49-F238E27FC236}">
                <a16:creationId xmlns:a16="http://schemas.microsoft.com/office/drawing/2014/main" id="{2EF9F6ED-5E6B-4881-A1E8-1C12BF9A6E9B}"/>
              </a:ext>
            </a:extLst>
          </p:cNvPr>
          <p:cNvSpPr>
            <a:spLocks noGrp="1"/>
          </p:cNvSpPr>
          <p:nvPr/>
        </p:nvSpPr>
        <p:spPr>
          <a:xfrm>
            <a:off x="30115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8" name="12_small_7654">
            <a:extLst>
              <a:ext uri="{FF2B5EF4-FFF2-40B4-BE49-F238E27FC236}">
                <a16:creationId xmlns:a16="http://schemas.microsoft.com/office/drawing/2014/main" id="{C16A937F-D618-4F34-B727-72776270674A}"/>
              </a:ext>
            </a:extLst>
          </p:cNvPr>
          <p:cNvSpPr>
            <a:spLocks noGrp="1"/>
          </p:cNvSpPr>
          <p:nvPr/>
        </p:nvSpPr>
        <p:spPr>
          <a:xfrm>
            <a:off x="297176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89" name="12_small_7655">
            <a:extLst>
              <a:ext uri="{FF2B5EF4-FFF2-40B4-BE49-F238E27FC236}">
                <a16:creationId xmlns:a16="http://schemas.microsoft.com/office/drawing/2014/main" id="{8A861B13-5787-4D47-B746-03B327EB896F}"/>
              </a:ext>
            </a:extLst>
          </p:cNvPr>
          <p:cNvSpPr>
            <a:spLocks noGrp="1"/>
          </p:cNvSpPr>
          <p:nvPr/>
        </p:nvSpPr>
        <p:spPr>
          <a:xfrm>
            <a:off x="30654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0" name="12_small_7656">
            <a:extLst>
              <a:ext uri="{FF2B5EF4-FFF2-40B4-BE49-F238E27FC236}">
                <a16:creationId xmlns:a16="http://schemas.microsoft.com/office/drawing/2014/main" id="{DC39BF33-FE01-4B3A-9A00-8AFF017C4E29}"/>
              </a:ext>
            </a:extLst>
          </p:cNvPr>
          <p:cNvSpPr>
            <a:spLocks noGrp="1"/>
          </p:cNvSpPr>
          <p:nvPr/>
        </p:nvSpPr>
        <p:spPr>
          <a:xfrm>
            <a:off x="30449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1" name="12_small_7657">
            <a:extLst>
              <a:ext uri="{FF2B5EF4-FFF2-40B4-BE49-F238E27FC236}">
                <a16:creationId xmlns:a16="http://schemas.microsoft.com/office/drawing/2014/main" id="{2FF74612-A59A-4C76-BE7C-1B4BD00FD2A0}"/>
              </a:ext>
            </a:extLst>
          </p:cNvPr>
          <p:cNvSpPr>
            <a:spLocks noGrp="1"/>
          </p:cNvSpPr>
          <p:nvPr/>
        </p:nvSpPr>
        <p:spPr>
          <a:xfrm>
            <a:off x="307335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2" name="12_small_7658">
            <a:extLst>
              <a:ext uri="{FF2B5EF4-FFF2-40B4-BE49-F238E27FC236}">
                <a16:creationId xmlns:a16="http://schemas.microsoft.com/office/drawing/2014/main" id="{D4A5DB8C-6DB1-4A16-BC44-7D40B63591E4}"/>
              </a:ext>
            </a:extLst>
          </p:cNvPr>
          <p:cNvSpPr>
            <a:spLocks noGrp="1"/>
          </p:cNvSpPr>
          <p:nvPr/>
        </p:nvSpPr>
        <p:spPr>
          <a:xfrm>
            <a:off x="307334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3" name="12_small_7659">
            <a:extLst>
              <a:ext uri="{FF2B5EF4-FFF2-40B4-BE49-F238E27FC236}">
                <a16:creationId xmlns:a16="http://schemas.microsoft.com/office/drawing/2014/main" id="{520E8E17-9F4C-4AB9-8A12-3C39746C67F9}"/>
              </a:ext>
            </a:extLst>
          </p:cNvPr>
          <p:cNvSpPr>
            <a:spLocks noGrp="1"/>
          </p:cNvSpPr>
          <p:nvPr/>
        </p:nvSpPr>
        <p:spPr>
          <a:xfrm>
            <a:off x="299300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4" name="12_small_7660">
            <a:extLst>
              <a:ext uri="{FF2B5EF4-FFF2-40B4-BE49-F238E27FC236}">
                <a16:creationId xmlns:a16="http://schemas.microsoft.com/office/drawing/2014/main" id="{BE48440F-AD1E-4914-90F5-73692D46E691}"/>
              </a:ext>
            </a:extLst>
          </p:cNvPr>
          <p:cNvSpPr>
            <a:spLocks noGrp="1"/>
          </p:cNvSpPr>
          <p:nvPr/>
        </p:nvSpPr>
        <p:spPr>
          <a:xfrm>
            <a:off x="300651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5" name="12_small_7661">
            <a:extLst>
              <a:ext uri="{FF2B5EF4-FFF2-40B4-BE49-F238E27FC236}">
                <a16:creationId xmlns:a16="http://schemas.microsoft.com/office/drawing/2014/main" id="{167564FF-F8E9-4F4C-B68B-EE9063098BB2}"/>
              </a:ext>
            </a:extLst>
          </p:cNvPr>
          <p:cNvSpPr>
            <a:spLocks noGrp="1"/>
          </p:cNvSpPr>
          <p:nvPr/>
        </p:nvSpPr>
        <p:spPr>
          <a:xfrm>
            <a:off x="296422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696" name="12_small_7662">
            <a:extLst>
              <a:ext uri="{FF2B5EF4-FFF2-40B4-BE49-F238E27FC236}">
                <a16:creationId xmlns:a16="http://schemas.microsoft.com/office/drawing/2014/main" id="{7321AEDB-A883-49DE-8DE9-C4F7E2C0CC28}"/>
              </a:ext>
            </a:extLst>
          </p:cNvPr>
          <p:cNvSpPr>
            <a:spLocks noGrp="1"/>
          </p:cNvSpPr>
          <p:nvPr/>
        </p:nvSpPr>
        <p:spPr>
          <a:xfrm>
            <a:off x="648000" y="4031316"/>
            <a:ext cx="191" cy="811027"/>
          </a:xfrm>
          <a:custGeom>
            <a:avLst/>
            <a:gdLst/>
            <a:ahLst/>
            <a:cxnLst/>
            <a:rect l="0" t="0" r="0" b="0"/>
            <a:pathLst>
              <a:path w="191" h="811027">
                <a:moveTo>
                  <a:pt x="0" y="811027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697" name="12_small_7663">
            <a:extLst>
              <a:ext uri="{FF2B5EF4-FFF2-40B4-BE49-F238E27FC236}">
                <a16:creationId xmlns:a16="http://schemas.microsoft.com/office/drawing/2014/main" id="{A49260DA-763E-4A08-8658-B727BB2D27CF}"/>
              </a:ext>
            </a:extLst>
          </p:cNvPr>
          <p:cNvSpPr>
            <a:spLocks noGrp="1"/>
          </p:cNvSpPr>
          <p:nvPr/>
        </p:nvSpPr>
        <p:spPr>
          <a:xfrm>
            <a:off x="648000" y="4842342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1698" name="text_7664">
            <a:extLst>
              <a:ext uri="{FF2B5EF4-FFF2-40B4-BE49-F238E27FC236}">
                <a16:creationId xmlns:a16="http://schemas.microsoft.com/office/drawing/2014/main" id="{D77D2429-426B-428B-B4CA-C2A797F85906}"/>
              </a:ext>
            </a:extLst>
          </p:cNvPr>
          <p:cNvSpPr>
            <a:spLocks noGrp="1"/>
          </p:cNvSpPr>
          <p:nvPr/>
        </p:nvSpPr>
        <p:spPr>
          <a:xfrm>
            <a:off x="293625" y="3916456"/>
            <a:ext cx="83312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e</a:t>
            </a:r>
          </a:p>
        </p:txBody>
      </p:sp>
      <p:sp>
        <p:nvSpPr>
          <p:cNvPr id="1699" name="text_7665">
            <a:extLst>
              <a:ext uri="{FF2B5EF4-FFF2-40B4-BE49-F238E27FC236}">
                <a16:creationId xmlns:a16="http://schemas.microsoft.com/office/drawing/2014/main" id="{9D6DBEB9-B032-4397-B76B-FF2AAD6C7578}"/>
              </a:ext>
            </a:extLst>
          </p:cNvPr>
          <p:cNvSpPr>
            <a:spLocks noGrp="1"/>
          </p:cNvSpPr>
          <p:nvPr/>
        </p:nvSpPr>
        <p:spPr>
          <a:xfrm>
            <a:off x="648000" y="3831735"/>
            <a:ext cx="1425442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Best-of-50 · RMSD &lt;2 Å · GT</a:t>
            </a:r>
          </a:p>
        </p:txBody>
      </p:sp>
      <p:sp>
        <p:nvSpPr>
          <p:cNvPr id="1700" name="12_small_7666">
            <a:extLst>
              <a:ext uri="{FF2B5EF4-FFF2-40B4-BE49-F238E27FC236}">
                <a16:creationId xmlns:a16="http://schemas.microsoft.com/office/drawing/2014/main" id="{91142644-0609-4AAF-9BAF-3693254895C3}"/>
              </a:ext>
            </a:extLst>
          </p:cNvPr>
          <p:cNvSpPr>
            <a:spLocks noGrp="1"/>
          </p:cNvSpPr>
          <p:nvPr/>
        </p:nvSpPr>
        <p:spPr>
          <a:xfrm>
            <a:off x="671437" y="4330430"/>
            <a:ext cx="2343750" cy="475048"/>
          </a:xfrm>
          <a:custGeom>
            <a:avLst/>
            <a:gdLst/>
            <a:ahLst/>
            <a:cxnLst/>
            <a:rect l="0" t="0" r="0" b="0"/>
            <a:pathLst>
              <a:path w="2343750" h="475048">
                <a:moveTo>
                  <a:pt x="0" y="475048"/>
                </a:moveTo>
                <a:lnTo>
                  <a:pt x="43403" y="474158"/>
                </a:lnTo>
                <a:lnTo>
                  <a:pt x="43403" y="473626"/>
                </a:lnTo>
                <a:lnTo>
                  <a:pt x="65104" y="472696"/>
                </a:lnTo>
                <a:lnTo>
                  <a:pt x="65104" y="471499"/>
                </a:lnTo>
                <a:lnTo>
                  <a:pt x="71023" y="471377"/>
                </a:lnTo>
                <a:lnTo>
                  <a:pt x="71023" y="469636"/>
                </a:lnTo>
                <a:lnTo>
                  <a:pt x="86806" y="468555"/>
                </a:lnTo>
                <a:lnTo>
                  <a:pt x="86806" y="468023"/>
                </a:lnTo>
                <a:lnTo>
                  <a:pt x="111607" y="467655"/>
                </a:lnTo>
                <a:lnTo>
                  <a:pt x="111607" y="465603"/>
                </a:lnTo>
                <a:lnTo>
                  <a:pt x="130208" y="465481"/>
                </a:lnTo>
                <a:lnTo>
                  <a:pt x="130208" y="456580"/>
                </a:lnTo>
                <a:lnTo>
                  <a:pt x="142045" y="456458"/>
                </a:lnTo>
                <a:lnTo>
                  <a:pt x="142045" y="454717"/>
                </a:lnTo>
                <a:lnTo>
                  <a:pt x="156250" y="454594"/>
                </a:lnTo>
                <a:lnTo>
                  <a:pt x="156250" y="449806"/>
                </a:lnTo>
                <a:lnTo>
                  <a:pt x="173611" y="448478"/>
                </a:lnTo>
                <a:lnTo>
                  <a:pt x="173611" y="447946"/>
                </a:lnTo>
                <a:lnTo>
                  <a:pt x="195312" y="447700"/>
                </a:lnTo>
                <a:lnTo>
                  <a:pt x="195312" y="430944"/>
                </a:lnTo>
                <a:lnTo>
                  <a:pt x="213068" y="430698"/>
                </a:lnTo>
                <a:lnTo>
                  <a:pt x="213068" y="428957"/>
                </a:lnTo>
                <a:lnTo>
                  <a:pt x="223214" y="428302"/>
                </a:lnTo>
                <a:lnTo>
                  <a:pt x="223214" y="426251"/>
                </a:lnTo>
                <a:lnTo>
                  <a:pt x="260417" y="424925"/>
                </a:lnTo>
                <a:lnTo>
                  <a:pt x="260417" y="409907"/>
                </a:lnTo>
                <a:lnTo>
                  <a:pt x="284091" y="408978"/>
                </a:lnTo>
                <a:lnTo>
                  <a:pt x="284091" y="407237"/>
                </a:lnTo>
                <a:lnTo>
                  <a:pt x="310497" y="405927"/>
                </a:lnTo>
                <a:lnTo>
                  <a:pt x="310497" y="405805"/>
                </a:lnTo>
                <a:lnTo>
                  <a:pt x="312500" y="405805"/>
                </a:lnTo>
                <a:lnTo>
                  <a:pt x="312500" y="399102"/>
                </a:lnTo>
                <a:lnTo>
                  <a:pt x="334821" y="398856"/>
                </a:lnTo>
                <a:lnTo>
                  <a:pt x="334821" y="396804"/>
                </a:lnTo>
                <a:lnTo>
                  <a:pt x="355114" y="396559"/>
                </a:lnTo>
                <a:lnTo>
                  <a:pt x="355114" y="394818"/>
                </a:lnTo>
                <a:lnTo>
                  <a:pt x="390625" y="394450"/>
                </a:lnTo>
                <a:lnTo>
                  <a:pt x="390625" y="334436"/>
                </a:lnTo>
                <a:lnTo>
                  <a:pt x="426136" y="334068"/>
                </a:lnTo>
                <a:lnTo>
                  <a:pt x="426136" y="332327"/>
                </a:lnTo>
                <a:lnTo>
                  <a:pt x="446429" y="332081"/>
                </a:lnTo>
                <a:lnTo>
                  <a:pt x="446429" y="330029"/>
                </a:lnTo>
                <a:lnTo>
                  <a:pt x="468750" y="328986"/>
                </a:lnTo>
                <a:lnTo>
                  <a:pt x="468750" y="322283"/>
                </a:lnTo>
                <a:lnTo>
                  <a:pt x="497159" y="321915"/>
                </a:lnTo>
                <a:lnTo>
                  <a:pt x="497159" y="320174"/>
                </a:lnTo>
                <a:lnTo>
                  <a:pt x="520833" y="319244"/>
                </a:lnTo>
                <a:lnTo>
                  <a:pt x="520833" y="307152"/>
                </a:lnTo>
                <a:lnTo>
                  <a:pt x="558036" y="305827"/>
                </a:lnTo>
                <a:lnTo>
                  <a:pt x="558036" y="303775"/>
                </a:lnTo>
                <a:lnTo>
                  <a:pt x="568182" y="303652"/>
                </a:lnTo>
                <a:lnTo>
                  <a:pt x="568182" y="301911"/>
                </a:lnTo>
                <a:lnTo>
                  <a:pt x="585938" y="301666"/>
                </a:lnTo>
                <a:lnTo>
                  <a:pt x="585938" y="289696"/>
                </a:lnTo>
                <a:lnTo>
                  <a:pt x="613839" y="288796"/>
                </a:lnTo>
                <a:lnTo>
                  <a:pt x="613839" y="288112"/>
                </a:lnTo>
                <a:lnTo>
                  <a:pt x="625000" y="287990"/>
                </a:lnTo>
                <a:lnTo>
                  <a:pt x="625000" y="281287"/>
                </a:lnTo>
                <a:lnTo>
                  <a:pt x="639205" y="281164"/>
                </a:lnTo>
                <a:lnTo>
                  <a:pt x="639205" y="279423"/>
                </a:lnTo>
                <a:lnTo>
                  <a:pt x="651042" y="279300"/>
                </a:lnTo>
                <a:lnTo>
                  <a:pt x="651042" y="271198"/>
                </a:lnTo>
                <a:lnTo>
                  <a:pt x="669643" y="271075"/>
                </a:lnTo>
                <a:lnTo>
                  <a:pt x="669643" y="269024"/>
                </a:lnTo>
                <a:lnTo>
                  <a:pt x="703125" y="268533"/>
                </a:lnTo>
                <a:lnTo>
                  <a:pt x="703125" y="267575"/>
                </a:lnTo>
                <a:lnTo>
                  <a:pt x="710227" y="267575"/>
                </a:lnTo>
                <a:lnTo>
                  <a:pt x="711138" y="265711"/>
                </a:lnTo>
                <a:lnTo>
                  <a:pt x="771234" y="264414"/>
                </a:lnTo>
                <a:lnTo>
                  <a:pt x="771234" y="264291"/>
                </a:lnTo>
                <a:lnTo>
                  <a:pt x="781250" y="264291"/>
                </a:lnTo>
                <a:lnTo>
                  <a:pt x="781250" y="7181"/>
                </a:lnTo>
                <a:lnTo>
                  <a:pt x="1171875" y="7181"/>
                </a:lnTo>
                <a:lnTo>
                  <a:pt x="1171875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1701" name="12_small_7667">
            <a:extLst>
              <a:ext uri="{FF2B5EF4-FFF2-40B4-BE49-F238E27FC236}">
                <a16:creationId xmlns:a16="http://schemas.microsoft.com/office/drawing/2014/main" id="{F6B1ED0F-7721-4FE0-9DA3-94A9223AD311}"/>
              </a:ext>
            </a:extLst>
          </p:cNvPr>
          <p:cNvSpPr>
            <a:spLocks noGrp="1"/>
          </p:cNvSpPr>
          <p:nvPr/>
        </p:nvSpPr>
        <p:spPr>
          <a:xfrm>
            <a:off x="671437" y="4068180"/>
            <a:ext cx="2343750" cy="737297"/>
          </a:xfrm>
          <a:custGeom>
            <a:avLst/>
            <a:gdLst/>
            <a:ahLst/>
            <a:cxnLst/>
            <a:rect l="0" t="0" r="0" b="0"/>
            <a:pathLst>
              <a:path w="2343750" h="737297">
                <a:moveTo>
                  <a:pt x="0" y="737297"/>
                </a:moveTo>
                <a:lnTo>
                  <a:pt x="781250" y="737297"/>
                </a:lnTo>
                <a:lnTo>
                  <a:pt x="781250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1702" name="12_small_7668">
            <a:extLst>
              <a:ext uri="{FF2B5EF4-FFF2-40B4-BE49-F238E27FC236}">
                <a16:creationId xmlns:a16="http://schemas.microsoft.com/office/drawing/2014/main" id="{A3207C9E-78C5-4D5A-966C-18DD21F0FB6E}"/>
              </a:ext>
            </a:extLst>
          </p:cNvPr>
          <p:cNvSpPr>
            <a:spLocks noGrp="1"/>
          </p:cNvSpPr>
          <p:nvPr/>
        </p:nvSpPr>
        <p:spPr>
          <a:xfrm>
            <a:off x="1040473" y="464327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703" name="12_small_7669">
            <a:extLst>
              <a:ext uri="{FF2B5EF4-FFF2-40B4-BE49-F238E27FC236}">
                <a16:creationId xmlns:a16="http://schemas.microsoft.com/office/drawing/2014/main" id="{FECD8865-41F5-4165-998E-7703F10C5D8B}"/>
              </a:ext>
            </a:extLst>
          </p:cNvPr>
          <p:cNvSpPr>
            <a:spLocks noGrp="1"/>
          </p:cNvSpPr>
          <p:nvPr/>
        </p:nvSpPr>
        <p:spPr>
          <a:xfrm>
            <a:off x="1431098" y="4316021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704" name="12_small_7670">
            <a:extLst>
              <a:ext uri="{FF2B5EF4-FFF2-40B4-BE49-F238E27FC236}">
                <a16:creationId xmlns:a16="http://schemas.microsoft.com/office/drawing/2014/main" id="{DE5B79A9-E593-40DC-9F38-A437EED73325}"/>
              </a:ext>
            </a:extLst>
          </p:cNvPr>
          <p:cNvSpPr>
            <a:spLocks noGrp="1"/>
          </p:cNvSpPr>
          <p:nvPr/>
        </p:nvSpPr>
        <p:spPr>
          <a:xfrm>
            <a:off x="2212348" y="4308840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705" name="12_small_7671">
            <a:extLst>
              <a:ext uri="{FF2B5EF4-FFF2-40B4-BE49-F238E27FC236}">
                <a16:creationId xmlns:a16="http://schemas.microsoft.com/office/drawing/2014/main" id="{D9B5264B-30E7-48AB-A531-E332F4735298}"/>
              </a:ext>
            </a:extLst>
          </p:cNvPr>
          <p:cNvSpPr>
            <a:spLocks noGrp="1"/>
          </p:cNvSpPr>
          <p:nvPr/>
        </p:nvSpPr>
        <p:spPr>
          <a:xfrm>
            <a:off x="2993598" y="4308840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1706" name="12_small_7672">
            <a:extLst>
              <a:ext uri="{FF2B5EF4-FFF2-40B4-BE49-F238E27FC236}">
                <a16:creationId xmlns:a16="http://schemas.microsoft.com/office/drawing/2014/main" id="{5DD6B04E-3075-4D1A-A2A1-BF2A17849B35}"/>
              </a:ext>
            </a:extLst>
          </p:cNvPr>
          <p:cNvSpPr>
            <a:spLocks noGrp="1"/>
          </p:cNvSpPr>
          <p:nvPr/>
        </p:nvSpPr>
        <p:spPr>
          <a:xfrm>
            <a:off x="1026141" y="4769556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707" name="12_small_7673">
            <a:extLst>
              <a:ext uri="{FF2B5EF4-FFF2-40B4-BE49-F238E27FC236}">
                <a16:creationId xmlns:a16="http://schemas.microsoft.com/office/drawing/2014/main" id="{B819D739-402D-486F-8D5A-90BE363A4FDA}"/>
              </a:ext>
            </a:extLst>
          </p:cNvPr>
          <p:cNvSpPr>
            <a:spLocks noGrp="1"/>
          </p:cNvSpPr>
          <p:nvPr/>
        </p:nvSpPr>
        <p:spPr>
          <a:xfrm>
            <a:off x="1416766" y="403225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708" name="12_small_7674">
            <a:extLst>
              <a:ext uri="{FF2B5EF4-FFF2-40B4-BE49-F238E27FC236}">
                <a16:creationId xmlns:a16="http://schemas.microsoft.com/office/drawing/2014/main" id="{5FA00BEE-4C44-4F17-96E7-AFE728F56F17}"/>
              </a:ext>
            </a:extLst>
          </p:cNvPr>
          <p:cNvSpPr>
            <a:spLocks noGrp="1"/>
          </p:cNvSpPr>
          <p:nvPr/>
        </p:nvSpPr>
        <p:spPr>
          <a:xfrm>
            <a:off x="2198016" y="403225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709" name="12_small_7675">
            <a:extLst>
              <a:ext uri="{FF2B5EF4-FFF2-40B4-BE49-F238E27FC236}">
                <a16:creationId xmlns:a16="http://schemas.microsoft.com/office/drawing/2014/main" id="{94A60860-D980-44AC-AD49-BE4C8E03C313}"/>
              </a:ext>
            </a:extLst>
          </p:cNvPr>
          <p:cNvSpPr>
            <a:spLocks noGrp="1"/>
          </p:cNvSpPr>
          <p:nvPr/>
        </p:nvSpPr>
        <p:spPr>
          <a:xfrm>
            <a:off x="2979266" y="4032259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1710" name="12_small_7676">
            <a:extLst>
              <a:ext uri="{FF2B5EF4-FFF2-40B4-BE49-F238E27FC236}">
                <a16:creationId xmlns:a16="http://schemas.microsoft.com/office/drawing/2014/main" id="{D9BBBC00-0867-4665-9D80-224DB6827740}"/>
              </a:ext>
            </a:extLst>
          </p:cNvPr>
          <p:cNvSpPr>
            <a:spLocks noGrp="1"/>
          </p:cNvSpPr>
          <p:nvPr/>
        </p:nvSpPr>
        <p:spPr>
          <a:xfrm>
            <a:off x="3786750" y="4031316"/>
            <a:ext cx="2531250" cy="811027"/>
          </a:xfrm>
          <a:custGeom>
            <a:avLst/>
            <a:gdLst/>
            <a:ahLst/>
            <a:cxnLst/>
            <a:rect l="0" t="0" r="0" b="0"/>
            <a:pathLst>
              <a:path w="2531250" h="811027">
                <a:moveTo>
                  <a:pt x="0" y="811027"/>
                </a:moveTo>
                <a:lnTo>
                  <a:pt x="2531250" y="811027"/>
                </a:lnTo>
                <a:lnTo>
                  <a:pt x="2531250" y="0"/>
                </a:lnTo>
                <a:lnTo>
                  <a:pt x="0" y="0"/>
                </a:lnTo>
                <a:lnTo>
                  <a:pt x="0" y="811027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711" name="12_small_7677">
            <a:extLst>
              <a:ext uri="{FF2B5EF4-FFF2-40B4-BE49-F238E27FC236}">
                <a16:creationId xmlns:a16="http://schemas.microsoft.com/office/drawing/2014/main" id="{1D37611D-7D78-41FF-BF30-FF5B020DD95D}"/>
              </a:ext>
            </a:extLst>
          </p:cNvPr>
          <p:cNvSpPr>
            <a:spLocks noGrp="1"/>
          </p:cNvSpPr>
          <p:nvPr/>
        </p:nvSpPr>
        <p:spPr>
          <a:xfrm>
            <a:off x="4099250" y="4068180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34" y="731153"/>
                </a:lnTo>
                <a:lnTo>
                  <a:pt x="4458" y="725009"/>
                </a:lnTo>
                <a:lnTo>
                  <a:pt x="9751" y="718865"/>
                </a:lnTo>
                <a:lnTo>
                  <a:pt x="16670" y="712720"/>
                </a:lnTo>
                <a:lnTo>
                  <a:pt x="24788" y="706576"/>
                </a:lnTo>
                <a:lnTo>
                  <a:pt x="33637" y="700432"/>
                </a:lnTo>
                <a:lnTo>
                  <a:pt x="42755" y="694288"/>
                </a:lnTo>
                <a:lnTo>
                  <a:pt x="51718" y="688144"/>
                </a:lnTo>
                <a:lnTo>
                  <a:pt x="60175" y="682000"/>
                </a:lnTo>
                <a:lnTo>
                  <a:pt x="67866" y="675856"/>
                </a:lnTo>
                <a:lnTo>
                  <a:pt x="74622" y="669711"/>
                </a:lnTo>
                <a:lnTo>
                  <a:pt x="80364" y="663567"/>
                </a:lnTo>
                <a:lnTo>
                  <a:pt x="85089" y="657423"/>
                </a:lnTo>
                <a:lnTo>
                  <a:pt x="88850" y="651279"/>
                </a:lnTo>
                <a:lnTo>
                  <a:pt x="91741" y="645135"/>
                </a:lnTo>
                <a:lnTo>
                  <a:pt x="93875" y="638991"/>
                </a:lnTo>
                <a:lnTo>
                  <a:pt x="95372" y="632847"/>
                </a:lnTo>
                <a:lnTo>
                  <a:pt x="96346" y="626702"/>
                </a:lnTo>
                <a:lnTo>
                  <a:pt x="96902" y="620558"/>
                </a:lnTo>
                <a:lnTo>
                  <a:pt x="97129" y="614414"/>
                </a:lnTo>
                <a:lnTo>
                  <a:pt x="97103" y="608270"/>
                </a:lnTo>
                <a:lnTo>
                  <a:pt x="96887" y="602126"/>
                </a:lnTo>
                <a:lnTo>
                  <a:pt x="96534" y="595982"/>
                </a:lnTo>
                <a:lnTo>
                  <a:pt x="96090" y="589838"/>
                </a:lnTo>
                <a:lnTo>
                  <a:pt x="95595" y="583693"/>
                </a:lnTo>
                <a:lnTo>
                  <a:pt x="95082" y="577549"/>
                </a:lnTo>
                <a:lnTo>
                  <a:pt x="94584" y="571405"/>
                </a:lnTo>
                <a:lnTo>
                  <a:pt x="94127" y="565261"/>
                </a:lnTo>
                <a:lnTo>
                  <a:pt x="93733" y="559117"/>
                </a:lnTo>
                <a:lnTo>
                  <a:pt x="93417" y="552973"/>
                </a:lnTo>
                <a:lnTo>
                  <a:pt x="93188" y="546829"/>
                </a:lnTo>
                <a:lnTo>
                  <a:pt x="93051" y="540684"/>
                </a:lnTo>
                <a:lnTo>
                  <a:pt x="93001" y="534540"/>
                </a:lnTo>
                <a:lnTo>
                  <a:pt x="93030" y="528396"/>
                </a:lnTo>
                <a:lnTo>
                  <a:pt x="93124" y="522252"/>
                </a:lnTo>
                <a:lnTo>
                  <a:pt x="93267" y="516108"/>
                </a:lnTo>
                <a:lnTo>
                  <a:pt x="93442" y="509964"/>
                </a:lnTo>
                <a:lnTo>
                  <a:pt x="93632" y="503820"/>
                </a:lnTo>
                <a:lnTo>
                  <a:pt x="93817" y="497675"/>
                </a:lnTo>
                <a:lnTo>
                  <a:pt x="93982" y="491531"/>
                </a:lnTo>
                <a:lnTo>
                  <a:pt x="94110" y="485387"/>
                </a:lnTo>
                <a:lnTo>
                  <a:pt x="94184" y="479243"/>
                </a:lnTo>
                <a:lnTo>
                  <a:pt x="94185" y="473099"/>
                </a:lnTo>
                <a:lnTo>
                  <a:pt x="94094" y="466955"/>
                </a:lnTo>
                <a:lnTo>
                  <a:pt x="93890" y="460811"/>
                </a:lnTo>
                <a:lnTo>
                  <a:pt x="93549" y="454666"/>
                </a:lnTo>
                <a:lnTo>
                  <a:pt x="93050" y="448522"/>
                </a:lnTo>
                <a:lnTo>
                  <a:pt x="92375" y="442378"/>
                </a:lnTo>
                <a:lnTo>
                  <a:pt x="91511" y="436234"/>
                </a:lnTo>
                <a:lnTo>
                  <a:pt x="90458" y="430090"/>
                </a:lnTo>
                <a:lnTo>
                  <a:pt x="89227" y="423946"/>
                </a:lnTo>
                <a:lnTo>
                  <a:pt x="87850" y="417802"/>
                </a:lnTo>
                <a:lnTo>
                  <a:pt x="86375" y="411657"/>
                </a:lnTo>
                <a:lnTo>
                  <a:pt x="84870" y="405513"/>
                </a:lnTo>
                <a:lnTo>
                  <a:pt x="83414" y="399369"/>
                </a:lnTo>
                <a:lnTo>
                  <a:pt x="82098" y="393225"/>
                </a:lnTo>
                <a:lnTo>
                  <a:pt x="81013" y="387081"/>
                </a:lnTo>
                <a:lnTo>
                  <a:pt x="80242" y="380937"/>
                </a:lnTo>
                <a:lnTo>
                  <a:pt x="79851" y="374793"/>
                </a:lnTo>
                <a:lnTo>
                  <a:pt x="79883" y="368648"/>
                </a:lnTo>
                <a:lnTo>
                  <a:pt x="80352" y="362504"/>
                </a:lnTo>
                <a:lnTo>
                  <a:pt x="81241" y="356360"/>
                </a:lnTo>
                <a:lnTo>
                  <a:pt x="82506" y="350216"/>
                </a:lnTo>
                <a:lnTo>
                  <a:pt x="84075" y="344072"/>
                </a:lnTo>
                <a:lnTo>
                  <a:pt x="85865" y="337928"/>
                </a:lnTo>
                <a:lnTo>
                  <a:pt x="87780" y="331784"/>
                </a:lnTo>
                <a:lnTo>
                  <a:pt x="89728" y="325639"/>
                </a:lnTo>
                <a:lnTo>
                  <a:pt x="91627" y="319495"/>
                </a:lnTo>
                <a:lnTo>
                  <a:pt x="93407" y="313351"/>
                </a:lnTo>
                <a:lnTo>
                  <a:pt x="95018" y="307207"/>
                </a:lnTo>
                <a:lnTo>
                  <a:pt x="96428" y="301063"/>
                </a:lnTo>
                <a:lnTo>
                  <a:pt x="97625" y="294919"/>
                </a:lnTo>
                <a:lnTo>
                  <a:pt x="98611" y="288775"/>
                </a:lnTo>
                <a:lnTo>
                  <a:pt x="99400" y="282630"/>
                </a:lnTo>
                <a:lnTo>
                  <a:pt x="100014" y="276486"/>
                </a:lnTo>
                <a:lnTo>
                  <a:pt x="100478" y="270342"/>
                </a:lnTo>
                <a:lnTo>
                  <a:pt x="100821" y="264198"/>
                </a:lnTo>
                <a:lnTo>
                  <a:pt x="101066" y="258054"/>
                </a:lnTo>
                <a:lnTo>
                  <a:pt x="101238" y="251910"/>
                </a:lnTo>
                <a:lnTo>
                  <a:pt x="101355" y="245766"/>
                </a:lnTo>
                <a:lnTo>
                  <a:pt x="101433" y="239621"/>
                </a:lnTo>
                <a:lnTo>
                  <a:pt x="101484" y="233477"/>
                </a:lnTo>
                <a:lnTo>
                  <a:pt x="101515" y="227333"/>
                </a:lnTo>
                <a:lnTo>
                  <a:pt x="101535" y="221189"/>
                </a:lnTo>
                <a:lnTo>
                  <a:pt x="101547" y="215045"/>
                </a:lnTo>
                <a:lnTo>
                  <a:pt x="101554" y="208901"/>
                </a:lnTo>
                <a:lnTo>
                  <a:pt x="101558" y="202757"/>
                </a:lnTo>
                <a:lnTo>
                  <a:pt x="101560" y="196613"/>
                </a:lnTo>
                <a:lnTo>
                  <a:pt x="101561" y="190468"/>
                </a:lnTo>
                <a:lnTo>
                  <a:pt x="101562" y="184324"/>
                </a:lnTo>
                <a:lnTo>
                  <a:pt x="101562" y="178180"/>
                </a:lnTo>
                <a:lnTo>
                  <a:pt x="101562" y="172036"/>
                </a:lnTo>
                <a:lnTo>
                  <a:pt x="101562" y="165892"/>
                </a:lnTo>
                <a:lnTo>
                  <a:pt x="101562" y="159748"/>
                </a:lnTo>
                <a:lnTo>
                  <a:pt x="101562" y="153604"/>
                </a:lnTo>
                <a:lnTo>
                  <a:pt x="101562" y="147459"/>
                </a:lnTo>
                <a:lnTo>
                  <a:pt x="101562" y="141315"/>
                </a:lnTo>
                <a:lnTo>
                  <a:pt x="101562" y="135171"/>
                </a:lnTo>
                <a:lnTo>
                  <a:pt x="101562" y="129027"/>
                </a:lnTo>
                <a:lnTo>
                  <a:pt x="101562" y="122883"/>
                </a:lnTo>
                <a:lnTo>
                  <a:pt x="101562" y="116739"/>
                </a:lnTo>
                <a:lnTo>
                  <a:pt x="101562" y="110595"/>
                </a:lnTo>
                <a:lnTo>
                  <a:pt x="101562" y="104450"/>
                </a:lnTo>
                <a:lnTo>
                  <a:pt x="101562" y="98306"/>
                </a:lnTo>
                <a:lnTo>
                  <a:pt x="101562" y="92162"/>
                </a:lnTo>
                <a:lnTo>
                  <a:pt x="101562" y="86018"/>
                </a:lnTo>
                <a:lnTo>
                  <a:pt x="101562" y="79874"/>
                </a:lnTo>
                <a:lnTo>
                  <a:pt x="101562" y="73730"/>
                </a:lnTo>
                <a:lnTo>
                  <a:pt x="101562" y="67586"/>
                </a:lnTo>
                <a:lnTo>
                  <a:pt x="101562" y="61441"/>
                </a:lnTo>
                <a:lnTo>
                  <a:pt x="101562" y="55297"/>
                </a:lnTo>
                <a:lnTo>
                  <a:pt x="101562" y="49153"/>
                </a:lnTo>
                <a:lnTo>
                  <a:pt x="101562" y="43009"/>
                </a:lnTo>
                <a:lnTo>
                  <a:pt x="101562" y="36865"/>
                </a:lnTo>
                <a:lnTo>
                  <a:pt x="101562" y="30721"/>
                </a:lnTo>
                <a:lnTo>
                  <a:pt x="101562" y="24577"/>
                </a:lnTo>
                <a:lnTo>
                  <a:pt x="101562" y="18432"/>
                </a:lnTo>
                <a:lnTo>
                  <a:pt x="101562" y="12288"/>
                </a:lnTo>
                <a:lnTo>
                  <a:pt x="101562" y="6144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6144"/>
                </a:lnTo>
                <a:lnTo>
                  <a:pt x="101562" y="12288"/>
                </a:lnTo>
                <a:lnTo>
                  <a:pt x="101562" y="18432"/>
                </a:lnTo>
                <a:lnTo>
                  <a:pt x="101562" y="24577"/>
                </a:lnTo>
                <a:lnTo>
                  <a:pt x="101562" y="30721"/>
                </a:lnTo>
                <a:lnTo>
                  <a:pt x="101562" y="36865"/>
                </a:lnTo>
                <a:lnTo>
                  <a:pt x="101562" y="43009"/>
                </a:lnTo>
                <a:lnTo>
                  <a:pt x="101562" y="49153"/>
                </a:lnTo>
                <a:lnTo>
                  <a:pt x="101562" y="55297"/>
                </a:lnTo>
                <a:lnTo>
                  <a:pt x="101562" y="61441"/>
                </a:lnTo>
                <a:lnTo>
                  <a:pt x="101562" y="67586"/>
                </a:lnTo>
                <a:lnTo>
                  <a:pt x="101562" y="73730"/>
                </a:lnTo>
                <a:lnTo>
                  <a:pt x="101562" y="79874"/>
                </a:lnTo>
                <a:lnTo>
                  <a:pt x="101562" y="86018"/>
                </a:lnTo>
                <a:lnTo>
                  <a:pt x="101562" y="92162"/>
                </a:lnTo>
                <a:lnTo>
                  <a:pt x="101562" y="98306"/>
                </a:lnTo>
                <a:lnTo>
                  <a:pt x="101562" y="104450"/>
                </a:lnTo>
                <a:lnTo>
                  <a:pt x="101562" y="110595"/>
                </a:lnTo>
                <a:lnTo>
                  <a:pt x="101562" y="116739"/>
                </a:lnTo>
                <a:lnTo>
                  <a:pt x="101562" y="122883"/>
                </a:lnTo>
                <a:lnTo>
                  <a:pt x="101562" y="129027"/>
                </a:lnTo>
                <a:lnTo>
                  <a:pt x="101562" y="135171"/>
                </a:lnTo>
                <a:lnTo>
                  <a:pt x="101562" y="141315"/>
                </a:lnTo>
                <a:lnTo>
                  <a:pt x="101562" y="147459"/>
                </a:lnTo>
                <a:lnTo>
                  <a:pt x="101563" y="153604"/>
                </a:lnTo>
                <a:lnTo>
                  <a:pt x="101563" y="159748"/>
                </a:lnTo>
                <a:lnTo>
                  <a:pt x="101563" y="165892"/>
                </a:lnTo>
                <a:lnTo>
                  <a:pt x="101563" y="172036"/>
                </a:lnTo>
                <a:lnTo>
                  <a:pt x="101563" y="178180"/>
                </a:lnTo>
                <a:lnTo>
                  <a:pt x="101563" y="184324"/>
                </a:lnTo>
                <a:lnTo>
                  <a:pt x="101564" y="190468"/>
                </a:lnTo>
                <a:lnTo>
                  <a:pt x="101565" y="196613"/>
                </a:lnTo>
                <a:lnTo>
                  <a:pt x="101567" y="202757"/>
                </a:lnTo>
                <a:lnTo>
                  <a:pt x="101571" y="208901"/>
                </a:lnTo>
                <a:lnTo>
                  <a:pt x="101578" y="215045"/>
                </a:lnTo>
                <a:lnTo>
                  <a:pt x="101590" y="221189"/>
                </a:lnTo>
                <a:lnTo>
                  <a:pt x="101610" y="227333"/>
                </a:lnTo>
                <a:lnTo>
                  <a:pt x="101641" y="233477"/>
                </a:lnTo>
                <a:lnTo>
                  <a:pt x="101692" y="239621"/>
                </a:lnTo>
                <a:lnTo>
                  <a:pt x="101770" y="245766"/>
                </a:lnTo>
                <a:lnTo>
                  <a:pt x="101887" y="251910"/>
                </a:lnTo>
                <a:lnTo>
                  <a:pt x="102059" y="258054"/>
                </a:lnTo>
                <a:lnTo>
                  <a:pt x="102304" y="264198"/>
                </a:lnTo>
                <a:lnTo>
                  <a:pt x="102647" y="270342"/>
                </a:lnTo>
                <a:lnTo>
                  <a:pt x="103111" y="276486"/>
                </a:lnTo>
                <a:lnTo>
                  <a:pt x="103725" y="282630"/>
                </a:lnTo>
                <a:lnTo>
                  <a:pt x="104514" y="288775"/>
                </a:lnTo>
                <a:lnTo>
                  <a:pt x="105500" y="294919"/>
                </a:lnTo>
                <a:lnTo>
                  <a:pt x="106697" y="301063"/>
                </a:lnTo>
                <a:lnTo>
                  <a:pt x="108107" y="307207"/>
                </a:lnTo>
                <a:lnTo>
                  <a:pt x="109718" y="313351"/>
                </a:lnTo>
                <a:lnTo>
                  <a:pt x="111498" y="319495"/>
                </a:lnTo>
                <a:lnTo>
                  <a:pt x="113397" y="325639"/>
                </a:lnTo>
                <a:lnTo>
                  <a:pt x="115345" y="331784"/>
                </a:lnTo>
                <a:lnTo>
                  <a:pt x="117260" y="337928"/>
                </a:lnTo>
                <a:lnTo>
                  <a:pt x="119050" y="344072"/>
                </a:lnTo>
                <a:lnTo>
                  <a:pt x="120619" y="350216"/>
                </a:lnTo>
                <a:lnTo>
                  <a:pt x="121884" y="356360"/>
                </a:lnTo>
                <a:lnTo>
                  <a:pt x="122773" y="362504"/>
                </a:lnTo>
                <a:lnTo>
                  <a:pt x="123242" y="368648"/>
                </a:lnTo>
                <a:lnTo>
                  <a:pt x="123274" y="374793"/>
                </a:lnTo>
                <a:lnTo>
                  <a:pt x="122883" y="380937"/>
                </a:lnTo>
                <a:lnTo>
                  <a:pt x="122112" y="387081"/>
                </a:lnTo>
                <a:lnTo>
                  <a:pt x="121027" y="393225"/>
                </a:lnTo>
                <a:lnTo>
                  <a:pt x="119711" y="399369"/>
                </a:lnTo>
                <a:lnTo>
                  <a:pt x="118255" y="405513"/>
                </a:lnTo>
                <a:lnTo>
                  <a:pt x="116750" y="411657"/>
                </a:lnTo>
                <a:lnTo>
                  <a:pt x="115275" y="417802"/>
                </a:lnTo>
                <a:lnTo>
                  <a:pt x="113898" y="423946"/>
                </a:lnTo>
                <a:lnTo>
                  <a:pt x="112667" y="430090"/>
                </a:lnTo>
                <a:lnTo>
                  <a:pt x="111614" y="436234"/>
                </a:lnTo>
                <a:lnTo>
                  <a:pt x="110750" y="442378"/>
                </a:lnTo>
                <a:lnTo>
                  <a:pt x="110075" y="448522"/>
                </a:lnTo>
                <a:lnTo>
                  <a:pt x="109576" y="454666"/>
                </a:lnTo>
                <a:lnTo>
                  <a:pt x="109235" y="460811"/>
                </a:lnTo>
                <a:lnTo>
                  <a:pt x="109031" y="466955"/>
                </a:lnTo>
                <a:lnTo>
                  <a:pt x="108940" y="473099"/>
                </a:lnTo>
                <a:lnTo>
                  <a:pt x="108941" y="479243"/>
                </a:lnTo>
                <a:lnTo>
                  <a:pt x="109015" y="485387"/>
                </a:lnTo>
                <a:lnTo>
                  <a:pt x="109143" y="491531"/>
                </a:lnTo>
                <a:lnTo>
                  <a:pt x="109308" y="497675"/>
                </a:lnTo>
                <a:lnTo>
                  <a:pt x="109493" y="503820"/>
                </a:lnTo>
                <a:lnTo>
                  <a:pt x="109683" y="509964"/>
                </a:lnTo>
                <a:lnTo>
                  <a:pt x="109858" y="516108"/>
                </a:lnTo>
                <a:lnTo>
                  <a:pt x="110001" y="522252"/>
                </a:lnTo>
                <a:lnTo>
                  <a:pt x="110095" y="528396"/>
                </a:lnTo>
                <a:lnTo>
                  <a:pt x="110124" y="534540"/>
                </a:lnTo>
                <a:lnTo>
                  <a:pt x="110074" y="540684"/>
                </a:lnTo>
                <a:lnTo>
                  <a:pt x="109937" y="546829"/>
                </a:lnTo>
                <a:lnTo>
                  <a:pt x="109708" y="552973"/>
                </a:lnTo>
                <a:lnTo>
                  <a:pt x="109392" y="559117"/>
                </a:lnTo>
                <a:lnTo>
                  <a:pt x="108998" y="565261"/>
                </a:lnTo>
                <a:lnTo>
                  <a:pt x="108541" y="571405"/>
                </a:lnTo>
                <a:lnTo>
                  <a:pt x="108043" y="577549"/>
                </a:lnTo>
                <a:lnTo>
                  <a:pt x="107530" y="583693"/>
                </a:lnTo>
                <a:lnTo>
                  <a:pt x="107035" y="589838"/>
                </a:lnTo>
                <a:lnTo>
                  <a:pt x="106591" y="595982"/>
                </a:lnTo>
                <a:lnTo>
                  <a:pt x="106238" y="602126"/>
                </a:lnTo>
                <a:lnTo>
                  <a:pt x="106022" y="608270"/>
                </a:lnTo>
                <a:lnTo>
                  <a:pt x="105996" y="614414"/>
                </a:lnTo>
                <a:lnTo>
                  <a:pt x="106223" y="620558"/>
                </a:lnTo>
                <a:lnTo>
                  <a:pt x="106779" y="626702"/>
                </a:lnTo>
                <a:lnTo>
                  <a:pt x="107753" y="632847"/>
                </a:lnTo>
                <a:lnTo>
                  <a:pt x="109250" y="638991"/>
                </a:lnTo>
                <a:lnTo>
                  <a:pt x="111384" y="645135"/>
                </a:lnTo>
                <a:lnTo>
                  <a:pt x="114275" y="651279"/>
                </a:lnTo>
                <a:lnTo>
                  <a:pt x="118036" y="657423"/>
                </a:lnTo>
                <a:lnTo>
                  <a:pt x="122761" y="663567"/>
                </a:lnTo>
                <a:lnTo>
                  <a:pt x="128503" y="669711"/>
                </a:lnTo>
                <a:lnTo>
                  <a:pt x="135259" y="675856"/>
                </a:lnTo>
                <a:lnTo>
                  <a:pt x="142949" y="682000"/>
                </a:lnTo>
                <a:lnTo>
                  <a:pt x="151407" y="688144"/>
                </a:lnTo>
                <a:lnTo>
                  <a:pt x="160370" y="694288"/>
                </a:lnTo>
                <a:lnTo>
                  <a:pt x="169488" y="700432"/>
                </a:lnTo>
                <a:lnTo>
                  <a:pt x="178337" y="706576"/>
                </a:lnTo>
                <a:lnTo>
                  <a:pt x="186455" y="712720"/>
                </a:lnTo>
                <a:lnTo>
                  <a:pt x="193374" y="718865"/>
                </a:lnTo>
                <a:lnTo>
                  <a:pt x="198667" y="725009"/>
                </a:lnTo>
                <a:lnTo>
                  <a:pt x="201991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1712" name="12_small_7678">
            <a:extLst>
              <a:ext uri="{FF2B5EF4-FFF2-40B4-BE49-F238E27FC236}">
                <a16:creationId xmlns:a16="http://schemas.microsoft.com/office/drawing/2014/main" id="{AD07D022-9712-4AF9-B32F-C381205FCF09}"/>
              </a:ext>
            </a:extLst>
          </p:cNvPr>
          <p:cNvSpPr>
            <a:spLocks noGrp="1"/>
          </p:cNvSpPr>
          <p:nvPr/>
        </p:nvSpPr>
        <p:spPr>
          <a:xfrm>
            <a:off x="4489875" y="4068180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23" y="731153"/>
                </a:lnTo>
                <a:lnTo>
                  <a:pt x="4416" y="725009"/>
                </a:lnTo>
                <a:lnTo>
                  <a:pt x="9660" y="718865"/>
                </a:lnTo>
                <a:lnTo>
                  <a:pt x="16516" y="712720"/>
                </a:lnTo>
                <a:lnTo>
                  <a:pt x="24563" y="706576"/>
                </a:lnTo>
                <a:lnTo>
                  <a:pt x="33341" y="700432"/>
                </a:lnTo>
                <a:lnTo>
                  <a:pt x="42391" y="694288"/>
                </a:lnTo>
                <a:lnTo>
                  <a:pt x="51299" y="688144"/>
                </a:lnTo>
                <a:lnTo>
                  <a:pt x="59718" y="682000"/>
                </a:lnTo>
                <a:lnTo>
                  <a:pt x="67391" y="675856"/>
                </a:lnTo>
                <a:lnTo>
                  <a:pt x="74154" y="669711"/>
                </a:lnTo>
                <a:lnTo>
                  <a:pt x="79931" y="663567"/>
                </a:lnTo>
                <a:lnTo>
                  <a:pt x="84716" y="657423"/>
                </a:lnTo>
                <a:lnTo>
                  <a:pt x="88564" y="651279"/>
                </a:lnTo>
                <a:lnTo>
                  <a:pt x="91564" y="645135"/>
                </a:lnTo>
                <a:lnTo>
                  <a:pt x="93826" y="638991"/>
                </a:lnTo>
                <a:lnTo>
                  <a:pt x="95462" y="632847"/>
                </a:lnTo>
                <a:lnTo>
                  <a:pt x="96580" y="626702"/>
                </a:lnTo>
                <a:lnTo>
                  <a:pt x="97278" y="620558"/>
                </a:lnTo>
                <a:lnTo>
                  <a:pt x="97637" y="614414"/>
                </a:lnTo>
                <a:lnTo>
                  <a:pt x="97726" y="608270"/>
                </a:lnTo>
                <a:lnTo>
                  <a:pt x="97604" y="602126"/>
                </a:lnTo>
                <a:lnTo>
                  <a:pt x="97319" y="595982"/>
                </a:lnTo>
                <a:lnTo>
                  <a:pt x="96916" y="589838"/>
                </a:lnTo>
                <a:lnTo>
                  <a:pt x="96433" y="583693"/>
                </a:lnTo>
                <a:lnTo>
                  <a:pt x="95910" y="577549"/>
                </a:lnTo>
                <a:lnTo>
                  <a:pt x="95381" y="571405"/>
                </a:lnTo>
                <a:lnTo>
                  <a:pt x="94879" y="565261"/>
                </a:lnTo>
                <a:lnTo>
                  <a:pt x="94433" y="559117"/>
                </a:lnTo>
                <a:lnTo>
                  <a:pt x="94066" y="552973"/>
                </a:lnTo>
                <a:lnTo>
                  <a:pt x="93794" y="546829"/>
                </a:lnTo>
                <a:lnTo>
                  <a:pt x="93630" y="540684"/>
                </a:lnTo>
                <a:lnTo>
                  <a:pt x="93576" y="534540"/>
                </a:lnTo>
                <a:lnTo>
                  <a:pt x="93631" y="528396"/>
                </a:lnTo>
                <a:lnTo>
                  <a:pt x="93787" y="522252"/>
                </a:lnTo>
                <a:lnTo>
                  <a:pt x="94035" y="516108"/>
                </a:lnTo>
                <a:lnTo>
                  <a:pt x="94362" y="509964"/>
                </a:lnTo>
                <a:lnTo>
                  <a:pt x="94753" y="503820"/>
                </a:lnTo>
                <a:lnTo>
                  <a:pt x="95195" y="497675"/>
                </a:lnTo>
                <a:lnTo>
                  <a:pt x="95670" y="491531"/>
                </a:lnTo>
                <a:lnTo>
                  <a:pt x="96165" y="485387"/>
                </a:lnTo>
                <a:lnTo>
                  <a:pt x="96662" y="479243"/>
                </a:lnTo>
                <a:lnTo>
                  <a:pt x="97146" y="473099"/>
                </a:lnTo>
                <a:lnTo>
                  <a:pt x="97598" y="466955"/>
                </a:lnTo>
                <a:lnTo>
                  <a:pt x="98003" y="460811"/>
                </a:lnTo>
                <a:lnTo>
                  <a:pt x="98344" y="454666"/>
                </a:lnTo>
                <a:lnTo>
                  <a:pt x="98607" y="448522"/>
                </a:lnTo>
                <a:lnTo>
                  <a:pt x="98779" y="442378"/>
                </a:lnTo>
                <a:lnTo>
                  <a:pt x="98854" y="436234"/>
                </a:lnTo>
                <a:lnTo>
                  <a:pt x="98829" y="430090"/>
                </a:lnTo>
                <a:lnTo>
                  <a:pt x="98708" y="423946"/>
                </a:lnTo>
                <a:lnTo>
                  <a:pt x="98500" y="417802"/>
                </a:lnTo>
                <a:lnTo>
                  <a:pt x="98221" y="411657"/>
                </a:lnTo>
                <a:lnTo>
                  <a:pt x="97892" y="405513"/>
                </a:lnTo>
                <a:lnTo>
                  <a:pt x="97538" y="399369"/>
                </a:lnTo>
                <a:lnTo>
                  <a:pt x="97185" y="393225"/>
                </a:lnTo>
                <a:lnTo>
                  <a:pt x="96858" y="387081"/>
                </a:lnTo>
                <a:lnTo>
                  <a:pt x="96582" y="380937"/>
                </a:lnTo>
                <a:lnTo>
                  <a:pt x="96375" y="374793"/>
                </a:lnTo>
                <a:lnTo>
                  <a:pt x="96246" y="368648"/>
                </a:lnTo>
                <a:lnTo>
                  <a:pt x="96201" y="362504"/>
                </a:lnTo>
                <a:lnTo>
                  <a:pt x="96234" y="356360"/>
                </a:lnTo>
                <a:lnTo>
                  <a:pt x="96333" y="350216"/>
                </a:lnTo>
                <a:lnTo>
                  <a:pt x="96482" y="344072"/>
                </a:lnTo>
                <a:lnTo>
                  <a:pt x="96660" y="337928"/>
                </a:lnTo>
                <a:lnTo>
                  <a:pt x="96844" y="331784"/>
                </a:lnTo>
                <a:lnTo>
                  <a:pt x="97014" y="325639"/>
                </a:lnTo>
                <a:lnTo>
                  <a:pt x="97152" y="319495"/>
                </a:lnTo>
                <a:lnTo>
                  <a:pt x="97246" y="313351"/>
                </a:lnTo>
                <a:lnTo>
                  <a:pt x="97286" y="307207"/>
                </a:lnTo>
                <a:lnTo>
                  <a:pt x="97272" y="301063"/>
                </a:lnTo>
                <a:lnTo>
                  <a:pt x="97206" y="294919"/>
                </a:lnTo>
                <a:lnTo>
                  <a:pt x="97097" y="288775"/>
                </a:lnTo>
                <a:lnTo>
                  <a:pt x="96956" y="282630"/>
                </a:lnTo>
                <a:lnTo>
                  <a:pt x="96798" y="276486"/>
                </a:lnTo>
                <a:lnTo>
                  <a:pt x="96639" y="270342"/>
                </a:lnTo>
                <a:lnTo>
                  <a:pt x="96496" y="264198"/>
                </a:lnTo>
                <a:lnTo>
                  <a:pt x="96383" y="258054"/>
                </a:lnTo>
                <a:lnTo>
                  <a:pt x="96316" y="251910"/>
                </a:lnTo>
                <a:lnTo>
                  <a:pt x="96304" y="245766"/>
                </a:lnTo>
                <a:lnTo>
                  <a:pt x="96356" y="239621"/>
                </a:lnTo>
                <a:lnTo>
                  <a:pt x="96476" y="233477"/>
                </a:lnTo>
                <a:lnTo>
                  <a:pt x="96663" y="227333"/>
                </a:lnTo>
                <a:lnTo>
                  <a:pt x="96912" y="221189"/>
                </a:lnTo>
                <a:lnTo>
                  <a:pt x="97215" y="215045"/>
                </a:lnTo>
                <a:lnTo>
                  <a:pt x="97561" y="208901"/>
                </a:lnTo>
                <a:lnTo>
                  <a:pt x="97937" y="202757"/>
                </a:lnTo>
                <a:lnTo>
                  <a:pt x="98328" y="196613"/>
                </a:lnTo>
                <a:lnTo>
                  <a:pt x="98718" y="190468"/>
                </a:lnTo>
                <a:lnTo>
                  <a:pt x="99094" y="184324"/>
                </a:lnTo>
                <a:lnTo>
                  <a:pt x="99440" y="178180"/>
                </a:lnTo>
                <a:lnTo>
                  <a:pt x="99744" y="172036"/>
                </a:lnTo>
                <a:lnTo>
                  <a:pt x="99994" y="165892"/>
                </a:lnTo>
                <a:lnTo>
                  <a:pt x="100179" y="159748"/>
                </a:lnTo>
                <a:lnTo>
                  <a:pt x="100287" y="153604"/>
                </a:lnTo>
                <a:lnTo>
                  <a:pt x="100305" y="147459"/>
                </a:lnTo>
                <a:lnTo>
                  <a:pt x="100219" y="141315"/>
                </a:lnTo>
                <a:lnTo>
                  <a:pt x="100008" y="135171"/>
                </a:lnTo>
                <a:lnTo>
                  <a:pt x="99646" y="129027"/>
                </a:lnTo>
                <a:lnTo>
                  <a:pt x="99097" y="122883"/>
                </a:lnTo>
                <a:lnTo>
                  <a:pt x="98312" y="116739"/>
                </a:lnTo>
                <a:lnTo>
                  <a:pt x="97231" y="110595"/>
                </a:lnTo>
                <a:lnTo>
                  <a:pt x="95776" y="104450"/>
                </a:lnTo>
                <a:lnTo>
                  <a:pt x="93855" y="98306"/>
                </a:lnTo>
                <a:lnTo>
                  <a:pt x="91365" y="92162"/>
                </a:lnTo>
                <a:lnTo>
                  <a:pt x="88195" y="86018"/>
                </a:lnTo>
                <a:lnTo>
                  <a:pt x="84239" y="79874"/>
                </a:lnTo>
                <a:lnTo>
                  <a:pt x="79410" y="73730"/>
                </a:lnTo>
                <a:lnTo>
                  <a:pt x="73654" y="67586"/>
                </a:lnTo>
                <a:lnTo>
                  <a:pt x="66972" y="61441"/>
                </a:lnTo>
                <a:lnTo>
                  <a:pt x="59434" y="55297"/>
                </a:lnTo>
                <a:lnTo>
                  <a:pt x="51194" y="49153"/>
                </a:lnTo>
                <a:lnTo>
                  <a:pt x="42498" y="43009"/>
                </a:lnTo>
                <a:lnTo>
                  <a:pt x="33675" y="36865"/>
                </a:lnTo>
                <a:lnTo>
                  <a:pt x="25126" y="30721"/>
                </a:lnTo>
                <a:lnTo>
                  <a:pt x="17292" y="24577"/>
                </a:lnTo>
                <a:lnTo>
                  <a:pt x="10619" y="18432"/>
                </a:lnTo>
                <a:lnTo>
                  <a:pt x="5516" y="12288"/>
                </a:lnTo>
                <a:lnTo>
                  <a:pt x="2311" y="6144"/>
                </a:lnTo>
                <a:lnTo>
                  <a:pt x="1218" y="0"/>
                </a:lnTo>
                <a:lnTo>
                  <a:pt x="201907" y="0"/>
                </a:lnTo>
                <a:lnTo>
                  <a:pt x="201907" y="0"/>
                </a:lnTo>
                <a:lnTo>
                  <a:pt x="200814" y="6144"/>
                </a:lnTo>
                <a:lnTo>
                  <a:pt x="197609" y="12288"/>
                </a:lnTo>
                <a:lnTo>
                  <a:pt x="192506" y="18432"/>
                </a:lnTo>
                <a:lnTo>
                  <a:pt x="185833" y="24577"/>
                </a:lnTo>
                <a:lnTo>
                  <a:pt x="177999" y="30721"/>
                </a:lnTo>
                <a:lnTo>
                  <a:pt x="169450" y="36865"/>
                </a:lnTo>
                <a:lnTo>
                  <a:pt x="160627" y="43009"/>
                </a:lnTo>
                <a:lnTo>
                  <a:pt x="151931" y="49153"/>
                </a:lnTo>
                <a:lnTo>
                  <a:pt x="143691" y="55297"/>
                </a:lnTo>
                <a:lnTo>
                  <a:pt x="136153" y="61441"/>
                </a:lnTo>
                <a:lnTo>
                  <a:pt x="129471" y="67586"/>
                </a:lnTo>
                <a:lnTo>
                  <a:pt x="123715" y="73730"/>
                </a:lnTo>
                <a:lnTo>
                  <a:pt x="118886" y="79874"/>
                </a:lnTo>
                <a:lnTo>
                  <a:pt x="114930" y="86018"/>
                </a:lnTo>
                <a:lnTo>
                  <a:pt x="111760" y="92162"/>
                </a:lnTo>
                <a:lnTo>
                  <a:pt x="109270" y="98306"/>
                </a:lnTo>
                <a:lnTo>
                  <a:pt x="107349" y="104450"/>
                </a:lnTo>
                <a:lnTo>
                  <a:pt x="105894" y="110595"/>
                </a:lnTo>
                <a:lnTo>
                  <a:pt x="104813" y="116739"/>
                </a:lnTo>
                <a:lnTo>
                  <a:pt x="104028" y="122883"/>
                </a:lnTo>
                <a:lnTo>
                  <a:pt x="103479" y="129027"/>
                </a:lnTo>
                <a:lnTo>
                  <a:pt x="103117" y="135171"/>
                </a:lnTo>
                <a:lnTo>
                  <a:pt x="102906" y="141315"/>
                </a:lnTo>
                <a:lnTo>
                  <a:pt x="102820" y="147459"/>
                </a:lnTo>
                <a:lnTo>
                  <a:pt x="102838" y="153604"/>
                </a:lnTo>
                <a:lnTo>
                  <a:pt x="102946" y="159748"/>
                </a:lnTo>
                <a:lnTo>
                  <a:pt x="103131" y="165892"/>
                </a:lnTo>
                <a:lnTo>
                  <a:pt x="103381" y="172036"/>
                </a:lnTo>
                <a:lnTo>
                  <a:pt x="103685" y="178180"/>
                </a:lnTo>
                <a:lnTo>
                  <a:pt x="104031" y="184324"/>
                </a:lnTo>
                <a:lnTo>
                  <a:pt x="104407" y="190468"/>
                </a:lnTo>
                <a:lnTo>
                  <a:pt x="104797" y="196613"/>
                </a:lnTo>
                <a:lnTo>
                  <a:pt x="105188" y="202757"/>
                </a:lnTo>
                <a:lnTo>
                  <a:pt x="105564" y="208901"/>
                </a:lnTo>
                <a:lnTo>
                  <a:pt x="105910" y="215045"/>
                </a:lnTo>
                <a:lnTo>
                  <a:pt x="106213" y="221189"/>
                </a:lnTo>
                <a:lnTo>
                  <a:pt x="106462" y="227333"/>
                </a:lnTo>
                <a:lnTo>
                  <a:pt x="106649" y="233477"/>
                </a:lnTo>
                <a:lnTo>
                  <a:pt x="106769" y="239621"/>
                </a:lnTo>
                <a:lnTo>
                  <a:pt x="106821" y="245766"/>
                </a:lnTo>
                <a:lnTo>
                  <a:pt x="106809" y="251910"/>
                </a:lnTo>
                <a:lnTo>
                  <a:pt x="106742" y="258054"/>
                </a:lnTo>
                <a:lnTo>
                  <a:pt x="106629" y="264198"/>
                </a:lnTo>
                <a:lnTo>
                  <a:pt x="106486" y="270342"/>
                </a:lnTo>
                <a:lnTo>
                  <a:pt x="106327" y="276486"/>
                </a:lnTo>
                <a:lnTo>
                  <a:pt x="106169" y="282630"/>
                </a:lnTo>
                <a:lnTo>
                  <a:pt x="106028" y="288775"/>
                </a:lnTo>
                <a:lnTo>
                  <a:pt x="105919" y="294919"/>
                </a:lnTo>
                <a:lnTo>
                  <a:pt x="105853" y="301063"/>
                </a:lnTo>
                <a:lnTo>
                  <a:pt x="105839" y="307207"/>
                </a:lnTo>
                <a:lnTo>
                  <a:pt x="105879" y="313351"/>
                </a:lnTo>
                <a:lnTo>
                  <a:pt x="105973" y="319495"/>
                </a:lnTo>
                <a:lnTo>
                  <a:pt x="106111" y="325639"/>
                </a:lnTo>
                <a:lnTo>
                  <a:pt x="106281" y="331784"/>
                </a:lnTo>
                <a:lnTo>
                  <a:pt x="106465" y="337928"/>
                </a:lnTo>
                <a:lnTo>
                  <a:pt x="106643" y="344072"/>
                </a:lnTo>
                <a:lnTo>
                  <a:pt x="106792" y="350216"/>
                </a:lnTo>
                <a:lnTo>
                  <a:pt x="106891" y="356360"/>
                </a:lnTo>
                <a:lnTo>
                  <a:pt x="106924" y="362504"/>
                </a:lnTo>
                <a:lnTo>
                  <a:pt x="106879" y="368648"/>
                </a:lnTo>
                <a:lnTo>
                  <a:pt x="106750" y="374793"/>
                </a:lnTo>
                <a:lnTo>
                  <a:pt x="106543" y="380937"/>
                </a:lnTo>
                <a:lnTo>
                  <a:pt x="106267" y="387081"/>
                </a:lnTo>
                <a:lnTo>
                  <a:pt x="105940" y="393225"/>
                </a:lnTo>
                <a:lnTo>
                  <a:pt x="105587" y="399369"/>
                </a:lnTo>
                <a:lnTo>
                  <a:pt x="105233" y="405513"/>
                </a:lnTo>
                <a:lnTo>
                  <a:pt x="104904" y="411657"/>
                </a:lnTo>
                <a:lnTo>
                  <a:pt x="104625" y="417802"/>
                </a:lnTo>
                <a:lnTo>
                  <a:pt x="104417" y="423946"/>
                </a:lnTo>
                <a:lnTo>
                  <a:pt x="104296" y="430090"/>
                </a:lnTo>
                <a:lnTo>
                  <a:pt x="104271" y="436234"/>
                </a:lnTo>
                <a:lnTo>
                  <a:pt x="104346" y="442378"/>
                </a:lnTo>
                <a:lnTo>
                  <a:pt x="104518" y="448522"/>
                </a:lnTo>
                <a:lnTo>
                  <a:pt x="104781" y="454666"/>
                </a:lnTo>
                <a:lnTo>
                  <a:pt x="105122" y="460811"/>
                </a:lnTo>
                <a:lnTo>
                  <a:pt x="105527" y="466955"/>
                </a:lnTo>
                <a:lnTo>
                  <a:pt x="105979" y="473099"/>
                </a:lnTo>
                <a:lnTo>
                  <a:pt x="106463" y="479243"/>
                </a:lnTo>
                <a:lnTo>
                  <a:pt x="106960" y="485387"/>
                </a:lnTo>
                <a:lnTo>
                  <a:pt x="107455" y="491531"/>
                </a:lnTo>
                <a:lnTo>
                  <a:pt x="107930" y="497675"/>
                </a:lnTo>
                <a:lnTo>
                  <a:pt x="108372" y="503820"/>
                </a:lnTo>
                <a:lnTo>
                  <a:pt x="108763" y="509964"/>
                </a:lnTo>
                <a:lnTo>
                  <a:pt x="109090" y="516108"/>
                </a:lnTo>
                <a:lnTo>
                  <a:pt x="109338" y="522252"/>
                </a:lnTo>
                <a:lnTo>
                  <a:pt x="109494" y="528396"/>
                </a:lnTo>
                <a:lnTo>
                  <a:pt x="109549" y="534540"/>
                </a:lnTo>
                <a:lnTo>
                  <a:pt x="109495" y="540684"/>
                </a:lnTo>
                <a:lnTo>
                  <a:pt x="109331" y="546829"/>
                </a:lnTo>
                <a:lnTo>
                  <a:pt x="109059" y="552973"/>
                </a:lnTo>
                <a:lnTo>
                  <a:pt x="108692" y="559117"/>
                </a:lnTo>
                <a:lnTo>
                  <a:pt x="108246" y="565261"/>
                </a:lnTo>
                <a:lnTo>
                  <a:pt x="107744" y="571405"/>
                </a:lnTo>
                <a:lnTo>
                  <a:pt x="107215" y="577549"/>
                </a:lnTo>
                <a:lnTo>
                  <a:pt x="106692" y="583693"/>
                </a:lnTo>
                <a:lnTo>
                  <a:pt x="106209" y="589838"/>
                </a:lnTo>
                <a:lnTo>
                  <a:pt x="105806" y="595982"/>
                </a:lnTo>
                <a:lnTo>
                  <a:pt x="105521" y="602126"/>
                </a:lnTo>
                <a:lnTo>
                  <a:pt x="105399" y="608270"/>
                </a:lnTo>
                <a:lnTo>
                  <a:pt x="105488" y="614414"/>
                </a:lnTo>
                <a:lnTo>
                  <a:pt x="105847" y="620558"/>
                </a:lnTo>
                <a:lnTo>
                  <a:pt x="106545" y="626702"/>
                </a:lnTo>
                <a:lnTo>
                  <a:pt x="107663" y="632847"/>
                </a:lnTo>
                <a:lnTo>
                  <a:pt x="109299" y="638991"/>
                </a:lnTo>
                <a:lnTo>
                  <a:pt x="111561" y="645135"/>
                </a:lnTo>
                <a:lnTo>
                  <a:pt x="114561" y="651279"/>
                </a:lnTo>
                <a:lnTo>
                  <a:pt x="118409" y="657423"/>
                </a:lnTo>
                <a:lnTo>
                  <a:pt x="123194" y="663567"/>
                </a:lnTo>
                <a:lnTo>
                  <a:pt x="128971" y="669711"/>
                </a:lnTo>
                <a:lnTo>
                  <a:pt x="135734" y="675856"/>
                </a:lnTo>
                <a:lnTo>
                  <a:pt x="143407" y="682000"/>
                </a:lnTo>
                <a:lnTo>
                  <a:pt x="151826" y="688144"/>
                </a:lnTo>
                <a:lnTo>
                  <a:pt x="160734" y="694288"/>
                </a:lnTo>
                <a:lnTo>
                  <a:pt x="169784" y="700432"/>
                </a:lnTo>
                <a:lnTo>
                  <a:pt x="178562" y="706576"/>
                </a:lnTo>
                <a:lnTo>
                  <a:pt x="186609" y="712720"/>
                </a:lnTo>
                <a:lnTo>
                  <a:pt x="193465" y="718865"/>
                </a:lnTo>
                <a:lnTo>
                  <a:pt x="198709" y="725009"/>
                </a:lnTo>
                <a:lnTo>
                  <a:pt x="202002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1713" name="12_small_7679">
            <a:extLst>
              <a:ext uri="{FF2B5EF4-FFF2-40B4-BE49-F238E27FC236}">
                <a16:creationId xmlns:a16="http://schemas.microsoft.com/office/drawing/2014/main" id="{CF707E2A-E4F8-47C8-B3F6-08D488972C9C}"/>
              </a:ext>
            </a:extLst>
          </p:cNvPr>
          <p:cNvSpPr>
            <a:spLocks noGrp="1"/>
          </p:cNvSpPr>
          <p:nvPr/>
        </p:nvSpPr>
        <p:spPr>
          <a:xfrm>
            <a:off x="5271125" y="4068180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84222" y="737297"/>
                </a:moveTo>
                <a:lnTo>
                  <a:pt x="18903" y="737297"/>
                </a:lnTo>
                <a:lnTo>
                  <a:pt x="19814" y="731153"/>
                </a:lnTo>
                <a:lnTo>
                  <a:pt x="22485" y="725009"/>
                </a:lnTo>
                <a:lnTo>
                  <a:pt x="26738" y="718865"/>
                </a:lnTo>
                <a:lnTo>
                  <a:pt x="32299" y="712720"/>
                </a:lnTo>
                <a:lnTo>
                  <a:pt x="38827" y="706576"/>
                </a:lnTo>
                <a:lnTo>
                  <a:pt x="45948" y="700432"/>
                </a:lnTo>
                <a:lnTo>
                  <a:pt x="53291" y="694288"/>
                </a:lnTo>
                <a:lnTo>
                  <a:pt x="60518" y="688144"/>
                </a:lnTo>
                <a:lnTo>
                  <a:pt x="67351" y="682000"/>
                </a:lnTo>
                <a:lnTo>
                  <a:pt x="73581" y="675856"/>
                </a:lnTo>
                <a:lnTo>
                  <a:pt x="79073" y="669711"/>
                </a:lnTo>
                <a:lnTo>
                  <a:pt x="83765" y="663567"/>
                </a:lnTo>
                <a:lnTo>
                  <a:pt x="87654" y="657423"/>
                </a:lnTo>
                <a:lnTo>
                  <a:pt x="90782" y="651279"/>
                </a:lnTo>
                <a:lnTo>
                  <a:pt x="93220" y="645135"/>
                </a:lnTo>
                <a:lnTo>
                  <a:pt x="95055" y="638991"/>
                </a:lnTo>
                <a:lnTo>
                  <a:pt x="96378" y="632847"/>
                </a:lnTo>
                <a:lnTo>
                  <a:pt x="97275" y="626702"/>
                </a:lnTo>
                <a:lnTo>
                  <a:pt x="97822" y="620558"/>
                </a:lnTo>
                <a:lnTo>
                  <a:pt x="98084" y="614414"/>
                </a:lnTo>
                <a:lnTo>
                  <a:pt x="98114" y="608270"/>
                </a:lnTo>
                <a:lnTo>
                  <a:pt x="97957" y="602126"/>
                </a:lnTo>
                <a:lnTo>
                  <a:pt x="97650" y="595982"/>
                </a:lnTo>
                <a:lnTo>
                  <a:pt x="97228" y="589838"/>
                </a:lnTo>
                <a:lnTo>
                  <a:pt x="96721" y="583693"/>
                </a:lnTo>
                <a:lnTo>
                  <a:pt x="96158" y="577549"/>
                </a:lnTo>
                <a:lnTo>
                  <a:pt x="95566" y="571405"/>
                </a:lnTo>
                <a:lnTo>
                  <a:pt x="94971" y="565261"/>
                </a:lnTo>
                <a:lnTo>
                  <a:pt x="94397" y="559117"/>
                </a:lnTo>
                <a:lnTo>
                  <a:pt x="93864" y="552973"/>
                </a:lnTo>
                <a:lnTo>
                  <a:pt x="93390" y="546829"/>
                </a:lnTo>
                <a:lnTo>
                  <a:pt x="92989" y="540684"/>
                </a:lnTo>
                <a:lnTo>
                  <a:pt x="92674" y="534540"/>
                </a:lnTo>
                <a:lnTo>
                  <a:pt x="92451" y="528396"/>
                </a:lnTo>
                <a:lnTo>
                  <a:pt x="92328" y="522252"/>
                </a:lnTo>
                <a:lnTo>
                  <a:pt x="92310" y="516108"/>
                </a:lnTo>
                <a:lnTo>
                  <a:pt x="92398" y="509964"/>
                </a:lnTo>
                <a:lnTo>
                  <a:pt x="92593" y="503820"/>
                </a:lnTo>
                <a:lnTo>
                  <a:pt x="92891" y="497675"/>
                </a:lnTo>
                <a:lnTo>
                  <a:pt x="93286" y="491531"/>
                </a:lnTo>
                <a:lnTo>
                  <a:pt x="93766" y="485387"/>
                </a:lnTo>
                <a:lnTo>
                  <a:pt x="94314" y="479243"/>
                </a:lnTo>
                <a:lnTo>
                  <a:pt x="94907" y="473099"/>
                </a:lnTo>
                <a:lnTo>
                  <a:pt x="95522" y="466955"/>
                </a:lnTo>
                <a:lnTo>
                  <a:pt x="96129" y="460811"/>
                </a:lnTo>
                <a:lnTo>
                  <a:pt x="96701" y="454666"/>
                </a:lnTo>
                <a:lnTo>
                  <a:pt x="97210" y="448522"/>
                </a:lnTo>
                <a:lnTo>
                  <a:pt x="97633" y="442378"/>
                </a:lnTo>
                <a:lnTo>
                  <a:pt x="97954" y="436234"/>
                </a:lnTo>
                <a:lnTo>
                  <a:pt x="98163" y="430090"/>
                </a:lnTo>
                <a:lnTo>
                  <a:pt x="98259" y="423946"/>
                </a:lnTo>
                <a:lnTo>
                  <a:pt x="98249" y="417802"/>
                </a:lnTo>
                <a:lnTo>
                  <a:pt x="98148" y="411657"/>
                </a:lnTo>
                <a:lnTo>
                  <a:pt x="97978" y="405513"/>
                </a:lnTo>
                <a:lnTo>
                  <a:pt x="97765" y="399369"/>
                </a:lnTo>
                <a:lnTo>
                  <a:pt x="97540" y="393225"/>
                </a:lnTo>
                <a:lnTo>
                  <a:pt x="97330" y="387081"/>
                </a:lnTo>
                <a:lnTo>
                  <a:pt x="97163" y="380937"/>
                </a:lnTo>
                <a:lnTo>
                  <a:pt x="97062" y="374793"/>
                </a:lnTo>
                <a:lnTo>
                  <a:pt x="97040" y="368648"/>
                </a:lnTo>
                <a:lnTo>
                  <a:pt x="97105" y="362504"/>
                </a:lnTo>
                <a:lnTo>
                  <a:pt x="97256" y="356360"/>
                </a:lnTo>
                <a:lnTo>
                  <a:pt x="97484" y="350216"/>
                </a:lnTo>
                <a:lnTo>
                  <a:pt x="97775" y="344072"/>
                </a:lnTo>
                <a:lnTo>
                  <a:pt x="98108" y="337928"/>
                </a:lnTo>
                <a:lnTo>
                  <a:pt x="98462" y="331784"/>
                </a:lnTo>
                <a:lnTo>
                  <a:pt x="98814" y="325639"/>
                </a:lnTo>
                <a:lnTo>
                  <a:pt x="99144" y="319495"/>
                </a:lnTo>
                <a:lnTo>
                  <a:pt x="99437" y="313351"/>
                </a:lnTo>
                <a:lnTo>
                  <a:pt x="99680" y="307207"/>
                </a:lnTo>
                <a:lnTo>
                  <a:pt x="99867" y="301063"/>
                </a:lnTo>
                <a:lnTo>
                  <a:pt x="99998" y="294919"/>
                </a:lnTo>
                <a:lnTo>
                  <a:pt x="100075" y="288775"/>
                </a:lnTo>
                <a:lnTo>
                  <a:pt x="100107" y="282630"/>
                </a:lnTo>
                <a:lnTo>
                  <a:pt x="100104" y="276486"/>
                </a:lnTo>
                <a:lnTo>
                  <a:pt x="100078" y="270342"/>
                </a:lnTo>
                <a:lnTo>
                  <a:pt x="100041" y="264198"/>
                </a:lnTo>
                <a:lnTo>
                  <a:pt x="100003" y="258054"/>
                </a:lnTo>
                <a:lnTo>
                  <a:pt x="99973" y="251910"/>
                </a:lnTo>
                <a:lnTo>
                  <a:pt x="99956" y="245766"/>
                </a:lnTo>
                <a:lnTo>
                  <a:pt x="99957" y="239621"/>
                </a:lnTo>
                <a:lnTo>
                  <a:pt x="99973" y="233477"/>
                </a:lnTo>
                <a:lnTo>
                  <a:pt x="100002" y="227333"/>
                </a:lnTo>
                <a:lnTo>
                  <a:pt x="100038" y="221189"/>
                </a:lnTo>
                <a:lnTo>
                  <a:pt x="100075" y="215045"/>
                </a:lnTo>
                <a:lnTo>
                  <a:pt x="100106" y="208901"/>
                </a:lnTo>
                <a:lnTo>
                  <a:pt x="100126" y="202757"/>
                </a:lnTo>
                <a:lnTo>
                  <a:pt x="100130" y="196613"/>
                </a:lnTo>
                <a:lnTo>
                  <a:pt x="100116" y="190468"/>
                </a:lnTo>
                <a:lnTo>
                  <a:pt x="100085" y="184324"/>
                </a:lnTo>
                <a:lnTo>
                  <a:pt x="100039" y="178180"/>
                </a:lnTo>
                <a:lnTo>
                  <a:pt x="99981" y="172036"/>
                </a:lnTo>
                <a:lnTo>
                  <a:pt x="99913" y="165892"/>
                </a:lnTo>
                <a:lnTo>
                  <a:pt x="99839" y="159748"/>
                </a:lnTo>
                <a:lnTo>
                  <a:pt x="99756" y="153604"/>
                </a:lnTo>
                <a:lnTo>
                  <a:pt x="99659" y="147459"/>
                </a:lnTo>
                <a:lnTo>
                  <a:pt x="99534" y="141315"/>
                </a:lnTo>
                <a:lnTo>
                  <a:pt x="99360" y="135171"/>
                </a:lnTo>
                <a:lnTo>
                  <a:pt x="99103" y="129027"/>
                </a:lnTo>
                <a:lnTo>
                  <a:pt x="98718" y="122883"/>
                </a:lnTo>
                <a:lnTo>
                  <a:pt x="98142" y="116739"/>
                </a:lnTo>
                <a:lnTo>
                  <a:pt x="97298" y="110595"/>
                </a:lnTo>
                <a:lnTo>
                  <a:pt x="96092" y="104450"/>
                </a:lnTo>
                <a:lnTo>
                  <a:pt x="94411" y="98306"/>
                </a:lnTo>
                <a:lnTo>
                  <a:pt x="92134" y="92162"/>
                </a:lnTo>
                <a:lnTo>
                  <a:pt x="89135" y="86018"/>
                </a:lnTo>
                <a:lnTo>
                  <a:pt x="85293" y="79874"/>
                </a:lnTo>
                <a:lnTo>
                  <a:pt x="80509" y="73730"/>
                </a:lnTo>
                <a:lnTo>
                  <a:pt x="74726" y="67586"/>
                </a:lnTo>
                <a:lnTo>
                  <a:pt x="67941" y="61441"/>
                </a:lnTo>
                <a:lnTo>
                  <a:pt x="60231" y="55297"/>
                </a:lnTo>
                <a:lnTo>
                  <a:pt x="51761" y="49153"/>
                </a:lnTo>
                <a:lnTo>
                  <a:pt x="42789" y="43009"/>
                </a:lnTo>
                <a:lnTo>
                  <a:pt x="33665" y="36865"/>
                </a:lnTo>
                <a:lnTo>
                  <a:pt x="24809" y="30721"/>
                </a:lnTo>
                <a:lnTo>
                  <a:pt x="16685" y="24577"/>
                </a:lnTo>
                <a:lnTo>
                  <a:pt x="9760" y="18432"/>
                </a:lnTo>
                <a:lnTo>
                  <a:pt x="4463" y="12288"/>
                </a:lnTo>
                <a:lnTo>
                  <a:pt x="1135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90" y="6144"/>
                </a:lnTo>
                <a:lnTo>
                  <a:pt x="198662" y="12288"/>
                </a:lnTo>
                <a:lnTo>
                  <a:pt x="193365" y="18432"/>
                </a:lnTo>
                <a:lnTo>
                  <a:pt x="186440" y="24577"/>
                </a:lnTo>
                <a:lnTo>
                  <a:pt x="178316" y="30721"/>
                </a:lnTo>
                <a:lnTo>
                  <a:pt x="169460" y="36865"/>
                </a:lnTo>
                <a:lnTo>
                  <a:pt x="160336" y="43009"/>
                </a:lnTo>
                <a:lnTo>
                  <a:pt x="151364" y="49153"/>
                </a:lnTo>
                <a:lnTo>
                  <a:pt x="142894" y="55297"/>
                </a:lnTo>
                <a:lnTo>
                  <a:pt x="135184" y="61441"/>
                </a:lnTo>
                <a:lnTo>
                  <a:pt x="128399" y="67586"/>
                </a:lnTo>
                <a:lnTo>
                  <a:pt x="122616" y="73730"/>
                </a:lnTo>
                <a:lnTo>
                  <a:pt x="117832" y="79874"/>
                </a:lnTo>
                <a:lnTo>
                  <a:pt x="113990" y="86018"/>
                </a:lnTo>
                <a:lnTo>
                  <a:pt x="110991" y="92162"/>
                </a:lnTo>
                <a:lnTo>
                  <a:pt x="108714" y="98306"/>
                </a:lnTo>
                <a:lnTo>
                  <a:pt x="107033" y="104450"/>
                </a:lnTo>
                <a:lnTo>
                  <a:pt x="105827" y="110595"/>
                </a:lnTo>
                <a:lnTo>
                  <a:pt x="104983" y="116739"/>
                </a:lnTo>
                <a:lnTo>
                  <a:pt x="104407" y="122883"/>
                </a:lnTo>
                <a:lnTo>
                  <a:pt x="104022" y="129027"/>
                </a:lnTo>
                <a:lnTo>
                  <a:pt x="103765" y="135171"/>
                </a:lnTo>
                <a:lnTo>
                  <a:pt x="103591" y="141315"/>
                </a:lnTo>
                <a:lnTo>
                  <a:pt x="103466" y="147459"/>
                </a:lnTo>
                <a:lnTo>
                  <a:pt x="103369" y="153604"/>
                </a:lnTo>
                <a:lnTo>
                  <a:pt x="103286" y="159748"/>
                </a:lnTo>
                <a:lnTo>
                  <a:pt x="103212" y="165892"/>
                </a:lnTo>
                <a:lnTo>
                  <a:pt x="103144" y="172036"/>
                </a:lnTo>
                <a:lnTo>
                  <a:pt x="103086" y="178180"/>
                </a:lnTo>
                <a:lnTo>
                  <a:pt x="103040" y="184324"/>
                </a:lnTo>
                <a:lnTo>
                  <a:pt x="103009" y="190468"/>
                </a:lnTo>
                <a:lnTo>
                  <a:pt x="102995" y="196613"/>
                </a:lnTo>
                <a:lnTo>
                  <a:pt x="102999" y="202757"/>
                </a:lnTo>
                <a:lnTo>
                  <a:pt x="103019" y="208901"/>
                </a:lnTo>
                <a:lnTo>
                  <a:pt x="103050" y="215045"/>
                </a:lnTo>
                <a:lnTo>
                  <a:pt x="103087" y="221189"/>
                </a:lnTo>
                <a:lnTo>
                  <a:pt x="103123" y="227333"/>
                </a:lnTo>
                <a:lnTo>
                  <a:pt x="103152" y="233477"/>
                </a:lnTo>
                <a:lnTo>
                  <a:pt x="103168" y="239621"/>
                </a:lnTo>
                <a:lnTo>
                  <a:pt x="103169" y="245766"/>
                </a:lnTo>
                <a:lnTo>
                  <a:pt x="103152" y="251910"/>
                </a:lnTo>
                <a:lnTo>
                  <a:pt x="103122" y="258054"/>
                </a:lnTo>
                <a:lnTo>
                  <a:pt x="103084" y="264198"/>
                </a:lnTo>
                <a:lnTo>
                  <a:pt x="103047" y="270342"/>
                </a:lnTo>
                <a:lnTo>
                  <a:pt x="103021" y="276486"/>
                </a:lnTo>
                <a:lnTo>
                  <a:pt x="103018" y="282630"/>
                </a:lnTo>
                <a:lnTo>
                  <a:pt x="103050" y="288775"/>
                </a:lnTo>
                <a:lnTo>
                  <a:pt x="103127" y="294919"/>
                </a:lnTo>
                <a:lnTo>
                  <a:pt x="103258" y="301063"/>
                </a:lnTo>
                <a:lnTo>
                  <a:pt x="103445" y="307207"/>
                </a:lnTo>
                <a:lnTo>
                  <a:pt x="103688" y="313351"/>
                </a:lnTo>
                <a:lnTo>
                  <a:pt x="103981" y="319495"/>
                </a:lnTo>
                <a:lnTo>
                  <a:pt x="104311" y="325639"/>
                </a:lnTo>
                <a:lnTo>
                  <a:pt x="104663" y="331784"/>
                </a:lnTo>
                <a:lnTo>
                  <a:pt x="105017" y="337928"/>
                </a:lnTo>
                <a:lnTo>
                  <a:pt x="105350" y="344072"/>
                </a:lnTo>
                <a:lnTo>
                  <a:pt x="105641" y="350216"/>
                </a:lnTo>
                <a:lnTo>
                  <a:pt x="105869" y="356360"/>
                </a:lnTo>
                <a:lnTo>
                  <a:pt x="106020" y="362504"/>
                </a:lnTo>
                <a:lnTo>
                  <a:pt x="106085" y="368648"/>
                </a:lnTo>
                <a:lnTo>
                  <a:pt x="106063" y="374793"/>
                </a:lnTo>
                <a:lnTo>
                  <a:pt x="105962" y="380937"/>
                </a:lnTo>
                <a:lnTo>
                  <a:pt x="105795" y="387081"/>
                </a:lnTo>
                <a:lnTo>
                  <a:pt x="105585" y="393225"/>
                </a:lnTo>
                <a:lnTo>
                  <a:pt x="105360" y="399369"/>
                </a:lnTo>
                <a:lnTo>
                  <a:pt x="105147" y="405513"/>
                </a:lnTo>
                <a:lnTo>
                  <a:pt x="104977" y="411657"/>
                </a:lnTo>
                <a:lnTo>
                  <a:pt x="104876" y="417802"/>
                </a:lnTo>
                <a:lnTo>
                  <a:pt x="104866" y="423946"/>
                </a:lnTo>
                <a:lnTo>
                  <a:pt x="104961" y="430090"/>
                </a:lnTo>
                <a:lnTo>
                  <a:pt x="105171" y="436234"/>
                </a:lnTo>
                <a:lnTo>
                  <a:pt x="105492" y="442378"/>
                </a:lnTo>
                <a:lnTo>
                  <a:pt x="105915" y="448522"/>
                </a:lnTo>
                <a:lnTo>
                  <a:pt x="106424" y="454666"/>
                </a:lnTo>
                <a:lnTo>
                  <a:pt x="106996" y="460811"/>
                </a:lnTo>
                <a:lnTo>
                  <a:pt x="107603" y="466955"/>
                </a:lnTo>
                <a:lnTo>
                  <a:pt x="108218" y="473099"/>
                </a:lnTo>
                <a:lnTo>
                  <a:pt x="108811" y="479243"/>
                </a:lnTo>
                <a:lnTo>
                  <a:pt x="109359" y="485387"/>
                </a:lnTo>
                <a:lnTo>
                  <a:pt x="109839" y="491531"/>
                </a:lnTo>
                <a:lnTo>
                  <a:pt x="110234" y="497675"/>
                </a:lnTo>
                <a:lnTo>
                  <a:pt x="110532" y="503820"/>
                </a:lnTo>
                <a:lnTo>
                  <a:pt x="110727" y="509964"/>
                </a:lnTo>
                <a:lnTo>
                  <a:pt x="110815" y="516108"/>
                </a:lnTo>
                <a:lnTo>
                  <a:pt x="110797" y="522252"/>
                </a:lnTo>
                <a:lnTo>
                  <a:pt x="110674" y="528396"/>
                </a:lnTo>
                <a:lnTo>
                  <a:pt x="110451" y="534540"/>
                </a:lnTo>
                <a:lnTo>
                  <a:pt x="110136" y="540684"/>
                </a:lnTo>
                <a:lnTo>
                  <a:pt x="109735" y="546829"/>
                </a:lnTo>
                <a:lnTo>
                  <a:pt x="109261" y="552973"/>
                </a:lnTo>
                <a:lnTo>
                  <a:pt x="108728" y="559117"/>
                </a:lnTo>
                <a:lnTo>
                  <a:pt x="108154" y="565261"/>
                </a:lnTo>
                <a:lnTo>
                  <a:pt x="107559" y="571405"/>
                </a:lnTo>
                <a:lnTo>
                  <a:pt x="106967" y="577549"/>
                </a:lnTo>
                <a:lnTo>
                  <a:pt x="106404" y="583693"/>
                </a:lnTo>
                <a:lnTo>
                  <a:pt x="105897" y="589838"/>
                </a:lnTo>
                <a:lnTo>
                  <a:pt x="105475" y="595982"/>
                </a:lnTo>
                <a:lnTo>
                  <a:pt x="105168" y="602126"/>
                </a:lnTo>
                <a:lnTo>
                  <a:pt x="105011" y="608270"/>
                </a:lnTo>
                <a:lnTo>
                  <a:pt x="105041" y="614414"/>
                </a:lnTo>
                <a:lnTo>
                  <a:pt x="105303" y="620558"/>
                </a:lnTo>
                <a:lnTo>
                  <a:pt x="105850" y="626702"/>
                </a:lnTo>
                <a:lnTo>
                  <a:pt x="106747" y="632847"/>
                </a:lnTo>
                <a:lnTo>
                  <a:pt x="108070" y="638991"/>
                </a:lnTo>
                <a:lnTo>
                  <a:pt x="109905" y="645135"/>
                </a:lnTo>
                <a:lnTo>
                  <a:pt x="112343" y="651279"/>
                </a:lnTo>
                <a:lnTo>
                  <a:pt x="115471" y="657423"/>
                </a:lnTo>
                <a:lnTo>
                  <a:pt x="119360" y="663567"/>
                </a:lnTo>
                <a:lnTo>
                  <a:pt x="124052" y="669711"/>
                </a:lnTo>
                <a:lnTo>
                  <a:pt x="129544" y="675856"/>
                </a:lnTo>
                <a:lnTo>
                  <a:pt x="135774" y="682000"/>
                </a:lnTo>
                <a:lnTo>
                  <a:pt x="142607" y="688144"/>
                </a:lnTo>
                <a:lnTo>
                  <a:pt x="149834" y="694288"/>
                </a:lnTo>
                <a:lnTo>
                  <a:pt x="157177" y="700432"/>
                </a:lnTo>
                <a:lnTo>
                  <a:pt x="164298" y="706576"/>
                </a:lnTo>
                <a:lnTo>
                  <a:pt x="170826" y="712720"/>
                </a:lnTo>
                <a:lnTo>
                  <a:pt x="176387" y="718865"/>
                </a:lnTo>
                <a:lnTo>
                  <a:pt x="180640" y="725009"/>
                </a:lnTo>
                <a:lnTo>
                  <a:pt x="183311" y="731153"/>
                </a:lnTo>
                <a:lnTo>
                  <a:pt x="184222" y="737297"/>
                </a:lnTo>
                <a:lnTo>
                  <a:pt x="184222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1714" name="12_small_7680">
            <a:extLst>
              <a:ext uri="{FF2B5EF4-FFF2-40B4-BE49-F238E27FC236}">
                <a16:creationId xmlns:a16="http://schemas.microsoft.com/office/drawing/2014/main" id="{661A95AD-9263-4F7B-97ED-FAE73C96F756}"/>
              </a:ext>
            </a:extLst>
          </p:cNvPr>
          <p:cNvSpPr>
            <a:spLocks noGrp="1"/>
          </p:cNvSpPr>
          <p:nvPr/>
        </p:nvSpPr>
        <p:spPr>
          <a:xfrm>
            <a:off x="6052375" y="4068180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72095" y="737297"/>
                </a:moveTo>
                <a:lnTo>
                  <a:pt x="31030" y="737297"/>
                </a:lnTo>
                <a:lnTo>
                  <a:pt x="31805" y="731153"/>
                </a:lnTo>
                <a:lnTo>
                  <a:pt x="34078" y="725009"/>
                </a:lnTo>
                <a:lnTo>
                  <a:pt x="37697" y="718865"/>
                </a:lnTo>
                <a:lnTo>
                  <a:pt x="42430" y="712720"/>
                </a:lnTo>
                <a:lnTo>
                  <a:pt x="47985" y="706576"/>
                </a:lnTo>
                <a:lnTo>
                  <a:pt x="54046" y="700432"/>
                </a:lnTo>
                <a:lnTo>
                  <a:pt x="60296" y="694288"/>
                </a:lnTo>
                <a:lnTo>
                  <a:pt x="66448" y="688144"/>
                </a:lnTo>
                <a:lnTo>
                  <a:pt x="72266" y="682000"/>
                </a:lnTo>
                <a:lnTo>
                  <a:pt x="77571" y="675856"/>
                </a:lnTo>
                <a:lnTo>
                  <a:pt x="82249" y="669711"/>
                </a:lnTo>
                <a:lnTo>
                  <a:pt x="86246" y="663567"/>
                </a:lnTo>
                <a:lnTo>
                  <a:pt x="89561" y="657423"/>
                </a:lnTo>
                <a:lnTo>
                  <a:pt x="92227" y="651279"/>
                </a:lnTo>
                <a:lnTo>
                  <a:pt x="94305" y="645135"/>
                </a:lnTo>
                <a:lnTo>
                  <a:pt x="95869" y="638991"/>
                </a:lnTo>
                <a:lnTo>
                  <a:pt x="96995" y="632847"/>
                </a:lnTo>
                <a:lnTo>
                  <a:pt x="97754" y="626702"/>
                </a:lnTo>
                <a:lnTo>
                  <a:pt x="98211" y="620558"/>
                </a:lnTo>
                <a:lnTo>
                  <a:pt x="98420" y="614414"/>
                </a:lnTo>
                <a:lnTo>
                  <a:pt x="98427" y="608270"/>
                </a:lnTo>
                <a:lnTo>
                  <a:pt x="98269" y="602126"/>
                </a:lnTo>
                <a:lnTo>
                  <a:pt x="97979" y="595982"/>
                </a:lnTo>
                <a:lnTo>
                  <a:pt x="97586" y="589838"/>
                </a:lnTo>
                <a:lnTo>
                  <a:pt x="97117" y="583693"/>
                </a:lnTo>
                <a:lnTo>
                  <a:pt x="96597" y="577549"/>
                </a:lnTo>
                <a:lnTo>
                  <a:pt x="96052" y="571405"/>
                </a:lnTo>
                <a:lnTo>
                  <a:pt x="95504" y="565261"/>
                </a:lnTo>
                <a:lnTo>
                  <a:pt x="94976" y="559117"/>
                </a:lnTo>
                <a:lnTo>
                  <a:pt x="94486" y="552973"/>
                </a:lnTo>
                <a:lnTo>
                  <a:pt x="94050" y="546829"/>
                </a:lnTo>
                <a:lnTo>
                  <a:pt x="93682" y="540684"/>
                </a:lnTo>
                <a:lnTo>
                  <a:pt x="93392" y="534540"/>
                </a:lnTo>
                <a:lnTo>
                  <a:pt x="93188" y="528396"/>
                </a:lnTo>
                <a:lnTo>
                  <a:pt x="93075" y="522252"/>
                </a:lnTo>
                <a:lnTo>
                  <a:pt x="93059" y="516108"/>
                </a:lnTo>
                <a:lnTo>
                  <a:pt x="93141" y="509964"/>
                </a:lnTo>
                <a:lnTo>
                  <a:pt x="93322" y="503820"/>
                </a:lnTo>
                <a:lnTo>
                  <a:pt x="93600" y="497675"/>
                </a:lnTo>
                <a:lnTo>
                  <a:pt x="93969" y="491531"/>
                </a:lnTo>
                <a:lnTo>
                  <a:pt x="94417" y="485387"/>
                </a:lnTo>
                <a:lnTo>
                  <a:pt x="94932" y="479243"/>
                </a:lnTo>
                <a:lnTo>
                  <a:pt x="95494" y="473099"/>
                </a:lnTo>
                <a:lnTo>
                  <a:pt x="96082" y="466955"/>
                </a:lnTo>
                <a:lnTo>
                  <a:pt x="96671" y="460811"/>
                </a:lnTo>
                <a:lnTo>
                  <a:pt x="97237" y="454666"/>
                </a:lnTo>
                <a:lnTo>
                  <a:pt x="97757" y="448522"/>
                </a:lnTo>
                <a:lnTo>
                  <a:pt x="98212" y="442378"/>
                </a:lnTo>
                <a:lnTo>
                  <a:pt x="98586" y="436234"/>
                </a:lnTo>
                <a:lnTo>
                  <a:pt x="98870" y="430090"/>
                </a:lnTo>
                <a:lnTo>
                  <a:pt x="99064" y="423946"/>
                </a:lnTo>
                <a:lnTo>
                  <a:pt x="99171" y="417802"/>
                </a:lnTo>
                <a:lnTo>
                  <a:pt x="99201" y="411657"/>
                </a:lnTo>
                <a:lnTo>
                  <a:pt x="99169" y="405513"/>
                </a:lnTo>
                <a:lnTo>
                  <a:pt x="99096" y="399369"/>
                </a:lnTo>
                <a:lnTo>
                  <a:pt x="99000" y="393225"/>
                </a:lnTo>
                <a:lnTo>
                  <a:pt x="98904" y="387081"/>
                </a:lnTo>
                <a:lnTo>
                  <a:pt x="98826" y="380937"/>
                </a:lnTo>
                <a:lnTo>
                  <a:pt x="98781" y="374793"/>
                </a:lnTo>
                <a:lnTo>
                  <a:pt x="98781" y="368648"/>
                </a:lnTo>
                <a:lnTo>
                  <a:pt x="98834" y="362504"/>
                </a:lnTo>
                <a:lnTo>
                  <a:pt x="98938" y="356360"/>
                </a:lnTo>
                <a:lnTo>
                  <a:pt x="99092" y="350216"/>
                </a:lnTo>
                <a:lnTo>
                  <a:pt x="99287" y="344072"/>
                </a:lnTo>
                <a:lnTo>
                  <a:pt x="99513" y="337928"/>
                </a:lnTo>
                <a:lnTo>
                  <a:pt x="99757" y="331784"/>
                </a:lnTo>
                <a:lnTo>
                  <a:pt x="100008" y="325639"/>
                </a:lnTo>
                <a:lnTo>
                  <a:pt x="100254" y="319495"/>
                </a:lnTo>
                <a:lnTo>
                  <a:pt x="100486" y="313351"/>
                </a:lnTo>
                <a:lnTo>
                  <a:pt x="100697" y="307207"/>
                </a:lnTo>
                <a:lnTo>
                  <a:pt x="100882" y="301063"/>
                </a:lnTo>
                <a:lnTo>
                  <a:pt x="101039" y="294919"/>
                </a:lnTo>
                <a:lnTo>
                  <a:pt x="101167" y="288775"/>
                </a:lnTo>
                <a:lnTo>
                  <a:pt x="101269" y="282630"/>
                </a:lnTo>
                <a:lnTo>
                  <a:pt x="101347" y="276486"/>
                </a:lnTo>
                <a:lnTo>
                  <a:pt x="101403" y="270342"/>
                </a:lnTo>
                <a:lnTo>
                  <a:pt x="101439" y="264198"/>
                </a:lnTo>
                <a:lnTo>
                  <a:pt x="101458" y="258054"/>
                </a:lnTo>
                <a:lnTo>
                  <a:pt x="101461" y="251910"/>
                </a:lnTo>
                <a:lnTo>
                  <a:pt x="101449" y="245766"/>
                </a:lnTo>
                <a:lnTo>
                  <a:pt x="101420" y="239621"/>
                </a:lnTo>
                <a:lnTo>
                  <a:pt x="101375" y="233477"/>
                </a:lnTo>
                <a:lnTo>
                  <a:pt x="101310" y="227333"/>
                </a:lnTo>
                <a:lnTo>
                  <a:pt x="101225" y="221189"/>
                </a:lnTo>
                <a:lnTo>
                  <a:pt x="101116" y="215045"/>
                </a:lnTo>
                <a:lnTo>
                  <a:pt x="100982" y="208901"/>
                </a:lnTo>
                <a:lnTo>
                  <a:pt x="100823" y="202757"/>
                </a:lnTo>
                <a:lnTo>
                  <a:pt x="100639" y="196613"/>
                </a:lnTo>
                <a:lnTo>
                  <a:pt x="100431" y="190468"/>
                </a:lnTo>
                <a:lnTo>
                  <a:pt x="100205" y="184324"/>
                </a:lnTo>
                <a:lnTo>
                  <a:pt x="99964" y="178180"/>
                </a:lnTo>
                <a:lnTo>
                  <a:pt x="99715" y="172036"/>
                </a:lnTo>
                <a:lnTo>
                  <a:pt x="99464" y="165892"/>
                </a:lnTo>
                <a:lnTo>
                  <a:pt x="99217" y="159748"/>
                </a:lnTo>
                <a:lnTo>
                  <a:pt x="98976" y="153604"/>
                </a:lnTo>
                <a:lnTo>
                  <a:pt x="98740" y="147459"/>
                </a:lnTo>
                <a:lnTo>
                  <a:pt x="98499" y="141315"/>
                </a:lnTo>
                <a:lnTo>
                  <a:pt x="98238" y="135171"/>
                </a:lnTo>
                <a:lnTo>
                  <a:pt x="97924" y="129027"/>
                </a:lnTo>
                <a:lnTo>
                  <a:pt x="97516" y="122883"/>
                </a:lnTo>
                <a:lnTo>
                  <a:pt x="96950" y="116739"/>
                </a:lnTo>
                <a:lnTo>
                  <a:pt x="96148" y="110595"/>
                </a:lnTo>
                <a:lnTo>
                  <a:pt x="95011" y="104450"/>
                </a:lnTo>
                <a:lnTo>
                  <a:pt x="93424" y="98306"/>
                </a:lnTo>
                <a:lnTo>
                  <a:pt x="91256" y="92162"/>
                </a:lnTo>
                <a:lnTo>
                  <a:pt x="88376" y="86018"/>
                </a:lnTo>
                <a:lnTo>
                  <a:pt x="84656" y="79874"/>
                </a:lnTo>
                <a:lnTo>
                  <a:pt x="79991" y="73730"/>
                </a:lnTo>
                <a:lnTo>
                  <a:pt x="74317" y="67586"/>
                </a:lnTo>
                <a:lnTo>
                  <a:pt x="67630" y="61441"/>
                </a:lnTo>
                <a:lnTo>
                  <a:pt x="60003" y="55297"/>
                </a:lnTo>
                <a:lnTo>
                  <a:pt x="51600" y="49153"/>
                </a:lnTo>
                <a:lnTo>
                  <a:pt x="42681" y="43009"/>
                </a:lnTo>
                <a:lnTo>
                  <a:pt x="33596" y="36865"/>
                </a:lnTo>
                <a:lnTo>
                  <a:pt x="24768" y="30721"/>
                </a:lnTo>
                <a:lnTo>
                  <a:pt x="16662" y="24577"/>
                </a:lnTo>
                <a:lnTo>
                  <a:pt x="9750" y="18432"/>
                </a:lnTo>
                <a:lnTo>
                  <a:pt x="4458" y="12288"/>
                </a:lnTo>
                <a:lnTo>
                  <a:pt x="1134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91" y="6144"/>
                </a:lnTo>
                <a:lnTo>
                  <a:pt x="198667" y="12288"/>
                </a:lnTo>
                <a:lnTo>
                  <a:pt x="193375" y="18432"/>
                </a:lnTo>
                <a:lnTo>
                  <a:pt x="186463" y="24577"/>
                </a:lnTo>
                <a:lnTo>
                  <a:pt x="178357" y="30721"/>
                </a:lnTo>
                <a:lnTo>
                  <a:pt x="169529" y="36865"/>
                </a:lnTo>
                <a:lnTo>
                  <a:pt x="160444" y="43009"/>
                </a:lnTo>
                <a:lnTo>
                  <a:pt x="151525" y="49153"/>
                </a:lnTo>
                <a:lnTo>
                  <a:pt x="143122" y="55297"/>
                </a:lnTo>
                <a:lnTo>
                  <a:pt x="135495" y="61441"/>
                </a:lnTo>
                <a:lnTo>
                  <a:pt x="128808" y="67586"/>
                </a:lnTo>
                <a:lnTo>
                  <a:pt x="123134" y="73730"/>
                </a:lnTo>
                <a:lnTo>
                  <a:pt x="118469" y="79874"/>
                </a:lnTo>
                <a:lnTo>
                  <a:pt x="114749" y="86018"/>
                </a:lnTo>
                <a:lnTo>
                  <a:pt x="111869" y="92162"/>
                </a:lnTo>
                <a:lnTo>
                  <a:pt x="109701" y="98306"/>
                </a:lnTo>
                <a:lnTo>
                  <a:pt x="108114" y="104450"/>
                </a:lnTo>
                <a:lnTo>
                  <a:pt x="106977" y="110595"/>
                </a:lnTo>
                <a:lnTo>
                  <a:pt x="106175" y="116739"/>
                </a:lnTo>
                <a:lnTo>
                  <a:pt x="105609" y="122883"/>
                </a:lnTo>
                <a:lnTo>
                  <a:pt x="105201" y="129027"/>
                </a:lnTo>
                <a:lnTo>
                  <a:pt x="104887" y="135171"/>
                </a:lnTo>
                <a:lnTo>
                  <a:pt x="104626" y="141315"/>
                </a:lnTo>
                <a:lnTo>
                  <a:pt x="104385" y="147459"/>
                </a:lnTo>
                <a:lnTo>
                  <a:pt x="104149" y="153604"/>
                </a:lnTo>
                <a:lnTo>
                  <a:pt x="103908" y="159748"/>
                </a:lnTo>
                <a:lnTo>
                  <a:pt x="103661" y="165892"/>
                </a:lnTo>
                <a:lnTo>
                  <a:pt x="103410" y="172036"/>
                </a:lnTo>
                <a:lnTo>
                  <a:pt x="103161" y="178180"/>
                </a:lnTo>
                <a:lnTo>
                  <a:pt x="102920" y="184324"/>
                </a:lnTo>
                <a:lnTo>
                  <a:pt x="102694" y="190468"/>
                </a:lnTo>
                <a:lnTo>
                  <a:pt x="102486" y="196613"/>
                </a:lnTo>
                <a:lnTo>
                  <a:pt x="102302" y="202757"/>
                </a:lnTo>
                <a:lnTo>
                  <a:pt x="102143" y="208901"/>
                </a:lnTo>
                <a:lnTo>
                  <a:pt x="102009" y="215045"/>
                </a:lnTo>
                <a:lnTo>
                  <a:pt x="101900" y="221189"/>
                </a:lnTo>
                <a:lnTo>
                  <a:pt x="101815" y="227333"/>
                </a:lnTo>
                <a:lnTo>
                  <a:pt x="101750" y="233477"/>
                </a:lnTo>
                <a:lnTo>
                  <a:pt x="101705" y="239621"/>
                </a:lnTo>
                <a:lnTo>
                  <a:pt x="101676" y="245766"/>
                </a:lnTo>
                <a:lnTo>
                  <a:pt x="101664" y="251910"/>
                </a:lnTo>
                <a:lnTo>
                  <a:pt x="101667" y="258054"/>
                </a:lnTo>
                <a:lnTo>
                  <a:pt x="101686" y="264198"/>
                </a:lnTo>
                <a:lnTo>
                  <a:pt x="101722" y="270342"/>
                </a:lnTo>
                <a:lnTo>
                  <a:pt x="101778" y="276486"/>
                </a:lnTo>
                <a:lnTo>
                  <a:pt x="101856" y="282630"/>
                </a:lnTo>
                <a:lnTo>
                  <a:pt x="101958" y="288775"/>
                </a:lnTo>
                <a:lnTo>
                  <a:pt x="102086" y="294919"/>
                </a:lnTo>
                <a:lnTo>
                  <a:pt x="102243" y="301063"/>
                </a:lnTo>
                <a:lnTo>
                  <a:pt x="102428" y="307207"/>
                </a:lnTo>
                <a:lnTo>
                  <a:pt x="102639" y="313351"/>
                </a:lnTo>
                <a:lnTo>
                  <a:pt x="102871" y="319495"/>
                </a:lnTo>
                <a:lnTo>
                  <a:pt x="103117" y="325639"/>
                </a:lnTo>
                <a:lnTo>
                  <a:pt x="103368" y="331784"/>
                </a:lnTo>
                <a:lnTo>
                  <a:pt x="103612" y="337928"/>
                </a:lnTo>
                <a:lnTo>
                  <a:pt x="103838" y="344072"/>
                </a:lnTo>
                <a:lnTo>
                  <a:pt x="104033" y="350216"/>
                </a:lnTo>
                <a:lnTo>
                  <a:pt x="104187" y="356360"/>
                </a:lnTo>
                <a:lnTo>
                  <a:pt x="104291" y="362504"/>
                </a:lnTo>
                <a:lnTo>
                  <a:pt x="104344" y="368648"/>
                </a:lnTo>
                <a:lnTo>
                  <a:pt x="104344" y="374793"/>
                </a:lnTo>
                <a:lnTo>
                  <a:pt x="104299" y="380937"/>
                </a:lnTo>
                <a:lnTo>
                  <a:pt x="104221" y="387081"/>
                </a:lnTo>
                <a:lnTo>
                  <a:pt x="104125" y="393225"/>
                </a:lnTo>
                <a:lnTo>
                  <a:pt x="104029" y="399369"/>
                </a:lnTo>
                <a:lnTo>
                  <a:pt x="103956" y="405513"/>
                </a:lnTo>
                <a:lnTo>
                  <a:pt x="103924" y="411657"/>
                </a:lnTo>
                <a:lnTo>
                  <a:pt x="103954" y="417802"/>
                </a:lnTo>
                <a:lnTo>
                  <a:pt x="104061" y="423946"/>
                </a:lnTo>
                <a:lnTo>
                  <a:pt x="104255" y="430090"/>
                </a:lnTo>
                <a:lnTo>
                  <a:pt x="104539" y="436234"/>
                </a:lnTo>
                <a:lnTo>
                  <a:pt x="104913" y="442378"/>
                </a:lnTo>
                <a:lnTo>
                  <a:pt x="105368" y="448522"/>
                </a:lnTo>
                <a:lnTo>
                  <a:pt x="105888" y="454666"/>
                </a:lnTo>
                <a:lnTo>
                  <a:pt x="106454" y="460811"/>
                </a:lnTo>
                <a:lnTo>
                  <a:pt x="107043" y="466955"/>
                </a:lnTo>
                <a:lnTo>
                  <a:pt x="107631" y="473099"/>
                </a:lnTo>
                <a:lnTo>
                  <a:pt x="108193" y="479243"/>
                </a:lnTo>
                <a:lnTo>
                  <a:pt x="108708" y="485387"/>
                </a:lnTo>
                <a:lnTo>
                  <a:pt x="109156" y="491531"/>
                </a:lnTo>
                <a:lnTo>
                  <a:pt x="109525" y="497675"/>
                </a:lnTo>
                <a:lnTo>
                  <a:pt x="109802" y="503820"/>
                </a:lnTo>
                <a:lnTo>
                  <a:pt x="109984" y="509964"/>
                </a:lnTo>
                <a:lnTo>
                  <a:pt x="110066" y="516108"/>
                </a:lnTo>
                <a:lnTo>
                  <a:pt x="110050" y="522252"/>
                </a:lnTo>
                <a:lnTo>
                  <a:pt x="109937" y="528396"/>
                </a:lnTo>
                <a:lnTo>
                  <a:pt x="109733" y="534540"/>
                </a:lnTo>
                <a:lnTo>
                  <a:pt x="109443" y="540684"/>
                </a:lnTo>
                <a:lnTo>
                  <a:pt x="109075" y="546829"/>
                </a:lnTo>
                <a:lnTo>
                  <a:pt x="108639" y="552973"/>
                </a:lnTo>
                <a:lnTo>
                  <a:pt x="108149" y="559117"/>
                </a:lnTo>
                <a:lnTo>
                  <a:pt x="107621" y="565261"/>
                </a:lnTo>
                <a:lnTo>
                  <a:pt x="107073" y="571405"/>
                </a:lnTo>
                <a:lnTo>
                  <a:pt x="106528" y="577549"/>
                </a:lnTo>
                <a:lnTo>
                  <a:pt x="106008" y="583693"/>
                </a:lnTo>
                <a:lnTo>
                  <a:pt x="105539" y="589838"/>
                </a:lnTo>
                <a:lnTo>
                  <a:pt x="105146" y="595982"/>
                </a:lnTo>
                <a:lnTo>
                  <a:pt x="104856" y="602126"/>
                </a:lnTo>
                <a:lnTo>
                  <a:pt x="104698" y="608270"/>
                </a:lnTo>
                <a:lnTo>
                  <a:pt x="104705" y="614414"/>
                </a:lnTo>
                <a:lnTo>
                  <a:pt x="104914" y="620558"/>
                </a:lnTo>
                <a:lnTo>
                  <a:pt x="105371" y="626702"/>
                </a:lnTo>
                <a:lnTo>
                  <a:pt x="106130" y="632847"/>
                </a:lnTo>
                <a:lnTo>
                  <a:pt x="107256" y="638991"/>
                </a:lnTo>
                <a:lnTo>
                  <a:pt x="108820" y="645135"/>
                </a:lnTo>
                <a:lnTo>
                  <a:pt x="110898" y="651279"/>
                </a:lnTo>
                <a:lnTo>
                  <a:pt x="113564" y="657423"/>
                </a:lnTo>
                <a:lnTo>
                  <a:pt x="116879" y="663567"/>
                </a:lnTo>
                <a:lnTo>
                  <a:pt x="120876" y="669711"/>
                </a:lnTo>
                <a:lnTo>
                  <a:pt x="125554" y="675856"/>
                </a:lnTo>
                <a:lnTo>
                  <a:pt x="130859" y="682000"/>
                </a:lnTo>
                <a:lnTo>
                  <a:pt x="136677" y="688144"/>
                </a:lnTo>
                <a:lnTo>
                  <a:pt x="142829" y="694288"/>
                </a:lnTo>
                <a:lnTo>
                  <a:pt x="149079" y="700432"/>
                </a:lnTo>
                <a:lnTo>
                  <a:pt x="155140" y="706576"/>
                </a:lnTo>
                <a:lnTo>
                  <a:pt x="160695" y="712720"/>
                </a:lnTo>
                <a:lnTo>
                  <a:pt x="165428" y="718865"/>
                </a:lnTo>
                <a:lnTo>
                  <a:pt x="169047" y="725009"/>
                </a:lnTo>
                <a:lnTo>
                  <a:pt x="171320" y="731153"/>
                </a:lnTo>
                <a:lnTo>
                  <a:pt x="172095" y="737297"/>
                </a:lnTo>
                <a:lnTo>
                  <a:pt x="17209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1715" name="12_small_7681">
            <a:extLst>
              <a:ext uri="{FF2B5EF4-FFF2-40B4-BE49-F238E27FC236}">
                <a16:creationId xmlns:a16="http://schemas.microsoft.com/office/drawing/2014/main" id="{B15C3220-DA37-4457-B8C9-2086C2F9A480}"/>
              </a:ext>
            </a:extLst>
          </p:cNvPr>
          <p:cNvSpPr>
            <a:spLocks noGrp="1"/>
          </p:cNvSpPr>
          <p:nvPr/>
        </p:nvSpPr>
        <p:spPr>
          <a:xfrm>
            <a:off x="3810188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16" name="12_small_7682">
            <a:extLst>
              <a:ext uri="{FF2B5EF4-FFF2-40B4-BE49-F238E27FC236}">
                <a16:creationId xmlns:a16="http://schemas.microsoft.com/office/drawing/2014/main" id="{A6B77B1F-02F3-477D-AA7C-D65DCF602D11}"/>
              </a:ext>
            </a:extLst>
          </p:cNvPr>
          <p:cNvSpPr>
            <a:spLocks noGrp="1"/>
          </p:cNvSpPr>
          <p:nvPr/>
        </p:nvSpPr>
        <p:spPr>
          <a:xfrm>
            <a:off x="4200813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17" name="12_small_7683">
            <a:extLst>
              <a:ext uri="{FF2B5EF4-FFF2-40B4-BE49-F238E27FC236}">
                <a16:creationId xmlns:a16="http://schemas.microsoft.com/office/drawing/2014/main" id="{E4F5DC42-4337-4BE3-A2AD-0B029EC7CA5D}"/>
              </a:ext>
            </a:extLst>
          </p:cNvPr>
          <p:cNvSpPr>
            <a:spLocks noGrp="1"/>
          </p:cNvSpPr>
          <p:nvPr/>
        </p:nvSpPr>
        <p:spPr>
          <a:xfrm>
            <a:off x="4591438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18" name="12_small_7684">
            <a:extLst>
              <a:ext uri="{FF2B5EF4-FFF2-40B4-BE49-F238E27FC236}">
                <a16:creationId xmlns:a16="http://schemas.microsoft.com/office/drawing/2014/main" id="{DAEE185A-3B8B-4318-B1BA-79D4CE48576A}"/>
              </a:ext>
            </a:extLst>
          </p:cNvPr>
          <p:cNvSpPr>
            <a:spLocks noGrp="1"/>
          </p:cNvSpPr>
          <p:nvPr/>
        </p:nvSpPr>
        <p:spPr>
          <a:xfrm>
            <a:off x="5372688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19" name="12_small_7685">
            <a:extLst>
              <a:ext uri="{FF2B5EF4-FFF2-40B4-BE49-F238E27FC236}">
                <a16:creationId xmlns:a16="http://schemas.microsoft.com/office/drawing/2014/main" id="{546C7BA9-6567-4ED4-99B2-B3316C67832B}"/>
              </a:ext>
            </a:extLst>
          </p:cNvPr>
          <p:cNvSpPr>
            <a:spLocks noGrp="1"/>
          </p:cNvSpPr>
          <p:nvPr/>
        </p:nvSpPr>
        <p:spPr>
          <a:xfrm>
            <a:off x="6153938" y="4842342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20" name="12_small_7686">
            <a:extLst>
              <a:ext uri="{FF2B5EF4-FFF2-40B4-BE49-F238E27FC236}">
                <a16:creationId xmlns:a16="http://schemas.microsoft.com/office/drawing/2014/main" id="{9C128DB2-C01B-4624-8D78-46838EEAA427}"/>
              </a:ext>
            </a:extLst>
          </p:cNvPr>
          <p:cNvSpPr>
            <a:spLocks noGrp="1"/>
          </p:cNvSpPr>
          <p:nvPr/>
        </p:nvSpPr>
        <p:spPr>
          <a:xfrm>
            <a:off x="3786750" y="4805477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721" name="12_small_7687">
            <a:extLst>
              <a:ext uri="{FF2B5EF4-FFF2-40B4-BE49-F238E27FC236}">
                <a16:creationId xmlns:a16="http://schemas.microsoft.com/office/drawing/2014/main" id="{218C5AD9-A6E4-4496-AE51-565582CAF221}"/>
              </a:ext>
            </a:extLst>
          </p:cNvPr>
          <p:cNvSpPr>
            <a:spLocks noGrp="1"/>
          </p:cNvSpPr>
          <p:nvPr/>
        </p:nvSpPr>
        <p:spPr>
          <a:xfrm>
            <a:off x="3748650" y="4805477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22" name="text_7688">
            <a:extLst>
              <a:ext uri="{FF2B5EF4-FFF2-40B4-BE49-F238E27FC236}">
                <a16:creationId xmlns:a16="http://schemas.microsoft.com/office/drawing/2014/main" id="{DC9F4794-E063-4BB4-832A-B1E67CDE2BEB}"/>
              </a:ext>
            </a:extLst>
          </p:cNvPr>
          <p:cNvSpPr>
            <a:spLocks noGrp="1"/>
          </p:cNvSpPr>
          <p:nvPr/>
        </p:nvSpPr>
        <p:spPr>
          <a:xfrm>
            <a:off x="3659003" y="4765417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1723" name="12_small_7689">
            <a:extLst>
              <a:ext uri="{FF2B5EF4-FFF2-40B4-BE49-F238E27FC236}">
                <a16:creationId xmlns:a16="http://schemas.microsoft.com/office/drawing/2014/main" id="{F8BC28D6-6B9B-4502-BBA3-2EFB18CAB979}"/>
              </a:ext>
            </a:extLst>
          </p:cNvPr>
          <p:cNvSpPr>
            <a:spLocks noGrp="1"/>
          </p:cNvSpPr>
          <p:nvPr/>
        </p:nvSpPr>
        <p:spPr>
          <a:xfrm>
            <a:off x="3786750" y="4436829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724" name="12_small_7690">
            <a:extLst>
              <a:ext uri="{FF2B5EF4-FFF2-40B4-BE49-F238E27FC236}">
                <a16:creationId xmlns:a16="http://schemas.microsoft.com/office/drawing/2014/main" id="{A37338DB-BBA6-42D3-8F69-8CFD48322C11}"/>
              </a:ext>
            </a:extLst>
          </p:cNvPr>
          <p:cNvSpPr>
            <a:spLocks noGrp="1"/>
          </p:cNvSpPr>
          <p:nvPr/>
        </p:nvSpPr>
        <p:spPr>
          <a:xfrm>
            <a:off x="3748650" y="4436829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25" name="text_7691">
            <a:extLst>
              <a:ext uri="{FF2B5EF4-FFF2-40B4-BE49-F238E27FC236}">
                <a16:creationId xmlns:a16="http://schemas.microsoft.com/office/drawing/2014/main" id="{8840CE78-6745-4E04-9830-947AD41E12FD}"/>
              </a:ext>
            </a:extLst>
          </p:cNvPr>
          <p:cNvSpPr>
            <a:spLocks noGrp="1"/>
          </p:cNvSpPr>
          <p:nvPr/>
        </p:nvSpPr>
        <p:spPr>
          <a:xfrm>
            <a:off x="3607456" y="4396768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1726" name="12_small_7692">
            <a:extLst>
              <a:ext uri="{FF2B5EF4-FFF2-40B4-BE49-F238E27FC236}">
                <a16:creationId xmlns:a16="http://schemas.microsoft.com/office/drawing/2014/main" id="{54F98CF2-0A93-4A06-8D36-25C022978D58}"/>
              </a:ext>
            </a:extLst>
          </p:cNvPr>
          <p:cNvSpPr>
            <a:spLocks noGrp="1"/>
          </p:cNvSpPr>
          <p:nvPr/>
        </p:nvSpPr>
        <p:spPr>
          <a:xfrm>
            <a:off x="3786750" y="406818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1727" name="12_small_7693">
            <a:extLst>
              <a:ext uri="{FF2B5EF4-FFF2-40B4-BE49-F238E27FC236}">
                <a16:creationId xmlns:a16="http://schemas.microsoft.com/office/drawing/2014/main" id="{4412BFED-4FBF-4556-8009-7E4A398C3188}"/>
              </a:ext>
            </a:extLst>
          </p:cNvPr>
          <p:cNvSpPr>
            <a:spLocks noGrp="1"/>
          </p:cNvSpPr>
          <p:nvPr/>
        </p:nvSpPr>
        <p:spPr>
          <a:xfrm>
            <a:off x="3748650" y="4068180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1728" name="text_7694">
            <a:extLst>
              <a:ext uri="{FF2B5EF4-FFF2-40B4-BE49-F238E27FC236}">
                <a16:creationId xmlns:a16="http://schemas.microsoft.com/office/drawing/2014/main" id="{427A0159-6DA3-469C-BC54-D1730DF145FF}"/>
              </a:ext>
            </a:extLst>
          </p:cNvPr>
          <p:cNvSpPr>
            <a:spLocks noGrp="1"/>
          </p:cNvSpPr>
          <p:nvPr/>
        </p:nvSpPr>
        <p:spPr>
          <a:xfrm>
            <a:off x="3555910" y="4028120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1729" name="12_small_7695">
            <a:extLst>
              <a:ext uri="{FF2B5EF4-FFF2-40B4-BE49-F238E27FC236}">
                <a16:creationId xmlns:a16="http://schemas.microsoft.com/office/drawing/2014/main" id="{6AD83D85-3684-4002-992F-8EEBEB74186B}"/>
              </a:ext>
            </a:extLst>
          </p:cNvPr>
          <p:cNvSpPr>
            <a:spLocks noGrp="1"/>
          </p:cNvSpPr>
          <p:nvPr/>
        </p:nvSpPr>
        <p:spPr>
          <a:xfrm>
            <a:off x="4154176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0" name="12_small_7696">
            <a:extLst>
              <a:ext uri="{FF2B5EF4-FFF2-40B4-BE49-F238E27FC236}">
                <a16:creationId xmlns:a16="http://schemas.microsoft.com/office/drawing/2014/main" id="{17BCE624-D8B8-4AA2-A7FF-90A811A93245}"/>
              </a:ext>
            </a:extLst>
          </p:cNvPr>
          <p:cNvSpPr>
            <a:spLocks noGrp="1"/>
          </p:cNvSpPr>
          <p:nvPr/>
        </p:nvSpPr>
        <p:spPr>
          <a:xfrm>
            <a:off x="425845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1" name="12_small_7697">
            <a:extLst>
              <a:ext uri="{FF2B5EF4-FFF2-40B4-BE49-F238E27FC236}">
                <a16:creationId xmlns:a16="http://schemas.microsoft.com/office/drawing/2014/main" id="{301B149D-2616-4FD1-89AE-B14607122901}"/>
              </a:ext>
            </a:extLst>
          </p:cNvPr>
          <p:cNvSpPr>
            <a:spLocks noGrp="1"/>
          </p:cNvSpPr>
          <p:nvPr/>
        </p:nvSpPr>
        <p:spPr>
          <a:xfrm>
            <a:off x="425689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2" name="12_small_7698">
            <a:extLst>
              <a:ext uri="{FF2B5EF4-FFF2-40B4-BE49-F238E27FC236}">
                <a16:creationId xmlns:a16="http://schemas.microsoft.com/office/drawing/2014/main" id="{E03DD235-1D5F-495C-87A5-D3591DA0B9AA}"/>
              </a:ext>
            </a:extLst>
          </p:cNvPr>
          <p:cNvSpPr>
            <a:spLocks noGrp="1"/>
          </p:cNvSpPr>
          <p:nvPr/>
        </p:nvSpPr>
        <p:spPr>
          <a:xfrm>
            <a:off x="4177601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3" name="12_small_7699">
            <a:extLst>
              <a:ext uri="{FF2B5EF4-FFF2-40B4-BE49-F238E27FC236}">
                <a16:creationId xmlns:a16="http://schemas.microsoft.com/office/drawing/2014/main" id="{8C8014B2-CC90-42F1-B46C-27269A70C6E5}"/>
              </a:ext>
            </a:extLst>
          </p:cNvPr>
          <p:cNvSpPr>
            <a:spLocks noGrp="1"/>
          </p:cNvSpPr>
          <p:nvPr/>
        </p:nvSpPr>
        <p:spPr>
          <a:xfrm>
            <a:off x="4259777" y="458062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4" name="12_small_7700">
            <a:extLst>
              <a:ext uri="{FF2B5EF4-FFF2-40B4-BE49-F238E27FC236}">
                <a16:creationId xmlns:a16="http://schemas.microsoft.com/office/drawing/2014/main" id="{2EEFF48A-02DB-4D7A-8C25-49EEED6F6B94}"/>
              </a:ext>
            </a:extLst>
          </p:cNvPr>
          <p:cNvSpPr>
            <a:spLocks noGrp="1"/>
          </p:cNvSpPr>
          <p:nvPr/>
        </p:nvSpPr>
        <p:spPr>
          <a:xfrm>
            <a:off x="4229398" y="445614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5" name="12_small_7701">
            <a:extLst>
              <a:ext uri="{FF2B5EF4-FFF2-40B4-BE49-F238E27FC236}">
                <a16:creationId xmlns:a16="http://schemas.microsoft.com/office/drawing/2014/main" id="{782FED44-D310-4AAB-9BEE-4853813C3436}"/>
              </a:ext>
            </a:extLst>
          </p:cNvPr>
          <p:cNvSpPr>
            <a:spLocks noGrp="1"/>
          </p:cNvSpPr>
          <p:nvPr/>
        </p:nvSpPr>
        <p:spPr>
          <a:xfrm>
            <a:off x="413684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6" name="12_small_7702">
            <a:extLst>
              <a:ext uri="{FF2B5EF4-FFF2-40B4-BE49-F238E27FC236}">
                <a16:creationId xmlns:a16="http://schemas.microsoft.com/office/drawing/2014/main" id="{D01B3A0D-F807-434C-B636-006B7F1E7B10}"/>
              </a:ext>
            </a:extLst>
          </p:cNvPr>
          <p:cNvSpPr>
            <a:spLocks noGrp="1"/>
          </p:cNvSpPr>
          <p:nvPr/>
        </p:nvSpPr>
        <p:spPr>
          <a:xfrm>
            <a:off x="4169110" y="47605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7" name="12_small_7703">
            <a:extLst>
              <a:ext uri="{FF2B5EF4-FFF2-40B4-BE49-F238E27FC236}">
                <a16:creationId xmlns:a16="http://schemas.microsoft.com/office/drawing/2014/main" id="{CE27B950-BCF4-469C-83FE-6FF8EC361B05}"/>
              </a:ext>
            </a:extLst>
          </p:cNvPr>
          <p:cNvSpPr>
            <a:spLocks noGrp="1"/>
          </p:cNvSpPr>
          <p:nvPr/>
        </p:nvSpPr>
        <p:spPr>
          <a:xfrm>
            <a:off x="4186022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8" name="12_small_7704">
            <a:extLst>
              <a:ext uri="{FF2B5EF4-FFF2-40B4-BE49-F238E27FC236}">
                <a16:creationId xmlns:a16="http://schemas.microsoft.com/office/drawing/2014/main" id="{977E8B30-5F25-4D81-AD90-180404241905}"/>
              </a:ext>
            </a:extLst>
          </p:cNvPr>
          <p:cNvSpPr>
            <a:spLocks noGrp="1"/>
          </p:cNvSpPr>
          <p:nvPr/>
        </p:nvSpPr>
        <p:spPr>
          <a:xfrm>
            <a:off x="417083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39" name="12_small_7705">
            <a:extLst>
              <a:ext uri="{FF2B5EF4-FFF2-40B4-BE49-F238E27FC236}">
                <a16:creationId xmlns:a16="http://schemas.microsoft.com/office/drawing/2014/main" id="{0C16CB85-C23D-46A2-8734-2EB89932738A}"/>
              </a:ext>
            </a:extLst>
          </p:cNvPr>
          <p:cNvSpPr>
            <a:spLocks noGrp="1"/>
          </p:cNvSpPr>
          <p:nvPr/>
        </p:nvSpPr>
        <p:spPr>
          <a:xfrm>
            <a:off x="422468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0" name="12_small_7706">
            <a:extLst>
              <a:ext uri="{FF2B5EF4-FFF2-40B4-BE49-F238E27FC236}">
                <a16:creationId xmlns:a16="http://schemas.microsoft.com/office/drawing/2014/main" id="{AB32A864-97AB-41E9-9182-1AA139A9AE3A}"/>
              </a:ext>
            </a:extLst>
          </p:cNvPr>
          <p:cNvSpPr>
            <a:spLocks noGrp="1"/>
          </p:cNvSpPr>
          <p:nvPr/>
        </p:nvSpPr>
        <p:spPr>
          <a:xfrm>
            <a:off x="412960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1" name="12_small_7707">
            <a:extLst>
              <a:ext uri="{FF2B5EF4-FFF2-40B4-BE49-F238E27FC236}">
                <a16:creationId xmlns:a16="http://schemas.microsoft.com/office/drawing/2014/main" id="{7522062B-77FE-4AC7-8D66-04749CB5CCA7}"/>
              </a:ext>
            </a:extLst>
          </p:cNvPr>
          <p:cNvSpPr>
            <a:spLocks noGrp="1"/>
          </p:cNvSpPr>
          <p:nvPr/>
        </p:nvSpPr>
        <p:spPr>
          <a:xfrm>
            <a:off x="416999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2" name="12_small_7708">
            <a:extLst>
              <a:ext uri="{FF2B5EF4-FFF2-40B4-BE49-F238E27FC236}">
                <a16:creationId xmlns:a16="http://schemas.microsoft.com/office/drawing/2014/main" id="{244CD7AF-FC0D-462B-AB9F-907F855C6D78}"/>
              </a:ext>
            </a:extLst>
          </p:cNvPr>
          <p:cNvSpPr>
            <a:spLocks noGrp="1"/>
          </p:cNvSpPr>
          <p:nvPr/>
        </p:nvSpPr>
        <p:spPr>
          <a:xfrm>
            <a:off x="4124198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3" name="12_small_7709">
            <a:extLst>
              <a:ext uri="{FF2B5EF4-FFF2-40B4-BE49-F238E27FC236}">
                <a16:creationId xmlns:a16="http://schemas.microsoft.com/office/drawing/2014/main" id="{CE6DB71D-4855-45A3-91F4-A1BDA5B88456}"/>
              </a:ext>
            </a:extLst>
          </p:cNvPr>
          <p:cNvSpPr>
            <a:spLocks noGrp="1"/>
          </p:cNvSpPr>
          <p:nvPr/>
        </p:nvSpPr>
        <p:spPr>
          <a:xfrm>
            <a:off x="4253942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4" name="12_small_7710">
            <a:extLst>
              <a:ext uri="{FF2B5EF4-FFF2-40B4-BE49-F238E27FC236}">
                <a16:creationId xmlns:a16="http://schemas.microsoft.com/office/drawing/2014/main" id="{B9B73516-9E3C-4429-A1B8-D6E882256360}"/>
              </a:ext>
            </a:extLst>
          </p:cNvPr>
          <p:cNvSpPr>
            <a:spLocks noGrp="1"/>
          </p:cNvSpPr>
          <p:nvPr/>
        </p:nvSpPr>
        <p:spPr>
          <a:xfrm>
            <a:off x="4146797" y="47093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5" name="12_small_7711">
            <a:extLst>
              <a:ext uri="{FF2B5EF4-FFF2-40B4-BE49-F238E27FC236}">
                <a16:creationId xmlns:a16="http://schemas.microsoft.com/office/drawing/2014/main" id="{09F7DC16-47BF-41DD-B1AE-536F89C17352}"/>
              </a:ext>
            </a:extLst>
          </p:cNvPr>
          <p:cNvSpPr>
            <a:spLocks noGrp="1"/>
          </p:cNvSpPr>
          <p:nvPr/>
        </p:nvSpPr>
        <p:spPr>
          <a:xfrm>
            <a:off x="4141463" y="45864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6" name="12_small_7712">
            <a:extLst>
              <a:ext uri="{FF2B5EF4-FFF2-40B4-BE49-F238E27FC236}">
                <a16:creationId xmlns:a16="http://schemas.microsoft.com/office/drawing/2014/main" id="{F1070C80-2C8D-4CB2-9642-B60C59AE24B8}"/>
              </a:ext>
            </a:extLst>
          </p:cNvPr>
          <p:cNvSpPr>
            <a:spLocks noGrp="1"/>
          </p:cNvSpPr>
          <p:nvPr/>
        </p:nvSpPr>
        <p:spPr>
          <a:xfrm>
            <a:off x="419022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7" name="12_small_7713">
            <a:extLst>
              <a:ext uri="{FF2B5EF4-FFF2-40B4-BE49-F238E27FC236}">
                <a16:creationId xmlns:a16="http://schemas.microsoft.com/office/drawing/2014/main" id="{964FB8B1-2F4F-46A9-9F3C-6F8262F348D7}"/>
              </a:ext>
            </a:extLst>
          </p:cNvPr>
          <p:cNvSpPr>
            <a:spLocks noGrp="1"/>
          </p:cNvSpPr>
          <p:nvPr/>
        </p:nvSpPr>
        <p:spPr>
          <a:xfrm>
            <a:off x="4147300" y="4523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8" name="12_small_7714">
            <a:extLst>
              <a:ext uri="{FF2B5EF4-FFF2-40B4-BE49-F238E27FC236}">
                <a16:creationId xmlns:a16="http://schemas.microsoft.com/office/drawing/2014/main" id="{2ABC1A08-1861-4908-8C01-2BC04BFB676F}"/>
              </a:ext>
            </a:extLst>
          </p:cNvPr>
          <p:cNvSpPr>
            <a:spLocks noGrp="1"/>
          </p:cNvSpPr>
          <p:nvPr/>
        </p:nvSpPr>
        <p:spPr>
          <a:xfrm>
            <a:off x="411824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49" name="12_small_7715">
            <a:extLst>
              <a:ext uri="{FF2B5EF4-FFF2-40B4-BE49-F238E27FC236}">
                <a16:creationId xmlns:a16="http://schemas.microsoft.com/office/drawing/2014/main" id="{D326C806-AD7E-49F7-BB18-40B20A814F9E}"/>
              </a:ext>
            </a:extLst>
          </p:cNvPr>
          <p:cNvSpPr>
            <a:spLocks noGrp="1"/>
          </p:cNvSpPr>
          <p:nvPr/>
        </p:nvSpPr>
        <p:spPr>
          <a:xfrm>
            <a:off x="4182671" y="44963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0" name="12_small_7716">
            <a:extLst>
              <a:ext uri="{FF2B5EF4-FFF2-40B4-BE49-F238E27FC236}">
                <a16:creationId xmlns:a16="http://schemas.microsoft.com/office/drawing/2014/main" id="{21794C42-5C95-43D3-93EB-8F7FB0AB231A}"/>
              </a:ext>
            </a:extLst>
          </p:cNvPr>
          <p:cNvSpPr>
            <a:spLocks noGrp="1"/>
          </p:cNvSpPr>
          <p:nvPr/>
        </p:nvSpPr>
        <p:spPr>
          <a:xfrm>
            <a:off x="4173698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1" name="12_small_7717">
            <a:extLst>
              <a:ext uri="{FF2B5EF4-FFF2-40B4-BE49-F238E27FC236}">
                <a16:creationId xmlns:a16="http://schemas.microsoft.com/office/drawing/2014/main" id="{DEF83212-52DB-44B3-AB2B-D306032AD773}"/>
              </a:ext>
            </a:extLst>
          </p:cNvPr>
          <p:cNvSpPr>
            <a:spLocks noGrp="1"/>
          </p:cNvSpPr>
          <p:nvPr/>
        </p:nvSpPr>
        <p:spPr>
          <a:xfrm>
            <a:off x="4116146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2" name="12_small_7718">
            <a:extLst>
              <a:ext uri="{FF2B5EF4-FFF2-40B4-BE49-F238E27FC236}">
                <a16:creationId xmlns:a16="http://schemas.microsoft.com/office/drawing/2014/main" id="{EFD9B2C0-539D-48F5-AD47-677254696B7C}"/>
              </a:ext>
            </a:extLst>
          </p:cNvPr>
          <p:cNvSpPr>
            <a:spLocks noGrp="1"/>
          </p:cNvSpPr>
          <p:nvPr/>
        </p:nvSpPr>
        <p:spPr>
          <a:xfrm>
            <a:off x="4222867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3" name="12_small_7719">
            <a:extLst>
              <a:ext uri="{FF2B5EF4-FFF2-40B4-BE49-F238E27FC236}">
                <a16:creationId xmlns:a16="http://schemas.microsoft.com/office/drawing/2014/main" id="{8D27929D-8C48-4BCD-909E-76042A66E1BD}"/>
              </a:ext>
            </a:extLst>
          </p:cNvPr>
          <p:cNvSpPr>
            <a:spLocks noGrp="1"/>
          </p:cNvSpPr>
          <p:nvPr/>
        </p:nvSpPr>
        <p:spPr>
          <a:xfrm>
            <a:off x="416703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4" name="12_small_7720">
            <a:extLst>
              <a:ext uri="{FF2B5EF4-FFF2-40B4-BE49-F238E27FC236}">
                <a16:creationId xmlns:a16="http://schemas.microsoft.com/office/drawing/2014/main" id="{3496E647-97E0-4111-A946-D13214D88E39}"/>
              </a:ext>
            </a:extLst>
          </p:cNvPr>
          <p:cNvSpPr>
            <a:spLocks noGrp="1"/>
          </p:cNvSpPr>
          <p:nvPr/>
        </p:nvSpPr>
        <p:spPr>
          <a:xfrm>
            <a:off x="4248649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5" name="12_small_7721">
            <a:extLst>
              <a:ext uri="{FF2B5EF4-FFF2-40B4-BE49-F238E27FC236}">
                <a16:creationId xmlns:a16="http://schemas.microsoft.com/office/drawing/2014/main" id="{16A57A1B-6031-40F3-9729-48CE133CAE58}"/>
              </a:ext>
            </a:extLst>
          </p:cNvPr>
          <p:cNvSpPr>
            <a:spLocks noGrp="1"/>
          </p:cNvSpPr>
          <p:nvPr/>
        </p:nvSpPr>
        <p:spPr>
          <a:xfrm>
            <a:off x="4161086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6" name="12_small_7722">
            <a:extLst>
              <a:ext uri="{FF2B5EF4-FFF2-40B4-BE49-F238E27FC236}">
                <a16:creationId xmlns:a16="http://schemas.microsoft.com/office/drawing/2014/main" id="{2A249157-3E07-45D0-856C-95BA0F5087D3}"/>
              </a:ext>
            </a:extLst>
          </p:cNvPr>
          <p:cNvSpPr>
            <a:spLocks noGrp="1"/>
          </p:cNvSpPr>
          <p:nvPr/>
        </p:nvSpPr>
        <p:spPr>
          <a:xfrm>
            <a:off x="421851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7" name="12_small_7723">
            <a:extLst>
              <a:ext uri="{FF2B5EF4-FFF2-40B4-BE49-F238E27FC236}">
                <a16:creationId xmlns:a16="http://schemas.microsoft.com/office/drawing/2014/main" id="{BD17E349-03AA-41C8-AB75-6DB38579C47F}"/>
              </a:ext>
            </a:extLst>
          </p:cNvPr>
          <p:cNvSpPr>
            <a:spLocks noGrp="1"/>
          </p:cNvSpPr>
          <p:nvPr/>
        </p:nvSpPr>
        <p:spPr>
          <a:xfrm>
            <a:off x="415936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8" name="12_small_7724">
            <a:extLst>
              <a:ext uri="{FF2B5EF4-FFF2-40B4-BE49-F238E27FC236}">
                <a16:creationId xmlns:a16="http://schemas.microsoft.com/office/drawing/2014/main" id="{F19CBE88-5F46-4D15-A368-B8ECE80C51AC}"/>
              </a:ext>
            </a:extLst>
          </p:cNvPr>
          <p:cNvSpPr>
            <a:spLocks noGrp="1"/>
          </p:cNvSpPr>
          <p:nvPr/>
        </p:nvSpPr>
        <p:spPr>
          <a:xfrm>
            <a:off x="416455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59" name="12_small_7725">
            <a:extLst>
              <a:ext uri="{FF2B5EF4-FFF2-40B4-BE49-F238E27FC236}">
                <a16:creationId xmlns:a16="http://schemas.microsoft.com/office/drawing/2014/main" id="{9D4FC143-C8EE-479D-B76D-7B167FFCB7B8}"/>
              </a:ext>
            </a:extLst>
          </p:cNvPr>
          <p:cNvSpPr>
            <a:spLocks noGrp="1"/>
          </p:cNvSpPr>
          <p:nvPr/>
        </p:nvSpPr>
        <p:spPr>
          <a:xfrm>
            <a:off x="422308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0" name="12_small_7726">
            <a:extLst>
              <a:ext uri="{FF2B5EF4-FFF2-40B4-BE49-F238E27FC236}">
                <a16:creationId xmlns:a16="http://schemas.microsoft.com/office/drawing/2014/main" id="{79C2AD8A-0100-4D45-BAF3-EA24AF5DBC37}"/>
              </a:ext>
            </a:extLst>
          </p:cNvPr>
          <p:cNvSpPr>
            <a:spLocks noGrp="1"/>
          </p:cNvSpPr>
          <p:nvPr/>
        </p:nvSpPr>
        <p:spPr>
          <a:xfrm>
            <a:off x="4123411" y="449636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1" name="12_small_7727">
            <a:extLst>
              <a:ext uri="{FF2B5EF4-FFF2-40B4-BE49-F238E27FC236}">
                <a16:creationId xmlns:a16="http://schemas.microsoft.com/office/drawing/2014/main" id="{8BD254A6-21BA-4CD1-BA1D-0014888314E6}"/>
              </a:ext>
            </a:extLst>
          </p:cNvPr>
          <p:cNvSpPr>
            <a:spLocks noGrp="1"/>
          </p:cNvSpPr>
          <p:nvPr/>
        </p:nvSpPr>
        <p:spPr>
          <a:xfrm>
            <a:off x="411994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2" name="12_small_7728">
            <a:extLst>
              <a:ext uri="{FF2B5EF4-FFF2-40B4-BE49-F238E27FC236}">
                <a16:creationId xmlns:a16="http://schemas.microsoft.com/office/drawing/2014/main" id="{40A5A552-0B28-45DE-BB70-96923931D7D1}"/>
              </a:ext>
            </a:extLst>
          </p:cNvPr>
          <p:cNvSpPr>
            <a:spLocks noGrp="1"/>
          </p:cNvSpPr>
          <p:nvPr/>
        </p:nvSpPr>
        <p:spPr>
          <a:xfrm>
            <a:off x="424443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3" name="12_small_7729">
            <a:extLst>
              <a:ext uri="{FF2B5EF4-FFF2-40B4-BE49-F238E27FC236}">
                <a16:creationId xmlns:a16="http://schemas.microsoft.com/office/drawing/2014/main" id="{BE3BC031-0632-4BA2-A2EF-C92A8F3E749F}"/>
              </a:ext>
            </a:extLst>
          </p:cNvPr>
          <p:cNvSpPr>
            <a:spLocks noGrp="1"/>
          </p:cNvSpPr>
          <p:nvPr/>
        </p:nvSpPr>
        <p:spPr>
          <a:xfrm>
            <a:off x="4119296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4" name="12_small_7730">
            <a:extLst>
              <a:ext uri="{FF2B5EF4-FFF2-40B4-BE49-F238E27FC236}">
                <a16:creationId xmlns:a16="http://schemas.microsoft.com/office/drawing/2014/main" id="{10BD0963-16FA-41CA-AD5D-2740F7FA7922}"/>
              </a:ext>
            </a:extLst>
          </p:cNvPr>
          <p:cNvSpPr>
            <a:spLocks noGrp="1"/>
          </p:cNvSpPr>
          <p:nvPr/>
        </p:nvSpPr>
        <p:spPr>
          <a:xfrm>
            <a:off x="416616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5" name="12_small_7731">
            <a:extLst>
              <a:ext uri="{FF2B5EF4-FFF2-40B4-BE49-F238E27FC236}">
                <a16:creationId xmlns:a16="http://schemas.microsoft.com/office/drawing/2014/main" id="{81074FCE-B5AF-4F88-B3F8-E37810C1BA4C}"/>
              </a:ext>
            </a:extLst>
          </p:cNvPr>
          <p:cNvSpPr>
            <a:spLocks noGrp="1"/>
          </p:cNvSpPr>
          <p:nvPr/>
        </p:nvSpPr>
        <p:spPr>
          <a:xfrm>
            <a:off x="418300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6" name="12_small_7732">
            <a:extLst>
              <a:ext uri="{FF2B5EF4-FFF2-40B4-BE49-F238E27FC236}">
                <a16:creationId xmlns:a16="http://schemas.microsoft.com/office/drawing/2014/main" id="{8686583E-4E0C-41FF-A91C-2465ABCCB47C}"/>
              </a:ext>
            </a:extLst>
          </p:cNvPr>
          <p:cNvSpPr>
            <a:spLocks noGrp="1"/>
          </p:cNvSpPr>
          <p:nvPr/>
        </p:nvSpPr>
        <p:spPr>
          <a:xfrm>
            <a:off x="413439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7" name="12_small_7733">
            <a:extLst>
              <a:ext uri="{FF2B5EF4-FFF2-40B4-BE49-F238E27FC236}">
                <a16:creationId xmlns:a16="http://schemas.microsoft.com/office/drawing/2014/main" id="{2ED4E1F0-E639-40FF-8EE8-9AC501757DD0}"/>
              </a:ext>
            </a:extLst>
          </p:cNvPr>
          <p:cNvSpPr>
            <a:spLocks noGrp="1"/>
          </p:cNvSpPr>
          <p:nvPr/>
        </p:nvSpPr>
        <p:spPr>
          <a:xfrm>
            <a:off x="416589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8" name="12_small_7734">
            <a:extLst>
              <a:ext uri="{FF2B5EF4-FFF2-40B4-BE49-F238E27FC236}">
                <a16:creationId xmlns:a16="http://schemas.microsoft.com/office/drawing/2014/main" id="{F58EA836-5785-4478-A9F2-91B4EC8A5D1B}"/>
              </a:ext>
            </a:extLst>
          </p:cNvPr>
          <p:cNvSpPr>
            <a:spLocks noGrp="1"/>
          </p:cNvSpPr>
          <p:nvPr/>
        </p:nvSpPr>
        <p:spPr>
          <a:xfrm>
            <a:off x="415835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69" name="12_small_7735">
            <a:extLst>
              <a:ext uri="{FF2B5EF4-FFF2-40B4-BE49-F238E27FC236}">
                <a16:creationId xmlns:a16="http://schemas.microsoft.com/office/drawing/2014/main" id="{10BA6068-4C1B-4C6E-B0D1-C0729629E948}"/>
              </a:ext>
            </a:extLst>
          </p:cNvPr>
          <p:cNvSpPr>
            <a:spLocks noGrp="1"/>
          </p:cNvSpPr>
          <p:nvPr/>
        </p:nvSpPr>
        <p:spPr>
          <a:xfrm>
            <a:off x="4248884" y="464381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0" name="12_small_7736">
            <a:extLst>
              <a:ext uri="{FF2B5EF4-FFF2-40B4-BE49-F238E27FC236}">
                <a16:creationId xmlns:a16="http://schemas.microsoft.com/office/drawing/2014/main" id="{4166BA2E-E5F3-4C22-85DC-C659C518011E}"/>
              </a:ext>
            </a:extLst>
          </p:cNvPr>
          <p:cNvSpPr>
            <a:spLocks noGrp="1"/>
          </p:cNvSpPr>
          <p:nvPr/>
        </p:nvSpPr>
        <p:spPr>
          <a:xfrm>
            <a:off x="4199588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1" name="12_small_7737">
            <a:extLst>
              <a:ext uri="{FF2B5EF4-FFF2-40B4-BE49-F238E27FC236}">
                <a16:creationId xmlns:a16="http://schemas.microsoft.com/office/drawing/2014/main" id="{3D8604C7-800E-4147-8C1D-6204BB5CF7EE}"/>
              </a:ext>
            </a:extLst>
          </p:cNvPr>
          <p:cNvSpPr>
            <a:spLocks noGrp="1"/>
          </p:cNvSpPr>
          <p:nvPr/>
        </p:nvSpPr>
        <p:spPr>
          <a:xfrm>
            <a:off x="419647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2" name="12_small_7738">
            <a:extLst>
              <a:ext uri="{FF2B5EF4-FFF2-40B4-BE49-F238E27FC236}">
                <a16:creationId xmlns:a16="http://schemas.microsoft.com/office/drawing/2014/main" id="{811D4A1E-0131-4B1E-9405-073B8CE2F513}"/>
              </a:ext>
            </a:extLst>
          </p:cNvPr>
          <p:cNvSpPr>
            <a:spLocks noGrp="1"/>
          </p:cNvSpPr>
          <p:nvPr/>
        </p:nvSpPr>
        <p:spPr>
          <a:xfrm>
            <a:off x="4237002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3" name="12_small_7739">
            <a:extLst>
              <a:ext uri="{FF2B5EF4-FFF2-40B4-BE49-F238E27FC236}">
                <a16:creationId xmlns:a16="http://schemas.microsoft.com/office/drawing/2014/main" id="{07C8E60F-BB90-4790-94C8-620815EE2865}"/>
              </a:ext>
            </a:extLst>
          </p:cNvPr>
          <p:cNvSpPr>
            <a:spLocks noGrp="1"/>
          </p:cNvSpPr>
          <p:nvPr/>
        </p:nvSpPr>
        <p:spPr>
          <a:xfrm>
            <a:off x="417676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4" name="12_small_7740">
            <a:extLst>
              <a:ext uri="{FF2B5EF4-FFF2-40B4-BE49-F238E27FC236}">
                <a16:creationId xmlns:a16="http://schemas.microsoft.com/office/drawing/2014/main" id="{33ACD17C-9DAE-4450-A149-3E3F26E11986}"/>
              </a:ext>
            </a:extLst>
          </p:cNvPr>
          <p:cNvSpPr>
            <a:spLocks noGrp="1"/>
          </p:cNvSpPr>
          <p:nvPr/>
        </p:nvSpPr>
        <p:spPr>
          <a:xfrm>
            <a:off x="425207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5" name="12_small_7741">
            <a:extLst>
              <a:ext uri="{FF2B5EF4-FFF2-40B4-BE49-F238E27FC236}">
                <a16:creationId xmlns:a16="http://schemas.microsoft.com/office/drawing/2014/main" id="{D18A3255-8965-475A-91C3-85CDC5EFBE19}"/>
              </a:ext>
            </a:extLst>
          </p:cNvPr>
          <p:cNvSpPr>
            <a:spLocks noGrp="1"/>
          </p:cNvSpPr>
          <p:nvPr/>
        </p:nvSpPr>
        <p:spPr>
          <a:xfrm>
            <a:off x="4219420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6" name="12_small_7742">
            <a:extLst>
              <a:ext uri="{FF2B5EF4-FFF2-40B4-BE49-F238E27FC236}">
                <a16:creationId xmlns:a16="http://schemas.microsoft.com/office/drawing/2014/main" id="{B7738D0C-FD2A-49ED-A83D-AC405C1A00CB}"/>
              </a:ext>
            </a:extLst>
          </p:cNvPr>
          <p:cNvSpPr>
            <a:spLocks noGrp="1"/>
          </p:cNvSpPr>
          <p:nvPr/>
        </p:nvSpPr>
        <p:spPr>
          <a:xfrm>
            <a:off x="4151316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7" name="12_small_7743">
            <a:extLst>
              <a:ext uri="{FF2B5EF4-FFF2-40B4-BE49-F238E27FC236}">
                <a16:creationId xmlns:a16="http://schemas.microsoft.com/office/drawing/2014/main" id="{07AFA89A-51FF-4BC9-BF64-65DE590C02D7}"/>
              </a:ext>
            </a:extLst>
          </p:cNvPr>
          <p:cNvSpPr>
            <a:spLocks noGrp="1"/>
          </p:cNvSpPr>
          <p:nvPr/>
        </p:nvSpPr>
        <p:spPr>
          <a:xfrm>
            <a:off x="4113978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8" name="12_small_7744">
            <a:extLst>
              <a:ext uri="{FF2B5EF4-FFF2-40B4-BE49-F238E27FC236}">
                <a16:creationId xmlns:a16="http://schemas.microsoft.com/office/drawing/2014/main" id="{8690F4C4-C82D-4FE4-A55D-E131553C2AB2}"/>
              </a:ext>
            </a:extLst>
          </p:cNvPr>
          <p:cNvSpPr>
            <a:spLocks noGrp="1"/>
          </p:cNvSpPr>
          <p:nvPr/>
        </p:nvSpPr>
        <p:spPr>
          <a:xfrm>
            <a:off x="4239461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79" name="12_small_7745">
            <a:extLst>
              <a:ext uri="{FF2B5EF4-FFF2-40B4-BE49-F238E27FC236}">
                <a16:creationId xmlns:a16="http://schemas.microsoft.com/office/drawing/2014/main" id="{3ABA5C6B-DD75-4F9C-90A9-705327741FCB}"/>
              </a:ext>
            </a:extLst>
          </p:cNvPr>
          <p:cNvSpPr>
            <a:spLocks noGrp="1"/>
          </p:cNvSpPr>
          <p:nvPr/>
        </p:nvSpPr>
        <p:spPr>
          <a:xfrm>
            <a:off x="425528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0" name="12_small_7746">
            <a:extLst>
              <a:ext uri="{FF2B5EF4-FFF2-40B4-BE49-F238E27FC236}">
                <a16:creationId xmlns:a16="http://schemas.microsoft.com/office/drawing/2014/main" id="{F9CE2104-53DB-4C97-A6BB-999E1D2630CB}"/>
              </a:ext>
            </a:extLst>
          </p:cNvPr>
          <p:cNvSpPr>
            <a:spLocks noGrp="1"/>
          </p:cNvSpPr>
          <p:nvPr/>
        </p:nvSpPr>
        <p:spPr>
          <a:xfrm>
            <a:off x="4190591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1" name="12_small_7747">
            <a:extLst>
              <a:ext uri="{FF2B5EF4-FFF2-40B4-BE49-F238E27FC236}">
                <a16:creationId xmlns:a16="http://schemas.microsoft.com/office/drawing/2014/main" id="{9C1B4111-9CE9-4AF9-9EC0-FD711AAF355A}"/>
              </a:ext>
            </a:extLst>
          </p:cNvPr>
          <p:cNvSpPr>
            <a:spLocks noGrp="1"/>
          </p:cNvSpPr>
          <p:nvPr/>
        </p:nvSpPr>
        <p:spPr>
          <a:xfrm>
            <a:off x="4234675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2" name="12_small_7748">
            <a:extLst>
              <a:ext uri="{FF2B5EF4-FFF2-40B4-BE49-F238E27FC236}">
                <a16:creationId xmlns:a16="http://schemas.microsoft.com/office/drawing/2014/main" id="{87EF524D-78FD-4D7C-9C11-C09F4BCCB523}"/>
              </a:ext>
            </a:extLst>
          </p:cNvPr>
          <p:cNvSpPr>
            <a:spLocks noGrp="1"/>
          </p:cNvSpPr>
          <p:nvPr/>
        </p:nvSpPr>
        <p:spPr>
          <a:xfrm>
            <a:off x="422932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3" name="12_small_7749">
            <a:extLst>
              <a:ext uri="{FF2B5EF4-FFF2-40B4-BE49-F238E27FC236}">
                <a16:creationId xmlns:a16="http://schemas.microsoft.com/office/drawing/2014/main" id="{5F5EE568-5D8D-4BF7-BAC6-185D4E099FE6}"/>
              </a:ext>
            </a:extLst>
          </p:cNvPr>
          <p:cNvSpPr>
            <a:spLocks noGrp="1"/>
          </p:cNvSpPr>
          <p:nvPr/>
        </p:nvSpPr>
        <p:spPr>
          <a:xfrm>
            <a:off x="413711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4" name="12_small_7750">
            <a:extLst>
              <a:ext uri="{FF2B5EF4-FFF2-40B4-BE49-F238E27FC236}">
                <a16:creationId xmlns:a16="http://schemas.microsoft.com/office/drawing/2014/main" id="{E6F56159-EDAC-4D60-8209-DD8FC646823A}"/>
              </a:ext>
            </a:extLst>
          </p:cNvPr>
          <p:cNvSpPr>
            <a:spLocks noGrp="1"/>
          </p:cNvSpPr>
          <p:nvPr/>
        </p:nvSpPr>
        <p:spPr>
          <a:xfrm>
            <a:off x="419786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5" name="12_small_7751">
            <a:extLst>
              <a:ext uri="{FF2B5EF4-FFF2-40B4-BE49-F238E27FC236}">
                <a16:creationId xmlns:a16="http://schemas.microsoft.com/office/drawing/2014/main" id="{52E4A8D7-BBE9-45D6-9B36-D5A562444732}"/>
              </a:ext>
            </a:extLst>
          </p:cNvPr>
          <p:cNvSpPr>
            <a:spLocks noGrp="1"/>
          </p:cNvSpPr>
          <p:nvPr/>
        </p:nvSpPr>
        <p:spPr>
          <a:xfrm>
            <a:off x="420213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6" name="12_small_7752">
            <a:extLst>
              <a:ext uri="{FF2B5EF4-FFF2-40B4-BE49-F238E27FC236}">
                <a16:creationId xmlns:a16="http://schemas.microsoft.com/office/drawing/2014/main" id="{C99B161B-3DC5-428C-AC97-25064D7B36FC}"/>
              </a:ext>
            </a:extLst>
          </p:cNvPr>
          <p:cNvSpPr>
            <a:spLocks noGrp="1"/>
          </p:cNvSpPr>
          <p:nvPr/>
        </p:nvSpPr>
        <p:spPr>
          <a:xfrm>
            <a:off x="423861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7" name="12_small_7753">
            <a:extLst>
              <a:ext uri="{FF2B5EF4-FFF2-40B4-BE49-F238E27FC236}">
                <a16:creationId xmlns:a16="http://schemas.microsoft.com/office/drawing/2014/main" id="{27C9F397-0FFC-463C-B6DD-09F8407D6124}"/>
              </a:ext>
            </a:extLst>
          </p:cNvPr>
          <p:cNvSpPr>
            <a:spLocks noGrp="1"/>
          </p:cNvSpPr>
          <p:nvPr/>
        </p:nvSpPr>
        <p:spPr>
          <a:xfrm>
            <a:off x="425055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8" name="12_small_7754">
            <a:extLst>
              <a:ext uri="{FF2B5EF4-FFF2-40B4-BE49-F238E27FC236}">
                <a16:creationId xmlns:a16="http://schemas.microsoft.com/office/drawing/2014/main" id="{9AC2C2C0-AD1A-4252-891D-7322B314D271}"/>
              </a:ext>
            </a:extLst>
          </p:cNvPr>
          <p:cNvSpPr>
            <a:spLocks noGrp="1"/>
          </p:cNvSpPr>
          <p:nvPr/>
        </p:nvSpPr>
        <p:spPr>
          <a:xfrm>
            <a:off x="424355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89" name="12_small_7755">
            <a:extLst>
              <a:ext uri="{FF2B5EF4-FFF2-40B4-BE49-F238E27FC236}">
                <a16:creationId xmlns:a16="http://schemas.microsoft.com/office/drawing/2014/main" id="{31699B39-CEEA-4451-8B65-EDC7AE17B794}"/>
              </a:ext>
            </a:extLst>
          </p:cNvPr>
          <p:cNvSpPr>
            <a:spLocks noGrp="1"/>
          </p:cNvSpPr>
          <p:nvPr/>
        </p:nvSpPr>
        <p:spPr>
          <a:xfrm>
            <a:off x="4185305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0" name="12_small_7756">
            <a:extLst>
              <a:ext uri="{FF2B5EF4-FFF2-40B4-BE49-F238E27FC236}">
                <a16:creationId xmlns:a16="http://schemas.microsoft.com/office/drawing/2014/main" id="{B2673D03-D31A-416A-83E9-9A1B94E1C252}"/>
              </a:ext>
            </a:extLst>
          </p:cNvPr>
          <p:cNvSpPr>
            <a:spLocks noGrp="1"/>
          </p:cNvSpPr>
          <p:nvPr/>
        </p:nvSpPr>
        <p:spPr>
          <a:xfrm>
            <a:off x="4229531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1" name="12_small_7757">
            <a:extLst>
              <a:ext uri="{FF2B5EF4-FFF2-40B4-BE49-F238E27FC236}">
                <a16:creationId xmlns:a16="http://schemas.microsoft.com/office/drawing/2014/main" id="{9E761C1A-6572-4994-BE40-E159E7482241}"/>
              </a:ext>
            </a:extLst>
          </p:cNvPr>
          <p:cNvSpPr>
            <a:spLocks noGrp="1"/>
          </p:cNvSpPr>
          <p:nvPr/>
        </p:nvSpPr>
        <p:spPr>
          <a:xfrm>
            <a:off x="4210134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2" name="12_small_7758">
            <a:extLst>
              <a:ext uri="{FF2B5EF4-FFF2-40B4-BE49-F238E27FC236}">
                <a16:creationId xmlns:a16="http://schemas.microsoft.com/office/drawing/2014/main" id="{A61C172F-A489-4309-8F4A-515A156D1F81}"/>
              </a:ext>
            </a:extLst>
          </p:cNvPr>
          <p:cNvSpPr>
            <a:spLocks noGrp="1"/>
          </p:cNvSpPr>
          <p:nvPr/>
        </p:nvSpPr>
        <p:spPr>
          <a:xfrm>
            <a:off x="414998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3" name="12_small_7759">
            <a:extLst>
              <a:ext uri="{FF2B5EF4-FFF2-40B4-BE49-F238E27FC236}">
                <a16:creationId xmlns:a16="http://schemas.microsoft.com/office/drawing/2014/main" id="{2D7AAB9E-38F3-4372-B59A-DFE9AC2434C4}"/>
              </a:ext>
            </a:extLst>
          </p:cNvPr>
          <p:cNvSpPr>
            <a:spLocks noGrp="1"/>
          </p:cNvSpPr>
          <p:nvPr/>
        </p:nvSpPr>
        <p:spPr>
          <a:xfrm>
            <a:off x="4132730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4" name="12_small_7760">
            <a:extLst>
              <a:ext uri="{FF2B5EF4-FFF2-40B4-BE49-F238E27FC236}">
                <a16:creationId xmlns:a16="http://schemas.microsoft.com/office/drawing/2014/main" id="{F840C08F-FFCC-4618-B7E5-A9AD64C69CA4}"/>
              </a:ext>
            </a:extLst>
          </p:cNvPr>
          <p:cNvSpPr>
            <a:spLocks noGrp="1"/>
          </p:cNvSpPr>
          <p:nvPr/>
        </p:nvSpPr>
        <p:spPr>
          <a:xfrm>
            <a:off x="4193962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5" name="12_small_7761">
            <a:extLst>
              <a:ext uri="{FF2B5EF4-FFF2-40B4-BE49-F238E27FC236}">
                <a16:creationId xmlns:a16="http://schemas.microsoft.com/office/drawing/2014/main" id="{E720ECBA-ACAD-4206-81D7-B646E23F9870}"/>
              </a:ext>
            </a:extLst>
          </p:cNvPr>
          <p:cNvSpPr>
            <a:spLocks noGrp="1"/>
          </p:cNvSpPr>
          <p:nvPr/>
        </p:nvSpPr>
        <p:spPr>
          <a:xfrm>
            <a:off x="421296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6" name="12_small_7762">
            <a:extLst>
              <a:ext uri="{FF2B5EF4-FFF2-40B4-BE49-F238E27FC236}">
                <a16:creationId xmlns:a16="http://schemas.microsoft.com/office/drawing/2014/main" id="{D2A89C53-C99A-4469-85DE-8741D2646F42}"/>
              </a:ext>
            </a:extLst>
          </p:cNvPr>
          <p:cNvSpPr>
            <a:spLocks noGrp="1"/>
          </p:cNvSpPr>
          <p:nvPr/>
        </p:nvSpPr>
        <p:spPr>
          <a:xfrm>
            <a:off x="422774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7" name="12_small_7763">
            <a:extLst>
              <a:ext uri="{FF2B5EF4-FFF2-40B4-BE49-F238E27FC236}">
                <a16:creationId xmlns:a16="http://schemas.microsoft.com/office/drawing/2014/main" id="{B30ECB99-0338-4BE0-B289-36AF8DD8CB5E}"/>
              </a:ext>
            </a:extLst>
          </p:cNvPr>
          <p:cNvSpPr>
            <a:spLocks noGrp="1"/>
          </p:cNvSpPr>
          <p:nvPr/>
        </p:nvSpPr>
        <p:spPr>
          <a:xfrm>
            <a:off x="419713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8" name="12_small_7764">
            <a:extLst>
              <a:ext uri="{FF2B5EF4-FFF2-40B4-BE49-F238E27FC236}">
                <a16:creationId xmlns:a16="http://schemas.microsoft.com/office/drawing/2014/main" id="{FD685883-4D3E-48E8-8BC6-AEA69507ADE4}"/>
              </a:ext>
            </a:extLst>
          </p:cNvPr>
          <p:cNvSpPr>
            <a:spLocks noGrp="1"/>
          </p:cNvSpPr>
          <p:nvPr/>
        </p:nvSpPr>
        <p:spPr>
          <a:xfrm>
            <a:off x="415739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799" name="12_small_7765">
            <a:extLst>
              <a:ext uri="{FF2B5EF4-FFF2-40B4-BE49-F238E27FC236}">
                <a16:creationId xmlns:a16="http://schemas.microsoft.com/office/drawing/2014/main" id="{8C3DF105-0228-4D71-9F84-E3C77584DDCA}"/>
              </a:ext>
            </a:extLst>
          </p:cNvPr>
          <p:cNvSpPr>
            <a:spLocks noGrp="1"/>
          </p:cNvSpPr>
          <p:nvPr/>
        </p:nvSpPr>
        <p:spPr>
          <a:xfrm>
            <a:off x="425109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0" name="12_small_7766">
            <a:extLst>
              <a:ext uri="{FF2B5EF4-FFF2-40B4-BE49-F238E27FC236}">
                <a16:creationId xmlns:a16="http://schemas.microsoft.com/office/drawing/2014/main" id="{C201A648-539A-4308-827C-DC5ABC0C9EC3}"/>
              </a:ext>
            </a:extLst>
          </p:cNvPr>
          <p:cNvSpPr>
            <a:spLocks noGrp="1"/>
          </p:cNvSpPr>
          <p:nvPr/>
        </p:nvSpPr>
        <p:spPr>
          <a:xfrm>
            <a:off x="4230542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1" name="12_small_7767">
            <a:extLst>
              <a:ext uri="{FF2B5EF4-FFF2-40B4-BE49-F238E27FC236}">
                <a16:creationId xmlns:a16="http://schemas.microsoft.com/office/drawing/2014/main" id="{05FBE732-1E10-4D79-9D4C-1EC2680680DF}"/>
              </a:ext>
            </a:extLst>
          </p:cNvPr>
          <p:cNvSpPr>
            <a:spLocks noGrp="1"/>
          </p:cNvSpPr>
          <p:nvPr/>
        </p:nvSpPr>
        <p:spPr>
          <a:xfrm>
            <a:off x="425897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2" name="12_small_7768">
            <a:extLst>
              <a:ext uri="{FF2B5EF4-FFF2-40B4-BE49-F238E27FC236}">
                <a16:creationId xmlns:a16="http://schemas.microsoft.com/office/drawing/2014/main" id="{C6813F93-D9BF-41AF-BF11-7EC118514F44}"/>
              </a:ext>
            </a:extLst>
          </p:cNvPr>
          <p:cNvSpPr>
            <a:spLocks noGrp="1"/>
          </p:cNvSpPr>
          <p:nvPr/>
        </p:nvSpPr>
        <p:spPr>
          <a:xfrm>
            <a:off x="4258969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3" name="12_small_7769">
            <a:extLst>
              <a:ext uri="{FF2B5EF4-FFF2-40B4-BE49-F238E27FC236}">
                <a16:creationId xmlns:a16="http://schemas.microsoft.com/office/drawing/2014/main" id="{90B86553-8FDA-4AD1-8B09-B80E21954F1A}"/>
              </a:ext>
            </a:extLst>
          </p:cNvPr>
          <p:cNvSpPr>
            <a:spLocks noGrp="1"/>
          </p:cNvSpPr>
          <p:nvPr/>
        </p:nvSpPr>
        <p:spPr>
          <a:xfrm>
            <a:off x="417862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4" name="12_small_7770">
            <a:extLst>
              <a:ext uri="{FF2B5EF4-FFF2-40B4-BE49-F238E27FC236}">
                <a16:creationId xmlns:a16="http://schemas.microsoft.com/office/drawing/2014/main" id="{38C6F7E6-6D6F-4FA3-BA88-749517D28A9E}"/>
              </a:ext>
            </a:extLst>
          </p:cNvPr>
          <p:cNvSpPr>
            <a:spLocks noGrp="1"/>
          </p:cNvSpPr>
          <p:nvPr/>
        </p:nvSpPr>
        <p:spPr>
          <a:xfrm>
            <a:off x="419214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5" name="12_small_7771">
            <a:extLst>
              <a:ext uri="{FF2B5EF4-FFF2-40B4-BE49-F238E27FC236}">
                <a16:creationId xmlns:a16="http://schemas.microsoft.com/office/drawing/2014/main" id="{F2372304-877B-45F1-A9F3-10AE459B09F1}"/>
              </a:ext>
            </a:extLst>
          </p:cNvPr>
          <p:cNvSpPr>
            <a:spLocks noGrp="1"/>
          </p:cNvSpPr>
          <p:nvPr/>
        </p:nvSpPr>
        <p:spPr>
          <a:xfrm>
            <a:off x="414984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6" name="12_small_7772">
            <a:extLst>
              <a:ext uri="{FF2B5EF4-FFF2-40B4-BE49-F238E27FC236}">
                <a16:creationId xmlns:a16="http://schemas.microsoft.com/office/drawing/2014/main" id="{E387C71B-5B6E-4B8C-B1EB-EA0FE0976B08}"/>
              </a:ext>
            </a:extLst>
          </p:cNvPr>
          <p:cNvSpPr>
            <a:spLocks noGrp="1"/>
          </p:cNvSpPr>
          <p:nvPr/>
        </p:nvSpPr>
        <p:spPr>
          <a:xfrm>
            <a:off x="454480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7" name="12_small_7773">
            <a:extLst>
              <a:ext uri="{FF2B5EF4-FFF2-40B4-BE49-F238E27FC236}">
                <a16:creationId xmlns:a16="http://schemas.microsoft.com/office/drawing/2014/main" id="{9EC6D539-DE0D-4741-B213-7A20198ADE2F}"/>
              </a:ext>
            </a:extLst>
          </p:cNvPr>
          <p:cNvSpPr>
            <a:spLocks noGrp="1"/>
          </p:cNvSpPr>
          <p:nvPr/>
        </p:nvSpPr>
        <p:spPr>
          <a:xfrm>
            <a:off x="464908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8" name="12_small_7774">
            <a:extLst>
              <a:ext uri="{FF2B5EF4-FFF2-40B4-BE49-F238E27FC236}">
                <a16:creationId xmlns:a16="http://schemas.microsoft.com/office/drawing/2014/main" id="{3FDA9B09-DB0C-4A98-B3BC-E48027610D93}"/>
              </a:ext>
            </a:extLst>
          </p:cNvPr>
          <p:cNvSpPr>
            <a:spLocks noGrp="1"/>
          </p:cNvSpPr>
          <p:nvPr/>
        </p:nvSpPr>
        <p:spPr>
          <a:xfrm>
            <a:off x="464752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09" name="12_small_7775">
            <a:extLst>
              <a:ext uri="{FF2B5EF4-FFF2-40B4-BE49-F238E27FC236}">
                <a16:creationId xmlns:a16="http://schemas.microsoft.com/office/drawing/2014/main" id="{7BDA5460-A70A-4477-B5FE-0EE07EBC3FF2}"/>
              </a:ext>
            </a:extLst>
          </p:cNvPr>
          <p:cNvSpPr>
            <a:spLocks noGrp="1"/>
          </p:cNvSpPr>
          <p:nvPr/>
        </p:nvSpPr>
        <p:spPr>
          <a:xfrm>
            <a:off x="456822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0" name="12_small_7776">
            <a:extLst>
              <a:ext uri="{FF2B5EF4-FFF2-40B4-BE49-F238E27FC236}">
                <a16:creationId xmlns:a16="http://schemas.microsoft.com/office/drawing/2014/main" id="{2536C70C-6DC1-4895-8BE3-5B25E8476E8B}"/>
              </a:ext>
            </a:extLst>
          </p:cNvPr>
          <p:cNvSpPr>
            <a:spLocks noGrp="1"/>
          </p:cNvSpPr>
          <p:nvPr/>
        </p:nvSpPr>
        <p:spPr>
          <a:xfrm>
            <a:off x="4650402" y="426463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1" name="12_small_7777">
            <a:extLst>
              <a:ext uri="{FF2B5EF4-FFF2-40B4-BE49-F238E27FC236}">
                <a16:creationId xmlns:a16="http://schemas.microsoft.com/office/drawing/2014/main" id="{575CD04D-5BCE-4437-BDFA-8973F3362DC7}"/>
              </a:ext>
            </a:extLst>
          </p:cNvPr>
          <p:cNvSpPr>
            <a:spLocks noGrp="1"/>
          </p:cNvSpPr>
          <p:nvPr/>
        </p:nvSpPr>
        <p:spPr>
          <a:xfrm>
            <a:off x="4620023" y="41210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2" name="12_small_7778">
            <a:extLst>
              <a:ext uri="{FF2B5EF4-FFF2-40B4-BE49-F238E27FC236}">
                <a16:creationId xmlns:a16="http://schemas.microsoft.com/office/drawing/2014/main" id="{BE1FC2A4-3096-4D09-81CB-21F8EABA03C7}"/>
              </a:ext>
            </a:extLst>
          </p:cNvPr>
          <p:cNvSpPr>
            <a:spLocks noGrp="1"/>
          </p:cNvSpPr>
          <p:nvPr/>
        </p:nvSpPr>
        <p:spPr>
          <a:xfrm>
            <a:off x="452746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3" name="12_small_7779">
            <a:extLst>
              <a:ext uri="{FF2B5EF4-FFF2-40B4-BE49-F238E27FC236}">
                <a16:creationId xmlns:a16="http://schemas.microsoft.com/office/drawing/2014/main" id="{7B8EDC52-6972-4A6A-9B5C-025AAA577825}"/>
              </a:ext>
            </a:extLst>
          </p:cNvPr>
          <p:cNvSpPr>
            <a:spLocks noGrp="1"/>
          </p:cNvSpPr>
          <p:nvPr/>
        </p:nvSpPr>
        <p:spPr>
          <a:xfrm>
            <a:off x="4559735" y="47605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4" name="12_small_7780">
            <a:extLst>
              <a:ext uri="{FF2B5EF4-FFF2-40B4-BE49-F238E27FC236}">
                <a16:creationId xmlns:a16="http://schemas.microsoft.com/office/drawing/2014/main" id="{81A6609B-72CD-4469-AFA3-62D513B81978}"/>
              </a:ext>
            </a:extLst>
          </p:cNvPr>
          <p:cNvSpPr>
            <a:spLocks noGrp="1"/>
          </p:cNvSpPr>
          <p:nvPr/>
        </p:nvSpPr>
        <p:spPr>
          <a:xfrm>
            <a:off x="4576647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5" name="12_small_7781">
            <a:extLst>
              <a:ext uri="{FF2B5EF4-FFF2-40B4-BE49-F238E27FC236}">
                <a16:creationId xmlns:a16="http://schemas.microsoft.com/office/drawing/2014/main" id="{FC96A75F-3127-4AD7-B8BC-C02575A86064}"/>
              </a:ext>
            </a:extLst>
          </p:cNvPr>
          <p:cNvSpPr>
            <a:spLocks noGrp="1"/>
          </p:cNvSpPr>
          <p:nvPr/>
        </p:nvSpPr>
        <p:spPr>
          <a:xfrm>
            <a:off x="456146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6" name="12_small_7782">
            <a:extLst>
              <a:ext uri="{FF2B5EF4-FFF2-40B4-BE49-F238E27FC236}">
                <a16:creationId xmlns:a16="http://schemas.microsoft.com/office/drawing/2014/main" id="{1B7A5BB2-8227-4343-8167-12C4E2802622}"/>
              </a:ext>
            </a:extLst>
          </p:cNvPr>
          <p:cNvSpPr>
            <a:spLocks noGrp="1"/>
          </p:cNvSpPr>
          <p:nvPr/>
        </p:nvSpPr>
        <p:spPr>
          <a:xfrm>
            <a:off x="461531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7" name="12_small_7783">
            <a:extLst>
              <a:ext uri="{FF2B5EF4-FFF2-40B4-BE49-F238E27FC236}">
                <a16:creationId xmlns:a16="http://schemas.microsoft.com/office/drawing/2014/main" id="{EF413727-8322-44CC-ABA9-C30FCC69E398}"/>
              </a:ext>
            </a:extLst>
          </p:cNvPr>
          <p:cNvSpPr>
            <a:spLocks noGrp="1"/>
          </p:cNvSpPr>
          <p:nvPr/>
        </p:nvSpPr>
        <p:spPr>
          <a:xfrm>
            <a:off x="452022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8" name="12_small_7784">
            <a:extLst>
              <a:ext uri="{FF2B5EF4-FFF2-40B4-BE49-F238E27FC236}">
                <a16:creationId xmlns:a16="http://schemas.microsoft.com/office/drawing/2014/main" id="{3D771738-6C7F-4EC1-8A8A-C79432E29F67}"/>
              </a:ext>
            </a:extLst>
          </p:cNvPr>
          <p:cNvSpPr>
            <a:spLocks noGrp="1"/>
          </p:cNvSpPr>
          <p:nvPr/>
        </p:nvSpPr>
        <p:spPr>
          <a:xfrm>
            <a:off x="456062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19" name="12_small_7785">
            <a:extLst>
              <a:ext uri="{FF2B5EF4-FFF2-40B4-BE49-F238E27FC236}">
                <a16:creationId xmlns:a16="http://schemas.microsoft.com/office/drawing/2014/main" id="{484F204C-42EC-479B-A7E9-DDE0C1F3CCBF}"/>
              </a:ext>
            </a:extLst>
          </p:cNvPr>
          <p:cNvSpPr>
            <a:spLocks noGrp="1"/>
          </p:cNvSpPr>
          <p:nvPr/>
        </p:nvSpPr>
        <p:spPr>
          <a:xfrm>
            <a:off x="451482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0" name="12_small_7786">
            <a:extLst>
              <a:ext uri="{FF2B5EF4-FFF2-40B4-BE49-F238E27FC236}">
                <a16:creationId xmlns:a16="http://schemas.microsoft.com/office/drawing/2014/main" id="{5B3CE295-D77A-4C77-9C37-D3DABC4CD115}"/>
              </a:ext>
            </a:extLst>
          </p:cNvPr>
          <p:cNvSpPr>
            <a:spLocks noGrp="1"/>
          </p:cNvSpPr>
          <p:nvPr/>
        </p:nvSpPr>
        <p:spPr>
          <a:xfrm>
            <a:off x="46445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1" name="12_small_7787">
            <a:extLst>
              <a:ext uri="{FF2B5EF4-FFF2-40B4-BE49-F238E27FC236}">
                <a16:creationId xmlns:a16="http://schemas.microsoft.com/office/drawing/2014/main" id="{0E190CBA-32E2-4F13-BD26-7E5B79A4966C}"/>
              </a:ext>
            </a:extLst>
          </p:cNvPr>
          <p:cNvSpPr>
            <a:spLocks noGrp="1"/>
          </p:cNvSpPr>
          <p:nvPr/>
        </p:nvSpPr>
        <p:spPr>
          <a:xfrm>
            <a:off x="4537422" y="47093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2" name="12_small_7788">
            <a:extLst>
              <a:ext uri="{FF2B5EF4-FFF2-40B4-BE49-F238E27FC236}">
                <a16:creationId xmlns:a16="http://schemas.microsoft.com/office/drawing/2014/main" id="{80C64456-1AB6-4AA3-89CA-87658BF44B6F}"/>
              </a:ext>
            </a:extLst>
          </p:cNvPr>
          <p:cNvSpPr>
            <a:spLocks noGrp="1"/>
          </p:cNvSpPr>
          <p:nvPr/>
        </p:nvSpPr>
        <p:spPr>
          <a:xfrm>
            <a:off x="4532088" y="45864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3" name="12_small_7789">
            <a:extLst>
              <a:ext uri="{FF2B5EF4-FFF2-40B4-BE49-F238E27FC236}">
                <a16:creationId xmlns:a16="http://schemas.microsoft.com/office/drawing/2014/main" id="{E541C02F-F7F0-46E3-B2C8-8BDD3A8BBA9F}"/>
              </a:ext>
            </a:extLst>
          </p:cNvPr>
          <p:cNvSpPr>
            <a:spLocks noGrp="1"/>
          </p:cNvSpPr>
          <p:nvPr/>
        </p:nvSpPr>
        <p:spPr>
          <a:xfrm>
            <a:off x="4580852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4" name="12_small_7790">
            <a:extLst>
              <a:ext uri="{FF2B5EF4-FFF2-40B4-BE49-F238E27FC236}">
                <a16:creationId xmlns:a16="http://schemas.microsoft.com/office/drawing/2014/main" id="{B6970CE7-B36C-4B6B-A266-FFB95D75493F}"/>
              </a:ext>
            </a:extLst>
          </p:cNvPr>
          <p:cNvSpPr>
            <a:spLocks noGrp="1"/>
          </p:cNvSpPr>
          <p:nvPr/>
        </p:nvSpPr>
        <p:spPr>
          <a:xfrm>
            <a:off x="4537925" y="41210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5" name="12_small_7791">
            <a:extLst>
              <a:ext uri="{FF2B5EF4-FFF2-40B4-BE49-F238E27FC236}">
                <a16:creationId xmlns:a16="http://schemas.microsoft.com/office/drawing/2014/main" id="{50ED7EE7-90C9-43BF-8B19-B7623077F761}"/>
              </a:ext>
            </a:extLst>
          </p:cNvPr>
          <p:cNvSpPr>
            <a:spLocks noGrp="1"/>
          </p:cNvSpPr>
          <p:nvPr/>
        </p:nvSpPr>
        <p:spPr>
          <a:xfrm>
            <a:off x="450887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6" name="12_small_7792">
            <a:extLst>
              <a:ext uri="{FF2B5EF4-FFF2-40B4-BE49-F238E27FC236}">
                <a16:creationId xmlns:a16="http://schemas.microsoft.com/office/drawing/2014/main" id="{08AB2E3A-F8B1-44C3-9CB3-CEA77D0B8C31}"/>
              </a:ext>
            </a:extLst>
          </p:cNvPr>
          <p:cNvSpPr>
            <a:spLocks noGrp="1"/>
          </p:cNvSpPr>
          <p:nvPr/>
        </p:nvSpPr>
        <p:spPr>
          <a:xfrm>
            <a:off x="457329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7" name="12_small_7793">
            <a:extLst>
              <a:ext uri="{FF2B5EF4-FFF2-40B4-BE49-F238E27FC236}">
                <a16:creationId xmlns:a16="http://schemas.microsoft.com/office/drawing/2014/main" id="{0E8D54CB-0342-44A5-B854-0BCF94120DE2}"/>
              </a:ext>
            </a:extLst>
          </p:cNvPr>
          <p:cNvSpPr>
            <a:spLocks noGrp="1"/>
          </p:cNvSpPr>
          <p:nvPr/>
        </p:nvSpPr>
        <p:spPr>
          <a:xfrm>
            <a:off x="4564323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8" name="12_small_7794">
            <a:extLst>
              <a:ext uri="{FF2B5EF4-FFF2-40B4-BE49-F238E27FC236}">
                <a16:creationId xmlns:a16="http://schemas.microsoft.com/office/drawing/2014/main" id="{7A0711F3-BFF3-4FBE-A236-1DA78522BBFB}"/>
              </a:ext>
            </a:extLst>
          </p:cNvPr>
          <p:cNvSpPr>
            <a:spLocks noGrp="1"/>
          </p:cNvSpPr>
          <p:nvPr/>
        </p:nvSpPr>
        <p:spPr>
          <a:xfrm>
            <a:off x="450677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29" name="12_small_7795">
            <a:extLst>
              <a:ext uri="{FF2B5EF4-FFF2-40B4-BE49-F238E27FC236}">
                <a16:creationId xmlns:a16="http://schemas.microsoft.com/office/drawing/2014/main" id="{EB37549B-73FE-45D2-99D4-A73F078C3A16}"/>
              </a:ext>
            </a:extLst>
          </p:cNvPr>
          <p:cNvSpPr>
            <a:spLocks noGrp="1"/>
          </p:cNvSpPr>
          <p:nvPr/>
        </p:nvSpPr>
        <p:spPr>
          <a:xfrm>
            <a:off x="461349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0" name="12_small_7796">
            <a:extLst>
              <a:ext uri="{FF2B5EF4-FFF2-40B4-BE49-F238E27FC236}">
                <a16:creationId xmlns:a16="http://schemas.microsoft.com/office/drawing/2014/main" id="{AFDF7414-4183-4192-9428-8EF665D66E8C}"/>
              </a:ext>
            </a:extLst>
          </p:cNvPr>
          <p:cNvSpPr>
            <a:spLocks noGrp="1"/>
          </p:cNvSpPr>
          <p:nvPr/>
        </p:nvSpPr>
        <p:spPr>
          <a:xfrm>
            <a:off x="455765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1" name="12_small_7797">
            <a:extLst>
              <a:ext uri="{FF2B5EF4-FFF2-40B4-BE49-F238E27FC236}">
                <a16:creationId xmlns:a16="http://schemas.microsoft.com/office/drawing/2014/main" id="{8EDC6ADB-ADB5-4838-95F4-876894DA02F1}"/>
              </a:ext>
            </a:extLst>
          </p:cNvPr>
          <p:cNvSpPr>
            <a:spLocks noGrp="1"/>
          </p:cNvSpPr>
          <p:nvPr/>
        </p:nvSpPr>
        <p:spPr>
          <a:xfrm>
            <a:off x="463927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2" name="12_small_7798">
            <a:extLst>
              <a:ext uri="{FF2B5EF4-FFF2-40B4-BE49-F238E27FC236}">
                <a16:creationId xmlns:a16="http://schemas.microsoft.com/office/drawing/2014/main" id="{2F69CAA3-18E3-4CC5-B443-475EE682B03D}"/>
              </a:ext>
            </a:extLst>
          </p:cNvPr>
          <p:cNvSpPr>
            <a:spLocks noGrp="1"/>
          </p:cNvSpPr>
          <p:nvPr/>
        </p:nvSpPr>
        <p:spPr>
          <a:xfrm>
            <a:off x="455171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3" name="12_small_7799">
            <a:extLst>
              <a:ext uri="{FF2B5EF4-FFF2-40B4-BE49-F238E27FC236}">
                <a16:creationId xmlns:a16="http://schemas.microsoft.com/office/drawing/2014/main" id="{68A25342-3B6E-41B2-8223-FAF66E674C05}"/>
              </a:ext>
            </a:extLst>
          </p:cNvPr>
          <p:cNvSpPr>
            <a:spLocks noGrp="1"/>
          </p:cNvSpPr>
          <p:nvPr/>
        </p:nvSpPr>
        <p:spPr>
          <a:xfrm>
            <a:off x="460913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4" name="12_small_7800">
            <a:extLst>
              <a:ext uri="{FF2B5EF4-FFF2-40B4-BE49-F238E27FC236}">
                <a16:creationId xmlns:a16="http://schemas.microsoft.com/office/drawing/2014/main" id="{BB5DC9DE-9822-41BB-AD2B-154BB6C0CBE5}"/>
              </a:ext>
            </a:extLst>
          </p:cNvPr>
          <p:cNvSpPr>
            <a:spLocks noGrp="1"/>
          </p:cNvSpPr>
          <p:nvPr/>
        </p:nvSpPr>
        <p:spPr>
          <a:xfrm>
            <a:off x="454999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5" name="12_small_7801">
            <a:extLst>
              <a:ext uri="{FF2B5EF4-FFF2-40B4-BE49-F238E27FC236}">
                <a16:creationId xmlns:a16="http://schemas.microsoft.com/office/drawing/2014/main" id="{D15C7739-54CB-4686-AB67-B4F17CB3FF42}"/>
              </a:ext>
            </a:extLst>
          </p:cNvPr>
          <p:cNvSpPr>
            <a:spLocks noGrp="1"/>
          </p:cNvSpPr>
          <p:nvPr/>
        </p:nvSpPr>
        <p:spPr>
          <a:xfrm>
            <a:off x="455518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6" name="12_small_7802">
            <a:extLst>
              <a:ext uri="{FF2B5EF4-FFF2-40B4-BE49-F238E27FC236}">
                <a16:creationId xmlns:a16="http://schemas.microsoft.com/office/drawing/2014/main" id="{8EBD0130-6DC3-4FE4-9474-8987D8A90B94}"/>
              </a:ext>
            </a:extLst>
          </p:cNvPr>
          <p:cNvSpPr>
            <a:spLocks noGrp="1"/>
          </p:cNvSpPr>
          <p:nvPr/>
        </p:nvSpPr>
        <p:spPr>
          <a:xfrm>
            <a:off x="461371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7" name="12_small_7803">
            <a:extLst>
              <a:ext uri="{FF2B5EF4-FFF2-40B4-BE49-F238E27FC236}">
                <a16:creationId xmlns:a16="http://schemas.microsoft.com/office/drawing/2014/main" id="{2EB4F6EB-9FDE-4BF1-9388-9352AD205CB5}"/>
              </a:ext>
            </a:extLst>
          </p:cNvPr>
          <p:cNvSpPr>
            <a:spLocks noGrp="1"/>
          </p:cNvSpPr>
          <p:nvPr/>
        </p:nvSpPr>
        <p:spPr>
          <a:xfrm>
            <a:off x="451403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8" name="12_small_7804">
            <a:extLst>
              <a:ext uri="{FF2B5EF4-FFF2-40B4-BE49-F238E27FC236}">
                <a16:creationId xmlns:a16="http://schemas.microsoft.com/office/drawing/2014/main" id="{8C53A5DC-35DD-4692-916B-A8FB57FC9F9E}"/>
              </a:ext>
            </a:extLst>
          </p:cNvPr>
          <p:cNvSpPr>
            <a:spLocks noGrp="1"/>
          </p:cNvSpPr>
          <p:nvPr/>
        </p:nvSpPr>
        <p:spPr>
          <a:xfrm>
            <a:off x="451057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39" name="12_small_7805">
            <a:extLst>
              <a:ext uri="{FF2B5EF4-FFF2-40B4-BE49-F238E27FC236}">
                <a16:creationId xmlns:a16="http://schemas.microsoft.com/office/drawing/2014/main" id="{CB1B4577-56C0-4B61-8522-7E37BE40D290}"/>
              </a:ext>
            </a:extLst>
          </p:cNvPr>
          <p:cNvSpPr>
            <a:spLocks noGrp="1"/>
          </p:cNvSpPr>
          <p:nvPr/>
        </p:nvSpPr>
        <p:spPr>
          <a:xfrm>
            <a:off x="46350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0" name="12_small_7806">
            <a:extLst>
              <a:ext uri="{FF2B5EF4-FFF2-40B4-BE49-F238E27FC236}">
                <a16:creationId xmlns:a16="http://schemas.microsoft.com/office/drawing/2014/main" id="{98B87E2B-E523-4FF6-A567-470294328C0C}"/>
              </a:ext>
            </a:extLst>
          </p:cNvPr>
          <p:cNvSpPr>
            <a:spLocks noGrp="1"/>
          </p:cNvSpPr>
          <p:nvPr/>
        </p:nvSpPr>
        <p:spPr>
          <a:xfrm>
            <a:off x="450992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1" name="12_small_7807">
            <a:extLst>
              <a:ext uri="{FF2B5EF4-FFF2-40B4-BE49-F238E27FC236}">
                <a16:creationId xmlns:a16="http://schemas.microsoft.com/office/drawing/2014/main" id="{3155E41D-B01F-44F7-BF74-00311FF50B1C}"/>
              </a:ext>
            </a:extLst>
          </p:cNvPr>
          <p:cNvSpPr>
            <a:spLocks noGrp="1"/>
          </p:cNvSpPr>
          <p:nvPr/>
        </p:nvSpPr>
        <p:spPr>
          <a:xfrm>
            <a:off x="455679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2" name="12_small_7808">
            <a:extLst>
              <a:ext uri="{FF2B5EF4-FFF2-40B4-BE49-F238E27FC236}">
                <a16:creationId xmlns:a16="http://schemas.microsoft.com/office/drawing/2014/main" id="{B2AF5444-B3E0-44E0-9B5C-D1CEAFB95CE9}"/>
              </a:ext>
            </a:extLst>
          </p:cNvPr>
          <p:cNvSpPr>
            <a:spLocks noGrp="1"/>
          </p:cNvSpPr>
          <p:nvPr/>
        </p:nvSpPr>
        <p:spPr>
          <a:xfrm>
            <a:off x="457363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3" name="12_small_7809">
            <a:extLst>
              <a:ext uri="{FF2B5EF4-FFF2-40B4-BE49-F238E27FC236}">
                <a16:creationId xmlns:a16="http://schemas.microsoft.com/office/drawing/2014/main" id="{3A8CD139-E55D-449E-956B-F6A63623EA6F}"/>
              </a:ext>
            </a:extLst>
          </p:cNvPr>
          <p:cNvSpPr>
            <a:spLocks noGrp="1"/>
          </p:cNvSpPr>
          <p:nvPr/>
        </p:nvSpPr>
        <p:spPr>
          <a:xfrm>
            <a:off x="452502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4" name="12_small_7810">
            <a:extLst>
              <a:ext uri="{FF2B5EF4-FFF2-40B4-BE49-F238E27FC236}">
                <a16:creationId xmlns:a16="http://schemas.microsoft.com/office/drawing/2014/main" id="{8E298FEF-EC86-4D9B-9715-A9A1E7BF5294}"/>
              </a:ext>
            </a:extLst>
          </p:cNvPr>
          <p:cNvSpPr>
            <a:spLocks noGrp="1"/>
          </p:cNvSpPr>
          <p:nvPr/>
        </p:nvSpPr>
        <p:spPr>
          <a:xfrm>
            <a:off x="455652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5" name="12_small_7811">
            <a:extLst>
              <a:ext uri="{FF2B5EF4-FFF2-40B4-BE49-F238E27FC236}">
                <a16:creationId xmlns:a16="http://schemas.microsoft.com/office/drawing/2014/main" id="{9D8C296E-82FE-4BC0-BDB3-D3B9C963CBFB}"/>
              </a:ext>
            </a:extLst>
          </p:cNvPr>
          <p:cNvSpPr>
            <a:spLocks noGrp="1"/>
          </p:cNvSpPr>
          <p:nvPr/>
        </p:nvSpPr>
        <p:spPr>
          <a:xfrm>
            <a:off x="454897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6" name="12_small_7812">
            <a:extLst>
              <a:ext uri="{FF2B5EF4-FFF2-40B4-BE49-F238E27FC236}">
                <a16:creationId xmlns:a16="http://schemas.microsoft.com/office/drawing/2014/main" id="{3CB71A48-0DB6-4DE3-921F-9953F65DE659}"/>
              </a:ext>
            </a:extLst>
          </p:cNvPr>
          <p:cNvSpPr>
            <a:spLocks noGrp="1"/>
          </p:cNvSpPr>
          <p:nvPr/>
        </p:nvSpPr>
        <p:spPr>
          <a:xfrm>
            <a:off x="4639509" y="434890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7" name="12_small_7813">
            <a:extLst>
              <a:ext uri="{FF2B5EF4-FFF2-40B4-BE49-F238E27FC236}">
                <a16:creationId xmlns:a16="http://schemas.microsoft.com/office/drawing/2014/main" id="{59B33B50-64DF-4591-833B-D58A3F013314}"/>
              </a:ext>
            </a:extLst>
          </p:cNvPr>
          <p:cNvSpPr>
            <a:spLocks noGrp="1"/>
          </p:cNvSpPr>
          <p:nvPr/>
        </p:nvSpPr>
        <p:spPr>
          <a:xfrm>
            <a:off x="459021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8" name="12_small_7814">
            <a:extLst>
              <a:ext uri="{FF2B5EF4-FFF2-40B4-BE49-F238E27FC236}">
                <a16:creationId xmlns:a16="http://schemas.microsoft.com/office/drawing/2014/main" id="{7DC89215-1BDC-4D4A-9FE1-B84C2B3D2A4A}"/>
              </a:ext>
            </a:extLst>
          </p:cNvPr>
          <p:cNvSpPr>
            <a:spLocks noGrp="1"/>
          </p:cNvSpPr>
          <p:nvPr/>
        </p:nvSpPr>
        <p:spPr>
          <a:xfrm>
            <a:off x="4587098" y="4299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49" name="12_small_7815">
            <a:extLst>
              <a:ext uri="{FF2B5EF4-FFF2-40B4-BE49-F238E27FC236}">
                <a16:creationId xmlns:a16="http://schemas.microsoft.com/office/drawing/2014/main" id="{BD78DD99-0293-4D06-B380-A996FC08478F}"/>
              </a:ext>
            </a:extLst>
          </p:cNvPr>
          <p:cNvSpPr>
            <a:spLocks noGrp="1"/>
          </p:cNvSpPr>
          <p:nvPr/>
        </p:nvSpPr>
        <p:spPr>
          <a:xfrm>
            <a:off x="462762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0" name="12_small_7816">
            <a:extLst>
              <a:ext uri="{FF2B5EF4-FFF2-40B4-BE49-F238E27FC236}">
                <a16:creationId xmlns:a16="http://schemas.microsoft.com/office/drawing/2014/main" id="{174BAFB9-B2D9-4703-90A5-46EABE65CD27}"/>
              </a:ext>
            </a:extLst>
          </p:cNvPr>
          <p:cNvSpPr>
            <a:spLocks noGrp="1"/>
          </p:cNvSpPr>
          <p:nvPr/>
        </p:nvSpPr>
        <p:spPr>
          <a:xfrm>
            <a:off x="456738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1" name="12_small_7817">
            <a:extLst>
              <a:ext uri="{FF2B5EF4-FFF2-40B4-BE49-F238E27FC236}">
                <a16:creationId xmlns:a16="http://schemas.microsoft.com/office/drawing/2014/main" id="{354B81FF-720A-40D3-A33C-2643BA4CBEB9}"/>
              </a:ext>
            </a:extLst>
          </p:cNvPr>
          <p:cNvSpPr>
            <a:spLocks noGrp="1"/>
          </p:cNvSpPr>
          <p:nvPr/>
        </p:nvSpPr>
        <p:spPr>
          <a:xfrm>
            <a:off x="464269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2" name="12_small_7818">
            <a:extLst>
              <a:ext uri="{FF2B5EF4-FFF2-40B4-BE49-F238E27FC236}">
                <a16:creationId xmlns:a16="http://schemas.microsoft.com/office/drawing/2014/main" id="{0EE6CD18-B9F6-4276-B09C-996CB5165CDE}"/>
              </a:ext>
            </a:extLst>
          </p:cNvPr>
          <p:cNvSpPr>
            <a:spLocks noGrp="1"/>
          </p:cNvSpPr>
          <p:nvPr/>
        </p:nvSpPr>
        <p:spPr>
          <a:xfrm>
            <a:off x="461004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3" name="12_small_7819">
            <a:extLst>
              <a:ext uri="{FF2B5EF4-FFF2-40B4-BE49-F238E27FC236}">
                <a16:creationId xmlns:a16="http://schemas.microsoft.com/office/drawing/2014/main" id="{558B487F-D9F4-4B73-8044-48B70F8C8CE1}"/>
              </a:ext>
            </a:extLst>
          </p:cNvPr>
          <p:cNvSpPr>
            <a:spLocks noGrp="1"/>
          </p:cNvSpPr>
          <p:nvPr/>
        </p:nvSpPr>
        <p:spPr>
          <a:xfrm>
            <a:off x="454194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4" name="12_small_7820">
            <a:extLst>
              <a:ext uri="{FF2B5EF4-FFF2-40B4-BE49-F238E27FC236}">
                <a16:creationId xmlns:a16="http://schemas.microsoft.com/office/drawing/2014/main" id="{254304B2-A081-4FE0-89F2-06B1955E1E7F}"/>
              </a:ext>
            </a:extLst>
          </p:cNvPr>
          <p:cNvSpPr>
            <a:spLocks noGrp="1"/>
          </p:cNvSpPr>
          <p:nvPr/>
        </p:nvSpPr>
        <p:spPr>
          <a:xfrm>
            <a:off x="450460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5" name="12_small_7821">
            <a:extLst>
              <a:ext uri="{FF2B5EF4-FFF2-40B4-BE49-F238E27FC236}">
                <a16:creationId xmlns:a16="http://schemas.microsoft.com/office/drawing/2014/main" id="{199610D9-7223-43FC-968F-FFCCEF64A438}"/>
              </a:ext>
            </a:extLst>
          </p:cNvPr>
          <p:cNvSpPr>
            <a:spLocks noGrp="1"/>
          </p:cNvSpPr>
          <p:nvPr/>
        </p:nvSpPr>
        <p:spPr>
          <a:xfrm>
            <a:off x="463008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6" name="12_small_7822">
            <a:extLst>
              <a:ext uri="{FF2B5EF4-FFF2-40B4-BE49-F238E27FC236}">
                <a16:creationId xmlns:a16="http://schemas.microsoft.com/office/drawing/2014/main" id="{0BDFCE94-74F7-4280-BC6A-4F8129E1B718}"/>
              </a:ext>
            </a:extLst>
          </p:cNvPr>
          <p:cNvSpPr>
            <a:spLocks noGrp="1"/>
          </p:cNvSpPr>
          <p:nvPr/>
        </p:nvSpPr>
        <p:spPr>
          <a:xfrm>
            <a:off x="464590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7" name="12_small_7823">
            <a:extLst>
              <a:ext uri="{FF2B5EF4-FFF2-40B4-BE49-F238E27FC236}">
                <a16:creationId xmlns:a16="http://schemas.microsoft.com/office/drawing/2014/main" id="{26C61455-024C-43EE-B4AB-1BE3053143AE}"/>
              </a:ext>
            </a:extLst>
          </p:cNvPr>
          <p:cNvSpPr>
            <a:spLocks noGrp="1"/>
          </p:cNvSpPr>
          <p:nvPr/>
        </p:nvSpPr>
        <p:spPr>
          <a:xfrm>
            <a:off x="458121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8" name="12_small_7824">
            <a:extLst>
              <a:ext uri="{FF2B5EF4-FFF2-40B4-BE49-F238E27FC236}">
                <a16:creationId xmlns:a16="http://schemas.microsoft.com/office/drawing/2014/main" id="{F7B1250C-0679-4482-B13C-F2DEDDE303CC}"/>
              </a:ext>
            </a:extLst>
          </p:cNvPr>
          <p:cNvSpPr>
            <a:spLocks noGrp="1"/>
          </p:cNvSpPr>
          <p:nvPr/>
        </p:nvSpPr>
        <p:spPr>
          <a:xfrm>
            <a:off x="462530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59" name="12_small_7825">
            <a:extLst>
              <a:ext uri="{FF2B5EF4-FFF2-40B4-BE49-F238E27FC236}">
                <a16:creationId xmlns:a16="http://schemas.microsoft.com/office/drawing/2014/main" id="{CBA421B0-224E-4C1F-85E0-C0C578514EF4}"/>
              </a:ext>
            </a:extLst>
          </p:cNvPr>
          <p:cNvSpPr>
            <a:spLocks noGrp="1"/>
          </p:cNvSpPr>
          <p:nvPr/>
        </p:nvSpPr>
        <p:spPr>
          <a:xfrm>
            <a:off x="461995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0" name="12_small_7826">
            <a:extLst>
              <a:ext uri="{FF2B5EF4-FFF2-40B4-BE49-F238E27FC236}">
                <a16:creationId xmlns:a16="http://schemas.microsoft.com/office/drawing/2014/main" id="{8FF38A8B-9C48-49EC-A67A-421E668994A9}"/>
              </a:ext>
            </a:extLst>
          </p:cNvPr>
          <p:cNvSpPr>
            <a:spLocks noGrp="1"/>
          </p:cNvSpPr>
          <p:nvPr/>
        </p:nvSpPr>
        <p:spPr>
          <a:xfrm>
            <a:off x="4527744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1" name="12_small_7827">
            <a:extLst>
              <a:ext uri="{FF2B5EF4-FFF2-40B4-BE49-F238E27FC236}">
                <a16:creationId xmlns:a16="http://schemas.microsoft.com/office/drawing/2014/main" id="{C00C2FE2-A166-4A25-AFCB-2B325F130068}"/>
              </a:ext>
            </a:extLst>
          </p:cNvPr>
          <p:cNvSpPr>
            <a:spLocks noGrp="1"/>
          </p:cNvSpPr>
          <p:nvPr/>
        </p:nvSpPr>
        <p:spPr>
          <a:xfrm>
            <a:off x="458848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2" name="12_small_7828">
            <a:extLst>
              <a:ext uri="{FF2B5EF4-FFF2-40B4-BE49-F238E27FC236}">
                <a16:creationId xmlns:a16="http://schemas.microsoft.com/office/drawing/2014/main" id="{842D1AF8-8058-4255-BB36-B0652047462B}"/>
              </a:ext>
            </a:extLst>
          </p:cNvPr>
          <p:cNvSpPr>
            <a:spLocks noGrp="1"/>
          </p:cNvSpPr>
          <p:nvPr/>
        </p:nvSpPr>
        <p:spPr>
          <a:xfrm>
            <a:off x="459276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3" name="12_small_7829">
            <a:extLst>
              <a:ext uri="{FF2B5EF4-FFF2-40B4-BE49-F238E27FC236}">
                <a16:creationId xmlns:a16="http://schemas.microsoft.com/office/drawing/2014/main" id="{824DDDD1-B1CE-4AF2-B068-CAB49BB70CF1}"/>
              </a:ext>
            </a:extLst>
          </p:cNvPr>
          <p:cNvSpPr>
            <a:spLocks noGrp="1"/>
          </p:cNvSpPr>
          <p:nvPr/>
        </p:nvSpPr>
        <p:spPr>
          <a:xfrm>
            <a:off x="4629236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4" name="12_small_7830">
            <a:extLst>
              <a:ext uri="{FF2B5EF4-FFF2-40B4-BE49-F238E27FC236}">
                <a16:creationId xmlns:a16="http://schemas.microsoft.com/office/drawing/2014/main" id="{AE71BF0B-F3CD-4760-B1F4-C70E4335CC44}"/>
              </a:ext>
            </a:extLst>
          </p:cNvPr>
          <p:cNvSpPr>
            <a:spLocks noGrp="1"/>
          </p:cNvSpPr>
          <p:nvPr/>
        </p:nvSpPr>
        <p:spPr>
          <a:xfrm>
            <a:off x="464117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5" name="12_small_7831">
            <a:extLst>
              <a:ext uri="{FF2B5EF4-FFF2-40B4-BE49-F238E27FC236}">
                <a16:creationId xmlns:a16="http://schemas.microsoft.com/office/drawing/2014/main" id="{C5ABC9ED-D977-4C2E-9F75-161DAEB113AF}"/>
              </a:ext>
            </a:extLst>
          </p:cNvPr>
          <p:cNvSpPr>
            <a:spLocks noGrp="1"/>
          </p:cNvSpPr>
          <p:nvPr/>
        </p:nvSpPr>
        <p:spPr>
          <a:xfrm>
            <a:off x="463417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6" name="12_small_7832">
            <a:extLst>
              <a:ext uri="{FF2B5EF4-FFF2-40B4-BE49-F238E27FC236}">
                <a16:creationId xmlns:a16="http://schemas.microsoft.com/office/drawing/2014/main" id="{9D9B91DF-29B2-4A74-9C6A-78E600948FF6}"/>
              </a:ext>
            </a:extLst>
          </p:cNvPr>
          <p:cNvSpPr>
            <a:spLocks noGrp="1"/>
          </p:cNvSpPr>
          <p:nvPr/>
        </p:nvSpPr>
        <p:spPr>
          <a:xfrm>
            <a:off x="457593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7" name="12_small_7833">
            <a:extLst>
              <a:ext uri="{FF2B5EF4-FFF2-40B4-BE49-F238E27FC236}">
                <a16:creationId xmlns:a16="http://schemas.microsoft.com/office/drawing/2014/main" id="{74D438E6-3EA1-4B00-99E1-B532F552101E}"/>
              </a:ext>
            </a:extLst>
          </p:cNvPr>
          <p:cNvSpPr>
            <a:spLocks noGrp="1"/>
          </p:cNvSpPr>
          <p:nvPr/>
        </p:nvSpPr>
        <p:spPr>
          <a:xfrm>
            <a:off x="4620156" y="4299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8" name="12_small_7834">
            <a:extLst>
              <a:ext uri="{FF2B5EF4-FFF2-40B4-BE49-F238E27FC236}">
                <a16:creationId xmlns:a16="http://schemas.microsoft.com/office/drawing/2014/main" id="{2E9408E2-5F71-4F6C-866D-602DF1D65D34}"/>
              </a:ext>
            </a:extLst>
          </p:cNvPr>
          <p:cNvSpPr>
            <a:spLocks noGrp="1"/>
          </p:cNvSpPr>
          <p:nvPr/>
        </p:nvSpPr>
        <p:spPr>
          <a:xfrm>
            <a:off x="4600759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69" name="12_small_7835">
            <a:extLst>
              <a:ext uri="{FF2B5EF4-FFF2-40B4-BE49-F238E27FC236}">
                <a16:creationId xmlns:a16="http://schemas.microsoft.com/office/drawing/2014/main" id="{1FEB63EB-98E7-48F8-AEDE-7CA55C6CC1ED}"/>
              </a:ext>
            </a:extLst>
          </p:cNvPr>
          <p:cNvSpPr>
            <a:spLocks noGrp="1"/>
          </p:cNvSpPr>
          <p:nvPr/>
        </p:nvSpPr>
        <p:spPr>
          <a:xfrm>
            <a:off x="454060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0" name="12_small_7836">
            <a:extLst>
              <a:ext uri="{FF2B5EF4-FFF2-40B4-BE49-F238E27FC236}">
                <a16:creationId xmlns:a16="http://schemas.microsoft.com/office/drawing/2014/main" id="{893710E1-9AD9-4CE0-9A00-C2807781ABE1}"/>
              </a:ext>
            </a:extLst>
          </p:cNvPr>
          <p:cNvSpPr>
            <a:spLocks noGrp="1"/>
          </p:cNvSpPr>
          <p:nvPr/>
        </p:nvSpPr>
        <p:spPr>
          <a:xfrm>
            <a:off x="45233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1" name="12_small_7837">
            <a:extLst>
              <a:ext uri="{FF2B5EF4-FFF2-40B4-BE49-F238E27FC236}">
                <a16:creationId xmlns:a16="http://schemas.microsoft.com/office/drawing/2014/main" id="{2AD40FA6-298B-49CF-9C6E-648C340FC0BF}"/>
              </a:ext>
            </a:extLst>
          </p:cNvPr>
          <p:cNvSpPr>
            <a:spLocks noGrp="1"/>
          </p:cNvSpPr>
          <p:nvPr/>
        </p:nvSpPr>
        <p:spPr>
          <a:xfrm>
            <a:off x="458458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2" name="12_small_7838">
            <a:extLst>
              <a:ext uri="{FF2B5EF4-FFF2-40B4-BE49-F238E27FC236}">
                <a16:creationId xmlns:a16="http://schemas.microsoft.com/office/drawing/2014/main" id="{47937AB4-5931-470C-8B5B-F44A68A5D00C}"/>
              </a:ext>
            </a:extLst>
          </p:cNvPr>
          <p:cNvSpPr>
            <a:spLocks noGrp="1"/>
          </p:cNvSpPr>
          <p:nvPr/>
        </p:nvSpPr>
        <p:spPr>
          <a:xfrm>
            <a:off x="460359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3" name="12_small_7839">
            <a:extLst>
              <a:ext uri="{FF2B5EF4-FFF2-40B4-BE49-F238E27FC236}">
                <a16:creationId xmlns:a16="http://schemas.microsoft.com/office/drawing/2014/main" id="{27C3E651-E2FF-4C16-A7A7-03E798FC45EC}"/>
              </a:ext>
            </a:extLst>
          </p:cNvPr>
          <p:cNvSpPr>
            <a:spLocks noGrp="1"/>
          </p:cNvSpPr>
          <p:nvPr/>
        </p:nvSpPr>
        <p:spPr>
          <a:xfrm>
            <a:off x="4618369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4" name="12_small_7840">
            <a:extLst>
              <a:ext uri="{FF2B5EF4-FFF2-40B4-BE49-F238E27FC236}">
                <a16:creationId xmlns:a16="http://schemas.microsoft.com/office/drawing/2014/main" id="{DF30B615-FC8E-44F8-ACA8-840C405A44F9}"/>
              </a:ext>
            </a:extLst>
          </p:cNvPr>
          <p:cNvSpPr>
            <a:spLocks noGrp="1"/>
          </p:cNvSpPr>
          <p:nvPr/>
        </p:nvSpPr>
        <p:spPr>
          <a:xfrm>
            <a:off x="45877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5" name="12_small_7841">
            <a:extLst>
              <a:ext uri="{FF2B5EF4-FFF2-40B4-BE49-F238E27FC236}">
                <a16:creationId xmlns:a16="http://schemas.microsoft.com/office/drawing/2014/main" id="{04F876BD-41C6-4411-B291-46105A500B3E}"/>
              </a:ext>
            </a:extLst>
          </p:cNvPr>
          <p:cNvSpPr>
            <a:spLocks noGrp="1"/>
          </p:cNvSpPr>
          <p:nvPr/>
        </p:nvSpPr>
        <p:spPr>
          <a:xfrm>
            <a:off x="454801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6" name="12_small_7842">
            <a:extLst>
              <a:ext uri="{FF2B5EF4-FFF2-40B4-BE49-F238E27FC236}">
                <a16:creationId xmlns:a16="http://schemas.microsoft.com/office/drawing/2014/main" id="{484F764F-B983-4E22-89BC-DA95063C0B37}"/>
              </a:ext>
            </a:extLst>
          </p:cNvPr>
          <p:cNvSpPr>
            <a:spLocks noGrp="1"/>
          </p:cNvSpPr>
          <p:nvPr/>
        </p:nvSpPr>
        <p:spPr>
          <a:xfrm>
            <a:off x="46417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7" name="12_small_7843">
            <a:extLst>
              <a:ext uri="{FF2B5EF4-FFF2-40B4-BE49-F238E27FC236}">
                <a16:creationId xmlns:a16="http://schemas.microsoft.com/office/drawing/2014/main" id="{1C7A2A07-0A5F-48E4-8879-CEDE05FACBF5}"/>
              </a:ext>
            </a:extLst>
          </p:cNvPr>
          <p:cNvSpPr>
            <a:spLocks noGrp="1"/>
          </p:cNvSpPr>
          <p:nvPr/>
        </p:nvSpPr>
        <p:spPr>
          <a:xfrm>
            <a:off x="46211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8" name="12_small_7844">
            <a:extLst>
              <a:ext uri="{FF2B5EF4-FFF2-40B4-BE49-F238E27FC236}">
                <a16:creationId xmlns:a16="http://schemas.microsoft.com/office/drawing/2014/main" id="{131F6FD4-E6DE-41C5-B145-A791D53FDACE}"/>
              </a:ext>
            </a:extLst>
          </p:cNvPr>
          <p:cNvSpPr>
            <a:spLocks noGrp="1"/>
          </p:cNvSpPr>
          <p:nvPr/>
        </p:nvSpPr>
        <p:spPr>
          <a:xfrm>
            <a:off x="464960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79" name="12_small_7845">
            <a:extLst>
              <a:ext uri="{FF2B5EF4-FFF2-40B4-BE49-F238E27FC236}">
                <a16:creationId xmlns:a16="http://schemas.microsoft.com/office/drawing/2014/main" id="{07044451-9229-4308-9DBF-CCD361E581F6}"/>
              </a:ext>
            </a:extLst>
          </p:cNvPr>
          <p:cNvSpPr>
            <a:spLocks noGrp="1"/>
          </p:cNvSpPr>
          <p:nvPr/>
        </p:nvSpPr>
        <p:spPr>
          <a:xfrm>
            <a:off x="464959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0" name="12_small_7846">
            <a:extLst>
              <a:ext uri="{FF2B5EF4-FFF2-40B4-BE49-F238E27FC236}">
                <a16:creationId xmlns:a16="http://schemas.microsoft.com/office/drawing/2014/main" id="{ADF8E548-FC44-434B-968C-3DB11BD24058}"/>
              </a:ext>
            </a:extLst>
          </p:cNvPr>
          <p:cNvSpPr>
            <a:spLocks noGrp="1"/>
          </p:cNvSpPr>
          <p:nvPr/>
        </p:nvSpPr>
        <p:spPr>
          <a:xfrm>
            <a:off x="456925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1" name="12_small_7847">
            <a:extLst>
              <a:ext uri="{FF2B5EF4-FFF2-40B4-BE49-F238E27FC236}">
                <a16:creationId xmlns:a16="http://schemas.microsoft.com/office/drawing/2014/main" id="{66F66B07-8F78-4F73-999B-1E1DD5EE4A35}"/>
              </a:ext>
            </a:extLst>
          </p:cNvPr>
          <p:cNvSpPr>
            <a:spLocks noGrp="1"/>
          </p:cNvSpPr>
          <p:nvPr/>
        </p:nvSpPr>
        <p:spPr>
          <a:xfrm>
            <a:off x="458276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2" name="12_small_7848">
            <a:extLst>
              <a:ext uri="{FF2B5EF4-FFF2-40B4-BE49-F238E27FC236}">
                <a16:creationId xmlns:a16="http://schemas.microsoft.com/office/drawing/2014/main" id="{7A09805E-EA96-4AE6-AD4B-36F36A76A220}"/>
              </a:ext>
            </a:extLst>
          </p:cNvPr>
          <p:cNvSpPr>
            <a:spLocks noGrp="1"/>
          </p:cNvSpPr>
          <p:nvPr/>
        </p:nvSpPr>
        <p:spPr>
          <a:xfrm>
            <a:off x="454047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3" name="12_small_7849">
            <a:extLst>
              <a:ext uri="{FF2B5EF4-FFF2-40B4-BE49-F238E27FC236}">
                <a16:creationId xmlns:a16="http://schemas.microsoft.com/office/drawing/2014/main" id="{8FC63B82-02AD-4298-A0D7-F234D78469A9}"/>
              </a:ext>
            </a:extLst>
          </p:cNvPr>
          <p:cNvSpPr>
            <a:spLocks noGrp="1"/>
          </p:cNvSpPr>
          <p:nvPr/>
        </p:nvSpPr>
        <p:spPr>
          <a:xfrm>
            <a:off x="532605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4" name="12_small_7850">
            <a:extLst>
              <a:ext uri="{FF2B5EF4-FFF2-40B4-BE49-F238E27FC236}">
                <a16:creationId xmlns:a16="http://schemas.microsoft.com/office/drawing/2014/main" id="{B0F49ED9-0E15-4112-9518-B097376277E8}"/>
              </a:ext>
            </a:extLst>
          </p:cNvPr>
          <p:cNvSpPr>
            <a:spLocks noGrp="1"/>
          </p:cNvSpPr>
          <p:nvPr/>
        </p:nvSpPr>
        <p:spPr>
          <a:xfrm>
            <a:off x="543033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5" name="12_small_7851">
            <a:extLst>
              <a:ext uri="{FF2B5EF4-FFF2-40B4-BE49-F238E27FC236}">
                <a16:creationId xmlns:a16="http://schemas.microsoft.com/office/drawing/2014/main" id="{EA903DB1-B86C-47E0-B871-78AB63933B3C}"/>
              </a:ext>
            </a:extLst>
          </p:cNvPr>
          <p:cNvSpPr>
            <a:spLocks noGrp="1"/>
          </p:cNvSpPr>
          <p:nvPr/>
        </p:nvSpPr>
        <p:spPr>
          <a:xfrm>
            <a:off x="542877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6" name="12_small_7852">
            <a:extLst>
              <a:ext uri="{FF2B5EF4-FFF2-40B4-BE49-F238E27FC236}">
                <a16:creationId xmlns:a16="http://schemas.microsoft.com/office/drawing/2014/main" id="{8FB91CFF-65A6-4B3E-AC51-E439CDD11C9C}"/>
              </a:ext>
            </a:extLst>
          </p:cNvPr>
          <p:cNvSpPr>
            <a:spLocks noGrp="1"/>
          </p:cNvSpPr>
          <p:nvPr/>
        </p:nvSpPr>
        <p:spPr>
          <a:xfrm>
            <a:off x="534947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7" name="12_small_7853">
            <a:extLst>
              <a:ext uri="{FF2B5EF4-FFF2-40B4-BE49-F238E27FC236}">
                <a16:creationId xmlns:a16="http://schemas.microsoft.com/office/drawing/2014/main" id="{97248359-6959-414B-BE2F-75B4CDC7070B}"/>
              </a:ext>
            </a:extLst>
          </p:cNvPr>
          <p:cNvSpPr>
            <a:spLocks noGrp="1"/>
          </p:cNvSpPr>
          <p:nvPr/>
        </p:nvSpPr>
        <p:spPr>
          <a:xfrm>
            <a:off x="543165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8" name="12_small_7854">
            <a:extLst>
              <a:ext uri="{FF2B5EF4-FFF2-40B4-BE49-F238E27FC236}">
                <a16:creationId xmlns:a16="http://schemas.microsoft.com/office/drawing/2014/main" id="{B4008EF6-C28E-4A04-ABDD-CDE4D0FBEE7B}"/>
              </a:ext>
            </a:extLst>
          </p:cNvPr>
          <p:cNvSpPr>
            <a:spLocks noGrp="1"/>
          </p:cNvSpPr>
          <p:nvPr/>
        </p:nvSpPr>
        <p:spPr>
          <a:xfrm>
            <a:off x="5401273" y="41210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89" name="12_small_7855">
            <a:extLst>
              <a:ext uri="{FF2B5EF4-FFF2-40B4-BE49-F238E27FC236}">
                <a16:creationId xmlns:a16="http://schemas.microsoft.com/office/drawing/2014/main" id="{6234CD9E-3AC3-49EA-A169-2D9C87F37818}"/>
              </a:ext>
            </a:extLst>
          </p:cNvPr>
          <p:cNvSpPr>
            <a:spLocks noGrp="1"/>
          </p:cNvSpPr>
          <p:nvPr/>
        </p:nvSpPr>
        <p:spPr>
          <a:xfrm>
            <a:off x="530871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0" name="12_small_7856">
            <a:extLst>
              <a:ext uri="{FF2B5EF4-FFF2-40B4-BE49-F238E27FC236}">
                <a16:creationId xmlns:a16="http://schemas.microsoft.com/office/drawing/2014/main" id="{962F6DE2-4F54-4E45-8509-5E7F64598390}"/>
              </a:ext>
            </a:extLst>
          </p:cNvPr>
          <p:cNvSpPr>
            <a:spLocks noGrp="1"/>
          </p:cNvSpPr>
          <p:nvPr/>
        </p:nvSpPr>
        <p:spPr>
          <a:xfrm>
            <a:off x="5340985" y="47605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1" name="12_small_7857">
            <a:extLst>
              <a:ext uri="{FF2B5EF4-FFF2-40B4-BE49-F238E27FC236}">
                <a16:creationId xmlns:a16="http://schemas.microsoft.com/office/drawing/2014/main" id="{1D7F4061-3E29-440C-A944-31B09FF7AC1E}"/>
              </a:ext>
            </a:extLst>
          </p:cNvPr>
          <p:cNvSpPr>
            <a:spLocks noGrp="1"/>
          </p:cNvSpPr>
          <p:nvPr/>
        </p:nvSpPr>
        <p:spPr>
          <a:xfrm>
            <a:off x="5357897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2" name="12_small_7858">
            <a:extLst>
              <a:ext uri="{FF2B5EF4-FFF2-40B4-BE49-F238E27FC236}">
                <a16:creationId xmlns:a16="http://schemas.microsoft.com/office/drawing/2014/main" id="{025D0265-C78F-4CAF-820D-7EE24DF50CE4}"/>
              </a:ext>
            </a:extLst>
          </p:cNvPr>
          <p:cNvSpPr>
            <a:spLocks noGrp="1"/>
          </p:cNvSpPr>
          <p:nvPr/>
        </p:nvSpPr>
        <p:spPr>
          <a:xfrm>
            <a:off x="534271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3" name="12_small_7859">
            <a:extLst>
              <a:ext uri="{FF2B5EF4-FFF2-40B4-BE49-F238E27FC236}">
                <a16:creationId xmlns:a16="http://schemas.microsoft.com/office/drawing/2014/main" id="{FBC1DB53-8B73-44B8-AD36-422AB70619F6}"/>
              </a:ext>
            </a:extLst>
          </p:cNvPr>
          <p:cNvSpPr>
            <a:spLocks noGrp="1"/>
          </p:cNvSpPr>
          <p:nvPr/>
        </p:nvSpPr>
        <p:spPr>
          <a:xfrm>
            <a:off x="539656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4" name="12_small_7860">
            <a:extLst>
              <a:ext uri="{FF2B5EF4-FFF2-40B4-BE49-F238E27FC236}">
                <a16:creationId xmlns:a16="http://schemas.microsoft.com/office/drawing/2014/main" id="{89D92D23-FBB8-443A-AE3B-2334FF94255A}"/>
              </a:ext>
            </a:extLst>
          </p:cNvPr>
          <p:cNvSpPr>
            <a:spLocks noGrp="1"/>
          </p:cNvSpPr>
          <p:nvPr/>
        </p:nvSpPr>
        <p:spPr>
          <a:xfrm>
            <a:off x="530147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5" name="12_small_7861">
            <a:extLst>
              <a:ext uri="{FF2B5EF4-FFF2-40B4-BE49-F238E27FC236}">
                <a16:creationId xmlns:a16="http://schemas.microsoft.com/office/drawing/2014/main" id="{27A77BC2-E889-49DF-9B11-E199DB153AE3}"/>
              </a:ext>
            </a:extLst>
          </p:cNvPr>
          <p:cNvSpPr>
            <a:spLocks noGrp="1"/>
          </p:cNvSpPr>
          <p:nvPr/>
        </p:nvSpPr>
        <p:spPr>
          <a:xfrm>
            <a:off x="534187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6" name="12_small_7862">
            <a:extLst>
              <a:ext uri="{FF2B5EF4-FFF2-40B4-BE49-F238E27FC236}">
                <a16:creationId xmlns:a16="http://schemas.microsoft.com/office/drawing/2014/main" id="{1E478901-3C47-485C-9CD9-AA2124A5B2A5}"/>
              </a:ext>
            </a:extLst>
          </p:cNvPr>
          <p:cNvSpPr>
            <a:spLocks noGrp="1"/>
          </p:cNvSpPr>
          <p:nvPr/>
        </p:nvSpPr>
        <p:spPr>
          <a:xfrm>
            <a:off x="529607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7" name="12_small_7863">
            <a:extLst>
              <a:ext uri="{FF2B5EF4-FFF2-40B4-BE49-F238E27FC236}">
                <a16:creationId xmlns:a16="http://schemas.microsoft.com/office/drawing/2014/main" id="{C033E8B0-F7A0-42CF-A73F-460ACFE5A526}"/>
              </a:ext>
            </a:extLst>
          </p:cNvPr>
          <p:cNvSpPr>
            <a:spLocks noGrp="1"/>
          </p:cNvSpPr>
          <p:nvPr/>
        </p:nvSpPr>
        <p:spPr>
          <a:xfrm>
            <a:off x="54258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8" name="12_small_7864">
            <a:extLst>
              <a:ext uri="{FF2B5EF4-FFF2-40B4-BE49-F238E27FC236}">
                <a16:creationId xmlns:a16="http://schemas.microsoft.com/office/drawing/2014/main" id="{58D8C38B-1443-4749-9DE5-843D3A5BDA7A}"/>
              </a:ext>
            </a:extLst>
          </p:cNvPr>
          <p:cNvSpPr>
            <a:spLocks noGrp="1"/>
          </p:cNvSpPr>
          <p:nvPr/>
        </p:nvSpPr>
        <p:spPr>
          <a:xfrm>
            <a:off x="5318672" y="47093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899" name="12_small_7865">
            <a:extLst>
              <a:ext uri="{FF2B5EF4-FFF2-40B4-BE49-F238E27FC236}">
                <a16:creationId xmlns:a16="http://schemas.microsoft.com/office/drawing/2014/main" id="{1B1DCFA4-E4D4-4553-AD83-3562504861DE}"/>
              </a:ext>
            </a:extLst>
          </p:cNvPr>
          <p:cNvSpPr>
            <a:spLocks noGrp="1"/>
          </p:cNvSpPr>
          <p:nvPr/>
        </p:nvSpPr>
        <p:spPr>
          <a:xfrm>
            <a:off x="5313338" y="45864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0" name="12_small_7866">
            <a:extLst>
              <a:ext uri="{FF2B5EF4-FFF2-40B4-BE49-F238E27FC236}">
                <a16:creationId xmlns:a16="http://schemas.microsoft.com/office/drawing/2014/main" id="{5735E4D3-EA77-4283-A383-6EF4F030A037}"/>
              </a:ext>
            </a:extLst>
          </p:cNvPr>
          <p:cNvSpPr>
            <a:spLocks noGrp="1"/>
          </p:cNvSpPr>
          <p:nvPr/>
        </p:nvSpPr>
        <p:spPr>
          <a:xfrm>
            <a:off x="5362102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1" name="12_small_7867">
            <a:extLst>
              <a:ext uri="{FF2B5EF4-FFF2-40B4-BE49-F238E27FC236}">
                <a16:creationId xmlns:a16="http://schemas.microsoft.com/office/drawing/2014/main" id="{22C5D0F7-E573-4BCA-90C6-BAE891535BE8}"/>
              </a:ext>
            </a:extLst>
          </p:cNvPr>
          <p:cNvSpPr>
            <a:spLocks noGrp="1"/>
          </p:cNvSpPr>
          <p:nvPr/>
        </p:nvSpPr>
        <p:spPr>
          <a:xfrm>
            <a:off x="531917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2" name="12_small_7868">
            <a:extLst>
              <a:ext uri="{FF2B5EF4-FFF2-40B4-BE49-F238E27FC236}">
                <a16:creationId xmlns:a16="http://schemas.microsoft.com/office/drawing/2014/main" id="{B7C0EE01-D98B-4EE4-A360-F4ED224B4B1C}"/>
              </a:ext>
            </a:extLst>
          </p:cNvPr>
          <p:cNvSpPr>
            <a:spLocks noGrp="1"/>
          </p:cNvSpPr>
          <p:nvPr/>
        </p:nvSpPr>
        <p:spPr>
          <a:xfrm>
            <a:off x="529012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3" name="12_small_7869">
            <a:extLst>
              <a:ext uri="{FF2B5EF4-FFF2-40B4-BE49-F238E27FC236}">
                <a16:creationId xmlns:a16="http://schemas.microsoft.com/office/drawing/2014/main" id="{B1E90EED-EE1D-44B3-AFAA-2BF5C7EE7AC4}"/>
              </a:ext>
            </a:extLst>
          </p:cNvPr>
          <p:cNvSpPr>
            <a:spLocks noGrp="1"/>
          </p:cNvSpPr>
          <p:nvPr/>
        </p:nvSpPr>
        <p:spPr>
          <a:xfrm>
            <a:off x="535454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4" name="12_small_7870">
            <a:extLst>
              <a:ext uri="{FF2B5EF4-FFF2-40B4-BE49-F238E27FC236}">
                <a16:creationId xmlns:a16="http://schemas.microsoft.com/office/drawing/2014/main" id="{CD32EB83-3952-4969-A7E9-386A02A81EA0}"/>
              </a:ext>
            </a:extLst>
          </p:cNvPr>
          <p:cNvSpPr>
            <a:spLocks noGrp="1"/>
          </p:cNvSpPr>
          <p:nvPr/>
        </p:nvSpPr>
        <p:spPr>
          <a:xfrm>
            <a:off x="5345573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5" name="12_small_7871">
            <a:extLst>
              <a:ext uri="{FF2B5EF4-FFF2-40B4-BE49-F238E27FC236}">
                <a16:creationId xmlns:a16="http://schemas.microsoft.com/office/drawing/2014/main" id="{5AEC9E8F-4744-4BE5-A0C8-724BFE2DC85F}"/>
              </a:ext>
            </a:extLst>
          </p:cNvPr>
          <p:cNvSpPr>
            <a:spLocks noGrp="1"/>
          </p:cNvSpPr>
          <p:nvPr/>
        </p:nvSpPr>
        <p:spPr>
          <a:xfrm>
            <a:off x="528802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6" name="12_small_7872">
            <a:extLst>
              <a:ext uri="{FF2B5EF4-FFF2-40B4-BE49-F238E27FC236}">
                <a16:creationId xmlns:a16="http://schemas.microsoft.com/office/drawing/2014/main" id="{DC63DDD2-A73D-4DD7-84A0-76C31645F7B4}"/>
              </a:ext>
            </a:extLst>
          </p:cNvPr>
          <p:cNvSpPr>
            <a:spLocks noGrp="1"/>
          </p:cNvSpPr>
          <p:nvPr/>
        </p:nvSpPr>
        <p:spPr>
          <a:xfrm>
            <a:off x="539474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7" name="12_small_7873">
            <a:extLst>
              <a:ext uri="{FF2B5EF4-FFF2-40B4-BE49-F238E27FC236}">
                <a16:creationId xmlns:a16="http://schemas.microsoft.com/office/drawing/2014/main" id="{5C4E5F06-A61E-44E0-BA27-714D6852CBC1}"/>
              </a:ext>
            </a:extLst>
          </p:cNvPr>
          <p:cNvSpPr>
            <a:spLocks noGrp="1"/>
          </p:cNvSpPr>
          <p:nvPr/>
        </p:nvSpPr>
        <p:spPr>
          <a:xfrm>
            <a:off x="533890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8" name="12_small_7874">
            <a:extLst>
              <a:ext uri="{FF2B5EF4-FFF2-40B4-BE49-F238E27FC236}">
                <a16:creationId xmlns:a16="http://schemas.microsoft.com/office/drawing/2014/main" id="{8A39A1BA-5EF6-49FA-90F5-8F54B58AB8EB}"/>
              </a:ext>
            </a:extLst>
          </p:cNvPr>
          <p:cNvSpPr>
            <a:spLocks noGrp="1"/>
          </p:cNvSpPr>
          <p:nvPr/>
        </p:nvSpPr>
        <p:spPr>
          <a:xfrm>
            <a:off x="542052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09" name="12_small_7875">
            <a:extLst>
              <a:ext uri="{FF2B5EF4-FFF2-40B4-BE49-F238E27FC236}">
                <a16:creationId xmlns:a16="http://schemas.microsoft.com/office/drawing/2014/main" id="{18C16C66-6CD4-4934-A2E9-2E8C4BB14F52}"/>
              </a:ext>
            </a:extLst>
          </p:cNvPr>
          <p:cNvSpPr>
            <a:spLocks noGrp="1"/>
          </p:cNvSpPr>
          <p:nvPr/>
        </p:nvSpPr>
        <p:spPr>
          <a:xfrm>
            <a:off x="533296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0" name="12_small_7876">
            <a:extLst>
              <a:ext uri="{FF2B5EF4-FFF2-40B4-BE49-F238E27FC236}">
                <a16:creationId xmlns:a16="http://schemas.microsoft.com/office/drawing/2014/main" id="{ABBF80E4-65A4-4FEC-BF5B-050778E63A86}"/>
              </a:ext>
            </a:extLst>
          </p:cNvPr>
          <p:cNvSpPr>
            <a:spLocks noGrp="1"/>
          </p:cNvSpPr>
          <p:nvPr/>
        </p:nvSpPr>
        <p:spPr>
          <a:xfrm>
            <a:off x="539038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1" name="12_small_7877">
            <a:extLst>
              <a:ext uri="{FF2B5EF4-FFF2-40B4-BE49-F238E27FC236}">
                <a16:creationId xmlns:a16="http://schemas.microsoft.com/office/drawing/2014/main" id="{FA46902C-407A-4A44-8A68-FFDF9D773E49}"/>
              </a:ext>
            </a:extLst>
          </p:cNvPr>
          <p:cNvSpPr>
            <a:spLocks noGrp="1"/>
          </p:cNvSpPr>
          <p:nvPr/>
        </p:nvSpPr>
        <p:spPr>
          <a:xfrm>
            <a:off x="533124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2" name="12_small_7878">
            <a:extLst>
              <a:ext uri="{FF2B5EF4-FFF2-40B4-BE49-F238E27FC236}">
                <a16:creationId xmlns:a16="http://schemas.microsoft.com/office/drawing/2014/main" id="{6764E8ED-2234-456A-ACBA-43EBF41A249C}"/>
              </a:ext>
            </a:extLst>
          </p:cNvPr>
          <p:cNvSpPr>
            <a:spLocks noGrp="1"/>
          </p:cNvSpPr>
          <p:nvPr/>
        </p:nvSpPr>
        <p:spPr>
          <a:xfrm>
            <a:off x="533643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3" name="12_small_7879">
            <a:extLst>
              <a:ext uri="{FF2B5EF4-FFF2-40B4-BE49-F238E27FC236}">
                <a16:creationId xmlns:a16="http://schemas.microsoft.com/office/drawing/2014/main" id="{1DA00F11-FD19-4FA0-8525-6E8BDEC7C30E}"/>
              </a:ext>
            </a:extLst>
          </p:cNvPr>
          <p:cNvSpPr>
            <a:spLocks noGrp="1"/>
          </p:cNvSpPr>
          <p:nvPr/>
        </p:nvSpPr>
        <p:spPr>
          <a:xfrm>
            <a:off x="539496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4" name="12_small_7880">
            <a:extLst>
              <a:ext uri="{FF2B5EF4-FFF2-40B4-BE49-F238E27FC236}">
                <a16:creationId xmlns:a16="http://schemas.microsoft.com/office/drawing/2014/main" id="{CFEA2C68-18BD-47A2-ABA4-0093E2A27BDE}"/>
              </a:ext>
            </a:extLst>
          </p:cNvPr>
          <p:cNvSpPr>
            <a:spLocks noGrp="1"/>
          </p:cNvSpPr>
          <p:nvPr/>
        </p:nvSpPr>
        <p:spPr>
          <a:xfrm>
            <a:off x="529528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5" name="12_small_7881">
            <a:extLst>
              <a:ext uri="{FF2B5EF4-FFF2-40B4-BE49-F238E27FC236}">
                <a16:creationId xmlns:a16="http://schemas.microsoft.com/office/drawing/2014/main" id="{5F8AEB74-1D02-4B6F-8AD7-A150F95461C8}"/>
              </a:ext>
            </a:extLst>
          </p:cNvPr>
          <p:cNvSpPr>
            <a:spLocks noGrp="1"/>
          </p:cNvSpPr>
          <p:nvPr/>
        </p:nvSpPr>
        <p:spPr>
          <a:xfrm>
            <a:off x="529182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6" name="12_small_7882">
            <a:extLst>
              <a:ext uri="{FF2B5EF4-FFF2-40B4-BE49-F238E27FC236}">
                <a16:creationId xmlns:a16="http://schemas.microsoft.com/office/drawing/2014/main" id="{CA62E081-AD16-4F07-98B9-3FB07068E12C}"/>
              </a:ext>
            </a:extLst>
          </p:cNvPr>
          <p:cNvSpPr>
            <a:spLocks noGrp="1"/>
          </p:cNvSpPr>
          <p:nvPr/>
        </p:nvSpPr>
        <p:spPr>
          <a:xfrm>
            <a:off x="54163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7" name="12_small_7883">
            <a:extLst>
              <a:ext uri="{FF2B5EF4-FFF2-40B4-BE49-F238E27FC236}">
                <a16:creationId xmlns:a16="http://schemas.microsoft.com/office/drawing/2014/main" id="{C04534E1-8123-42CA-83F1-6B32669B18E1}"/>
              </a:ext>
            </a:extLst>
          </p:cNvPr>
          <p:cNvSpPr>
            <a:spLocks noGrp="1"/>
          </p:cNvSpPr>
          <p:nvPr/>
        </p:nvSpPr>
        <p:spPr>
          <a:xfrm>
            <a:off x="529117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8" name="12_small_7884">
            <a:extLst>
              <a:ext uri="{FF2B5EF4-FFF2-40B4-BE49-F238E27FC236}">
                <a16:creationId xmlns:a16="http://schemas.microsoft.com/office/drawing/2014/main" id="{F7049CC9-6E1D-44DD-BBC6-13B5055AF722}"/>
              </a:ext>
            </a:extLst>
          </p:cNvPr>
          <p:cNvSpPr>
            <a:spLocks noGrp="1"/>
          </p:cNvSpPr>
          <p:nvPr/>
        </p:nvSpPr>
        <p:spPr>
          <a:xfrm>
            <a:off x="533804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19" name="12_small_7885">
            <a:extLst>
              <a:ext uri="{FF2B5EF4-FFF2-40B4-BE49-F238E27FC236}">
                <a16:creationId xmlns:a16="http://schemas.microsoft.com/office/drawing/2014/main" id="{6DB0208E-EDAC-41B2-82D8-B08B8C7FC155}"/>
              </a:ext>
            </a:extLst>
          </p:cNvPr>
          <p:cNvSpPr>
            <a:spLocks noGrp="1"/>
          </p:cNvSpPr>
          <p:nvPr/>
        </p:nvSpPr>
        <p:spPr>
          <a:xfrm>
            <a:off x="535488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0" name="12_small_7886">
            <a:extLst>
              <a:ext uri="{FF2B5EF4-FFF2-40B4-BE49-F238E27FC236}">
                <a16:creationId xmlns:a16="http://schemas.microsoft.com/office/drawing/2014/main" id="{D75F8F0A-84EB-48A8-96F2-A35FEE0E34A0}"/>
              </a:ext>
            </a:extLst>
          </p:cNvPr>
          <p:cNvSpPr>
            <a:spLocks noGrp="1"/>
          </p:cNvSpPr>
          <p:nvPr/>
        </p:nvSpPr>
        <p:spPr>
          <a:xfrm>
            <a:off x="530627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1" name="12_small_7887">
            <a:extLst>
              <a:ext uri="{FF2B5EF4-FFF2-40B4-BE49-F238E27FC236}">
                <a16:creationId xmlns:a16="http://schemas.microsoft.com/office/drawing/2014/main" id="{3273715B-4830-48DF-907A-26E001A00E15}"/>
              </a:ext>
            </a:extLst>
          </p:cNvPr>
          <p:cNvSpPr>
            <a:spLocks noGrp="1"/>
          </p:cNvSpPr>
          <p:nvPr/>
        </p:nvSpPr>
        <p:spPr>
          <a:xfrm>
            <a:off x="533777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2" name="12_small_7888">
            <a:extLst>
              <a:ext uri="{FF2B5EF4-FFF2-40B4-BE49-F238E27FC236}">
                <a16:creationId xmlns:a16="http://schemas.microsoft.com/office/drawing/2014/main" id="{347F155D-06EE-4614-A4BF-72B760BDD995}"/>
              </a:ext>
            </a:extLst>
          </p:cNvPr>
          <p:cNvSpPr>
            <a:spLocks noGrp="1"/>
          </p:cNvSpPr>
          <p:nvPr/>
        </p:nvSpPr>
        <p:spPr>
          <a:xfrm>
            <a:off x="533022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3" name="12_small_7889">
            <a:extLst>
              <a:ext uri="{FF2B5EF4-FFF2-40B4-BE49-F238E27FC236}">
                <a16:creationId xmlns:a16="http://schemas.microsoft.com/office/drawing/2014/main" id="{4C190BE8-523E-46AF-9771-F881864369F3}"/>
              </a:ext>
            </a:extLst>
          </p:cNvPr>
          <p:cNvSpPr>
            <a:spLocks noGrp="1"/>
          </p:cNvSpPr>
          <p:nvPr/>
        </p:nvSpPr>
        <p:spPr>
          <a:xfrm>
            <a:off x="5420759" y="42014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4" name="12_small_7890">
            <a:extLst>
              <a:ext uri="{FF2B5EF4-FFF2-40B4-BE49-F238E27FC236}">
                <a16:creationId xmlns:a16="http://schemas.microsoft.com/office/drawing/2014/main" id="{EC2259D8-9DAB-45F3-B413-47A4551DF5D8}"/>
              </a:ext>
            </a:extLst>
          </p:cNvPr>
          <p:cNvSpPr>
            <a:spLocks noGrp="1"/>
          </p:cNvSpPr>
          <p:nvPr/>
        </p:nvSpPr>
        <p:spPr>
          <a:xfrm>
            <a:off x="537146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5" name="12_small_7891">
            <a:extLst>
              <a:ext uri="{FF2B5EF4-FFF2-40B4-BE49-F238E27FC236}">
                <a16:creationId xmlns:a16="http://schemas.microsoft.com/office/drawing/2014/main" id="{8E5A1168-F324-4D24-A071-3AA24E34353D}"/>
              </a:ext>
            </a:extLst>
          </p:cNvPr>
          <p:cNvSpPr>
            <a:spLocks noGrp="1"/>
          </p:cNvSpPr>
          <p:nvPr/>
        </p:nvSpPr>
        <p:spPr>
          <a:xfrm>
            <a:off x="5368348" y="429974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6" name="12_small_7892">
            <a:extLst>
              <a:ext uri="{FF2B5EF4-FFF2-40B4-BE49-F238E27FC236}">
                <a16:creationId xmlns:a16="http://schemas.microsoft.com/office/drawing/2014/main" id="{7D63A212-A7AD-482C-ACDE-EE35F2D945FE}"/>
              </a:ext>
            </a:extLst>
          </p:cNvPr>
          <p:cNvSpPr>
            <a:spLocks noGrp="1"/>
          </p:cNvSpPr>
          <p:nvPr/>
        </p:nvSpPr>
        <p:spPr>
          <a:xfrm>
            <a:off x="540887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7" name="12_small_7893">
            <a:extLst>
              <a:ext uri="{FF2B5EF4-FFF2-40B4-BE49-F238E27FC236}">
                <a16:creationId xmlns:a16="http://schemas.microsoft.com/office/drawing/2014/main" id="{6CA950A5-4A8E-431C-BC26-05A572015E99}"/>
              </a:ext>
            </a:extLst>
          </p:cNvPr>
          <p:cNvSpPr>
            <a:spLocks noGrp="1"/>
          </p:cNvSpPr>
          <p:nvPr/>
        </p:nvSpPr>
        <p:spPr>
          <a:xfrm>
            <a:off x="534863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8" name="12_small_7894">
            <a:extLst>
              <a:ext uri="{FF2B5EF4-FFF2-40B4-BE49-F238E27FC236}">
                <a16:creationId xmlns:a16="http://schemas.microsoft.com/office/drawing/2014/main" id="{CFE1E9A5-9696-44D1-B420-4C93418F414F}"/>
              </a:ext>
            </a:extLst>
          </p:cNvPr>
          <p:cNvSpPr>
            <a:spLocks noGrp="1"/>
          </p:cNvSpPr>
          <p:nvPr/>
        </p:nvSpPr>
        <p:spPr>
          <a:xfrm>
            <a:off x="542394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29" name="12_small_7895">
            <a:extLst>
              <a:ext uri="{FF2B5EF4-FFF2-40B4-BE49-F238E27FC236}">
                <a16:creationId xmlns:a16="http://schemas.microsoft.com/office/drawing/2014/main" id="{85FF1ACD-E609-41D5-84B9-95AB33BD0AE1}"/>
              </a:ext>
            </a:extLst>
          </p:cNvPr>
          <p:cNvSpPr>
            <a:spLocks noGrp="1"/>
          </p:cNvSpPr>
          <p:nvPr/>
        </p:nvSpPr>
        <p:spPr>
          <a:xfrm>
            <a:off x="539129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0" name="12_small_7896">
            <a:extLst>
              <a:ext uri="{FF2B5EF4-FFF2-40B4-BE49-F238E27FC236}">
                <a16:creationId xmlns:a16="http://schemas.microsoft.com/office/drawing/2014/main" id="{D38CD12B-CCC9-4275-849D-62E0FDFC1473}"/>
              </a:ext>
            </a:extLst>
          </p:cNvPr>
          <p:cNvSpPr>
            <a:spLocks noGrp="1"/>
          </p:cNvSpPr>
          <p:nvPr/>
        </p:nvSpPr>
        <p:spPr>
          <a:xfrm>
            <a:off x="532319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1" name="12_small_7897">
            <a:extLst>
              <a:ext uri="{FF2B5EF4-FFF2-40B4-BE49-F238E27FC236}">
                <a16:creationId xmlns:a16="http://schemas.microsoft.com/office/drawing/2014/main" id="{DA7DF03D-5D17-4ED6-8759-87A8C7F93A6B}"/>
              </a:ext>
            </a:extLst>
          </p:cNvPr>
          <p:cNvSpPr>
            <a:spLocks noGrp="1"/>
          </p:cNvSpPr>
          <p:nvPr/>
        </p:nvSpPr>
        <p:spPr>
          <a:xfrm>
            <a:off x="528585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2" name="12_small_7898">
            <a:extLst>
              <a:ext uri="{FF2B5EF4-FFF2-40B4-BE49-F238E27FC236}">
                <a16:creationId xmlns:a16="http://schemas.microsoft.com/office/drawing/2014/main" id="{E75AB494-17FC-44C0-8E8C-3D5A44D0827E}"/>
              </a:ext>
            </a:extLst>
          </p:cNvPr>
          <p:cNvSpPr>
            <a:spLocks noGrp="1"/>
          </p:cNvSpPr>
          <p:nvPr/>
        </p:nvSpPr>
        <p:spPr>
          <a:xfrm>
            <a:off x="541133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3" name="12_small_7899">
            <a:extLst>
              <a:ext uri="{FF2B5EF4-FFF2-40B4-BE49-F238E27FC236}">
                <a16:creationId xmlns:a16="http://schemas.microsoft.com/office/drawing/2014/main" id="{7AECBA1C-D0DA-425B-BA0B-5A4E7609B9A1}"/>
              </a:ext>
            </a:extLst>
          </p:cNvPr>
          <p:cNvSpPr>
            <a:spLocks noGrp="1"/>
          </p:cNvSpPr>
          <p:nvPr/>
        </p:nvSpPr>
        <p:spPr>
          <a:xfrm>
            <a:off x="542715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4" name="12_small_7900">
            <a:extLst>
              <a:ext uri="{FF2B5EF4-FFF2-40B4-BE49-F238E27FC236}">
                <a16:creationId xmlns:a16="http://schemas.microsoft.com/office/drawing/2014/main" id="{47A9290A-8F75-4F31-BD5A-E07BF07343F2}"/>
              </a:ext>
            </a:extLst>
          </p:cNvPr>
          <p:cNvSpPr>
            <a:spLocks noGrp="1"/>
          </p:cNvSpPr>
          <p:nvPr/>
        </p:nvSpPr>
        <p:spPr>
          <a:xfrm>
            <a:off x="536246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5" name="12_small_7901">
            <a:extLst>
              <a:ext uri="{FF2B5EF4-FFF2-40B4-BE49-F238E27FC236}">
                <a16:creationId xmlns:a16="http://schemas.microsoft.com/office/drawing/2014/main" id="{D8918BF1-32B9-46AA-8E5C-9C23BB877775}"/>
              </a:ext>
            </a:extLst>
          </p:cNvPr>
          <p:cNvSpPr>
            <a:spLocks noGrp="1"/>
          </p:cNvSpPr>
          <p:nvPr/>
        </p:nvSpPr>
        <p:spPr>
          <a:xfrm>
            <a:off x="540655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6" name="12_small_7902">
            <a:extLst>
              <a:ext uri="{FF2B5EF4-FFF2-40B4-BE49-F238E27FC236}">
                <a16:creationId xmlns:a16="http://schemas.microsoft.com/office/drawing/2014/main" id="{67186A3C-CFF2-4AA9-BB0C-B5E27B9F7F2E}"/>
              </a:ext>
            </a:extLst>
          </p:cNvPr>
          <p:cNvSpPr>
            <a:spLocks noGrp="1"/>
          </p:cNvSpPr>
          <p:nvPr/>
        </p:nvSpPr>
        <p:spPr>
          <a:xfrm>
            <a:off x="540120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7" name="12_small_7903">
            <a:extLst>
              <a:ext uri="{FF2B5EF4-FFF2-40B4-BE49-F238E27FC236}">
                <a16:creationId xmlns:a16="http://schemas.microsoft.com/office/drawing/2014/main" id="{0813F27B-C8F7-4FB8-A1E2-643AFBFB91F0}"/>
              </a:ext>
            </a:extLst>
          </p:cNvPr>
          <p:cNvSpPr>
            <a:spLocks noGrp="1"/>
          </p:cNvSpPr>
          <p:nvPr/>
        </p:nvSpPr>
        <p:spPr>
          <a:xfrm>
            <a:off x="5308994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8" name="12_small_7904">
            <a:extLst>
              <a:ext uri="{FF2B5EF4-FFF2-40B4-BE49-F238E27FC236}">
                <a16:creationId xmlns:a16="http://schemas.microsoft.com/office/drawing/2014/main" id="{7731C0B3-FF9E-445F-8861-40E453B7FE0A}"/>
              </a:ext>
            </a:extLst>
          </p:cNvPr>
          <p:cNvSpPr>
            <a:spLocks noGrp="1"/>
          </p:cNvSpPr>
          <p:nvPr/>
        </p:nvSpPr>
        <p:spPr>
          <a:xfrm>
            <a:off x="536973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39" name="12_small_7905">
            <a:extLst>
              <a:ext uri="{FF2B5EF4-FFF2-40B4-BE49-F238E27FC236}">
                <a16:creationId xmlns:a16="http://schemas.microsoft.com/office/drawing/2014/main" id="{0A9A2E54-4745-4BD7-8C38-B35ADA15E48F}"/>
              </a:ext>
            </a:extLst>
          </p:cNvPr>
          <p:cNvSpPr>
            <a:spLocks noGrp="1"/>
          </p:cNvSpPr>
          <p:nvPr/>
        </p:nvSpPr>
        <p:spPr>
          <a:xfrm>
            <a:off x="537401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0" name="12_small_7906">
            <a:extLst>
              <a:ext uri="{FF2B5EF4-FFF2-40B4-BE49-F238E27FC236}">
                <a16:creationId xmlns:a16="http://schemas.microsoft.com/office/drawing/2014/main" id="{8DA082DE-09BB-49F4-80F1-BB5AD5C5B6B2}"/>
              </a:ext>
            </a:extLst>
          </p:cNvPr>
          <p:cNvSpPr>
            <a:spLocks noGrp="1"/>
          </p:cNvSpPr>
          <p:nvPr/>
        </p:nvSpPr>
        <p:spPr>
          <a:xfrm>
            <a:off x="5410486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1" name="12_small_7907">
            <a:extLst>
              <a:ext uri="{FF2B5EF4-FFF2-40B4-BE49-F238E27FC236}">
                <a16:creationId xmlns:a16="http://schemas.microsoft.com/office/drawing/2014/main" id="{CDA89E3D-427D-4879-A11D-66144C9EDECD}"/>
              </a:ext>
            </a:extLst>
          </p:cNvPr>
          <p:cNvSpPr>
            <a:spLocks noGrp="1"/>
          </p:cNvSpPr>
          <p:nvPr/>
        </p:nvSpPr>
        <p:spPr>
          <a:xfrm>
            <a:off x="542242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2" name="12_small_7908">
            <a:extLst>
              <a:ext uri="{FF2B5EF4-FFF2-40B4-BE49-F238E27FC236}">
                <a16:creationId xmlns:a16="http://schemas.microsoft.com/office/drawing/2014/main" id="{BC479722-260C-4853-A197-3CBF2442C86B}"/>
              </a:ext>
            </a:extLst>
          </p:cNvPr>
          <p:cNvSpPr>
            <a:spLocks noGrp="1"/>
          </p:cNvSpPr>
          <p:nvPr/>
        </p:nvSpPr>
        <p:spPr>
          <a:xfrm>
            <a:off x="541542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3" name="12_small_7909">
            <a:extLst>
              <a:ext uri="{FF2B5EF4-FFF2-40B4-BE49-F238E27FC236}">
                <a16:creationId xmlns:a16="http://schemas.microsoft.com/office/drawing/2014/main" id="{E704CABE-D020-4C30-B052-7DEBFCEE4CF2}"/>
              </a:ext>
            </a:extLst>
          </p:cNvPr>
          <p:cNvSpPr>
            <a:spLocks noGrp="1"/>
          </p:cNvSpPr>
          <p:nvPr/>
        </p:nvSpPr>
        <p:spPr>
          <a:xfrm>
            <a:off x="535718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4" name="12_small_7910">
            <a:extLst>
              <a:ext uri="{FF2B5EF4-FFF2-40B4-BE49-F238E27FC236}">
                <a16:creationId xmlns:a16="http://schemas.microsoft.com/office/drawing/2014/main" id="{4C59746D-1656-47F4-A6B2-071C2138E5EE}"/>
              </a:ext>
            </a:extLst>
          </p:cNvPr>
          <p:cNvSpPr>
            <a:spLocks noGrp="1"/>
          </p:cNvSpPr>
          <p:nvPr/>
        </p:nvSpPr>
        <p:spPr>
          <a:xfrm>
            <a:off x="540140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5" name="12_small_7911">
            <a:extLst>
              <a:ext uri="{FF2B5EF4-FFF2-40B4-BE49-F238E27FC236}">
                <a16:creationId xmlns:a16="http://schemas.microsoft.com/office/drawing/2014/main" id="{7E7C6998-66C1-4E57-BC67-59C7FD83071B}"/>
              </a:ext>
            </a:extLst>
          </p:cNvPr>
          <p:cNvSpPr>
            <a:spLocks noGrp="1"/>
          </p:cNvSpPr>
          <p:nvPr/>
        </p:nvSpPr>
        <p:spPr>
          <a:xfrm>
            <a:off x="5382009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6" name="12_small_7912">
            <a:extLst>
              <a:ext uri="{FF2B5EF4-FFF2-40B4-BE49-F238E27FC236}">
                <a16:creationId xmlns:a16="http://schemas.microsoft.com/office/drawing/2014/main" id="{27479D27-2C57-4A66-A6F8-0A455F859E2A}"/>
              </a:ext>
            </a:extLst>
          </p:cNvPr>
          <p:cNvSpPr>
            <a:spLocks noGrp="1"/>
          </p:cNvSpPr>
          <p:nvPr/>
        </p:nvSpPr>
        <p:spPr>
          <a:xfrm>
            <a:off x="532185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7" name="12_small_7913">
            <a:extLst>
              <a:ext uri="{FF2B5EF4-FFF2-40B4-BE49-F238E27FC236}">
                <a16:creationId xmlns:a16="http://schemas.microsoft.com/office/drawing/2014/main" id="{4F1B9781-56FE-4CCD-8805-A5E0AE5A09DE}"/>
              </a:ext>
            </a:extLst>
          </p:cNvPr>
          <p:cNvSpPr>
            <a:spLocks noGrp="1"/>
          </p:cNvSpPr>
          <p:nvPr/>
        </p:nvSpPr>
        <p:spPr>
          <a:xfrm>
            <a:off x="53046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8" name="12_small_7914">
            <a:extLst>
              <a:ext uri="{FF2B5EF4-FFF2-40B4-BE49-F238E27FC236}">
                <a16:creationId xmlns:a16="http://schemas.microsoft.com/office/drawing/2014/main" id="{3DD5900A-67B4-4DB2-94EA-CCC8D857F637}"/>
              </a:ext>
            </a:extLst>
          </p:cNvPr>
          <p:cNvSpPr>
            <a:spLocks noGrp="1"/>
          </p:cNvSpPr>
          <p:nvPr/>
        </p:nvSpPr>
        <p:spPr>
          <a:xfrm>
            <a:off x="536583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49" name="12_small_7915">
            <a:extLst>
              <a:ext uri="{FF2B5EF4-FFF2-40B4-BE49-F238E27FC236}">
                <a16:creationId xmlns:a16="http://schemas.microsoft.com/office/drawing/2014/main" id="{A50CD45B-8008-4BFB-B24E-28EBB28084AF}"/>
              </a:ext>
            </a:extLst>
          </p:cNvPr>
          <p:cNvSpPr>
            <a:spLocks noGrp="1"/>
          </p:cNvSpPr>
          <p:nvPr/>
        </p:nvSpPr>
        <p:spPr>
          <a:xfrm>
            <a:off x="5384844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0" name="12_small_7916">
            <a:extLst>
              <a:ext uri="{FF2B5EF4-FFF2-40B4-BE49-F238E27FC236}">
                <a16:creationId xmlns:a16="http://schemas.microsoft.com/office/drawing/2014/main" id="{AC628253-CCBD-4F00-B6CD-70F8CF43364B}"/>
              </a:ext>
            </a:extLst>
          </p:cNvPr>
          <p:cNvSpPr>
            <a:spLocks noGrp="1"/>
          </p:cNvSpPr>
          <p:nvPr/>
        </p:nvSpPr>
        <p:spPr>
          <a:xfrm>
            <a:off x="5399619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1" name="12_small_7917">
            <a:extLst>
              <a:ext uri="{FF2B5EF4-FFF2-40B4-BE49-F238E27FC236}">
                <a16:creationId xmlns:a16="http://schemas.microsoft.com/office/drawing/2014/main" id="{5481F462-8653-4075-84DC-24BEFAC3D4B0}"/>
              </a:ext>
            </a:extLst>
          </p:cNvPr>
          <p:cNvSpPr>
            <a:spLocks noGrp="1"/>
          </p:cNvSpPr>
          <p:nvPr/>
        </p:nvSpPr>
        <p:spPr>
          <a:xfrm>
            <a:off x="536900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2" name="12_small_7918">
            <a:extLst>
              <a:ext uri="{FF2B5EF4-FFF2-40B4-BE49-F238E27FC236}">
                <a16:creationId xmlns:a16="http://schemas.microsoft.com/office/drawing/2014/main" id="{059936AB-E586-433B-868D-7F25F9D73F2B}"/>
              </a:ext>
            </a:extLst>
          </p:cNvPr>
          <p:cNvSpPr>
            <a:spLocks noGrp="1"/>
          </p:cNvSpPr>
          <p:nvPr/>
        </p:nvSpPr>
        <p:spPr>
          <a:xfrm>
            <a:off x="532926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3" name="12_small_7919">
            <a:extLst>
              <a:ext uri="{FF2B5EF4-FFF2-40B4-BE49-F238E27FC236}">
                <a16:creationId xmlns:a16="http://schemas.microsoft.com/office/drawing/2014/main" id="{675D168A-92AC-4AF8-B29F-CBE9AC5B2FDF}"/>
              </a:ext>
            </a:extLst>
          </p:cNvPr>
          <p:cNvSpPr>
            <a:spLocks noGrp="1"/>
          </p:cNvSpPr>
          <p:nvPr/>
        </p:nvSpPr>
        <p:spPr>
          <a:xfrm>
            <a:off x="54229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4" name="12_small_7920">
            <a:extLst>
              <a:ext uri="{FF2B5EF4-FFF2-40B4-BE49-F238E27FC236}">
                <a16:creationId xmlns:a16="http://schemas.microsoft.com/office/drawing/2014/main" id="{C7D2F03D-8C13-4153-A266-208215A97AB3}"/>
              </a:ext>
            </a:extLst>
          </p:cNvPr>
          <p:cNvSpPr>
            <a:spLocks noGrp="1"/>
          </p:cNvSpPr>
          <p:nvPr/>
        </p:nvSpPr>
        <p:spPr>
          <a:xfrm>
            <a:off x="54024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5" name="12_small_7921">
            <a:extLst>
              <a:ext uri="{FF2B5EF4-FFF2-40B4-BE49-F238E27FC236}">
                <a16:creationId xmlns:a16="http://schemas.microsoft.com/office/drawing/2014/main" id="{39F3C4CF-60CF-4ACE-8856-04B7DB4C7171}"/>
              </a:ext>
            </a:extLst>
          </p:cNvPr>
          <p:cNvSpPr>
            <a:spLocks noGrp="1"/>
          </p:cNvSpPr>
          <p:nvPr/>
        </p:nvSpPr>
        <p:spPr>
          <a:xfrm>
            <a:off x="543085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6" name="12_small_7922">
            <a:extLst>
              <a:ext uri="{FF2B5EF4-FFF2-40B4-BE49-F238E27FC236}">
                <a16:creationId xmlns:a16="http://schemas.microsoft.com/office/drawing/2014/main" id="{F0407952-834F-4793-B750-BA260E3B90D1}"/>
              </a:ext>
            </a:extLst>
          </p:cNvPr>
          <p:cNvSpPr>
            <a:spLocks noGrp="1"/>
          </p:cNvSpPr>
          <p:nvPr/>
        </p:nvSpPr>
        <p:spPr>
          <a:xfrm>
            <a:off x="543084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7" name="12_small_7923">
            <a:extLst>
              <a:ext uri="{FF2B5EF4-FFF2-40B4-BE49-F238E27FC236}">
                <a16:creationId xmlns:a16="http://schemas.microsoft.com/office/drawing/2014/main" id="{396C7C5E-DCD0-4777-8264-001CA85FF749}"/>
              </a:ext>
            </a:extLst>
          </p:cNvPr>
          <p:cNvSpPr>
            <a:spLocks noGrp="1"/>
          </p:cNvSpPr>
          <p:nvPr/>
        </p:nvSpPr>
        <p:spPr>
          <a:xfrm>
            <a:off x="535050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8" name="12_small_7924">
            <a:extLst>
              <a:ext uri="{FF2B5EF4-FFF2-40B4-BE49-F238E27FC236}">
                <a16:creationId xmlns:a16="http://schemas.microsoft.com/office/drawing/2014/main" id="{BB8144CC-CF38-456D-B437-65CB6819FDA2}"/>
              </a:ext>
            </a:extLst>
          </p:cNvPr>
          <p:cNvSpPr>
            <a:spLocks noGrp="1"/>
          </p:cNvSpPr>
          <p:nvPr/>
        </p:nvSpPr>
        <p:spPr>
          <a:xfrm>
            <a:off x="536401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59" name="12_small_7925">
            <a:extLst>
              <a:ext uri="{FF2B5EF4-FFF2-40B4-BE49-F238E27FC236}">
                <a16:creationId xmlns:a16="http://schemas.microsoft.com/office/drawing/2014/main" id="{585648C0-2FFB-4E23-BBE4-AA71156EC545}"/>
              </a:ext>
            </a:extLst>
          </p:cNvPr>
          <p:cNvSpPr>
            <a:spLocks noGrp="1"/>
          </p:cNvSpPr>
          <p:nvPr/>
        </p:nvSpPr>
        <p:spPr>
          <a:xfrm>
            <a:off x="532172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0" name="12_small_7926">
            <a:extLst>
              <a:ext uri="{FF2B5EF4-FFF2-40B4-BE49-F238E27FC236}">
                <a16:creationId xmlns:a16="http://schemas.microsoft.com/office/drawing/2014/main" id="{9758E3CE-A1B3-44AF-A41C-03FF97D1A7FD}"/>
              </a:ext>
            </a:extLst>
          </p:cNvPr>
          <p:cNvSpPr>
            <a:spLocks noGrp="1"/>
          </p:cNvSpPr>
          <p:nvPr/>
        </p:nvSpPr>
        <p:spPr>
          <a:xfrm>
            <a:off x="610730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1" name="12_small_7927">
            <a:extLst>
              <a:ext uri="{FF2B5EF4-FFF2-40B4-BE49-F238E27FC236}">
                <a16:creationId xmlns:a16="http://schemas.microsoft.com/office/drawing/2014/main" id="{F5A00DF8-4B3D-479E-A61D-73B1FEDAB3BA}"/>
              </a:ext>
            </a:extLst>
          </p:cNvPr>
          <p:cNvSpPr>
            <a:spLocks noGrp="1"/>
          </p:cNvSpPr>
          <p:nvPr/>
        </p:nvSpPr>
        <p:spPr>
          <a:xfrm>
            <a:off x="621158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2" name="12_small_7928">
            <a:extLst>
              <a:ext uri="{FF2B5EF4-FFF2-40B4-BE49-F238E27FC236}">
                <a16:creationId xmlns:a16="http://schemas.microsoft.com/office/drawing/2014/main" id="{65AB116A-962E-4250-AA26-3442215AF599}"/>
              </a:ext>
            </a:extLst>
          </p:cNvPr>
          <p:cNvSpPr>
            <a:spLocks noGrp="1"/>
          </p:cNvSpPr>
          <p:nvPr/>
        </p:nvSpPr>
        <p:spPr>
          <a:xfrm>
            <a:off x="621002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3" name="12_small_7929">
            <a:extLst>
              <a:ext uri="{FF2B5EF4-FFF2-40B4-BE49-F238E27FC236}">
                <a16:creationId xmlns:a16="http://schemas.microsoft.com/office/drawing/2014/main" id="{B17011A4-2E74-4BE5-8065-6FE2F13F7A23}"/>
              </a:ext>
            </a:extLst>
          </p:cNvPr>
          <p:cNvSpPr>
            <a:spLocks noGrp="1"/>
          </p:cNvSpPr>
          <p:nvPr/>
        </p:nvSpPr>
        <p:spPr>
          <a:xfrm>
            <a:off x="613072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4" name="12_small_7930">
            <a:extLst>
              <a:ext uri="{FF2B5EF4-FFF2-40B4-BE49-F238E27FC236}">
                <a16:creationId xmlns:a16="http://schemas.microsoft.com/office/drawing/2014/main" id="{8407C2A1-7C68-4475-B3C3-F3AAF585EEA6}"/>
              </a:ext>
            </a:extLst>
          </p:cNvPr>
          <p:cNvSpPr>
            <a:spLocks noGrp="1"/>
          </p:cNvSpPr>
          <p:nvPr/>
        </p:nvSpPr>
        <p:spPr>
          <a:xfrm>
            <a:off x="621290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5" name="12_small_7931">
            <a:extLst>
              <a:ext uri="{FF2B5EF4-FFF2-40B4-BE49-F238E27FC236}">
                <a16:creationId xmlns:a16="http://schemas.microsoft.com/office/drawing/2014/main" id="{AA5FAD12-0AFD-4B3D-8A58-AD188ED5F3CD}"/>
              </a:ext>
            </a:extLst>
          </p:cNvPr>
          <p:cNvSpPr>
            <a:spLocks noGrp="1"/>
          </p:cNvSpPr>
          <p:nvPr/>
        </p:nvSpPr>
        <p:spPr>
          <a:xfrm>
            <a:off x="6182523" y="412100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6" name="12_small_7932">
            <a:extLst>
              <a:ext uri="{FF2B5EF4-FFF2-40B4-BE49-F238E27FC236}">
                <a16:creationId xmlns:a16="http://schemas.microsoft.com/office/drawing/2014/main" id="{C0020CE1-44B8-449E-BC6F-73550D369464}"/>
              </a:ext>
            </a:extLst>
          </p:cNvPr>
          <p:cNvSpPr>
            <a:spLocks noGrp="1"/>
          </p:cNvSpPr>
          <p:nvPr/>
        </p:nvSpPr>
        <p:spPr>
          <a:xfrm>
            <a:off x="608996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7" name="12_small_7933">
            <a:extLst>
              <a:ext uri="{FF2B5EF4-FFF2-40B4-BE49-F238E27FC236}">
                <a16:creationId xmlns:a16="http://schemas.microsoft.com/office/drawing/2014/main" id="{5FD56043-DE91-4581-BD57-E23A9C242C24}"/>
              </a:ext>
            </a:extLst>
          </p:cNvPr>
          <p:cNvSpPr>
            <a:spLocks noGrp="1"/>
          </p:cNvSpPr>
          <p:nvPr/>
        </p:nvSpPr>
        <p:spPr>
          <a:xfrm>
            <a:off x="6122235" y="476055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8" name="12_small_7934">
            <a:extLst>
              <a:ext uri="{FF2B5EF4-FFF2-40B4-BE49-F238E27FC236}">
                <a16:creationId xmlns:a16="http://schemas.microsoft.com/office/drawing/2014/main" id="{5B2AB58C-58BF-4337-86CB-E1ECF1C69D4E}"/>
              </a:ext>
            </a:extLst>
          </p:cNvPr>
          <p:cNvSpPr>
            <a:spLocks noGrp="1"/>
          </p:cNvSpPr>
          <p:nvPr/>
        </p:nvSpPr>
        <p:spPr>
          <a:xfrm>
            <a:off x="6139147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69" name="12_small_7935">
            <a:extLst>
              <a:ext uri="{FF2B5EF4-FFF2-40B4-BE49-F238E27FC236}">
                <a16:creationId xmlns:a16="http://schemas.microsoft.com/office/drawing/2014/main" id="{D0CFB209-D123-4E2B-886B-7E8E3B823F3E}"/>
              </a:ext>
            </a:extLst>
          </p:cNvPr>
          <p:cNvSpPr>
            <a:spLocks noGrp="1"/>
          </p:cNvSpPr>
          <p:nvPr/>
        </p:nvSpPr>
        <p:spPr>
          <a:xfrm>
            <a:off x="612396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0" name="12_small_7936">
            <a:extLst>
              <a:ext uri="{FF2B5EF4-FFF2-40B4-BE49-F238E27FC236}">
                <a16:creationId xmlns:a16="http://schemas.microsoft.com/office/drawing/2014/main" id="{313AC075-D030-4704-891B-38D0E116034C}"/>
              </a:ext>
            </a:extLst>
          </p:cNvPr>
          <p:cNvSpPr>
            <a:spLocks noGrp="1"/>
          </p:cNvSpPr>
          <p:nvPr/>
        </p:nvSpPr>
        <p:spPr>
          <a:xfrm>
            <a:off x="617781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1" name="12_small_7937">
            <a:extLst>
              <a:ext uri="{FF2B5EF4-FFF2-40B4-BE49-F238E27FC236}">
                <a16:creationId xmlns:a16="http://schemas.microsoft.com/office/drawing/2014/main" id="{B4B38E33-E76E-4865-BB0F-179F33EB9AD7}"/>
              </a:ext>
            </a:extLst>
          </p:cNvPr>
          <p:cNvSpPr>
            <a:spLocks noGrp="1"/>
          </p:cNvSpPr>
          <p:nvPr/>
        </p:nvSpPr>
        <p:spPr>
          <a:xfrm>
            <a:off x="6082728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2" name="12_small_7938">
            <a:extLst>
              <a:ext uri="{FF2B5EF4-FFF2-40B4-BE49-F238E27FC236}">
                <a16:creationId xmlns:a16="http://schemas.microsoft.com/office/drawing/2014/main" id="{737CD474-C188-41AF-A0B7-BDB1966FE74A}"/>
              </a:ext>
            </a:extLst>
          </p:cNvPr>
          <p:cNvSpPr>
            <a:spLocks noGrp="1"/>
          </p:cNvSpPr>
          <p:nvPr/>
        </p:nvSpPr>
        <p:spPr>
          <a:xfrm>
            <a:off x="612312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3" name="12_small_7939">
            <a:extLst>
              <a:ext uri="{FF2B5EF4-FFF2-40B4-BE49-F238E27FC236}">
                <a16:creationId xmlns:a16="http://schemas.microsoft.com/office/drawing/2014/main" id="{214DD19A-98F0-459A-925F-FE705A89A24F}"/>
              </a:ext>
            </a:extLst>
          </p:cNvPr>
          <p:cNvSpPr>
            <a:spLocks noGrp="1"/>
          </p:cNvSpPr>
          <p:nvPr/>
        </p:nvSpPr>
        <p:spPr>
          <a:xfrm>
            <a:off x="607732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4" name="12_small_7940">
            <a:extLst>
              <a:ext uri="{FF2B5EF4-FFF2-40B4-BE49-F238E27FC236}">
                <a16:creationId xmlns:a16="http://schemas.microsoft.com/office/drawing/2014/main" id="{623ED53B-CC40-49FE-87E2-2D2F20C958DD}"/>
              </a:ext>
            </a:extLst>
          </p:cNvPr>
          <p:cNvSpPr>
            <a:spLocks noGrp="1"/>
          </p:cNvSpPr>
          <p:nvPr/>
        </p:nvSpPr>
        <p:spPr>
          <a:xfrm>
            <a:off x="62070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5" name="12_small_7941">
            <a:extLst>
              <a:ext uri="{FF2B5EF4-FFF2-40B4-BE49-F238E27FC236}">
                <a16:creationId xmlns:a16="http://schemas.microsoft.com/office/drawing/2014/main" id="{815B62A3-6B7D-499E-A93A-FEE44B6DAA3A}"/>
              </a:ext>
            </a:extLst>
          </p:cNvPr>
          <p:cNvSpPr>
            <a:spLocks noGrp="1"/>
          </p:cNvSpPr>
          <p:nvPr/>
        </p:nvSpPr>
        <p:spPr>
          <a:xfrm>
            <a:off x="6099922" y="470935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6" name="12_small_7942">
            <a:extLst>
              <a:ext uri="{FF2B5EF4-FFF2-40B4-BE49-F238E27FC236}">
                <a16:creationId xmlns:a16="http://schemas.microsoft.com/office/drawing/2014/main" id="{18CA6DBC-3C8B-4C6E-B588-FC861878DC98}"/>
              </a:ext>
            </a:extLst>
          </p:cNvPr>
          <p:cNvSpPr>
            <a:spLocks noGrp="1"/>
          </p:cNvSpPr>
          <p:nvPr/>
        </p:nvSpPr>
        <p:spPr>
          <a:xfrm>
            <a:off x="6094588" y="45864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7" name="12_small_7943">
            <a:extLst>
              <a:ext uri="{FF2B5EF4-FFF2-40B4-BE49-F238E27FC236}">
                <a16:creationId xmlns:a16="http://schemas.microsoft.com/office/drawing/2014/main" id="{49DA4E46-714E-49DA-98A7-DC347452D83B}"/>
              </a:ext>
            </a:extLst>
          </p:cNvPr>
          <p:cNvSpPr>
            <a:spLocks noGrp="1"/>
          </p:cNvSpPr>
          <p:nvPr/>
        </p:nvSpPr>
        <p:spPr>
          <a:xfrm>
            <a:off x="6143352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8" name="12_small_7944">
            <a:extLst>
              <a:ext uri="{FF2B5EF4-FFF2-40B4-BE49-F238E27FC236}">
                <a16:creationId xmlns:a16="http://schemas.microsoft.com/office/drawing/2014/main" id="{391E92C2-5A55-444F-BBB9-6867D3155438}"/>
              </a:ext>
            </a:extLst>
          </p:cNvPr>
          <p:cNvSpPr>
            <a:spLocks noGrp="1"/>
          </p:cNvSpPr>
          <p:nvPr/>
        </p:nvSpPr>
        <p:spPr>
          <a:xfrm>
            <a:off x="610042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79" name="12_small_7945">
            <a:extLst>
              <a:ext uri="{FF2B5EF4-FFF2-40B4-BE49-F238E27FC236}">
                <a16:creationId xmlns:a16="http://schemas.microsoft.com/office/drawing/2014/main" id="{DDD3BB97-2A8D-408C-92AF-1C6D52271F00}"/>
              </a:ext>
            </a:extLst>
          </p:cNvPr>
          <p:cNvSpPr>
            <a:spLocks noGrp="1"/>
          </p:cNvSpPr>
          <p:nvPr/>
        </p:nvSpPr>
        <p:spPr>
          <a:xfrm>
            <a:off x="607137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0" name="12_small_7946">
            <a:extLst>
              <a:ext uri="{FF2B5EF4-FFF2-40B4-BE49-F238E27FC236}">
                <a16:creationId xmlns:a16="http://schemas.microsoft.com/office/drawing/2014/main" id="{CD4896CC-07AC-4696-BAC7-31136E491397}"/>
              </a:ext>
            </a:extLst>
          </p:cNvPr>
          <p:cNvSpPr>
            <a:spLocks noGrp="1"/>
          </p:cNvSpPr>
          <p:nvPr/>
        </p:nvSpPr>
        <p:spPr>
          <a:xfrm>
            <a:off x="613579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1" name="12_small_7947">
            <a:extLst>
              <a:ext uri="{FF2B5EF4-FFF2-40B4-BE49-F238E27FC236}">
                <a16:creationId xmlns:a16="http://schemas.microsoft.com/office/drawing/2014/main" id="{4DFFA430-710D-4724-86AF-FBD976660E49}"/>
              </a:ext>
            </a:extLst>
          </p:cNvPr>
          <p:cNvSpPr>
            <a:spLocks noGrp="1"/>
          </p:cNvSpPr>
          <p:nvPr/>
        </p:nvSpPr>
        <p:spPr>
          <a:xfrm>
            <a:off x="6126823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2" name="12_small_7948">
            <a:extLst>
              <a:ext uri="{FF2B5EF4-FFF2-40B4-BE49-F238E27FC236}">
                <a16:creationId xmlns:a16="http://schemas.microsoft.com/office/drawing/2014/main" id="{05B6ECB8-2C87-42E5-81E0-4542893B2EFE}"/>
              </a:ext>
            </a:extLst>
          </p:cNvPr>
          <p:cNvSpPr>
            <a:spLocks noGrp="1"/>
          </p:cNvSpPr>
          <p:nvPr/>
        </p:nvSpPr>
        <p:spPr>
          <a:xfrm>
            <a:off x="606927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3" name="12_small_7949">
            <a:extLst>
              <a:ext uri="{FF2B5EF4-FFF2-40B4-BE49-F238E27FC236}">
                <a16:creationId xmlns:a16="http://schemas.microsoft.com/office/drawing/2014/main" id="{AF15091B-2BB7-40E8-8DD0-1A792724FECB}"/>
              </a:ext>
            </a:extLst>
          </p:cNvPr>
          <p:cNvSpPr>
            <a:spLocks noGrp="1"/>
          </p:cNvSpPr>
          <p:nvPr/>
        </p:nvSpPr>
        <p:spPr>
          <a:xfrm>
            <a:off x="617599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4" name="12_small_7950">
            <a:extLst>
              <a:ext uri="{FF2B5EF4-FFF2-40B4-BE49-F238E27FC236}">
                <a16:creationId xmlns:a16="http://schemas.microsoft.com/office/drawing/2014/main" id="{A274F8EC-2FF7-4C21-9B18-A970ECE31871}"/>
              </a:ext>
            </a:extLst>
          </p:cNvPr>
          <p:cNvSpPr>
            <a:spLocks noGrp="1"/>
          </p:cNvSpPr>
          <p:nvPr/>
        </p:nvSpPr>
        <p:spPr>
          <a:xfrm>
            <a:off x="612015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5" name="12_small_7951">
            <a:extLst>
              <a:ext uri="{FF2B5EF4-FFF2-40B4-BE49-F238E27FC236}">
                <a16:creationId xmlns:a16="http://schemas.microsoft.com/office/drawing/2014/main" id="{733DDBD6-2B1B-4C7A-9802-C6342645081B}"/>
              </a:ext>
            </a:extLst>
          </p:cNvPr>
          <p:cNvSpPr>
            <a:spLocks noGrp="1"/>
          </p:cNvSpPr>
          <p:nvPr/>
        </p:nvSpPr>
        <p:spPr>
          <a:xfrm>
            <a:off x="620177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6" name="12_small_7952">
            <a:extLst>
              <a:ext uri="{FF2B5EF4-FFF2-40B4-BE49-F238E27FC236}">
                <a16:creationId xmlns:a16="http://schemas.microsoft.com/office/drawing/2014/main" id="{038ED4EE-B63B-4726-ADAE-F3C9828B31A3}"/>
              </a:ext>
            </a:extLst>
          </p:cNvPr>
          <p:cNvSpPr>
            <a:spLocks noGrp="1"/>
          </p:cNvSpPr>
          <p:nvPr/>
        </p:nvSpPr>
        <p:spPr>
          <a:xfrm>
            <a:off x="611421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7" name="12_small_7953">
            <a:extLst>
              <a:ext uri="{FF2B5EF4-FFF2-40B4-BE49-F238E27FC236}">
                <a16:creationId xmlns:a16="http://schemas.microsoft.com/office/drawing/2014/main" id="{7FAF51CF-E1BF-46A8-BE2D-6C2F6C9C7E0D}"/>
              </a:ext>
            </a:extLst>
          </p:cNvPr>
          <p:cNvSpPr>
            <a:spLocks noGrp="1"/>
          </p:cNvSpPr>
          <p:nvPr/>
        </p:nvSpPr>
        <p:spPr>
          <a:xfrm>
            <a:off x="617163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8" name="12_small_7954">
            <a:extLst>
              <a:ext uri="{FF2B5EF4-FFF2-40B4-BE49-F238E27FC236}">
                <a16:creationId xmlns:a16="http://schemas.microsoft.com/office/drawing/2014/main" id="{C4F13C71-9E3C-42BC-862A-E3A27F653EB5}"/>
              </a:ext>
            </a:extLst>
          </p:cNvPr>
          <p:cNvSpPr>
            <a:spLocks noGrp="1"/>
          </p:cNvSpPr>
          <p:nvPr/>
        </p:nvSpPr>
        <p:spPr>
          <a:xfrm>
            <a:off x="611249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89" name="12_small_7955">
            <a:extLst>
              <a:ext uri="{FF2B5EF4-FFF2-40B4-BE49-F238E27FC236}">
                <a16:creationId xmlns:a16="http://schemas.microsoft.com/office/drawing/2014/main" id="{7FF6C34C-C68F-4F13-9A4A-272E72FE012C}"/>
              </a:ext>
            </a:extLst>
          </p:cNvPr>
          <p:cNvSpPr>
            <a:spLocks noGrp="1"/>
          </p:cNvSpPr>
          <p:nvPr/>
        </p:nvSpPr>
        <p:spPr>
          <a:xfrm>
            <a:off x="611768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0" name="12_small_7956">
            <a:extLst>
              <a:ext uri="{FF2B5EF4-FFF2-40B4-BE49-F238E27FC236}">
                <a16:creationId xmlns:a16="http://schemas.microsoft.com/office/drawing/2014/main" id="{F8884E42-0E7E-4074-979A-1FDEDAED5DF7}"/>
              </a:ext>
            </a:extLst>
          </p:cNvPr>
          <p:cNvSpPr>
            <a:spLocks noGrp="1"/>
          </p:cNvSpPr>
          <p:nvPr/>
        </p:nvSpPr>
        <p:spPr>
          <a:xfrm>
            <a:off x="617621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1" name="12_small_7957">
            <a:extLst>
              <a:ext uri="{FF2B5EF4-FFF2-40B4-BE49-F238E27FC236}">
                <a16:creationId xmlns:a16="http://schemas.microsoft.com/office/drawing/2014/main" id="{233997A9-25FA-47D2-A493-5F1C0A5A3908}"/>
              </a:ext>
            </a:extLst>
          </p:cNvPr>
          <p:cNvSpPr>
            <a:spLocks noGrp="1"/>
          </p:cNvSpPr>
          <p:nvPr/>
        </p:nvSpPr>
        <p:spPr>
          <a:xfrm>
            <a:off x="607653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2" name="12_small_7958">
            <a:extLst>
              <a:ext uri="{FF2B5EF4-FFF2-40B4-BE49-F238E27FC236}">
                <a16:creationId xmlns:a16="http://schemas.microsoft.com/office/drawing/2014/main" id="{E7EE9E97-AB25-455C-8114-81E79C05A97B}"/>
              </a:ext>
            </a:extLst>
          </p:cNvPr>
          <p:cNvSpPr>
            <a:spLocks noGrp="1"/>
          </p:cNvSpPr>
          <p:nvPr/>
        </p:nvSpPr>
        <p:spPr>
          <a:xfrm>
            <a:off x="607307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3" name="12_small_7959">
            <a:extLst>
              <a:ext uri="{FF2B5EF4-FFF2-40B4-BE49-F238E27FC236}">
                <a16:creationId xmlns:a16="http://schemas.microsoft.com/office/drawing/2014/main" id="{4571318A-4CD4-4F7B-8D0F-B2C2408D1812}"/>
              </a:ext>
            </a:extLst>
          </p:cNvPr>
          <p:cNvSpPr>
            <a:spLocks noGrp="1"/>
          </p:cNvSpPr>
          <p:nvPr/>
        </p:nvSpPr>
        <p:spPr>
          <a:xfrm>
            <a:off x="61975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4" name="12_small_7960">
            <a:extLst>
              <a:ext uri="{FF2B5EF4-FFF2-40B4-BE49-F238E27FC236}">
                <a16:creationId xmlns:a16="http://schemas.microsoft.com/office/drawing/2014/main" id="{A1377030-98D5-4C13-A41F-767F3813119D}"/>
              </a:ext>
            </a:extLst>
          </p:cNvPr>
          <p:cNvSpPr>
            <a:spLocks noGrp="1"/>
          </p:cNvSpPr>
          <p:nvPr/>
        </p:nvSpPr>
        <p:spPr>
          <a:xfrm>
            <a:off x="6072421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5" name="12_small_7961">
            <a:extLst>
              <a:ext uri="{FF2B5EF4-FFF2-40B4-BE49-F238E27FC236}">
                <a16:creationId xmlns:a16="http://schemas.microsoft.com/office/drawing/2014/main" id="{32315B02-5E9E-4D1C-8F74-CDF86B60B291}"/>
              </a:ext>
            </a:extLst>
          </p:cNvPr>
          <p:cNvSpPr>
            <a:spLocks noGrp="1"/>
          </p:cNvSpPr>
          <p:nvPr/>
        </p:nvSpPr>
        <p:spPr>
          <a:xfrm>
            <a:off x="611929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6" name="12_small_7962">
            <a:extLst>
              <a:ext uri="{FF2B5EF4-FFF2-40B4-BE49-F238E27FC236}">
                <a16:creationId xmlns:a16="http://schemas.microsoft.com/office/drawing/2014/main" id="{342D28FF-5E88-4BB2-B439-6D5C17E53F00}"/>
              </a:ext>
            </a:extLst>
          </p:cNvPr>
          <p:cNvSpPr>
            <a:spLocks noGrp="1"/>
          </p:cNvSpPr>
          <p:nvPr/>
        </p:nvSpPr>
        <p:spPr>
          <a:xfrm>
            <a:off x="613613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7" name="12_small_7963">
            <a:extLst>
              <a:ext uri="{FF2B5EF4-FFF2-40B4-BE49-F238E27FC236}">
                <a16:creationId xmlns:a16="http://schemas.microsoft.com/office/drawing/2014/main" id="{E45B7DCC-68FC-4CD7-B871-C7467FF3A475}"/>
              </a:ext>
            </a:extLst>
          </p:cNvPr>
          <p:cNvSpPr>
            <a:spLocks noGrp="1"/>
          </p:cNvSpPr>
          <p:nvPr/>
        </p:nvSpPr>
        <p:spPr>
          <a:xfrm>
            <a:off x="6087522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8" name="12_small_7964">
            <a:extLst>
              <a:ext uri="{FF2B5EF4-FFF2-40B4-BE49-F238E27FC236}">
                <a16:creationId xmlns:a16="http://schemas.microsoft.com/office/drawing/2014/main" id="{9478768C-8DBC-4DFB-86B4-C1B719584E4B}"/>
              </a:ext>
            </a:extLst>
          </p:cNvPr>
          <p:cNvSpPr>
            <a:spLocks noGrp="1"/>
          </p:cNvSpPr>
          <p:nvPr/>
        </p:nvSpPr>
        <p:spPr>
          <a:xfrm>
            <a:off x="611902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1999" name="12_small_7965">
            <a:extLst>
              <a:ext uri="{FF2B5EF4-FFF2-40B4-BE49-F238E27FC236}">
                <a16:creationId xmlns:a16="http://schemas.microsoft.com/office/drawing/2014/main" id="{2AB92D5B-0DA1-4375-A1F5-967EA5A608CE}"/>
              </a:ext>
            </a:extLst>
          </p:cNvPr>
          <p:cNvSpPr>
            <a:spLocks noGrp="1"/>
          </p:cNvSpPr>
          <p:nvPr/>
        </p:nvSpPr>
        <p:spPr>
          <a:xfrm>
            <a:off x="6111479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0" name="12_small_7966">
            <a:extLst>
              <a:ext uri="{FF2B5EF4-FFF2-40B4-BE49-F238E27FC236}">
                <a16:creationId xmlns:a16="http://schemas.microsoft.com/office/drawing/2014/main" id="{26CF89D3-2316-4360-AD0F-43D243DA2737}"/>
              </a:ext>
            </a:extLst>
          </p:cNvPr>
          <p:cNvSpPr>
            <a:spLocks noGrp="1"/>
          </p:cNvSpPr>
          <p:nvPr/>
        </p:nvSpPr>
        <p:spPr>
          <a:xfrm>
            <a:off x="6202009" y="420144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1" name="12_small_7967">
            <a:extLst>
              <a:ext uri="{FF2B5EF4-FFF2-40B4-BE49-F238E27FC236}">
                <a16:creationId xmlns:a16="http://schemas.microsoft.com/office/drawing/2014/main" id="{8A688CC8-10AA-4D7B-A5B9-8843D98F8483}"/>
              </a:ext>
            </a:extLst>
          </p:cNvPr>
          <p:cNvSpPr>
            <a:spLocks noGrp="1"/>
          </p:cNvSpPr>
          <p:nvPr/>
        </p:nvSpPr>
        <p:spPr>
          <a:xfrm>
            <a:off x="6152713" y="442263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2" name="12_small_7968">
            <a:extLst>
              <a:ext uri="{FF2B5EF4-FFF2-40B4-BE49-F238E27FC236}">
                <a16:creationId xmlns:a16="http://schemas.microsoft.com/office/drawing/2014/main" id="{CA53212D-F2D1-4EEF-9480-BC419B9AB947}"/>
              </a:ext>
            </a:extLst>
          </p:cNvPr>
          <p:cNvSpPr>
            <a:spLocks noGrp="1"/>
          </p:cNvSpPr>
          <p:nvPr/>
        </p:nvSpPr>
        <p:spPr>
          <a:xfrm>
            <a:off x="6149598" y="417686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3" name="12_small_7969">
            <a:extLst>
              <a:ext uri="{FF2B5EF4-FFF2-40B4-BE49-F238E27FC236}">
                <a16:creationId xmlns:a16="http://schemas.microsoft.com/office/drawing/2014/main" id="{B3F70491-9BE8-4755-BA42-961B92AF0773}"/>
              </a:ext>
            </a:extLst>
          </p:cNvPr>
          <p:cNvSpPr>
            <a:spLocks noGrp="1"/>
          </p:cNvSpPr>
          <p:nvPr/>
        </p:nvSpPr>
        <p:spPr>
          <a:xfrm>
            <a:off x="619012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4" name="12_small_7970">
            <a:extLst>
              <a:ext uri="{FF2B5EF4-FFF2-40B4-BE49-F238E27FC236}">
                <a16:creationId xmlns:a16="http://schemas.microsoft.com/office/drawing/2014/main" id="{4E366A30-1881-468B-ABFC-CC958330BA8A}"/>
              </a:ext>
            </a:extLst>
          </p:cNvPr>
          <p:cNvSpPr>
            <a:spLocks noGrp="1"/>
          </p:cNvSpPr>
          <p:nvPr/>
        </p:nvSpPr>
        <p:spPr>
          <a:xfrm>
            <a:off x="612988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5" name="12_small_7971">
            <a:extLst>
              <a:ext uri="{FF2B5EF4-FFF2-40B4-BE49-F238E27FC236}">
                <a16:creationId xmlns:a16="http://schemas.microsoft.com/office/drawing/2014/main" id="{76666A12-90F9-4FCB-A97B-6B9DCB0F2B33}"/>
              </a:ext>
            </a:extLst>
          </p:cNvPr>
          <p:cNvSpPr>
            <a:spLocks noGrp="1"/>
          </p:cNvSpPr>
          <p:nvPr/>
        </p:nvSpPr>
        <p:spPr>
          <a:xfrm>
            <a:off x="620519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6" name="12_small_7972">
            <a:extLst>
              <a:ext uri="{FF2B5EF4-FFF2-40B4-BE49-F238E27FC236}">
                <a16:creationId xmlns:a16="http://schemas.microsoft.com/office/drawing/2014/main" id="{4C6374FC-16C9-4368-8F11-AE71BDFC94C6}"/>
              </a:ext>
            </a:extLst>
          </p:cNvPr>
          <p:cNvSpPr>
            <a:spLocks noGrp="1"/>
          </p:cNvSpPr>
          <p:nvPr/>
        </p:nvSpPr>
        <p:spPr>
          <a:xfrm>
            <a:off x="617254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7" name="12_small_7973">
            <a:extLst>
              <a:ext uri="{FF2B5EF4-FFF2-40B4-BE49-F238E27FC236}">
                <a16:creationId xmlns:a16="http://schemas.microsoft.com/office/drawing/2014/main" id="{8AA03DBB-94B5-4994-90C6-9884D64134AD}"/>
              </a:ext>
            </a:extLst>
          </p:cNvPr>
          <p:cNvSpPr>
            <a:spLocks noGrp="1"/>
          </p:cNvSpPr>
          <p:nvPr/>
        </p:nvSpPr>
        <p:spPr>
          <a:xfrm>
            <a:off x="6104441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8" name="12_small_7974">
            <a:extLst>
              <a:ext uri="{FF2B5EF4-FFF2-40B4-BE49-F238E27FC236}">
                <a16:creationId xmlns:a16="http://schemas.microsoft.com/office/drawing/2014/main" id="{F5B6578B-CD2F-4372-B428-495A6F55C63D}"/>
              </a:ext>
            </a:extLst>
          </p:cNvPr>
          <p:cNvSpPr>
            <a:spLocks noGrp="1"/>
          </p:cNvSpPr>
          <p:nvPr/>
        </p:nvSpPr>
        <p:spPr>
          <a:xfrm>
            <a:off x="6067103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09" name="12_small_7975">
            <a:extLst>
              <a:ext uri="{FF2B5EF4-FFF2-40B4-BE49-F238E27FC236}">
                <a16:creationId xmlns:a16="http://schemas.microsoft.com/office/drawing/2014/main" id="{602B2308-D0B8-4233-9BA3-6D4248554C61}"/>
              </a:ext>
            </a:extLst>
          </p:cNvPr>
          <p:cNvSpPr>
            <a:spLocks noGrp="1"/>
          </p:cNvSpPr>
          <p:nvPr/>
        </p:nvSpPr>
        <p:spPr>
          <a:xfrm>
            <a:off x="619258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0" name="12_small_7976">
            <a:extLst>
              <a:ext uri="{FF2B5EF4-FFF2-40B4-BE49-F238E27FC236}">
                <a16:creationId xmlns:a16="http://schemas.microsoft.com/office/drawing/2014/main" id="{35F9ED0C-D563-4A62-B2C0-A902DB18D735}"/>
              </a:ext>
            </a:extLst>
          </p:cNvPr>
          <p:cNvSpPr>
            <a:spLocks noGrp="1"/>
          </p:cNvSpPr>
          <p:nvPr/>
        </p:nvSpPr>
        <p:spPr>
          <a:xfrm>
            <a:off x="6208407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1" name="12_small_7977">
            <a:extLst>
              <a:ext uri="{FF2B5EF4-FFF2-40B4-BE49-F238E27FC236}">
                <a16:creationId xmlns:a16="http://schemas.microsoft.com/office/drawing/2014/main" id="{63019B4C-0F6A-4A4A-B5C9-5EDB99308F73}"/>
              </a:ext>
            </a:extLst>
          </p:cNvPr>
          <p:cNvSpPr>
            <a:spLocks noGrp="1"/>
          </p:cNvSpPr>
          <p:nvPr/>
        </p:nvSpPr>
        <p:spPr>
          <a:xfrm>
            <a:off x="614371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2" name="12_small_7978">
            <a:extLst>
              <a:ext uri="{FF2B5EF4-FFF2-40B4-BE49-F238E27FC236}">
                <a16:creationId xmlns:a16="http://schemas.microsoft.com/office/drawing/2014/main" id="{0507774F-E3C5-4CCF-95BD-2682F1299CBC}"/>
              </a:ext>
            </a:extLst>
          </p:cNvPr>
          <p:cNvSpPr>
            <a:spLocks noGrp="1"/>
          </p:cNvSpPr>
          <p:nvPr/>
        </p:nvSpPr>
        <p:spPr>
          <a:xfrm>
            <a:off x="618780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3" name="12_small_7979">
            <a:extLst>
              <a:ext uri="{FF2B5EF4-FFF2-40B4-BE49-F238E27FC236}">
                <a16:creationId xmlns:a16="http://schemas.microsoft.com/office/drawing/2014/main" id="{FE46C7D2-5C3D-4410-A6D4-0107DCBBBF9C}"/>
              </a:ext>
            </a:extLst>
          </p:cNvPr>
          <p:cNvSpPr>
            <a:spLocks noGrp="1"/>
          </p:cNvSpPr>
          <p:nvPr/>
        </p:nvSpPr>
        <p:spPr>
          <a:xfrm>
            <a:off x="6182452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4" name="12_small_7980">
            <a:extLst>
              <a:ext uri="{FF2B5EF4-FFF2-40B4-BE49-F238E27FC236}">
                <a16:creationId xmlns:a16="http://schemas.microsoft.com/office/drawing/2014/main" id="{13EBBC64-5A29-4A52-B0A5-84F3D7EC34F4}"/>
              </a:ext>
            </a:extLst>
          </p:cNvPr>
          <p:cNvSpPr>
            <a:spLocks noGrp="1"/>
          </p:cNvSpPr>
          <p:nvPr/>
        </p:nvSpPr>
        <p:spPr>
          <a:xfrm>
            <a:off x="609024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5" name="12_small_7981">
            <a:extLst>
              <a:ext uri="{FF2B5EF4-FFF2-40B4-BE49-F238E27FC236}">
                <a16:creationId xmlns:a16="http://schemas.microsoft.com/office/drawing/2014/main" id="{1440370A-A0FA-4F50-8E2B-FDBB9C25BF36}"/>
              </a:ext>
            </a:extLst>
          </p:cNvPr>
          <p:cNvSpPr>
            <a:spLocks noGrp="1"/>
          </p:cNvSpPr>
          <p:nvPr/>
        </p:nvSpPr>
        <p:spPr>
          <a:xfrm>
            <a:off x="615098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6" name="12_small_7982">
            <a:extLst>
              <a:ext uri="{FF2B5EF4-FFF2-40B4-BE49-F238E27FC236}">
                <a16:creationId xmlns:a16="http://schemas.microsoft.com/office/drawing/2014/main" id="{0EA3444E-715E-4786-AFAE-C1C37ED01F9C}"/>
              </a:ext>
            </a:extLst>
          </p:cNvPr>
          <p:cNvSpPr>
            <a:spLocks noGrp="1"/>
          </p:cNvSpPr>
          <p:nvPr/>
        </p:nvSpPr>
        <p:spPr>
          <a:xfrm>
            <a:off x="615526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7" name="12_small_7983">
            <a:extLst>
              <a:ext uri="{FF2B5EF4-FFF2-40B4-BE49-F238E27FC236}">
                <a16:creationId xmlns:a16="http://schemas.microsoft.com/office/drawing/2014/main" id="{E7E3427D-3BEC-498D-BEB2-10FF0C731558}"/>
              </a:ext>
            </a:extLst>
          </p:cNvPr>
          <p:cNvSpPr>
            <a:spLocks noGrp="1"/>
          </p:cNvSpPr>
          <p:nvPr/>
        </p:nvSpPr>
        <p:spPr>
          <a:xfrm>
            <a:off x="6191736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8" name="12_small_7984">
            <a:extLst>
              <a:ext uri="{FF2B5EF4-FFF2-40B4-BE49-F238E27FC236}">
                <a16:creationId xmlns:a16="http://schemas.microsoft.com/office/drawing/2014/main" id="{874F40DC-5460-4114-8292-2DAFAECC0A0D}"/>
              </a:ext>
            </a:extLst>
          </p:cNvPr>
          <p:cNvSpPr>
            <a:spLocks noGrp="1"/>
          </p:cNvSpPr>
          <p:nvPr/>
        </p:nvSpPr>
        <p:spPr>
          <a:xfrm>
            <a:off x="620367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19" name="12_small_7985">
            <a:extLst>
              <a:ext uri="{FF2B5EF4-FFF2-40B4-BE49-F238E27FC236}">
                <a16:creationId xmlns:a16="http://schemas.microsoft.com/office/drawing/2014/main" id="{4E1D409B-347B-4725-9495-A53D38FCE0C4}"/>
              </a:ext>
            </a:extLst>
          </p:cNvPr>
          <p:cNvSpPr>
            <a:spLocks noGrp="1"/>
          </p:cNvSpPr>
          <p:nvPr/>
        </p:nvSpPr>
        <p:spPr>
          <a:xfrm>
            <a:off x="6196675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0" name="12_small_7986">
            <a:extLst>
              <a:ext uri="{FF2B5EF4-FFF2-40B4-BE49-F238E27FC236}">
                <a16:creationId xmlns:a16="http://schemas.microsoft.com/office/drawing/2014/main" id="{427437B3-D7C4-4D24-8D91-662338A99947}"/>
              </a:ext>
            </a:extLst>
          </p:cNvPr>
          <p:cNvSpPr>
            <a:spLocks noGrp="1"/>
          </p:cNvSpPr>
          <p:nvPr/>
        </p:nvSpPr>
        <p:spPr>
          <a:xfrm>
            <a:off x="6138430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1" name="12_small_7987">
            <a:extLst>
              <a:ext uri="{FF2B5EF4-FFF2-40B4-BE49-F238E27FC236}">
                <a16:creationId xmlns:a16="http://schemas.microsoft.com/office/drawing/2014/main" id="{0A6547E6-1900-4B39-97BA-3FFA4BA2E993}"/>
              </a:ext>
            </a:extLst>
          </p:cNvPr>
          <p:cNvSpPr>
            <a:spLocks noGrp="1"/>
          </p:cNvSpPr>
          <p:nvPr/>
        </p:nvSpPr>
        <p:spPr>
          <a:xfrm>
            <a:off x="6182656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2" name="12_small_7988">
            <a:extLst>
              <a:ext uri="{FF2B5EF4-FFF2-40B4-BE49-F238E27FC236}">
                <a16:creationId xmlns:a16="http://schemas.microsoft.com/office/drawing/2014/main" id="{DE700D8E-38F9-43F6-A377-14E1814FB247}"/>
              </a:ext>
            </a:extLst>
          </p:cNvPr>
          <p:cNvSpPr>
            <a:spLocks noGrp="1"/>
          </p:cNvSpPr>
          <p:nvPr/>
        </p:nvSpPr>
        <p:spPr>
          <a:xfrm>
            <a:off x="6163259" y="460695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3" name="12_small_7989">
            <a:extLst>
              <a:ext uri="{FF2B5EF4-FFF2-40B4-BE49-F238E27FC236}">
                <a16:creationId xmlns:a16="http://schemas.microsoft.com/office/drawing/2014/main" id="{5C436337-5C19-4C1C-826C-575271DDB806}"/>
              </a:ext>
            </a:extLst>
          </p:cNvPr>
          <p:cNvSpPr>
            <a:spLocks noGrp="1"/>
          </p:cNvSpPr>
          <p:nvPr/>
        </p:nvSpPr>
        <p:spPr>
          <a:xfrm>
            <a:off x="610310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4" name="12_small_7990">
            <a:extLst>
              <a:ext uri="{FF2B5EF4-FFF2-40B4-BE49-F238E27FC236}">
                <a16:creationId xmlns:a16="http://schemas.microsoft.com/office/drawing/2014/main" id="{62BF5BAB-D062-4F19-A3BF-F7374CF668EF}"/>
              </a:ext>
            </a:extLst>
          </p:cNvPr>
          <p:cNvSpPr>
            <a:spLocks noGrp="1"/>
          </p:cNvSpPr>
          <p:nvPr/>
        </p:nvSpPr>
        <p:spPr>
          <a:xfrm>
            <a:off x="60858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5" name="12_small_7991">
            <a:extLst>
              <a:ext uri="{FF2B5EF4-FFF2-40B4-BE49-F238E27FC236}">
                <a16:creationId xmlns:a16="http://schemas.microsoft.com/office/drawing/2014/main" id="{833DA39F-35A0-4472-98BE-D651805226EF}"/>
              </a:ext>
            </a:extLst>
          </p:cNvPr>
          <p:cNvSpPr>
            <a:spLocks noGrp="1"/>
          </p:cNvSpPr>
          <p:nvPr/>
        </p:nvSpPr>
        <p:spPr>
          <a:xfrm>
            <a:off x="614708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6" name="12_small_7992">
            <a:extLst>
              <a:ext uri="{FF2B5EF4-FFF2-40B4-BE49-F238E27FC236}">
                <a16:creationId xmlns:a16="http://schemas.microsoft.com/office/drawing/2014/main" id="{BB8CEF18-4ACA-4480-8552-52C0851F32D7}"/>
              </a:ext>
            </a:extLst>
          </p:cNvPr>
          <p:cNvSpPr>
            <a:spLocks noGrp="1"/>
          </p:cNvSpPr>
          <p:nvPr/>
        </p:nvSpPr>
        <p:spPr>
          <a:xfrm>
            <a:off x="6166094" y="454551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7" name="12_small_7993">
            <a:extLst>
              <a:ext uri="{FF2B5EF4-FFF2-40B4-BE49-F238E27FC236}">
                <a16:creationId xmlns:a16="http://schemas.microsoft.com/office/drawing/2014/main" id="{E38A3050-B4EA-405D-BD18-700AB3E22AF2}"/>
              </a:ext>
            </a:extLst>
          </p:cNvPr>
          <p:cNvSpPr>
            <a:spLocks noGrp="1"/>
          </p:cNvSpPr>
          <p:nvPr/>
        </p:nvSpPr>
        <p:spPr>
          <a:xfrm>
            <a:off x="6180869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8" name="12_small_7994">
            <a:extLst>
              <a:ext uri="{FF2B5EF4-FFF2-40B4-BE49-F238E27FC236}">
                <a16:creationId xmlns:a16="http://schemas.microsoft.com/office/drawing/2014/main" id="{EF8B24E5-329C-4EA0-B243-26D47E8815C9}"/>
              </a:ext>
            </a:extLst>
          </p:cNvPr>
          <p:cNvSpPr>
            <a:spLocks noGrp="1"/>
          </p:cNvSpPr>
          <p:nvPr/>
        </p:nvSpPr>
        <p:spPr>
          <a:xfrm>
            <a:off x="6150255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29" name="12_small_7995">
            <a:extLst>
              <a:ext uri="{FF2B5EF4-FFF2-40B4-BE49-F238E27FC236}">
                <a16:creationId xmlns:a16="http://schemas.microsoft.com/office/drawing/2014/main" id="{A698A8F0-E6E0-4575-B45E-D094380D883A}"/>
              </a:ext>
            </a:extLst>
          </p:cNvPr>
          <p:cNvSpPr>
            <a:spLocks noGrp="1"/>
          </p:cNvSpPr>
          <p:nvPr/>
        </p:nvSpPr>
        <p:spPr>
          <a:xfrm>
            <a:off x="611051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0" name="12_small_7996">
            <a:extLst>
              <a:ext uri="{FF2B5EF4-FFF2-40B4-BE49-F238E27FC236}">
                <a16:creationId xmlns:a16="http://schemas.microsoft.com/office/drawing/2014/main" id="{0D2F74B2-EACC-4EAD-A1FC-26802AFABCF1}"/>
              </a:ext>
            </a:extLst>
          </p:cNvPr>
          <p:cNvSpPr>
            <a:spLocks noGrp="1"/>
          </p:cNvSpPr>
          <p:nvPr/>
        </p:nvSpPr>
        <p:spPr>
          <a:xfrm>
            <a:off x="620421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1" name="12_small_7997">
            <a:extLst>
              <a:ext uri="{FF2B5EF4-FFF2-40B4-BE49-F238E27FC236}">
                <a16:creationId xmlns:a16="http://schemas.microsoft.com/office/drawing/2014/main" id="{FA68BF04-7DC4-4347-AE7B-74FC74654F25}"/>
              </a:ext>
            </a:extLst>
          </p:cNvPr>
          <p:cNvSpPr>
            <a:spLocks noGrp="1"/>
          </p:cNvSpPr>
          <p:nvPr/>
        </p:nvSpPr>
        <p:spPr>
          <a:xfrm>
            <a:off x="6183667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2" name="12_small_7998">
            <a:extLst>
              <a:ext uri="{FF2B5EF4-FFF2-40B4-BE49-F238E27FC236}">
                <a16:creationId xmlns:a16="http://schemas.microsoft.com/office/drawing/2014/main" id="{E6C62AD8-CB26-48EC-AFF4-A79D3A4D1BEE}"/>
              </a:ext>
            </a:extLst>
          </p:cNvPr>
          <p:cNvSpPr>
            <a:spLocks noGrp="1"/>
          </p:cNvSpPr>
          <p:nvPr/>
        </p:nvSpPr>
        <p:spPr>
          <a:xfrm>
            <a:off x="6212104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3" name="12_small_7999">
            <a:extLst>
              <a:ext uri="{FF2B5EF4-FFF2-40B4-BE49-F238E27FC236}">
                <a16:creationId xmlns:a16="http://schemas.microsoft.com/office/drawing/2014/main" id="{A2F4CBC0-D724-47CE-B30A-E74D4FB3A6EA}"/>
              </a:ext>
            </a:extLst>
          </p:cNvPr>
          <p:cNvSpPr>
            <a:spLocks noGrp="1"/>
          </p:cNvSpPr>
          <p:nvPr/>
        </p:nvSpPr>
        <p:spPr>
          <a:xfrm>
            <a:off x="6212094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4" name="12_small_8000">
            <a:extLst>
              <a:ext uri="{FF2B5EF4-FFF2-40B4-BE49-F238E27FC236}">
                <a16:creationId xmlns:a16="http://schemas.microsoft.com/office/drawing/2014/main" id="{1482635D-54D4-4C73-B345-7345C102425E}"/>
              </a:ext>
            </a:extLst>
          </p:cNvPr>
          <p:cNvSpPr>
            <a:spLocks noGrp="1"/>
          </p:cNvSpPr>
          <p:nvPr/>
        </p:nvSpPr>
        <p:spPr>
          <a:xfrm>
            <a:off x="6131750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5" name="12_small_8001">
            <a:extLst>
              <a:ext uri="{FF2B5EF4-FFF2-40B4-BE49-F238E27FC236}">
                <a16:creationId xmlns:a16="http://schemas.microsoft.com/office/drawing/2014/main" id="{7754CD58-E487-4F57-9E55-91928420607C}"/>
              </a:ext>
            </a:extLst>
          </p:cNvPr>
          <p:cNvSpPr>
            <a:spLocks noGrp="1"/>
          </p:cNvSpPr>
          <p:nvPr/>
        </p:nvSpPr>
        <p:spPr>
          <a:xfrm>
            <a:off x="6145268" y="405398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6" name="12_small_8002">
            <a:extLst>
              <a:ext uri="{FF2B5EF4-FFF2-40B4-BE49-F238E27FC236}">
                <a16:creationId xmlns:a16="http://schemas.microsoft.com/office/drawing/2014/main" id="{C190C8AE-70A7-4039-B3F0-63602C5206A7}"/>
              </a:ext>
            </a:extLst>
          </p:cNvPr>
          <p:cNvSpPr>
            <a:spLocks noGrp="1"/>
          </p:cNvSpPr>
          <p:nvPr/>
        </p:nvSpPr>
        <p:spPr>
          <a:xfrm>
            <a:off x="6102973" y="479127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37" name="12_small_8003">
            <a:extLst>
              <a:ext uri="{FF2B5EF4-FFF2-40B4-BE49-F238E27FC236}">
                <a16:creationId xmlns:a16="http://schemas.microsoft.com/office/drawing/2014/main" id="{7335DB2B-DB05-42ED-A41B-AC432960B696}"/>
              </a:ext>
            </a:extLst>
          </p:cNvPr>
          <p:cNvSpPr>
            <a:spLocks noGrp="1"/>
          </p:cNvSpPr>
          <p:nvPr/>
        </p:nvSpPr>
        <p:spPr>
          <a:xfrm>
            <a:off x="3786750" y="4031316"/>
            <a:ext cx="191" cy="811027"/>
          </a:xfrm>
          <a:custGeom>
            <a:avLst/>
            <a:gdLst/>
            <a:ahLst/>
            <a:cxnLst/>
            <a:rect l="0" t="0" r="0" b="0"/>
            <a:pathLst>
              <a:path w="191" h="811027">
                <a:moveTo>
                  <a:pt x="0" y="811027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2038" name="12_small_8004">
            <a:extLst>
              <a:ext uri="{FF2B5EF4-FFF2-40B4-BE49-F238E27FC236}">
                <a16:creationId xmlns:a16="http://schemas.microsoft.com/office/drawing/2014/main" id="{01B41ECB-FBEF-4018-B99C-CA1FF48BCF9F}"/>
              </a:ext>
            </a:extLst>
          </p:cNvPr>
          <p:cNvSpPr>
            <a:spLocks noGrp="1"/>
          </p:cNvSpPr>
          <p:nvPr/>
        </p:nvSpPr>
        <p:spPr>
          <a:xfrm>
            <a:off x="3786750" y="4842342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2039" name="text_8005">
            <a:extLst>
              <a:ext uri="{FF2B5EF4-FFF2-40B4-BE49-F238E27FC236}">
                <a16:creationId xmlns:a16="http://schemas.microsoft.com/office/drawing/2014/main" id="{63424C8F-ED81-4F3B-ACD5-712D96DDD7C7}"/>
              </a:ext>
            </a:extLst>
          </p:cNvPr>
          <p:cNvSpPr>
            <a:spLocks noGrp="1"/>
          </p:cNvSpPr>
          <p:nvPr/>
        </p:nvSpPr>
        <p:spPr>
          <a:xfrm>
            <a:off x="3432375" y="3916456"/>
            <a:ext cx="54991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f</a:t>
            </a:r>
          </a:p>
        </p:txBody>
      </p:sp>
      <p:sp>
        <p:nvSpPr>
          <p:cNvPr id="2040" name="text_8006">
            <a:extLst>
              <a:ext uri="{FF2B5EF4-FFF2-40B4-BE49-F238E27FC236}">
                <a16:creationId xmlns:a16="http://schemas.microsoft.com/office/drawing/2014/main" id="{07E43C86-24CE-4D25-A434-1F5F32D111E8}"/>
              </a:ext>
            </a:extLst>
          </p:cNvPr>
          <p:cNvSpPr>
            <a:spLocks noGrp="1"/>
          </p:cNvSpPr>
          <p:nvPr/>
        </p:nvSpPr>
        <p:spPr>
          <a:xfrm>
            <a:off x="3786750" y="3831735"/>
            <a:ext cx="1485462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Best-of-50 · RMSD &lt;2 Å · CA2</a:t>
            </a:r>
          </a:p>
        </p:txBody>
      </p:sp>
      <p:sp>
        <p:nvSpPr>
          <p:cNvPr id="2041" name="12_small_8007">
            <a:extLst>
              <a:ext uri="{FF2B5EF4-FFF2-40B4-BE49-F238E27FC236}">
                <a16:creationId xmlns:a16="http://schemas.microsoft.com/office/drawing/2014/main" id="{C93245C7-75B8-4ED0-B718-AB43D8F498B4}"/>
              </a:ext>
            </a:extLst>
          </p:cNvPr>
          <p:cNvSpPr>
            <a:spLocks noGrp="1"/>
          </p:cNvSpPr>
          <p:nvPr/>
        </p:nvSpPr>
        <p:spPr>
          <a:xfrm>
            <a:off x="3810188" y="4393201"/>
            <a:ext cx="2343750" cy="412276"/>
          </a:xfrm>
          <a:custGeom>
            <a:avLst/>
            <a:gdLst/>
            <a:ahLst/>
            <a:cxnLst/>
            <a:rect l="0" t="0" r="0" b="0"/>
            <a:pathLst>
              <a:path w="2343750" h="412276">
                <a:moveTo>
                  <a:pt x="0" y="412276"/>
                </a:moveTo>
                <a:lnTo>
                  <a:pt x="55804" y="411131"/>
                </a:lnTo>
                <a:lnTo>
                  <a:pt x="55804" y="410447"/>
                </a:lnTo>
                <a:lnTo>
                  <a:pt x="71023" y="409403"/>
                </a:lnTo>
                <a:lnTo>
                  <a:pt x="71023" y="407662"/>
                </a:lnTo>
                <a:lnTo>
                  <a:pt x="86806" y="406582"/>
                </a:lnTo>
                <a:lnTo>
                  <a:pt x="86806" y="406050"/>
                </a:lnTo>
                <a:lnTo>
                  <a:pt x="111607" y="405283"/>
                </a:lnTo>
                <a:lnTo>
                  <a:pt x="111607" y="404599"/>
                </a:lnTo>
                <a:lnTo>
                  <a:pt x="130208" y="404476"/>
                </a:lnTo>
                <a:lnTo>
                  <a:pt x="130208" y="394512"/>
                </a:lnTo>
                <a:lnTo>
                  <a:pt x="142045" y="394389"/>
                </a:lnTo>
                <a:lnTo>
                  <a:pt x="142045" y="392648"/>
                </a:lnTo>
                <a:lnTo>
                  <a:pt x="156250" y="392526"/>
                </a:lnTo>
                <a:lnTo>
                  <a:pt x="156250" y="387738"/>
                </a:lnTo>
                <a:lnTo>
                  <a:pt x="195312" y="386563"/>
                </a:lnTo>
                <a:lnTo>
                  <a:pt x="195312" y="372200"/>
                </a:lnTo>
                <a:lnTo>
                  <a:pt x="213068" y="371955"/>
                </a:lnTo>
                <a:lnTo>
                  <a:pt x="213068" y="370214"/>
                </a:lnTo>
                <a:lnTo>
                  <a:pt x="223214" y="369559"/>
                </a:lnTo>
                <a:lnTo>
                  <a:pt x="223214" y="367507"/>
                </a:lnTo>
                <a:lnTo>
                  <a:pt x="260417" y="366181"/>
                </a:lnTo>
                <a:lnTo>
                  <a:pt x="260417" y="355951"/>
                </a:lnTo>
                <a:lnTo>
                  <a:pt x="284091" y="355022"/>
                </a:lnTo>
                <a:lnTo>
                  <a:pt x="284091" y="354151"/>
                </a:lnTo>
                <a:lnTo>
                  <a:pt x="312500" y="353783"/>
                </a:lnTo>
                <a:lnTo>
                  <a:pt x="312500" y="347080"/>
                </a:lnTo>
                <a:lnTo>
                  <a:pt x="334821" y="346835"/>
                </a:lnTo>
                <a:lnTo>
                  <a:pt x="334821" y="344783"/>
                </a:lnTo>
                <a:lnTo>
                  <a:pt x="355114" y="344005"/>
                </a:lnTo>
                <a:lnTo>
                  <a:pt x="355114" y="342264"/>
                </a:lnTo>
                <a:lnTo>
                  <a:pt x="390625" y="341896"/>
                </a:lnTo>
                <a:lnTo>
                  <a:pt x="390625" y="285872"/>
                </a:lnTo>
                <a:lnTo>
                  <a:pt x="426136" y="285504"/>
                </a:lnTo>
                <a:lnTo>
                  <a:pt x="426136" y="283763"/>
                </a:lnTo>
                <a:lnTo>
                  <a:pt x="446429" y="283517"/>
                </a:lnTo>
                <a:lnTo>
                  <a:pt x="446429" y="281465"/>
                </a:lnTo>
                <a:lnTo>
                  <a:pt x="468750" y="280422"/>
                </a:lnTo>
                <a:lnTo>
                  <a:pt x="468750" y="273719"/>
                </a:lnTo>
                <a:lnTo>
                  <a:pt x="497159" y="273351"/>
                </a:lnTo>
                <a:lnTo>
                  <a:pt x="497159" y="271610"/>
                </a:lnTo>
                <a:lnTo>
                  <a:pt x="520833" y="270681"/>
                </a:lnTo>
                <a:lnTo>
                  <a:pt x="520833" y="257791"/>
                </a:lnTo>
                <a:lnTo>
                  <a:pt x="558036" y="256465"/>
                </a:lnTo>
                <a:lnTo>
                  <a:pt x="558036" y="254413"/>
                </a:lnTo>
                <a:lnTo>
                  <a:pt x="568182" y="254290"/>
                </a:lnTo>
                <a:lnTo>
                  <a:pt x="568182" y="252549"/>
                </a:lnTo>
                <a:lnTo>
                  <a:pt x="585937" y="252304"/>
                </a:lnTo>
                <a:lnTo>
                  <a:pt x="585937" y="242729"/>
                </a:lnTo>
                <a:lnTo>
                  <a:pt x="625000" y="241554"/>
                </a:lnTo>
                <a:lnTo>
                  <a:pt x="625000" y="236766"/>
                </a:lnTo>
                <a:lnTo>
                  <a:pt x="639205" y="236643"/>
                </a:lnTo>
                <a:lnTo>
                  <a:pt x="639205" y="234902"/>
                </a:lnTo>
                <a:lnTo>
                  <a:pt x="651042" y="234779"/>
                </a:lnTo>
                <a:lnTo>
                  <a:pt x="651042" y="228273"/>
                </a:lnTo>
                <a:lnTo>
                  <a:pt x="703125" y="226975"/>
                </a:lnTo>
                <a:lnTo>
                  <a:pt x="703125" y="226018"/>
                </a:lnTo>
                <a:lnTo>
                  <a:pt x="710227" y="226018"/>
                </a:lnTo>
                <a:lnTo>
                  <a:pt x="711138" y="224154"/>
                </a:lnTo>
                <a:lnTo>
                  <a:pt x="771234" y="222856"/>
                </a:lnTo>
                <a:lnTo>
                  <a:pt x="771234" y="222734"/>
                </a:lnTo>
                <a:lnTo>
                  <a:pt x="781250" y="222734"/>
                </a:lnTo>
                <a:lnTo>
                  <a:pt x="781250" y="50206"/>
                </a:lnTo>
                <a:lnTo>
                  <a:pt x="892857" y="49336"/>
                </a:lnTo>
                <a:lnTo>
                  <a:pt x="892857" y="47968"/>
                </a:lnTo>
                <a:lnTo>
                  <a:pt x="911458" y="47968"/>
                </a:lnTo>
                <a:lnTo>
                  <a:pt x="911458" y="46372"/>
                </a:lnTo>
                <a:lnTo>
                  <a:pt x="937500" y="46372"/>
                </a:lnTo>
                <a:lnTo>
                  <a:pt x="937500" y="44457"/>
                </a:lnTo>
                <a:lnTo>
                  <a:pt x="1041667" y="44457"/>
                </a:lnTo>
                <a:lnTo>
                  <a:pt x="1041667" y="38073"/>
                </a:lnTo>
                <a:lnTo>
                  <a:pt x="1562500" y="36705"/>
                </a:lnTo>
                <a:lnTo>
                  <a:pt x="1562500" y="25534"/>
                </a:lnTo>
                <a:lnTo>
                  <a:pt x="1692708" y="25534"/>
                </a:lnTo>
                <a:lnTo>
                  <a:pt x="1692708" y="23938"/>
                </a:lnTo>
                <a:lnTo>
                  <a:pt x="1757812" y="23938"/>
                </a:lnTo>
                <a:lnTo>
                  <a:pt x="1757812" y="21544"/>
                </a:lnTo>
                <a:lnTo>
                  <a:pt x="2343750" y="21544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2042" name="12_small_8008">
            <a:extLst>
              <a:ext uri="{FF2B5EF4-FFF2-40B4-BE49-F238E27FC236}">
                <a16:creationId xmlns:a16="http://schemas.microsoft.com/office/drawing/2014/main" id="{EF115CA2-8496-486B-8CEF-35FA136D6FE1}"/>
              </a:ext>
            </a:extLst>
          </p:cNvPr>
          <p:cNvSpPr>
            <a:spLocks noGrp="1"/>
          </p:cNvSpPr>
          <p:nvPr/>
        </p:nvSpPr>
        <p:spPr>
          <a:xfrm>
            <a:off x="3810188" y="4191063"/>
            <a:ext cx="2343750" cy="614414"/>
          </a:xfrm>
          <a:custGeom>
            <a:avLst/>
            <a:gdLst/>
            <a:ahLst/>
            <a:cxnLst/>
            <a:rect l="0" t="0" r="0" b="0"/>
            <a:pathLst>
              <a:path w="2343750" h="614414">
                <a:moveTo>
                  <a:pt x="0" y="614414"/>
                </a:moveTo>
                <a:lnTo>
                  <a:pt x="781250" y="614414"/>
                </a:lnTo>
                <a:lnTo>
                  <a:pt x="781250" y="245766"/>
                </a:lnTo>
                <a:lnTo>
                  <a:pt x="2343750" y="245766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2043" name="12_small_8009">
            <a:extLst>
              <a:ext uri="{FF2B5EF4-FFF2-40B4-BE49-F238E27FC236}">
                <a16:creationId xmlns:a16="http://schemas.microsoft.com/office/drawing/2014/main" id="{29138140-2500-42AA-836F-B981AEEC957F}"/>
              </a:ext>
            </a:extLst>
          </p:cNvPr>
          <p:cNvSpPr>
            <a:spLocks noGrp="1"/>
          </p:cNvSpPr>
          <p:nvPr/>
        </p:nvSpPr>
        <p:spPr>
          <a:xfrm>
            <a:off x="4179223" y="465748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044" name="12_small_8010">
            <a:extLst>
              <a:ext uri="{FF2B5EF4-FFF2-40B4-BE49-F238E27FC236}">
                <a16:creationId xmlns:a16="http://schemas.microsoft.com/office/drawing/2014/main" id="{CA5CC3C8-FB7F-4685-B85A-93481B2959B1}"/>
              </a:ext>
            </a:extLst>
          </p:cNvPr>
          <p:cNvSpPr>
            <a:spLocks noGrp="1"/>
          </p:cNvSpPr>
          <p:nvPr/>
        </p:nvSpPr>
        <p:spPr>
          <a:xfrm>
            <a:off x="4569848" y="442181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045" name="12_small_8011">
            <a:extLst>
              <a:ext uri="{FF2B5EF4-FFF2-40B4-BE49-F238E27FC236}">
                <a16:creationId xmlns:a16="http://schemas.microsoft.com/office/drawing/2014/main" id="{23D6759B-DA38-4089-96FD-55B96A178BF1}"/>
              </a:ext>
            </a:extLst>
          </p:cNvPr>
          <p:cNvSpPr>
            <a:spLocks noGrp="1"/>
          </p:cNvSpPr>
          <p:nvPr/>
        </p:nvSpPr>
        <p:spPr>
          <a:xfrm>
            <a:off x="5351098" y="439714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046" name="12_small_8012">
            <a:extLst>
              <a:ext uri="{FF2B5EF4-FFF2-40B4-BE49-F238E27FC236}">
                <a16:creationId xmlns:a16="http://schemas.microsoft.com/office/drawing/2014/main" id="{5292E324-096F-4FF6-A5A4-70E46AFF37E5}"/>
              </a:ext>
            </a:extLst>
          </p:cNvPr>
          <p:cNvSpPr>
            <a:spLocks noGrp="1"/>
          </p:cNvSpPr>
          <p:nvPr/>
        </p:nvSpPr>
        <p:spPr>
          <a:xfrm>
            <a:off x="6132348" y="4371611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047" name="12_small_8013">
            <a:extLst>
              <a:ext uri="{FF2B5EF4-FFF2-40B4-BE49-F238E27FC236}">
                <a16:creationId xmlns:a16="http://schemas.microsoft.com/office/drawing/2014/main" id="{DFC5E758-739F-4001-BCA0-838CB9FC9D87}"/>
              </a:ext>
            </a:extLst>
          </p:cNvPr>
          <p:cNvSpPr>
            <a:spLocks noGrp="1"/>
          </p:cNvSpPr>
          <p:nvPr/>
        </p:nvSpPr>
        <p:spPr>
          <a:xfrm>
            <a:off x="4164891" y="4769556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048" name="12_small_8014">
            <a:extLst>
              <a:ext uri="{FF2B5EF4-FFF2-40B4-BE49-F238E27FC236}">
                <a16:creationId xmlns:a16="http://schemas.microsoft.com/office/drawing/2014/main" id="{8E4E5A63-C680-4A41-B40E-31DF4EBD3402}"/>
              </a:ext>
            </a:extLst>
          </p:cNvPr>
          <p:cNvSpPr>
            <a:spLocks noGrp="1"/>
          </p:cNvSpPr>
          <p:nvPr/>
        </p:nvSpPr>
        <p:spPr>
          <a:xfrm>
            <a:off x="4555516" y="440090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049" name="12_small_8015">
            <a:extLst>
              <a:ext uri="{FF2B5EF4-FFF2-40B4-BE49-F238E27FC236}">
                <a16:creationId xmlns:a16="http://schemas.microsoft.com/office/drawing/2014/main" id="{5268DDBE-ACCA-42CB-A471-D0C3539B50BA}"/>
              </a:ext>
            </a:extLst>
          </p:cNvPr>
          <p:cNvSpPr>
            <a:spLocks noGrp="1"/>
          </p:cNvSpPr>
          <p:nvPr/>
        </p:nvSpPr>
        <p:spPr>
          <a:xfrm>
            <a:off x="5336766" y="4400908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050" name="12_small_8016">
            <a:extLst>
              <a:ext uri="{FF2B5EF4-FFF2-40B4-BE49-F238E27FC236}">
                <a16:creationId xmlns:a16="http://schemas.microsoft.com/office/drawing/2014/main" id="{1F74CD51-BD26-411F-80D4-F21DEDF4BA56}"/>
              </a:ext>
            </a:extLst>
          </p:cNvPr>
          <p:cNvSpPr>
            <a:spLocks noGrp="1"/>
          </p:cNvSpPr>
          <p:nvPr/>
        </p:nvSpPr>
        <p:spPr>
          <a:xfrm>
            <a:off x="6118016" y="4155142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051" name="12_small_8017">
            <a:extLst>
              <a:ext uri="{FF2B5EF4-FFF2-40B4-BE49-F238E27FC236}">
                <a16:creationId xmlns:a16="http://schemas.microsoft.com/office/drawing/2014/main" id="{0F72114F-86FF-42F8-BAB7-6383C77984BD}"/>
              </a:ext>
            </a:extLst>
          </p:cNvPr>
          <p:cNvSpPr>
            <a:spLocks noGrp="1"/>
          </p:cNvSpPr>
          <p:nvPr/>
        </p:nvSpPr>
        <p:spPr>
          <a:xfrm>
            <a:off x="648000" y="5182973"/>
            <a:ext cx="2531250" cy="811027"/>
          </a:xfrm>
          <a:custGeom>
            <a:avLst/>
            <a:gdLst/>
            <a:ahLst/>
            <a:cxnLst/>
            <a:rect l="0" t="0" r="0" b="0"/>
            <a:pathLst>
              <a:path w="2531250" h="811027">
                <a:moveTo>
                  <a:pt x="0" y="811027"/>
                </a:moveTo>
                <a:lnTo>
                  <a:pt x="2531250" y="811027"/>
                </a:lnTo>
                <a:lnTo>
                  <a:pt x="2531250" y="0"/>
                </a:lnTo>
                <a:lnTo>
                  <a:pt x="0" y="0"/>
                </a:lnTo>
                <a:lnTo>
                  <a:pt x="0" y="811027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52" name="12_small_8018">
            <a:extLst>
              <a:ext uri="{FF2B5EF4-FFF2-40B4-BE49-F238E27FC236}">
                <a16:creationId xmlns:a16="http://schemas.microsoft.com/office/drawing/2014/main" id="{1063C625-B336-4B7F-AA23-94D343D9B558}"/>
              </a:ext>
            </a:extLst>
          </p:cNvPr>
          <p:cNvSpPr>
            <a:spLocks noGrp="1"/>
          </p:cNvSpPr>
          <p:nvPr/>
        </p:nvSpPr>
        <p:spPr>
          <a:xfrm>
            <a:off x="960500" y="5219838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42" y="731153"/>
                </a:lnTo>
                <a:lnTo>
                  <a:pt x="4490" y="725009"/>
                </a:lnTo>
                <a:lnTo>
                  <a:pt x="9815" y="718865"/>
                </a:lnTo>
                <a:lnTo>
                  <a:pt x="16767" y="712720"/>
                </a:lnTo>
                <a:lnTo>
                  <a:pt x="24906" y="706576"/>
                </a:lnTo>
                <a:lnTo>
                  <a:pt x="33755" y="700432"/>
                </a:lnTo>
                <a:lnTo>
                  <a:pt x="42840" y="694288"/>
                </a:lnTo>
                <a:lnTo>
                  <a:pt x="51730" y="688144"/>
                </a:lnTo>
                <a:lnTo>
                  <a:pt x="60072" y="682000"/>
                </a:lnTo>
                <a:lnTo>
                  <a:pt x="67602" y="675856"/>
                </a:lnTo>
                <a:lnTo>
                  <a:pt x="74159" y="669711"/>
                </a:lnTo>
                <a:lnTo>
                  <a:pt x="79673" y="663567"/>
                </a:lnTo>
                <a:lnTo>
                  <a:pt x="84152" y="657423"/>
                </a:lnTo>
                <a:lnTo>
                  <a:pt x="87666" y="651279"/>
                </a:lnTo>
                <a:lnTo>
                  <a:pt x="90325" y="645135"/>
                </a:lnTo>
                <a:lnTo>
                  <a:pt x="92258" y="638991"/>
                </a:lnTo>
                <a:lnTo>
                  <a:pt x="93599" y="632847"/>
                </a:lnTo>
                <a:lnTo>
                  <a:pt x="94473" y="626702"/>
                </a:lnTo>
                <a:lnTo>
                  <a:pt x="94990" y="620558"/>
                </a:lnTo>
                <a:lnTo>
                  <a:pt x="95241" y="614414"/>
                </a:lnTo>
                <a:lnTo>
                  <a:pt x="95298" y="608270"/>
                </a:lnTo>
                <a:lnTo>
                  <a:pt x="95216" y="602126"/>
                </a:lnTo>
                <a:lnTo>
                  <a:pt x="95038" y="595982"/>
                </a:lnTo>
                <a:lnTo>
                  <a:pt x="94795" y="589838"/>
                </a:lnTo>
                <a:lnTo>
                  <a:pt x="94512" y="583693"/>
                </a:lnTo>
                <a:lnTo>
                  <a:pt x="94212" y="577549"/>
                </a:lnTo>
                <a:lnTo>
                  <a:pt x="93913" y="571405"/>
                </a:lnTo>
                <a:lnTo>
                  <a:pt x="93631" y="565261"/>
                </a:lnTo>
                <a:lnTo>
                  <a:pt x="93380" y="559117"/>
                </a:lnTo>
                <a:lnTo>
                  <a:pt x="93171" y="552973"/>
                </a:lnTo>
                <a:lnTo>
                  <a:pt x="93011" y="546829"/>
                </a:lnTo>
                <a:lnTo>
                  <a:pt x="92900" y="540684"/>
                </a:lnTo>
                <a:lnTo>
                  <a:pt x="92838" y="534540"/>
                </a:lnTo>
                <a:lnTo>
                  <a:pt x="92816" y="528396"/>
                </a:lnTo>
                <a:lnTo>
                  <a:pt x="92823" y="522252"/>
                </a:lnTo>
                <a:lnTo>
                  <a:pt x="92847" y="516108"/>
                </a:lnTo>
                <a:lnTo>
                  <a:pt x="92871" y="509964"/>
                </a:lnTo>
                <a:lnTo>
                  <a:pt x="92880" y="503820"/>
                </a:lnTo>
                <a:lnTo>
                  <a:pt x="92856" y="497675"/>
                </a:lnTo>
                <a:lnTo>
                  <a:pt x="92783" y="491531"/>
                </a:lnTo>
                <a:lnTo>
                  <a:pt x="92643" y="485387"/>
                </a:lnTo>
                <a:lnTo>
                  <a:pt x="92418" y="479243"/>
                </a:lnTo>
                <a:lnTo>
                  <a:pt x="92090" y="473099"/>
                </a:lnTo>
                <a:lnTo>
                  <a:pt x="91638" y="466955"/>
                </a:lnTo>
                <a:lnTo>
                  <a:pt x="91041" y="460811"/>
                </a:lnTo>
                <a:lnTo>
                  <a:pt x="90281" y="454666"/>
                </a:lnTo>
                <a:lnTo>
                  <a:pt x="89339" y="448522"/>
                </a:lnTo>
                <a:lnTo>
                  <a:pt x="88204" y="442378"/>
                </a:lnTo>
                <a:lnTo>
                  <a:pt x="86871" y="436234"/>
                </a:lnTo>
                <a:lnTo>
                  <a:pt x="85351" y="430090"/>
                </a:lnTo>
                <a:lnTo>
                  <a:pt x="83668" y="423946"/>
                </a:lnTo>
                <a:lnTo>
                  <a:pt x="81866" y="417802"/>
                </a:lnTo>
                <a:lnTo>
                  <a:pt x="80009" y="411657"/>
                </a:lnTo>
                <a:lnTo>
                  <a:pt x="78178" y="405513"/>
                </a:lnTo>
                <a:lnTo>
                  <a:pt x="76469" y="399369"/>
                </a:lnTo>
                <a:lnTo>
                  <a:pt x="74984" y="393225"/>
                </a:lnTo>
                <a:lnTo>
                  <a:pt x="73828" y="387081"/>
                </a:lnTo>
                <a:lnTo>
                  <a:pt x="73090" y="380937"/>
                </a:lnTo>
                <a:lnTo>
                  <a:pt x="72840" y="374793"/>
                </a:lnTo>
                <a:lnTo>
                  <a:pt x="73121" y="368648"/>
                </a:lnTo>
                <a:lnTo>
                  <a:pt x="73939" y="362504"/>
                </a:lnTo>
                <a:lnTo>
                  <a:pt x="75264" y="356360"/>
                </a:lnTo>
                <a:lnTo>
                  <a:pt x="77035" y="350216"/>
                </a:lnTo>
                <a:lnTo>
                  <a:pt x="79162" y="344072"/>
                </a:lnTo>
                <a:lnTo>
                  <a:pt x="81535" y="337928"/>
                </a:lnTo>
                <a:lnTo>
                  <a:pt x="84040" y="331784"/>
                </a:lnTo>
                <a:lnTo>
                  <a:pt x="86563" y="325639"/>
                </a:lnTo>
                <a:lnTo>
                  <a:pt x="89002" y="319495"/>
                </a:lnTo>
                <a:lnTo>
                  <a:pt x="91275" y="313351"/>
                </a:lnTo>
                <a:lnTo>
                  <a:pt x="93323" y="307207"/>
                </a:lnTo>
                <a:lnTo>
                  <a:pt x="95109" y="301063"/>
                </a:lnTo>
                <a:lnTo>
                  <a:pt x="96620" y="294919"/>
                </a:lnTo>
                <a:lnTo>
                  <a:pt x="97862" y="288775"/>
                </a:lnTo>
                <a:lnTo>
                  <a:pt x="98854" y="282630"/>
                </a:lnTo>
                <a:lnTo>
                  <a:pt x="99624" y="276486"/>
                </a:lnTo>
                <a:lnTo>
                  <a:pt x="100207" y="270342"/>
                </a:lnTo>
                <a:lnTo>
                  <a:pt x="100636" y="264198"/>
                </a:lnTo>
                <a:lnTo>
                  <a:pt x="100943" y="258054"/>
                </a:lnTo>
                <a:lnTo>
                  <a:pt x="101158" y="251910"/>
                </a:lnTo>
                <a:lnTo>
                  <a:pt x="101304" y="245766"/>
                </a:lnTo>
                <a:lnTo>
                  <a:pt x="101401" y="239621"/>
                </a:lnTo>
                <a:lnTo>
                  <a:pt x="101464" y="233477"/>
                </a:lnTo>
                <a:lnTo>
                  <a:pt x="101504" y="227333"/>
                </a:lnTo>
                <a:lnTo>
                  <a:pt x="101528" y="221189"/>
                </a:lnTo>
                <a:lnTo>
                  <a:pt x="101543" y="215045"/>
                </a:lnTo>
                <a:lnTo>
                  <a:pt x="101552" y="208901"/>
                </a:lnTo>
                <a:lnTo>
                  <a:pt x="101557" y="202757"/>
                </a:lnTo>
                <a:lnTo>
                  <a:pt x="101559" y="196613"/>
                </a:lnTo>
                <a:lnTo>
                  <a:pt x="101561" y="190468"/>
                </a:lnTo>
                <a:lnTo>
                  <a:pt x="101562" y="184324"/>
                </a:lnTo>
                <a:lnTo>
                  <a:pt x="101562" y="178180"/>
                </a:lnTo>
                <a:lnTo>
                  <a:pt x="101562" y="172036"/>
                </a:lnTo>
                <a:lnTo>
                  <a:pt x="101562" y="165892"/>
                </a:lnTo>
                <a:lnTo>
                  <a:pt x="101562" y="159748"/>
                </a:lnTo>
                <a:lnTo>
                  <a:pt x="101562" y="153604"/>
                </a:lnTo>
                <a:lnTo>
                  <a:pt x="101562" y="147459"/>
                </a:lnTo>
                <a:lnTo>
                  <a:pt x="101562" y="141315"/>
                </a:lnTo>
                <a:lnTo>
                  <a:pt x="101562" y="135171"/>
                </a:lnTo>
                <a:lnTo>
                  <a:pt x="101562" y="129027"/>
                </a:lnTo>
                <a:lnTo>
                  <a:pt x="101562" y="122883"/>
                </a:lnTo>
                <a:lnTo>
                  <a:pt x="101562" y="116739"/>
                </a:lnTo>
                <a:lnTo>
                  <a:pt x="101563" y="110595"/>
                </a:lnTo>
                <a:lnTo>
                  <a:pt x="101563" y="104450"/>
                </a:lnTo>
                <a:lnTo>
                  <a:pt x="101563" y="98306"/>
                </a:lnTo>
                <a:lnTo>
                  <a:pt x="101563" y="92162"/>
                </a:lnTo>
                <a:lnTo>
                  <a:pt x="101563" y="86018"/>
                </a:lnTo>
                <a:lnTo>
                  <a:pt x="101563" y="79874"/>
                </a:lnTo>
                <a:lnTo>
                  <a:pt x="101563" y="73730"/>
                </a:lnTo>
                <a:lnTo>
                  <a:pt x="101563" y="67586"/>
                </a:lnTo>
                <a:lnTo>
                  <a:pt x="101563" y="61441"/>
                </a:lnTo>
                <a:lnTo>
                  <a:pt x="101563" y="55297"/>
                </a:lnTo>
                <a:lnTo>
                  <a:pt x="101563" y="49153"/>
                </a:lnTo>
                <a:lnTo>
                  <a:pt x="101563" y="43009"/>
                </a:lnTo>
                <a:lnTo>
                  <a:pt x="101563" y="36865"/>
                </a:lnTo>
                <a:lnTo>
                  <a:pt x="101563" y="30721"/>
                </a:lnTo>
                <a:lnTo>
                  <a:pt x="101563" y="24577"/>
                </a:lnTo>
                <a:lnTo>
                  <a:pt x="101563" y="18432"/>
                </a:lnTo>
                <a:lnTo>
                  <a:pt x="101563" y="12288"/>
                </a:lnTo>
                <a:lnTo>
                  <a:pt x="101563" y="6144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0"/>
                </a:lnTo>
                <a:lnTo>
                  <a:pt x="101563" y="6144"/>
                </a:lnTo>
                <a:lnTo>
                  <a:pt x="101563" y="12288"/>
                </a:lnTo>
                <a:lnTo>
                  <a:pt x="101563" y="18432"/>
                </a:lnTo>
                <a:lnTo>
                  <a:pt x="101563" y="24577"/>
                </a:lnTo>
                <a:lnTo>
                  <a:pt x="101563" y="30721"/>
                </a:lnTo>
                <a:lnTo>
                  <a:pt x="101563" y="36865"/>
                </a:lnTo>
                <a:lnTo>
                  <a:pt x="101563" y="43009"/>
                </a:lnTo>
                <a:lnTo>
                  <a:pt x="101563" y="49153"/>
                </a:lnTo>
                <a:lnTo>
                  <a:pt x="101563" y="55297"/>
                </a:lnTo>
                <a:lnTo>
                  <a:pt x="101563" y="61441"/>
                </a:lnTo>
                <a:lnTo>
                  <a:pt x="101563" y="67586"/>
                </a:lnTo>
                <a:lnTo>
                  <a:pt x="101563" y="73730"/>
                </a:lnTo>
                <a:lnTo>
                  <a:pt x="101563" y="79874"/>
                </a:lnTo>
                <a:lnTo>
                  <a:pt x="101563" y="86018"/>
                </a:lnTo>
                <a:lnTo>
                  <a:pt x="101563" y="92162"/>
                </a:lnTo>
                <a:lnTo>
                  <a:pt x="101563" y="98306"/>
                </a:lnTo>
                <a:lnTo>
                  <a:pt x="101563" y="104450"/>
                </a:lnTo>
                <a:lnTo>
                  <a:pt x="101563" y="110595"/>
                </a:lnTo>
                <a:lnTo>
                  <a:pt x="101563" y="116739"/>
                </a:lnTo>
                <a:lnTo>
                  <a:pt x="101563" y="122883"/>
                </a:lnTo>
                <a:lnTo>
                  <a:pt x="101563" y="129027"/>
                </a:lnTo>
                <a:lnTo>
                  <a:pt x="101563" y="135171"/>
                </a:lnTo>
                <a:lnTo>
                  <a:pt x="101563" y="141315"/>
                </a:lnTo>
                <a:lnTo>
                  <a:pt x="101563" y="147459"/>
                </a:lnTo>
                <a:lnTo>
                  <a:pt x="101563" y="153604"/>
                </a:lnTo>
                <a:lnTo>
                  <a:pt x="101563" y="159748"/>
                </a:lnTo>
                <a:lnTo>
                  <a:pt x="101563" y="165892"/>
                </a:lnTo>
                <a:lnTo>
                  <a:pt x="101563" y="172036"/>
                </a:lnTo>
                <a:lnTo>
                  <a:pt x="101563" y="178180"/>
                </a:lnTo>
                <a:lnTo>
                  <a:pt x="101563" y="184324"/>
                </a:lnTo>
                <a:lnTo>
                  <a:pt x="101564" y="190468"/>
                </a:lnTo>
                <a:lnTo>
                  <a:pt x="101566" y="196613"/>
                </a:lnTo>
                <a:lnTo>
                  <a:pt x="101568" y="202757"/>
                </a:lnTo>
                <a:lnTo>
                  <a:pt x="101573" y="208901"/>
                </a:lnTo>
                <a:lnTo>
                  <a:pt x="101582" y="215045"/>
                </a:lnTo>
                <a:lnTo>
                  <a:pt x="101597" y="221189"/>
                </a:lnTo>
                <a:lnTo>
                  <a:pt x="101621" y="227333"/>
                </a:lnTo>
                <a:lnTo>
                  <a:pt x="101661" y="233477"/>
                </a:lnTo>
                <a:lnTo>
                  <a:pt x="101724" y="239621"/>
                </a:lnTo>
                <a:lnTo>
                  <a:pt x="101821" y="245766"/>
                </a:lnTo>
                <a:lnTo>
                  <a:pt x="101967" y="251910"/>
                </a:lnTo>
                <a:lnTo>
                  <a:pt x="102182" y="258054"/>
                </a:lnTo>
                <a:lnTo>
                  <a:pt x="102489" y="264198"/>
                </a:lnTo>
                <a:lnTo>
                  <a:pt x="102918" y="270342"/>
                </a:lnTo>
                <a:lnTo>
                  <a:pt x="103501" y="276486"/>
                </a:lnTo>
                <a:lnTo>
                  <a:pt x="104271" y="282630"/>
                </a:lnTo>
                <a:lnTo>
                  <a:pt x="105263" y="288775"/>
                </a:lnTo>
                <a:lnTo>
                  <a:pt x="106505" y="294919"/>
                </a:lnTo>
                <a:lnTo>
                  <a:pt x="108016" y="301063"/>
                </a:lnTo>
                <a:lnTo>
                  <a:pt x="109802" y="307207"/>
                </a:lnTo>
                <a:lnTo>
                  <a:pt x="111850" y="313351"/>
                </a:lnTo>
                <a:lnTo>
                  <a:pt x="114123" y="319495"/>
                </a:lnTo>
                <a:lnTo>
                  <a:pt x="116562" y="325639"/>
                </a:lnTo>
                <a:lnTo>
                  <a:pt x="119085" y="331784"/>
                </a:lnTo>
                <a:lnTo>
                  <a:pt x="121590" y="337928"/>
                </a:lnTo>
                <a:lnTo>
                  <a:pt x="123963" y="344072"/>
                </a:lnTo>
                <a:lnTo>
                  <a:pt x="126090" y="350216"/>
                </a:lnTo>
                <a:lnTo>
                  <a:pt x="127861" y="356360"/>
                </a:lnTo>
                <a:lnTo>
                  <a:pt x="129186" y="362504"/>
                </a:lnTo>
                <a:lnTo>
                  <a:pt x="130004" y="368648"/>
                </a:lnTo>
                <a:lnTo>
                  <a:pt x="130285" y="374793"/>
                </a:lnTo>
                <a:lnTo>
                  <a:pt x="130035" y="380937"/>
                </a:lnTo>
                <a:lnTo>
                  <a:pt x="129297" y="387081"/>
                </a:lnTo>
                <a:lnTo>
                  <a:pt x="128141" y="393225"/>
                </a:lnTo>
                <a:lnTo>
                  <a:pt x="126656" y="399369"/>
                </a:lnTo>
                <a:lnTo>
                  <a:pt x="124947" y="405513"/>
                </a:lnTo>
                <a:lnTo>
                  <a:pt x="123116" y="411657"/>
                </a:lnTo>
                <a:lnTo>
                  <a:pt x="121259" y="417802"/>
                </a:lnTo>
                <a:lnTo>
                  <a:pt x="119457" y="423946"/>
                </a:lnTo>
                <a:lnTo>
                  <a:pt x="117774" y="430090"/>
                </a:lnTo>
                <a:lnTo>
                  <a:pt x="116254" y="436234"/>
                </a:lnTo>
                <a:lnTo>
                  <a:pt x="114921" y="442378"/>
                </a:lnTo>
                <a:lnTo>
                  <a:pt x="113786" y="448522"/>
                </a:lnTo>
                <a:lnTo>
                  <a:pt x="112844" y="454666"/>
                </a:lnTo>
                <a:lnTo>
                  <a:pt x="112084" y="460811"/>
                </a:lnTo>
                <a:lnTo>
                  <a:pt x="111487" y="466955"/>
                </a:lnTo>
                <a:lnTo>
                  <a:pt x="111035" y="473099"/>
                </a:lnTo>
                <a:lnTo>
                  <a:pt x="110707" y="479243"/>
                </a:lnTo>
                <a:lnTo>
                  <a:pt x="110482" y="485387"/>
                </a:lnTo>
                <a:lnTo>
                  <a:pt x="110342" y="491531"/>
                </a:lnTo>
                <a:lnTo>
                  <a:pt x="110269" y="497675"/>
                </a:lnTo>
                <a:lnTo>
                  <a:pt x="110245" y="503820"/>
                </a:lnTo>
                <a:lnTo>
                  <a:pt x="110254" y="509964"/>
                </a:lnTo>
                <a:lnTo>
                  <a:pt x="110278" y="516108"/>
                </a:lnTo>
                <a:lnTo>
                  <a:pt x="110302" y="522252"/>
                </a:lnTo>
                <a:lnTo>
                  <a:pt x="110309" y="528396"/>
                </a:lnTo>
                <a:lnTo>
                  <a:pt x="110287" y="534540"/>
                </a:lnTo>
                <a:lnTo>
                  <a:pt x="110225" y="540684"/>
                </a:lnTo>
                <a:lnTo>
                  <a:pt x="110114" y="546829"/>
                </a:lnTo>
                <a:lnTo>
                  <a:pt x="109954" y="552973"/>
                </a:lnTo>
                <a:lnTo>
                  <a:pt x="109745" y="559117"/>
                </a:lnTo>
                <a:lnTo>
                  <a:pt x="109494" y="565261"/>
                </a:lnTo>
                <a:lnTo>
                  <a:pt x="109212" y="571405"/>
                </a:lnTo>
                <a:lnTo>
                  <a:pt x="108913" y="577549"/>
                </a:lnTo>
                <a:lnTo>
                  <a:pt x="108613" y="583693"/>
                </a:lnTo>
                <a:lnTo>
                  <a:pt x="108330" y="589838"/>
                </a:lnTo>
                <a:lnTo>
                  <a:pt x="108087" y="595982"/>
                </a:lnTo>
                <a:lnTo>
                  <a:pt x="107909" y="602126"/>
                </a:lnTo>
                <a:lnTo>
                  <a:pt x="107827" y="608270"/>
                </a:lnTo>
                <a:lnTo>
                  <a:pt x="107884" y="614414"/>
                </a:lnTo>
                <a:lnTo>
                  <a:pt x="108135" y="620558"/>
                </a:lnTo>
                <a:lnTo>
                  <a:pt x="108652" y="626702"/>
                </a:lnTo>
                <a:lnTo>
                  <a:pt x="109526" y="632847"/>
                </a:lnTo>
                <a:lnTo>
                  <a:pt x="110867" y="638991"/>
                </a:lnTo>
                <a:lnTo>
                  <a:pt x="112800" y="645135"/>
                </a:lnTo>
                <a:lnTo>
                  <a:pt x="115459" y="651279"/>
                </a:lnTo>
                <a:lnTo>
                  <a:pt x="118973" y="657423"/>
                </a:lnTo>
                <a:lnTo>
                  <a:pt x="123452" y="663567"/>
                </a:lnTo>
                <a:lnTo>
                  <a:pt x="128966" y="669711"/>
                </a:lnTo>
                <a:lnTo>
                  <a:pt x="135523" y="675856"/>
                </a:lnTo>
                <a:lnTo>
                  <a:pt x="143053" y="682000"/>
                </a:lnTo>
                <a:lnTo>
                  <a:pt x="151395" y="688144"/>
                </a:lnTo>
                <a:lnTo>
                  <a:pt x="160285" y="694288"/>
                </a:lnTo>
                <a:lnTo>
                  <a:pt x="169370" y="700432"/>
                </a:lnTo>
                <a:lnTo>
                  <a:pt x="178219" y="706576"/>
                </a:lnTo>
                <a:lnTo>
                  <a:pt x="186358" y="712720"/>
                </a:lnTo>
                <a:lnTo>
                  <a:pt x="193310" y="718865"/>
                </a:lnTo>
                <a:lnTo>
                  <a:pt x="198635" y="725009"/>
                </a:lnTo>
                <a:lnTo>
                  <a:pt x="201983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2053" name="12_small_8019">
            <a:extLst>
              <a:ext uri="{FF2B5EF4-FFF2-40B4-BE49-F238E27FC236}">
                <a16:creationId xmlns:a16="http://schemas.microsoft.com/office/drawing/2014/main" id="{8108CB83-E032-4FF0-8343-8C407EAC423E}"/>
              </a:ext>
            </a:extLst>
          </p:cNvPr>
          <p:cNvSpPr>
            <a:spLocks noGrp="1"/>
          </p:cNvSpPr>
          <p:nvPr/>
        </p:nvSpPr>
        <p:spPr>
          <a:xfrm>
            <a:off x="1351125" y="5219838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43469" y="737297"/>
                </a:moveTo>
                <a:lnTo>
                  <a:pt x="59656" y="737297"/>
                </a:lnTo>
                <a:lnTo>
                  <a:pt x="60122" y="731153"/>
                </a:lnTo>
                <a:lnTo>
                  <a:pt x="61488" y="725009"/>
                </a:lnTo>
                <a:lnTo>
                  <a:pt x="63659" y="718865"/>
                </a:lnTo>
                <a:lnTo>
                  <a:pt x="66492" y="712720"/>
                </a:lnTo>
                <a:lnTo>
                  <a:pt x="69806" y="706576"/>
                </a:lnTo>
                <a:lnTo>
                  <a:pt x="73406" y="700432"/>
                </a:lnTo>
                <a:lnTo>
                  <a:pt x="77097" y="694288"/>
                </a:lnTo>
                <a:lnTo>
                  <a:pt x="80704" y="688144"/>
                </a:lnTo>
                <a:lnTo>
                  <a:pt x="84083" y="682000"/>
                </a:lnTo>
                <a:lnTo>
                  <a:pt x="87129" y="675856"/>
                </a:lnTo>
                <a:lnTo>
                  <a:pt x="89777" y="669711"/>
                </a:lnTo>
                <a:lnTo>
                  <a:pt x="92003" y="663567"/>
                </a:lnTo>
                <a:lnTo>
                  <a:pt x="93812" y="657423"/>
                </a:lnTo>
                <a:lnTo>
                  <a:pt x="95235" y="651279"/>
                </a:lnTo>
                <a:lnTo>
                  <a:pt x="96319" y="645135"/>
                </a:lnTo>
                <a:lnTo>
                  <a:pt x="97117" y="638991"/>
                </a:lnTo>
                <a:lnTo>
                  <a:pt x="97686" y="632847"/>
                </a:lnTo>
                <a:lnTo>
                  <a:pt x="98074" y="626702"/>
                </a:lnTo>
                <a:lnTo>
                  <a:pt x="98326" y="620558"/>
                </a:lnTo>
                <a:lnTo>
                  <a:pt x="98476" y="614414"/>
                </a:lnTo>
                <a:lnTo>
                  <a:pt x="98551" y="608270"/>
                </a:lnTo>
                <a:lnTo>
                  <a:pt x="98567" y="602126"/>
                </a:lnTo>
                <a:lnTo>
                  <a:pt x="98539" y="595982"/>
                </a:lnTo>
                <a:lnTo>
                  <a:pt x="98474" y="589838"/>
                </a:lnTo>
                <a:lnTo>
                  <a:pt x="98378" y="583693"/>
                </a:lnTo>
                <a:lnTo>
                  <a:pt x="98254" y="577549"/>
                </a:lnTo>
                <a:lnTo>
                  <a:pt x="98106" y="571405"/>
                </a:lnTo>
                <a:lnTo>
                  <a:pt x="97935" y="565261"/>
                </a:lnTo>
                <a:lnTo>
                  <a:pt x="97745" y="559117"/>
                </a:lnTo>
                <a:lnTo>
                  <a:pt x="97541" y="552973"/>
                </a:lnTo>
                <a:lnTo>
                  <a:pt x="97326" y="546829"/>
                </a:lnTo>
                <a:lnTo>
                  <a:pt x="97108" y="540684"/>
                </a:lnTo>
                <a:lnTo>
                  <a:pt x="96895" y="534540"/>
                </a:lnTo>
                <a:lnTo>
                  <a:pt x="96696" y="528396"/>
                </a:lnTo>
                <a:lnTo>
                  <a:pt x="96523" y="522252"/>
                </a:lnTo>
                <a:lnTo>
                  <a:pt x="96387" y="516108"/>
                </a:lnTo>
                <a:lnTo>
                  <a:pt x="96302" y="509964"/>
                </a:lnTo>
                <a:lnTo>
                  <a:pt x="96277" y="503820"/>
                </a:lnTo>
                <a:lnTo>
                  <a:pt x="96322" y="497675"/>
                </a:lnTo>
                <a:lnTo>
                  <a:pt x="96440" y="491531"/>
                </a:lnTo>
                <a:lnTo>
                  <a:pt x="96631" y="485387"/>
                </a:lnTo>
                <a:lnTo>
                  <a:pt x="96890" y="479243"/>
                </a:lnTo>
                <a:lnTo>
                  <a:pt x="97204" y="473099"/>
                </a:lnTo>
                <a:lnTo>
                  <a:pt x="97559" y="466955"/>
                </a:lnTo>
                <a:lnTo>
                  <a:pt x="97934" y="460811"/>
                </a:lnTo>
                <a:lnTo>
                  <a:pt x="98309" y="454666"/>
                </a:lnTo>
                <a:lnTo>
                  <a:pt x="98665" y="448522"/>
                </a:lnTo>
                <a:lnTo>
                  <a:pt x="98982" y="442378"/>
                </a:lnTo>
                <a:lnTo>
                  <a:pt x="99247" y="436234"/>
                </a:lnTo>
                <a:lnTo>
                  <a:pt x="99450" y="430090"/>
                </a:lnTo>
                <a:lnTo>
                  <a:pt x="99587" y="423946"/>
                </a:lnTo>
                <a:lnTo>
                  <a:pt x="99660" y="417802"/>
                </a:lnTo>
                <a:lnTo>
                  <a:pt x="99675" y="411657"/>
                </a:lnTo>
                <a:lnTo>
                  <a:pt x="99644" y="405513"/>
                </a:lnTo>
                <a:lnTo>
                  <a:pt x="99581" y="399369"/>
                </a:lnTo>
                <a:lnTo>
                  <a:pt x="99502" y="393225"/>
                </a:lnTo>
                <a:lnTo>
                  <a:pt x="99423" y="387081"/>
                </a:lnTo>
                <a:lnTo>
                  <a:pt x="99359" y="380937"/>
                </a:lnTo>
                <a:lnTo>
                  <a:pt x="99322" y="374793"/>
                </a:lnTo>
                <a:lnTo>
                  <a:pt x="99322" y="368648"/>
                </a:lnTo>
                <a:lnTo>
                  <a:pt x="99364" y="362504"/>
                </a:lnTo>
                <a:lnTo>
                  <a:pt x="99448" y="356360"/>
                </a:lnTo>
                <a:lnTo>
                  <a:pt x="99572" y="350216"/>
                </a:lnTo>
                <a:lnTo>
                  <a:pt x="99729" y="344072"/>
                </a:lnTo>
                <a:lnTo>
                  <a:pt x="99910" y="337928"/>
                </a:lnTo>
                <a:lnTo>
                  <a:pt x="100107" y="331784"/>
                </a:lnTo>
                <a:lnTo>
                  <a:pt x="100308" y="325639"/>
                </a:lnTo>
                <a:lnTo>
                  <a:pt x="100504" y="319495"/>
                </a:lnTo>
                <a:lnTo>
                  <a:pt x="100689" y="313351"/>
                </a:lnTo>
                <a:lnTo>
                  <a:pt x="100854" y="307207"/>
                </a:lnTo>
                <a:lnTo>
                  <a:pt x="100998" y="301063"/>
                </a:lnTo>
                <a:lnTo>
                  <a:pt x="101115" y="294919"/>
                </a:lnTo>
                <a:lnTo>
                  <a:pt x="101207" y="288775"/>
                </a:lnTo>
                <a:lnTo>
                  <a:pt x="101273" y="282630"/>
                </a:lnTo>
                <a:lnTo>
                  <a:pt x="101314" y="276486"/>
                </a:lnTo>
                <a:lnTo>
                  <a:pt x="101331" y="270342"/>
                </a:lnTo>
                <a:lnTo>
                  <a:pt x="101325" y="264198"/>
                </a:lnTo>
                <a:lnTo>
                  <a:pt x="101299" y="258054"/>
                </a:lnTo>
                <a:lnTo>
                  <a:pt x="101254" y="251910"/>
                </a:lnTo>
                <a:lnTo>
                  <a:pt x="101192" y="245766"/>
                </a:lnTo>
                <a:lnTo>
                  <a:pt x="101115" y="239621"/>
                </a:lnTo>
                <a:lnTo>
                  <a:pt x="101027" y="233477"/>
                </a:lnTo>
                <a:lnTo>
                  <a:pt x="100931" y="227333"/>
                </a:lnTo>
                <a:lnTo>
                  <a:pt x="100832" y="221189"/>
                </a:lnTo>
                <a:lnTo>
                  <a:pt x="100735" y="215045"/>
                </a:lnTo>
                <a:lnTo>
                  <a:pt x="100645" y="208901"/>
                </a:lnTo>
                <a:lnTo>
                  <a:pt x="100567" y="202757"/>
                </a:lnTo>
                <a:lnTo>
                  <a:pt x="100506" y="196613"/>
                </a:lnTo>
                <a:lnTo>
                  <a:pt x="100465" y="190468"/>
                </a:lnTo>
                <a:lnTo>
                  <a:pt x="100445" y="184324"/>
                </a:lnTo>
                <a:lnTo>
                  <a:pt x="100445" y="178180"/>
                </a:lnTo>
                <a:lnTo>
                  <a:pt x="100463" y="172036"/>
                </a:lnTo>
                <a:lnTo>
                  <a:pt x="100493" y="165892"/>
                </a:lnTo>
                <a:lnTo>
                  <a:pt x="100525" y="159748"/>
                </a:lnTo>
                <a:lnTo>
                  <a:pt x="100549" y="153604"/>
                </a:lnTo>
                <a:lnTo>
                  <a:pt x="100547" y="147459"/>
                </a:lnTo>
                <a:lnTo>
                  <a:pt x="100499" y="141315"/>
                </a:lnTo>
                <a:lnTo>
                  <a:pt x="100378" y="135171"/>
                </a:lnTo>
                <a:lnTo>
                  <a:pt x="100148" y="129027"/>
                </a:lnTo>
                <a:lnTo>
                  <a:pt x="99765" y="122883"/>
                </a:lnTo>
                <a:lnTo>
                  <a:pt x="99169" y="116739"/>
                </a:lnTo>
                <a:lnTo>
                  <a:pt x="98286" y="110595"/>
                </a:lnTo>
                <a:lnTo>
                  <a:pt x="97026" y="104450"/>
                </a:lnTo>
                <a:lnTo>
                  <a:pt x="95283" y="98306"/>
                </a:lnTo>
                <a:lnTo>
                  <a:pt x="92940" y="92162"/>
                </a:lnTo>
                <a:lnTo>
                  <a:pt x="89872" y="86018"/>
                </a:lnTo>
                <a:lnTo>
                  <a:pt x="85960" y="79874"/>
                </a:lnTo>
                <a:lnTo>
                  <a:pt x="81109" y="73730"/>
                </a:lnTo>
                <a:lnTo>
                  <a:pt x="75258" y="67586"/>
                </a:lnTo>
                <a:lnTo>
                  <a:pt x="68407" y="61441"/>
                </a:lnTo>
                <a:lnTo>
                  <a:pt x="60630" y="55297"/>
                </a:lnTo>
                <a:lnTo>
                  <a:pt x="52094" y="49153"/>
                </a:lnTo>
                <a:lnTo>
                  <a:pt x="43058" y="43009"/>
                </a:lnTo>
                <a:lnTo>
                  <a:pt x="33873" y="36865"/>
                </a:lnTo>
                <a:lnTo>
                  <a:pt x="24960" y="30721"/>
                </a:lnTo>
                <a:lnTo>
                  <a:pt x="16785" y="24577"/>
                </a:lnTo>
                <a:lnTo>
                  <a:pt x="9819" y="18432"/>
                </a:lnTo>
                <a:lnTo>
                  <a:pt x="4489" y="12288"/>
                </a:lnTo>
                <a:lnTo>
                  <a:pt x="1142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3" y="6144"/>
                </a:lnTo>
                <a:lnTo>
                  <a:pt x="198636" y="12288"/>
                </a:lnTo>
                <a:lnTo>
                  <a:pt x="193306" y="18432"/>
                </a:lnTo>
                <a:lnTo>
                  <a:pt x="186340" y="24577"/>
                </a:lnTo>
                <a:lnTo>
                  <a:pt x="178165" y="30721"/>
                </a:lnTo>
                <a:lnTo>
                  <a:pt x="169252" y="36865"/>
                </a:lnTo>
                <a:lnTo>
                  <a:pt x="160067" y="43009"/>
                </a:lnTo>
                <a:lnTo>
                  <a:pt x="151031" y="49153"/>
                </a:lnTo>
                <a:lnTo>
                  <a:pt x="142495" y="55297"/>
                </a:lnTo>
                <a:lnTo>
                  <a:pt x="134719" y="61441"/>
                </a:lnTo>
                <a:lnTo>
                  <a:pt x="127867" y="67586"/>
                </a:lnTo>
                <a:lnTo>
                  <a:pt x="122016" y="73730"/>
                </a:lnTo>
                <a:lnTo>
                  <a:pt x="117165" y="79874"/>
                </a:lnTo>
                <a:lnTo>
                  <a:pt x="113253" y="86018"/>
                </a:lnTo>
                <a:lnTo>
                  <a:pt x="110185" y="92162"/>
                </a:lnTo>
                <a:lnTo>
                  <a:pt x="107842" y="98306"/>
                </a:lnTo>
                <a:lnTo>
                  <a:pt x="106099" y="104450"/>
                </a:lnTo>
                <a:lnTo>
                  <a:pt x="104839" y="110595"/>
                </a:lnTo>
                <a:lnTo>
                  <a:pt x="103956" y="116739"/>
                </a:lnTo>
                <a:lnTo>
                  <a:pt x="103360" y="122883"/>
                </a:lnTo>
                <a:lnTo>
                  <a:pt x="102977" y="129027"/>
                </a:lnTo>
                <a:lnTo>
                  <a:pt x="102747" y="135171"/>
                </a:lnTo>
                <a:lnTo>
                  <a:pt x="102626" y="141315"/>
                </a:lnTo>
                <a:lnTo>
                  <a:pt x="102578" y="147459"/>
                </a:lnTo>
                <a:lnTo>
                  <a:pt x="102576" y="153604"/>
                </a:lnTo>
                <a:lnTo>
                  <a:pt x="102600" y="159748"/>
                </a:lnTo>
                <a:lnTo>
                  <a:pt x="102632" y="165892"/>
                </a:lnTo>
                <a:lnTo>
                  <a:pt x="102662" y="172036"/>
                </a:lnTo>
                <a:lnTo>
                  <a:pt x="102680" y="178180"/>
                </a:lnTo>
                <a:lnTo>
                  <a:pt x="102680" y="184324"/>
                </a:lnTo>
                <a:lnTo>
                  <a:pt x="102660" y="190468"/>
                </a:lnTo>
                <a:lnTo>
                  <a:pt x="102619" y="196613"/>
                </a:lnTo>
                <a:lnTo>
                  <a:pt x="102558" y="202757"/>
                </a:lnTo>
                <a:lnTo>
                  <a:pt x="102480" y="208901"/>
                </a:lnTo>
                <a:lnTo>
                  <a:pt x="102390" y="215045"/>
                </a:lnTo>
                <a:lnTo>
                  <a:pt x="102293" y="221189"/>
                </a:lnTo>
                <a:lnTo>
                  <a:pt x="102194" y="227333"/>
                </a:lnTo>
                <a:lnTo>
                  <a:pt x="102098" y="233477"/>
                </a:lnTo>
                <a:lnTo>
                  <a:pt x="102010" y="239621"/>
                </a:lnTo>
                <a:lnTo>
                  <a:pt x="101933" y="245766"/>
                </a:lnTo>
                <a:lnTo>
                  <a:pt x="101871" y="251910"/>
                </a:lnTo>
                <a:lnTo>
                  <a:pt x="101826" y="258054"/>
                </a:lnTo>
                <a:lnTo>
                  <a:pt x="101800" y="264198"/>
                </a:lnTo>
                <a:lnTo>
                  <a:pt x="101795" y="270342"/>
                </a:lnTo>
                <a:lnTo>
                  <a:pt x="101811" y="276486"/>
                </a:lnTo>
                <a:lnTo>
                  <a:pt x="101852" y="282630"/>
                </a:lnTo>
                <a:lnTo>
                  <a:pt x="101918" y="288775"/>
                </a:lnTo>
                <a:lnTo>
                  <a:pt x="102010" y="294919"/>
                </a:lnTo>
                <a:lnTo>
                  <a:pt x="102127" y="301063"/>
                </a:lnTo>
                <a:lnTo>
                  <a:pt x="102271" y="307207"/>
                </a:lnTo>
                <a:lnTo>
                  <a:pt x="102436" y="313351"/>
                </a:lnTo>
                <a:lnTo>
                  <a:pt x="102621" y="319495"/>
                </a:lnTo>
                <a:lnTo>
                  <a:pt x="102817" y="325639"/>
                </a:lnTo>
                <a:lnTo>
                  <a:pt x="103018" y="331784"/>
                </a:lnTo>
                <a:lnTo>
                  <a:pt x="103215" y="337928"/>
                </a:lnTo>
                <a:lnTo>
                  <a:pt x="103396" y="344072"/>
                </a:lnTo>
                <a:lnTo>
                  <a:pt x="103553" y="350216"/>
                </a:lnTo>
                <a:lnTo>
                  <a:pt x="103677" y="356360"/>
                </a:lnTo>
                <a:lnTo>
                  <a:pt x="103761" y="362504"/>
                </a:lnTo>
                <a:lnTo>
                  <a:pt x="103803" y="368648"/>
                </a:lnTo>
                <a:lnTo>
                  <a:pt x="103803" y="374793"/>
                </a:lnTo>
                <a:lnTo>
                  <a:pt x="103766" y="380937"/>
                </a:lnTo>
                <a:lnTo>
                  <a:pt x="103702" y="387081"/>
                </a:lnTo>
                <a:lnTo>
                  <a:pt x="103623" y="393225"/>
                </a:lnTo>
                <a:lnTo>
                  <a:pt x="103544" y="399369"/>
                </a:lnTo>
                <a:lnTo>
                  <a:pt x="103481" y="405513"/>
                </a:lnTo>
                <a:lnTo>
                  <a:pt x="103450" y="411657"/>
                </a:lnTo>
                <a:lnTo>
                  <a:pt x="103465" y="417802"/>
                </a:lnTo>
                <a:lnTo>
                  <a:pt x="103538" y="423946"/>
                </a:lnTo>
                <a:lnTo>
                  <a:pt x="103675" y="430090"/>
                </a:lnTo>
                <a:lnTo>
                  <a:pt x="103878" y="436234"/>
                </a:lnTo>
                <a:lnTo>
                  <a:pt x="104143" y="442378"/>
                </a:lnTo>
                <a:lnTo>
                  <a:pt x="104460" y="448522"/>
                </a:lnTo>
                <a:lnTo>
                  <a:pt x="104816" y="454666"/>
                </a:lnTo>
                <a:lnTo>
                  <a:pt x="105191" y="460811"/>
                </a:lnTo>
                <a:lnTo>
                  <a:pt x="105566" y="466955"/>
                </a:lnTo>
                <a:lnTo>
                  <a:pt x="105921" y="473099"/>
                </a:lnTo>
                <a:lnTo>
                  <a:pt x="106235" y="479243"/>
                </a:lnTo>
                <a:lnTo>
                  <a:pt x="106494" y="485387"/>
                </a:lnTo>
                <a:lnTo>
                  <a:pt x="106685" y="491531"/>
                </a:lnTo>
                <a:lnTo>
                  <a:pt x="106803" y="497675"/>
                </a:lnTo>
                <a:lnTo>
                  <a:pt x="106848" y="503820"/>
                </a:lnTo>
                <a:lnTo>
                  <a:pt x="106823" y="509964"/>
                </a:lnTo>
                <a:lnTo>
                  <a:pt x="106738" y="516108"/>
                </a:lnTo>
                <a:lnTo>
                  <a:pt x="106602" y="522252"/>
                </a:lnTo>
                <a:lnTo>
                  <a:pt x="106429" y="528396"/>
                </a:lnTo>
                <a:lnTo>
                  <a:pt x="106230" y="534540"/>
                </a:lnTo>
                <a:lnTo>
                  <a:pt x="106017" y="540684"/>
                </a:lnTo>
                <a:lnTo>
                  <a:pt x="105799" y="546829"/>
                </a:lnTo>
                <a:lnTo>
                  <a:pt x="105584" y="552973"/>
                </a:lnTo>
                <a:lnTo>
                  <a:pt x="105380" y="559117"/>
                </a:lnTo>
                <a:lnTo>
                  <a:pt x="105190" y="565261"/>
                </a:lnTo>
                <a:lnTo>
                  <a:pt x="105019" y="571405"/>
                </a:lnTo>
                <a:lnTo>
                  <a:pt x="104871" y="577549"/>
                </a:lnTo>
                <a:lnTo>
                  <a:pt x="104747" y="583693"/>
                </a:lnTo>
                <a:lnTo>
                  <a:pt x="104651" y="589838"/>
                </a:lnTo>
                <a:lnTo>
                  <a:pt x="104586" y="595982"/>
                </a:lnTo>
                <a:lnTo>
                  <a:pt x="104558" y="602126"/>
                </a:lnTo>
                <a:lnTo>
                  <a:pt x="104574" y="608270"/>
                </a:lnTo>
                <a:lnTo>
                  <a:pt x="104649" y="614414"/>
                </a:lnTo>
                <a:lnTo>
                  <a:pt x="104799" y="620558"/>
                </a:lnTo>
                <a:lnTo>
                  <a:pt x="105051" y="626702"/>
                </a:lnTo>
                <a:lnTo>
                  <a:pt x="105439" y="632847"/>
                </a:lnTo>
                <a:lnTo>
                  <a:pt x="106008" y="638991"/>
                </a:lnTo>
                <a:lnTo>
                  <a:pt x="106806" y="645135"/>
                </a:lnTo>
                <a:lnTo>
                  <a:pt x="107890" y="651279"/>
                </a:lnTo>
                <a:lnTo>
                  <a:pt x="109313" y="657423"/>
                </a:lnTo>
                <a:lnTo>
                  <a:pt x="111122" y="663567"/>
                </a:lnTo>
                <a:lnTo>
                  <a:pt x="113348" y="669711"/>
                </a:lnTo>
                <a:lnTo>
                  <a:pt x="115996" y="675856"/>
                </a:lnTo>
                <a:lnTo>
                  <a:pt x="119042" y="682000"/>
                </a:lnTo>
                <a:lnTo>
                  <a:pt x="122421" y="688144"/>
                </a:lnTo>
                <a:lnTo>
                  <a:pt x="126028" y="694288"/>
                </a:lnTo>
                <a:lnTo>
                  <a:pt x="129719" y="700432"/>
                </a:lnTo>
                <a:lnTo>
                  <a:pt x="133319" y="706576"/>
                </a:lnTo>
                <a:lnTo>
                  <a:pt x="136633" y="712720"/>
                </a:lnTo>
                <a:lnTo>
                  <a:pt x="139466" y="718865"/>
                </a:lnTo>
                <a:lnTo>
                  <a:pt x="141637" y="725009"/>
                </a:lnTo>
                <a:lnTo>
                  <a:pt x="143003" y="731153"/>
                </a:lnTo>
                <a:lnTo>
                  <a:pt x="143469" y="737297"/>
                </a:lnTo>
                <a:lnTo>
                  <a:pt x="143469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2054" name="12_small_8020">
            <a:extLst>
              <a:ext uri="{FF2B5EF4-FFF2-40B4-BE49-F238E27FC236}">
                <a16:creationId xmlns:a16="http://schemas.microsoft.com/office/drawing/2014/main" id="{32AF94D6-F976-4151-806B-D63CF576EC97}"/>
              </a:ext>
            </a:extLst>
          </p:cNvPr>
          <p:cNvSpPr>
            <a:spLocks noGrp="1"/>
          </p:cNvSpPr>
          <p:nvPr/>
        </p:nvSpPr>
        <p:spPr>
          <a:xfrm>
            <a:off x="2132375" y="5219838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41732" y="737297"/>
                </a:moveTo>
                <a:lnTo>
                  <a:pt x="61393" y="737297"/>
                </a:lnTo>
                <a:lnTo>
                  <a:pt x="61839" y="731153"/>
                </a:lnTo>
                <a:lnTo>
                  <a:pt x="63148" y="725009"/>
                </a:lnTo>
                <a:lnTo>
                  <a:pt x="65230" y="718865"/>
                </a:lnTo>
                <a:lnTo>
                  <a:pt x="67945" y="712720"/>
                </a:lnTo>
                <a:lnTo>
                  <a:pt x="71122" y="706576"/>
                </a:lnTo>
                <a:lnTo>
                  <a:pt x="74573" y="700432"/>
                </a:lnTo>
                <a:lnTo>
                  <a:pt x="78111" y="694288"/>
                </a:lnTo>
                <a:lnTo>
                  <a:pt x="81568" y="688144"/>
                </a:lnTo>
                <a:lnTo>
                  <a:pt x="84807" y="682000"/>
                </a:lnTo>
                <a:lnTo>
                  <a:pt x="87727" y="675856"/>
                </a:lnTo>
                <a:lnTo>
                  <a:pt x="90266" y="669711"/>
                </a:lnTo>
                <a:lnTo>
                  <a:pt x="92399" y="663567"/>
                </a:lnTo>
                <a:lnTo>
                  <a:pt x="94133" y="657423"/>
                </a:lnTo>
                <a:lnTo>
                  <a:pt x="95497" y="651279"/>
                </a:lnTo>
                <a:lnTo>
                  <a:pt x="96536" y="645135"/>
                </a:lnTo>
                <a:lnTo>
                  <a:pt x="97302" y="638991"/>
                </a:lnTo>
                <a:lnTo>
                  <a:pt x="97846" y="632847"/>
                </a:lnTo>
                <a:lnTo>
                  <a:pt x="98219" y="626702"/>
                </a:lnTo>
                <a:lnTo>
                  <a:pt x="98461" y="620558"/>
                </a:lnTo>
                <a:lnTo>
                  <a:pt x="98604" y="614414"/>
                </a:lnTo>
                <a:lnTo>
                  <a:pt x="98675" y="608270"/>
                </a:lnTo>
                <a:lnTo>
                  <a:pt x="98691" y="602126"/>
                </a:lnTo>
                <a:lnTo>
                  <a:pt x="98665" y="595982"/>
                </a:lnTo>
                <a:lnTo>
                  <a:pt x="98602" y="589838"/>
                </a:lnTo>
                <a:lnTo>
                  <a:pt x="98510" y="583693"/>
                </a:lnTo>
                <a:lnTo>
                  <a:pt x="98392" y="577549"/>
                </a:lnTo>
                <a:lnTo>
                  <a:pt x="98249" y="571405"/>
                </a:lnTo>
                <a:lnTo>
                  <a:pt x="98085" y="565261"/>
                </a:lnTo>
                <a:lnTo>
                  <a:pt x="97903" y="559117"/>
                </a:lnTo>
                <a:lnTo>
                  <a:pt x="97707" y="552973"/>
                </a:lnTo>
                <a:lnTo>
                  <a:pt x="97502" y="546829"/>
                </a:lnTo>
                <a:lnTo>
                  <a:pt x="97293" y="540684"/>
                </a:lnTo>
                <a:lnTo>
                  <a:pt x="97089" y="534540"/>
                </a:lnTo>
                <a:lnTo>
                  <a:pt x="96898" y="528396"/>
                </a:lnTo>
                <a:lnTo>
                  <a:pt x="96732" y="522252"/>
                </a:lnTo>
                <a:lnTo>
                  <a:pt x="96603" y="516108"/>
                </a:lnTo>
                <a:lnTo>
                  <a:pt x="96522" y="509964"/>
                </a:lnTo>
                <a:lnTo>
                  <a:pt x="96500" y="503820"/>
                </a:lnTo>
                <a:lnTo>
                  <a:pt x="96546" y="497675"/>
                </a:lnTo>
                <a:lnTo>
                  <a:pt x="96663" y="491531"/>
                </a:lnTo>
                <a:lnTo>
                  <a:pt x="96853" y="485387"/>
                </a:lnTo>
                <a:lnTo>
                  <a:pt x="97109" y="479243"/>
                </a:lnTo>
                <a:lnTo>
                  <a:pt x="97423" y="473099"/>
                </a:lnTo>
                <a:lnTo>
                  <a:pt x="97780" y="466955"/>
                </a:lnTo>
                <a:lnTo>
                  <a:pt x="98164" y="460811"/>
                </a:lnTo>
                <a:lnTo>
                  <a:pt x="98555" y="454666"/>
                </a:lnTo>
                <a:lnTo>
                  <a:pt x="98936" y="448522"/>
                </a:lnTo>
                <a:lnTo>
                  <a:pt x="99291" y="442378"/>
                </a:lnTo>
                <a:lnTo>
                  <a:pt x="99605" y="436234"/>
                </a:lnTo>
                <a:lnTo>
                  <a:pt x="99871" y="430090"/>
                </a:lnTo>
                <a:lnTo>
                  <a:pt x="100084" y="423946"/>
                </a:lnTo>
                <a:lnTo>
                  <a:pt x="100243" y="417802"/>
                </a:lnTo>
                <a:lnTo>
                  <a:pt x="100353" y="411657"/>
                </a:lnTo>
                <a:lnTo>
                  <a:pt x="100420" y="405513"/>
                </a:lnTo>
                <a:lnTo>
                  <a:pt x="100453" y="399369"/>
                </a:lnTo>
                <a:lnTo>
                  <a:pt x="100463" y="393225"/>
                </a:lnTo>
                <a:lnTo>
                  <a:pt x="100460" y="387081"/>
                </a:lnTo>
                <a:lnTo>
                  <a:pt x="100455" y="380937"/>
                </a:lnTo>
                <a:lnTo>
                  <a:pt x="100455" y="374793"/>
                </a:lnTo>
                <a:lnTo>
                  <a:pt x="100467" y="368648"/>
                </a:lnTo>
                <a:lnTo>
                  <a:pt x="100495" y="362504"/>
                </a:lnTo>
                <a:lnTo>
                  <a:pt x="100541" y="356360"/>
                </a:lnTo>
                <a:lnTo>
                  <a:pt x="100604" y="350216"/>
                </a:lnTo>
                <a:lnTo>
                  <a:pt x="100681" y="344072"/>
                </a:lnTo>
                <a:lnTo>
                  <a:pt x="100769" y="337928"/>
                </a:lnTo>
                <a:lnTo>
                  <a:pt x="100865" y="331784"/>
                </a:lnTo>
                <a:lnTo>
                  <a:pt x="100962" y="325639"/>
                </a:lnTo>
                <a:lnTo>
                  <a:pt x="101057" y="319495"/>
                </a:lnTo>
                <a:lnTo>
                  <a:pt x="101147" y="313351"/>
                </a:lnTo>
                <a:lnTo>
                  <a:pt x="101228" y="307207"/>
                </a:lnTo>
                <a:lnTo>
                  <a:pt x="101300" y="301063"/>
                </a:lnTo>
                <a:lnTo>
                  <a:pt x="101361" y="294919"/>
                </a:lnTo>
                <a:lnTo>
                  <a:pt x="101411" y="288775"/>
                </a:lnTo>
                <a:lnTo>
                  <a:pt x="101452" y="282630"/>
                </a:lnTo>
                <a:lnTo>
                  <a:pt x="101483" y="276486"/>
                </a:lnTo>
                <a:lnTo>
                  <a:pt x="101507" y="270342"/>
                </a:lnTo>
                <a:lnTo>
                  <a:pt x="101524" y="264198"/>
                </a:lnTo>
                <a:lnTo>
                  <a:pt x="101537" y="258054"/>
                </a:lnTo>
                <a:lnTo>
                  <a:pt x="101546" y="251910"/>
                </a:lnTo>
                <a:lnTo>
                  <a:pt x="101552" y="245766"/>
                </a:lnTo>
                <a:lnTo>
                  <a:pt x="101556" y="239621"/>
                </a:lnTo>
                <a:lnTo>
                  <a:pt x="101558" y="233477"/>
                </a:lnTo>
                <a:lnTo>
                  <a:pt x="101560" y="227333"/>
                </a:lnTo>
                <a:lnTo>
                  <a:pt x="101560" y="221189"/>
                </a:lnTo>
                <a:lnTo>
                  <a:pt x="101560" y="215045"/>
                </a:lnTo>
                <a:lnTo>
                  <a:pt x="101560" y="208901"/>
                </a:lnTo>
                <a:lnTo>
                  <a:pt x="101558" y="202757"/>
                </a:lnTo>
                <a:lnTo>
                  <a:pt x="101555" y="196613"/>
                </a:lnTo>
                <a:lnTo>
                  <a:pt x="101551" y="190468"/>
                </a:lnTo>
                <a:lnTo>
                  <a:pt x="101543" y="184324"/>
                </a:lnTo>
                <a:lnTo>
                  <a:pt x="101531" y="178180"/>
                </a:lnTo>
                <a:lnTo>
                  <a:pt x="101513" y="172036"/>
                </a:lnTo>
                <a:lnTo>
                  <a:pt x="101485" y="165892"/>
                </a:lnTo>
                <a:lnTo>
                  <a:pt x="101442" y="159748"/>
                </a:lnTo>
                <a:lnTo>
                  <a:pt x="101377" y="153604"/>
                </a:lnTo>
                <a:lnTo>
                  <a:pt x="101279" y="147459"/>
                </a:lnTo>
                <a:lnTo>
                  <a:pt x="101133" y="141315"/>
                </a:lnTo>
                <a:lnTo>
                  <a:pt x="100916" y="135171"/>
                </a:lnTo>
                <a:lnTo>
                  <a:pt x="100596" y="129027"/>
                </a:lnTo>
                <a:lnTo>
                  <a:pt x="100131" y="122883"/>
                </a:lnTo>
                <a:lnTo>
                  <a:pt x="99463" y="116739"/>
                </a:lnTo>
                <a:lnTo>
                  <a:pt x="98521" y="110595"/>
                </a:lnTo>
                <a:lnTo>
                  <a:pt x="97213" y="104450"/>
                </a:lnTo>
                <a:lnTo>
                  <a:pt x="95432" y="98306"/>
                </a:lnTo>
                <a:lnTo>
                  <a:pt x="93059" y="92162"/>
                </a:lnTo>
                <a:lnTo>
                  <a:pt x="89968" y="86018"/>
                </a:lnTo>
                <a:lnTo>
                  <a:pt x="86040" y="79874"/>
                </a:lnTo>
                <a:lnTo>
                  <a:pt x="81176" y="73730"/>
                </a:lnTo>
                <a:lnTo>
                  <a:pt x="75315" y="67586"/>
                </a:lnTo>
                <a:lnTo>
                  <a:pt x="68456" y="61441"/>
                </a:lnTo>
                <a:lnTo>
                  <a:pt x="60672" y="55297"/>
                </a:lnTo>
                <a:lnTo>
                  <a:pt x="52129" y="49153"/>
                </a:lnTo>
                <a:lnTo>
                  <a:pt x="43087" y="43009"/>
                </a:lnTo>
                <a:lnTo>
                  <a:pt x="33895" y="36865"/>
                </a:lnTo>
                <a:lnTo>
                  <a:pt x="24976" y="30721"/>
                </a:lnTo>
                <a:lnTo>
                  <a:pt x="16796" y="24577"/>
                </a:lnTo>
                <a:lnTo>
                  <a:pt x="9825" y="18432"/>
                </a:lnTo>
                <a:lnTo>
                  <a:pt x="4492" y="12288"/>
                </a:lnTo>
                <a:lnTo>
                  <a:pt x="1142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3" y="6144"/>
                </a:lnTo>
                <a:lnTo>
                  <a:pt x="198633" y="12288"/>
                </a:lnTo>
                <a:lnTo>
                  <a:pt x="193300" y="18432"/>
                </a:lnTo>
                <a:lnTo>
                  <a:pt x="186329" y="24577"/>
                </a:lnTo>
                <a:lnTo>
                  <a:pt x="178149" y="30721"/>
                </a:lnTo>
                <a:lnTo>
                  <a:pt x="169230" y="36865"/>
                </a:lnTo>
                <a:lnTo>
                  <a:pt x="160038" y="43009"/>
                </a:lnTo>
                <a:lnTo>
                  <a:pt x="150996" y="49153"/>
                </a:lnTo>
                <a:lnTo>
                  <a:pt x="142453" y="55297"/>
                </a:lnTo>
                <a:lnTo>
                  <a:pt x="134669" y="61441"/>
                </a:lnTo>
                <a:lnTo>
                  <a:pt x="127810" y="67586"/>
                </a:lnTo>
                <a:lnTo>
                  <a:pt x="121949" y="73730"/>
                </a:lnTo>
                <a:lnTo>
                  <a:pt x="117085" y="79874"/>
                </a:lnTo>
                <a:lnTo>
                  <a:pt x="113157" y="86018"/>
                </a:lnTo>
                <a:lnTo>
                  <a:pt x="110066" y="92162"/>
                </a:lnTo>
                <a:lnTo>
                  <a:pt x="107693" y="98306"/>
                </a:lnTo>
                <a:lnTo>
                  <a:pt x="105912" y="104450"/>
                </a:lnTo>
                <a:lnTo>
                  <a:pt x="104604" y="110595"/>
                </a:lnTo>
                <a:lnTo>
                  <a:pt x="103662" y="116739"/>
                </a:lnTo>
                <a:lnTo>
                  <a:pt x="102994" y="122883"/>
                </a:lnTo>
                <a:lnTo>
                  <a:pt x="102529" y="129027"/>
                </a:lnTo>
                <a:lnTo>
                  <a:pt x="102209" y="135171"/>
                </a:lnTo>
                <a:lnTo>
                  <a:pt x="101992" y="141315"/>
                </a:lnTo>
                <a:lnTo>
                  <a:pt x="101846" y="147459"/>
                </a:lnTo>
                <a:lnTo>
                  <a:pt x="101748" y="153604"/>
                </a:lnTo>
                <a:lnTo>
                  <a:pt x="101683" y="159748"/>
                </a:lnTo>
                <a:lnTo>
                  <a:pt x="101640" y="165892"/>
                </a:lnTo>
                <a:lnTo>
                  <a:pt x="101612" y="172036"/>
                </a:lnTo>
                <a:lnTo>
                  <a:pt x="101594" y="178180"/>
                </a:lnTo>
                <a:lnTo>
                  <a:pt x="101582" y="184324"/>
                </a:lnTo>
                <a:lnTo>
                  <a:pt x="101574" y="190468"/>
                </a:lnTo>
                <a:lnTo>
                  <a:pt x="101570" y="196613"/>
                </a:lnTo>
                <a:lnTo>
                  <a:pt x="101567" y="202757"/>
                </a:lnTo>
                <a:lnTo>
                  <a:pt x="101565" y="208901"/>
                </a:lnTo>
                <a:lnTo>
                  <a:pt x="101565" y="215045"/>
                </a:lnTo>
                <a:lnTo>
                  <a:pt x="101565" y="221189"/>
                </a:lnTo>
                <a:lnTo>
                  <a:pt x="101565" y="227333"/>
                </a:lnTo>
                <a:lnTo>
                  <a:pt x="101567" y="233477"/>
                </a:lnTo>
                <a:lnTo>
                  <a:pt x="101569" y="239621"/>
                </a:lnTo>
                <a:lnTo>
                  <a:pt x="101573" y="245766"/>
                </a:lnTo>
                <a:lnTo>
                  <a:pt x="101579" y="251910"/>
                </a:lnTo>
                <a:lnTo>
                  <a:pt x="101588" y="258054"/>
                </a:lnTo>
                <a:lnTo>
                  <a:pt x="101601" y="264198"/>
                </a:lnTo>
                <a:lnTo>
                  <a:pt x="101618" y="270342"/>
                </a:lnTo>
                <a:lnTo>
                  <a:pt x="101642" y="276486"/>
                </a:lnTo>
                <a:lnTo>
                  <a:pt x="101673" y="282630"/>
                </a:lnTo>
                <a:lnTo>
                  <a:pt x="101714" y="288775"/>
                </a:lnTo>
                <a:lnTo>
                  <a:pt x="101764" y="294919"/>
                </a:lnTo>
                <a:lnTo>
                  <a:pt x="101825" y="301063"/>
                </a:lnTo>
                <a:lnTo>
                  <a:pt x="101897" y="307207"/>
                </a:lnTo>
                <a:lnTo>
                  <a:pt x="101978" y="313351"/>
                </a:lnTo>
                <a:lnTo>
                  <a:pt x="102068" y="319495"/>
                </a:lnTo>
                <a:lnTo>
                  <a:pt x="102163" y="325639"/>
                </a:lnTo>
                <a:lnTo>
                  <a:pt x="102260" y="331784"/>
                </a:lnTo>
                <a:lnTo>
                  <a:pt x="102356" y="337928"/>
                </a:lnTo>
                <a:lnTo>
                  <a:pt x="102444" y="344072"/>
                </a:lnTo>
                <a:lnTo>
                  <a:pt x="102521" y="350216"/>
                </a:lnTo>
                <a:lnTo>
                  <a:pt x="102584" y="356360"/>
                </a:lnTo>
                <a:lnTo>
                  <a:pt x="102630" y="362504"/>
                </a:lnTo>
                <a:lnTo>
                  <a:pt x="102658" y="368648"/>
                </a:lnTo>
                <a:lnTo>
                  <a:pt x="102670" y="374793"/>
                </a:lnTo>
                <a:lnTo>
                  <a:pt x="102670" y="380937"/>
                </a:lnTo>
                <a:lnTo>
                  <a:pt x="102665" y="387081"/>
                </a:lnTo>
                <a:lnTo>
                  <a:pt x="102662" y="393225"/>
                </a:lnTo>
                <a:lnTo>
                  <a:pt x="102672" y="399369"/>
                </a:lnTo>
                <a:lnTo>
                  <a:pt x="102705" y="405513"/>
                </a:lnTo>
                <a:lnTo>
                  <a:pt x="102772" y="411657"/>
                </a:lnTo>
                <a:lnTo>
                  <a:pt x="102882" y="417802"/>
                </a:lnTo>
                <a:lnTo>
                  <a:pt x="103041" y="423946"/>
                </a:lnTo>
                <a:lnTo>
                  <a:pt x="103254" y="430090"/>
                </a:lnTo>
                <a:lnTo>
                  <a:pt x="103520" y="436234"/>
                </a:lnTo>
                <a:lnTo>
                  <a:pt x="103834" y="442378"/>
                </a:lnTo>
                <a:lnTo>
                  <a:pt x="104189" y="448522"/>
                </a:lnTo>
                <a:lnTo>
                  <a:pt x="104570" y="454666"/>
                </a:lnTo>
                <a:lnTo>
                  <a:pt x="104961" y="460811"/>
                </a:lnTo>
                <a:lnTo>
                  <a:pt x="105345" y="466955"/>
                </a:lnTo>
                <a:lnTo>
                  <a:pt x="105702" y="473099"/>
                </a:lnTo>
                <a:lnTo>
                  <a:pt x="106016" y="479243"/>
                </a:lnTo>
                <a:lnTo>
                  <a:pt x="106272" y="485387"/>
                </a:lnTo>
                <a:lnTo>
                  <a:pt x="106462" y="491531"/>
                </a:lnTo>
                <a:lnTo>
                  <a:pt x="106579" y="497675"/>
                </a:lnTo>
                <a:lnTo>
                  <a:pt x="106625" y="503820"/>
                </a:lnTo>
                <a:lnTo>
                  <a:pt x="106603" y="509964"/>
                </a:lnTo>
                <a:lnTo>
                  <a:pt x="106522" y="516108"/>
                </a:lnTo>
                <a:lnTo>
                  <a:pt x="106393" y="522252"/>
                </a:lnTo>
                <a:lnTo>
                  <a:pt x="106227" y="528396"/>
                </a:lnTo>
                <a:lnTo>
                  <a:pt x="106036" y="534540"/>
                </a:lnTo>
                <a:lnTo>
                  <a:pt x="105832" y="540684"/>
                </a:lnTo>
                <a:lnTo>
                  <a:pt x="105623" y="546829"/>
                </a:lnTo>
                <a:lnTo>
                  <a:pt x="105418" y="552973"/>
                </a:lnTo>
                <a:lnTo>
                  <a:pt x="105222" y="559117"/>
                </a:lnTo>
                <a:lnTo>
                  <a:pt x="105040" y="565261"/>
                </a:lnTo>
                <a:lnTo>
                  <a:pt x="104876" y="571405"/>
                </a:lnTo>
                <a:lnTo>
                  <a:pt x="104733" y="577549"/>
                </a:lnTo>
                <a:lnTo>
                  <a:pt x="104615" y="583693"/>
                </a:lnTo>
                <a:lnTo>
                  <a:pt x="104523" y="589838"/>
                </a:lnTo>
                <a:lnTo>
                  <a:pt x="104460" y="595982"/>
                </a:lnTo>
                <a:lnTo>
                  <a:pt x="104434" y="602126"/>
                </a:lnTo>
                <a:lnTo>
                  <a:pt x="104450" y="608270"/>
                </a:lnTo>
                <a:lnTo>
                  <a:pt x="104521" y="614414"/>
                </a:lnTo>
                <a:lnTo>
                  <a:pt x="104664" y="620558"/>
                </a:lnTo>
                <a:lnTo>
                  <a:pt x="104906" y="626702"/>
                </a:lnTo>
                <a:lnTo>
                  <a:pt x="105279" y="632847"/>
                </a:lnTo>
                <a:lnTo>
                  <a:pt x="105823" y="638991"/>
                </a:lnTo>
                <a:lnTo>
                  <a:pt x="106589" y="645135"/>
                </a:lnTo>
                <a:lnTo>
                  <a:pt x="107628" y="651279"/>
                </a:lnTo>
                <a:lnTo>
                  <a:pt x="108992" y="657423"/>
                </a:lnTo>
                <a:lnTo>
                  <a:pt x="110726" y="663567"/>
                </a:lnTo>
                <a:lnTo>
                  <a:pt x="112859" y="669711"/>
                </a:lnTo>
                <a:lnTo>
                  <a:pt x="115398" y="675856"/>
                </a:lnTo>
                <a:lnTo>
                  <a:pt x="118318" y="682000"/>
                </a:lnTo>
                <a:lnTo>
                  <a:pt x="121557" y="688144"/>
                </a:lnTo>
                <a:lnTo>
                  <a:pt x="125014" y="694288"/>
                </a:lnTo>
                <a:lnTo>
                  <a:pt x="128552" y="700432"/>
                </a:lnTo>
                <a:lnTo>
                  <a:pt x="132003" y="706576"/>
                </a:lnTo>
                <a:lnTo>
                  <a:pt x="135180" y="712720"/>
                </a:lnTo>
                <a:lnTo>
                  <a:pt x="137895" y="718865"/>
                </a:lnTo>
                <a:lnTo>
                  <a:pt x="139977" y="725009"/>
                </a:lnTo>
                <a:lnTo>
                  <a:pt x="141286" y="731153"/>
                </a:lnTo>
                <a:lnTo>
                  <a:pt x="141732" y="737297"/>
                </a:lnTo>
                <a:lnTo>
                  <a:pt x="141732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2055" name="12_small_8021">
            <a:extLst>
              <a:ext uri="{FF2B5EF4-FFF2-40B4-BE49-F238E27FC236}">
                <a16:creationId xmlns:a16="http://schemas.microsoft.com/office/drawing/2014/main" id="{7B7734C2-532B-4158-A06E-A9C377BEE503}"/>
              </a:ext>
            </a:extLst>
          </p:cNvPr>
          <p:cNvSpPr>
            <a:spLocks noGrp="1"/>
          </p:cNvSpPr>
          <p:nvPr/>
        </p:nvSpPr>
        <p:spPr>
          <a:xfrm>
            <a:off x="2913625" y="5219838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41732" y="737297"/>
                </a:moveTo>
                <a:lnTo>
                  <a:pt x="61393" y="737297"/>
                </a:lnTo>
                <a:lnTo>
                  <a:pt x="61839" y="731153"/>
                </a:lnTo>
                <a:lnTo>
                  <a:pt x="63148" y="725009"/>
                </a:lnTo>
                <a:lnTo>
                  <a:pt x="65230" y="718865"/>
                </a:lnTo>
                <a:lnTo>
                  <a:pt x="67945" y="712720"/>
                </a:lnTo>
                <a:lnTo>
                  <a:pt x="71122" y="706576"/>
                </a:lnTo>
                <a:lnTo>
                  <a:pt x="74573" y="700432"/>
                </a:lnTo>
                <a:lnTo>
                  <a:pt x="78111" y="694288"/>
                </a:lnTo>
                <a:lnTo>
                  <a:pt x="81568" y="688144"/>
                </a:lnTo>
                <a:lnTo>
                  <a:pt x="84807" y="682000"/>
                </a:lnTo>
                <a:lnTo>
                  <a:pt x="87727" y="675856"/>
                </a:lnTo>
                <a:lnTo>
                  <a:pt x="90266" y="669711"/>
                </a:lnTo>
                <a:lnTo>
                  <a:pt x="92399" y="663567"/>
                </a:lnTo>
                <a:lnTo>
                  <a:pt x="94133" y="657423"/>
                </a:lnTo>
                <a:lnTo>
                  <a:pt x="95497" y="651279"/>
                </a:lnTo>
                <a:lnTo>
                  <a:pt x="96536" y="645135"/>
                </a:lnTo>
                <a:lnTo>
                  <a:pt x="97302" y="638991"/>
                </a:lnTo>
                <a:lnTo>
                  <a:pt x="97846" y="632847"/>
                </a:lnTo>
                <a:lnTo>
                  <a:pt x="98219" y="626702"/>
                </a:lnTo>
                <a:lnTo>
                  <a:pt x="98461" y="620558"/>
                </a:lnTo>
                <a:lnTo>
                  <a:pt x="98604" y="614414"/>
                </a:lnTo>
                <a:lnTo>
                  <a:pt x="98675" y="608270"/>
                </a:lnTo>
                <a:lnTo>
                  <a:pt x="98691" y="602126"/>
                </a:lnTo>
                <a:lnTo>
                  <a:pt x="98665" y="595982"/>
                </a:lnTo>
                <a:lnTo>
                  <a:pt x="98602" y="589838"/>
                </a:lnTo>
                <a:lnTo>
                  <a:pt x="98510" y="583693"/>
                </a:lnTo>
                <a:lnTo>
                  <a:pt x="98392" y="577549"/>
                </a:lnTo>
                <a:lnTo>
                  <a:pt x="98249" y="571405"/>
                </a:lnTo>
                <a:lnTo>
                  <a:pt x="98085" y="565261"/>
                </a:lnTo>
                <a:lnTo>
                  <a:pt x="97903" y="559117"/>
                </a:lnTo>
                <a:lnTo>
                  <a:pt x="97707" y="552973"/>
                </a:lnTo>
                <a:lnTo>
                  <a:pt x="97502" y="546829"/>
                </a:lnTo>
                <a:lnTo>
                  <a:pt x="97293" y="540684"/>
                </a:lnTo>
                <a:lnTo>
                  <a:pt x="97089" y="534540"/>
                </a:lnTo>
                <a:lnTo>
                  <a:pt x="96898" y="528396"/>
                </a:lnTo>
                <a:lnTo>
                  <a:pt x="96732" y="522252"/>
                </a:lnTo>
                <a:lnTo>
                  <a:pt x="96603" y="516108"/>
                </a:lnTo>
                <a:lnTo>
                  <a:pt x="96522" y="509964"/>
                </a:lnTo>
                <a:lnTo>
                  <a:pt x="96500" y="503820"/>
                </a:lnTo>
                <a:lnTo>
                  <a:pt x="96546" y="497675"/>
                </a:lnTo>
                <a:lnTo>
                  <a:pt x="96663" y="491531"/>
                </a:lnTo>
                <a:lnTo>
                  <a:pt x="96853" y="485387"/>
                </a:lnTo>
                <a:lnTo>
                  <a:pt x="97109" y="479243"/>
                </a:lnTo>
                <a:lnTo>
                  <a:pt x="97423" y="473099"/>
                </a:lnTo>
                <a:lnTo>
                  <a:pt x="97780" y="466955"/>
                </a:lnTo>
                <a:lnTo>
                  <a:pt x="98164" y="460811"/>
                </a:lnTo>
                <a:lnTo>
                  <a:pt x="98555" y="454666"/>
                </a:lnTo>
                <a:lnTo>
                  <a:pt x="98936" y="448522"/>
                </a:lnTo>
                <a:lnTo>
                  <a:pt x="99291" y="442378"/>
                </a:lnTo>
                <a:lnTo>
                  <a:pt x="99605" y="436234"/>
                </a:lnTo>
                <a:lnTo>
                  <a:pt x="99871" y="430090"/>
                </a:lnTo>
                <a:lnTo>
                  <a:pt x="100084" y="423946"/>
                </a:lnTo>
                <a:lnTo>
                  <a:pt x="100243" y="417802"/>
                </a:lnTo>
                <a:lnTo>
                  <a:pt x="100353" y="411657"/>
                </a:lnTo>
                <a:lnTo>
                  <a:pt x="100420" y="405513"/>
                </a:lnTo>
                <a:lnTo>
                  <a:pt x="100453" y="399369"/>
                </a:lnTo>
                <a:lnTo>
                  <a:pt x="100463" y="393225"/>
                </a:lnTo>
                <a:lnTo>
                  <a:pt x="100460" y="387081"/>
                </a:lnTo>
                <a:lnTo>
                  <a:pt x="100455" y="380937"/>
                </a:lnTo>
                <a:lnTo>
                  <a:pt x="100455" y="374793"/>
                </a:lnTo>
                <a:lnTo>
                  <a:pt x="100467" y="368648"/>
                </a:lnTo>
                <a:lnTo>
                  <a:pt x="100495" y="362504"/>
                </a:lnTo>
                <a:lnTo>
                  <a:pt x="100541" y="356360"/>
                </a:lnTo>
                <a:lnTo>
                  <a:pt x="100604" y="350216"/>
                </a:lnTo>
                <a:lnTo>
                  <a:pt x="100681" y="344072"/>
                </a:lnTo>
                <a:lnTo>
                  <a:pt x="100769" y="337928"/>
                </a:lnTo>
                <a:lnTo>
                  <a:pt x="100865" y="331784"/>
                </a:lnTo>
                <a:lnTo>
                  <a:pt x="100962" y="325639"/>
                </a:lnTo>
                <a:lnTo>
                  <a:pt x="101057" y="319495"/>
                </a:lnTo>
                <a:lnTo>
                  <a:pt x="101147" y="313351"/>
                </a:lnTo>
                <a:lnTo>
                  <a:pt x="101228" y="307207"/>
                </a:lnTo>
                <a:lnTo>
                  <a:pt x="101300" y="301063"/>
                </a:lnTo>
                <a:lnTo>
                  <a:pt x="101361" y="294919"/>
                </a:lnTo>
                <a:lnTo>
                  <a:pt x="101411" y="288775"/>
                </a:lnTo>
                <a:lnTo>
                  <a:pt x="101452" y="282630"/>
                </a:lnTo>
                <a:lnTo>
                  <a:pt x="101483" y="276486"/>
                </a:lnTo>
                <a:lnTo>
                  <a:pt x="101507" y="270342"/>
                </a:lnTo>
                <a:lnTo>
                  <a:pt x="101524" y="264198"/>
                </a:lnTo>
                <a:lnTo>
                  <a:pt x="101537" y="258054"/>
                </a:lnTo>
                <a:lnTo>
                  <a:pt x="101546" y="251910"/>
                </a:lnTo>
                <a:lnTo>
                  <a:pt x="101552" y="245766"/>
                </a:lnTo>
                <a:lnTo>
                  <a:pt x="101556" y="239621"/>
                </a:lnTo>
                <a:lnTo>
                  <a:pt x="101558" y="233477"/>
                </a:lnTo>
                <a:lnTo>
                  <a:pt x="101560" y="227333"/>
                </a:lnTo>
                <a:lnTo>
                  <a:pt x="101560" y="221189"/>
                </a:lnTo>
                <a:lnTo>
                  <a:pt x="101560" y="215045"/>
                </a:lnTo>
                <a:lnTo>
                  <a:pt x="101560" y="208901"/>
                </a:lnTo>
                <a:lnTo>
                  <a:pt x="101558" y="202757"/>
                </a:lnTo>
                <a:lnTo>
                  <a:pt x="101555" y="196613"/>
                </a:lnTo>
                <a:lnTo>
                  <a:pt x="101551" y="190468"/>
                </a:lnTo>
                <a:lnTo>
                  <a:pt x="101543" y="184324"/>
                </a:lnTo>
                <a:lnTo>
                  <a:pt x="101531" y="178180"/>
                </a:lnTo>
                <a:lnTo>
                  <a:pt x="101513" y="172036"/>
                </a:lnTo>
                <a:lnTo>
                  <a:pt x="101485" y="165892"/>
                </a:lnTo>
                <a:lnTo>
                  <a:pt x="101442" y="159748"/>
                </a:lnTo>
                <a:lnTo>
                  <a:pt x="101377" y="153604"/>
                </a:lnTo>
                <a:lnTo>
                  <a:pt x="101279" y="147459"/>
                </a:lnTo>
                <a:lnTo>
                  <a:pt x="101133" y="141315"/>
                </a:lnTo>
                <a:lnTo>
                  <a:pt x="100916" y="135171"/>
                </a:lnTo>
                <a:lnTo>
                  <a:pt x="100596" y="129027"/>
                </a:lnTo>
                <a:lnTo>
                  <a:pt x="100131" y="122883"/>
                </a:lnTo>
                <a:lnTo>
                  <a:pt x="99463" y="116739"/>
                </a:lnTo>
                <a:lnTo>
                  <a:pt x="98521" y="110595"/>
                </a:lnTo>
                <a:lnTo>
                  <a:pt x="97213" y="104450"/>
                </a:lnTo>
                <a:lnTo>
                  <a:pt x="95432" y="98306"/>
                </a:lnTo>
                <a:lnTo>
                  <a:pt x="93059" y="92162"/>
                </a:lnTo>
                <a:lnTo>
                  <a:pt x="89968" y="86018"/>
                </a:lnTo>
                <a:lnTo>
                  <a:pt x="86040" y="79874"/>
                </a:lnTo>
                <a:lnTo>
                  <a:pt x="81176" y="73730"/>
                </a:lnTo>
                <a:lnTo>
                  <a:pt x="75315" y="67586"/>
                </a:lnTo>
                <a:lnTo>
                  <a:pt x="68456" y="61441"/>
                </a:lnTo>
                <a:lnTo>
                  <a:pt x="60672" y="55297"/>
                </a:lnTo>
                <a:lnTo>
                  <a:pt x="52129" y="49153"/>
                </a:lnTo>
                <a:lnTo>
                  <a:pt x="43087" y="43009"/>
                </a:lnTo>
                <a:lnTo>
                  <a:pt x="33895" y="36865"/>
                </a:lnTo>
                <a:lnTo>
                  <a:pt x="24976" y="30721"/>
                </a:lnTo>
                <a:lnTo>
                  <a:pt x="16796" y="24577"/>
                </a:lnTo>
                <a:lnTo>
                  <a:pt x="9825" y="18432"/>
                </a:lnTo>
                <a:lnTo>
                  <a:pt x="4492" y="12288"/>
                </a:lnTo>
                <a:lnTo>
                  <a:pt x="1142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3" y="6144"/>
                </a:lnTo>
                <a:lnTo>
                  <a:pt x="198633" y="12288"/>
                </a:lnTo>
                <a:lnTo>
                  <a:pt x="193300" y="18432"/>
                </a:lnTo>
                <a:lnTo>
                  <a:pt x="186329" y="24577"/>
                </a:lnTo>
                <a:lnTo>
                  <a:pt x="178149" y="30721"/>
                </a:lnTo>
                <a:lnTo>
                  <a:pt x="169230" y="36865"/>
                </a:lnTo>
                <a:lnTo>
                  <a:pt x="160038" y="43009"/>
                </a:lnTo>
                <a:lnTo>
                  <a:pt x="150996" y="49153"/>
                </a:lnTo>
                <a:lnTo>
                  <a:pt x="142453" y="55297"/>
                </a:lnTo>
                <a:lnTo>
                  <a:pt x="134669" y="61441"/>
                </a:lnTo>
                <a:lnTo>
                  <a:pt x="127810" y="67586"/>
                </a:lnTo>
                <a:lnTo>
                  <a:pt x="121949" y="73730"/>
                </a:lnTo>
                <a:lnTo>
                  <a:pt x="117085" y="79874"/>
                </a:lnTo>
                <a:lnTo>
                  <a:pt x="113157" y="86018"/>
                </a:lnTo>
                <a:lnTo>
                  <a:pt x="110066" y="92162"/>
                </a:lnTo>
                <a:lnTo>
                  <a:pt x="107693" y="98306"/>
                </a:lnTo>
                <a:lnTo>
                  <a:pt x="105912" y="104450"/>
                </a:lnTo>
                <a:lnTo>
                  <a:pt x="104604" y="110595"/>
                </a:lnTo>
                <a:lnTo>
                  <a:pt x="103662" y="116739"/>
                </a:lnTo>
                <a:lnTo>
                  <a:pt x="102994" y="122883"/>
                </a:lnTo>
                <a:lnTo>
                  <a:pt x="102529" y="129027"/>
                </a:lnTo>
                <a:lnTo>
                  <a:pt x="102209" y="135171"/>
                </a:lnTo>
                <a:lnTo>
                  <a:pt x="101992" y="141315"/>
                </a:lnTo>
                <a:lnTo>
                  <a:pt x="101846" y="147459"/>
                </a:lnTo>
                <a:lnTo>
                  <a:pt x="101748" y="153604"/>
                </a:lnTo>
                <a:lnTo>
                  <a:pt x="101683" y="159748"/>
                </a:lnTo>
                <a:lnTo>
                  <a:pt x="101640" y="165892"/>
                </a:lnTo>
                <a:lnTo>
                  <a:pt x="101612" y="172036"/>
                </a:lnTo>
                <a:lnTo>
                  <a:pt x="101594" y="178180"/>
                </a:lnTo>
                <a:lnTo>
                  <a:pt x="101582" y="184324"/>
                </a:lnTo>
                <a:lnTo>
                  <a:pt x="101574" y="190468"/>
                </a:lnTo>
                <a:lnTo>
                  <a:pt x="101570" y="196613"/>
                </a:lnTo>
                <a:lnTo>
                  <a:pt x="101567" y="202757"/>
                </a:lnTo>
                <a:lnTo>
                  <a:pt x="101565" y="208901"/>
                </a:lnTo>
                <a:lnTo>
                  <a:pt x="101565" y="215045"/>
                </a:lnTo>
                <a:lnTo>
                  <a:pt x="101565" y="221189"/>
                </a:lnTo>
                <a:lnTo>
                  <a:pt x="101565" y="227333"/>
                </a:lnTo>
                <a:lnTo>
                  <a:pt x="101567" y="233477"/>
                </a:lnTo>
                <a:lnTo>
                  <a:pt x="101569" y="239621"/>
                </a:lnTo>
                <a:lnTo>
                  <a:pt x="101573" y="245766"/>
                </a:lnTo>
                <a:lnTo>
                  <a:pt x="101579" y="251910"/>
                </a:lnTo>
                <a:lnTo>
                  <a:pt x="101588" y="258054"/>
                </a:lnTo>
                <a:lnTo>
                  <a:pt x="101601" y="264198"/>
                </a:lnTo>
                <a:lnTo>
                  <a:pt x="101618" y="270342"/>
                </a:lnTo>
                <a:lnTo>
                  <a:pt x="101642" y="276486"/>
                </a:lnTo>
                <a:lnTo>
                  <a:pt x="101673" y="282630"/>
                </a:lnTo>
                <a:lnTo>
                  <a:pt x="101714" y="288775"/>
                </a:lnTo>
                <a:lnTo>
                  <a:pt x="101764" y="294919"/>
                </a:lnTo>
                <a:lnTo>
                  <a:pt x="101825" y="301063"/>
                </a:lnTo>
                <a:lnTo>
                  <a:pt x="101897" y="307207"/>
                </a:lnTo>
                <a:lnTo>
                  <a:pt x="101978" y="313351"/>
                </a:lnTo>
                <a:lnTo>
                  <a:pt x="102068" y="319495"/>
                </a:lnTo>
                <a:lnTo>
                  <a:pt x="102163" y="325639"/>
                </a:lnTo>
                <a:lnTo>
                  <a:pt x="102260" y="331784"/>
                </a:lnTo>
                <a:lnTo>
                  <a:pt x="102356" y="337928"/>
                </a:lnTo>
                <a:lnTo>
                  <a:pt x="102444" y="344072"/>
                </a:lnTo>
                <a:lnTo>
                  <a:pt x="102521" y="350216"/>
                </a:lnTo>
                <a:lnTo>
                  <a:pt x="102584" y="356360"/>
                </a:lnTo>
                <a:lnTo>
                  <a:pt x="102630" y="362504"/>
                </a:lnTo>
                <a:lnTo>
                  <a:pt x="102658" y="368648"/>
                </a:lnTo>
                <a:lnTo>
                  <a:pt x="102670" y="374793"/>
                </a:lnTo>
                <a:lnTo>
                  <a:pt x="102670" y="380937"/>
                </a:lnTo>
                <a:lnTo>
                  <a:pt x="102665" y="387081"/>
                </a:lnTo>
                <a:lnTo>
                  <a:pt x="102662" y="393225"/>
                </a:lnTo>
                <a:lnTo>
                  <a:pt x="102672" y="399369"/>
                </a:lnTo>
                <a:lnTo>
                  <a:pt x="102705" y="405513"/>
                </a:lnTo>
                <a:lnTo>
                  <a:pt x="102772" y="411657"/>
                </a:lnTo>
                <a:lnTo>
                  <a:pt x="102882" y="417802"/>
                </a:lnTo>
                <a:lnTo>
                  <a:pt x="103041" y="423946"/>
                </a:lnTo>
                <a:lnTo>
                  <a:pt x="103254" y="430090"/>
                </a:lnTo>
                <a:lnTo>
                  <a:pt x="103520" y="436234"/>
                </a:lnTo>
                <a:lnTo>
                  <a:pt x="103834" y="442378"/>
                </a:lnTo>
                <a:lnTo>
                  <a:pt x="104189" y="448522"/>
                </a:lnTo>
                <a:lnTo>
                  <a:pt x="104570" y="454666"/>
                </a:lnTo>
                <a:lnTo>
                  <a:pt x="104961" y="460811"/>
                </a:lnTo>
                <a:lnTo>
                  <a:pt x="105345" y="466955"/>
                </a:lnTo>
                <a:lnTo>
                  <a:pt x="105702" y="473099"/>
                </a:lnTo>
                <a:lnTo>
                  <a:pt x="106016" y="479243"/>
                </a:lnTo>
                <a:lnTo>
                  <a:pt x="106272" y="485387"/>
                </a:lnTo>
                <a:lnTo>
                  <a:pt x="106462" y="491531"/>
                </a:lnTo>
                <a:lnTo>
                  <a:pt x="106579" y="497675"/>
                </a:lnTo>
                <a:lnTo>
                  <a:pt x="106625" y="503820"/>
                </a:lnTo>
                <a:lnTo>
                  <a:pt x="106603" y="509964"/>
                </a:lnTo>
                <a:lnTo>
                  <a:pt x="106522" y="516108"/>
                </a:lnTo>
                <a:lnTo>
                  <a:pt x="106393" y="522252"/>
                </a:lnTo>
                <a:lnTo>
                  <a:pt x="106227" y="528396"/>
                </a:lnTo>
                <a:lnTo>
                  <a:pt x="106036" y="534540"/>
                </a:lnTo>
                <a:lnTo>
                  <a:pt x="105832" y="540684"/>
                </a:lnTo>
                <a:lnTo>
                  <a:pt x="105623" y="546829"/>
                </a:lnTo>
                <a:lnTo>
                  <a:pt x="105418" y="552973"/>
                </a:lnTo>
                <a:lnTo>
                  <a:pt x="105222" y="559117"/>
                </a:lnTo>
                <a:lnTo>
                  <a:pt x="105040" y="565261"/>
                </a:lnTo>
                <a:lnTo>
                  <a:pt x="104876" y="571405"/>
                </a:lnTo>
                <a:lnTo>
                  <a:pt x="104733" y="577549"/>
                </a:lnTo>
                <a:lnTo>
                  <a:pt x="104615" y="583693"/>
                </a:lnTo>
                <a:lnTo>
                  <a:pt x="104523" y="589838"/>
                </a:lnTo>
                <a:lnTo>
                  <a:pt x="104460" y="595982"/>
                </a:lnTo>
                <a:lnTo>
                  <a:pt x="104434" y="602126"/>
                </a:lnTo>
                <a:lnTo>
                  <a:pt x="104450" y="608270"/>
                </a:lnTo>
                <a:lnTo>
                  <a:pt x="104521" y="614414"/>
                </a:lnTo>
                <a:lnTo>
                  <a:pt x="104664" y="620558"/>
                </a:lnTo>
                <a:lnTo>
                  <a:pt x="104906" y="626702"/>
                </a:lnTo>
                <a:lnTo>
                  <a:pt x="105279" y="632847"/>
                </a:lnTo>
                <a:lnTo>
                  <a:pt x="105823" y="638991"/>
                </a:lnTo>
                <a:lnTo>
                  <a:pt x="106589" y="645135"/>
                </a:lnTo>
                <a:lnTo>
                  <a:pt x="107628" y="651279"/>
                </a:lnTo>
                <a:lnTo>
                  <a:pt x="108992" y="657423"/>
                </a:lnTo>
                <a:lnTo>
                  <a:pt x="110726" y="663567"/>
                </a:lnTo>
                <a:lnTo>
                  <a:pt x="112859" y="669711"/>
                </a:lnTo>
                <a:lnTo>
                  <a:pt x="115398" y="675856"/>
                </a:lnTo>
                <a:lnTo>
                  <a:pt x="118318" y="682000"/>
                </a:lnTo>
                <a:lnTo>
                  <a:pt x="121557" y="688144"/>
                </a:lnTo>
                <a:lnTo>
                  <a:pt x="125014" y="694288"/>
                </a:lnTo>
                <a:lnTo>
                  <a:pt x="128552" y="700432"/>
                </a:lnTo>
                <a:lnTo>
                  <a:pt x="132003" y="706576"/>
                </a:lnTo>
                <a:lnTo>
                  <a:pt x="135180" y="712720"/>
                </a:lnTo>
                <a:lnTo>
                  <a:pt x="137895" y="718865"/>
                </a:lnTo>
                <a:lnTo>
                  <a:pt x="139977" y="725009"/>
                </a:lnTo>
                <a:lnTo>
                  <a:pt x="141286" y="731153"/>
                </a:lnTo>
                <a:lnTo>
                  <a:pt x="141732" y="737297"/>
                </a:lnTo>
                <a:lnTo>
                  <a:pt x="141732" y="737297"/>
                </a:lnTo>
                <a:close/>
              </a:path>
            </a:pathLst>
          </a:custGeom>
          <a:solidFill>
            <a:srgbClr val="00878B">
              <a:alpha val="12000"/>
            </a:srgbClr>
          </a:solidFill>
          <a:ln w="6985">
            <a:solidFill>
              <a:srgbClr val="00878B">
                <a:alpha val="12000"/>
              </a:srgbClr>
            </a:solidFill>
            <a:prstDash val="solid"/>
          </a:ln>
        </p:spPr>
      </p:sp>
      <p:sp>
        <p:nvSpPr>
          <p:cNvPr id="2056" name="12_small_8022">
            <a:extLst>
              <a:ext uri="{FF2B5EF4-FFF2-40B4-BE49-F238E27FC236}">
                <a16:creationId xmlns:a16="http://schemas.microsoft.com/office/drawing/2014/main" id="{1BE24B74-98F0-4B78-8186-172B8A264E21}"/>
              </a:ext>
            </a:extLst>
          </p:cNvPr>
          <p:cNvSpPr>
            <a:spLocks noGrp="1"/>
          </p:cNvSpPr>
          <p:nvPr/>
        </p:nvSpPr>
        <p:spPr>
          <a:xfrm>
            <a:off x="671437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57" name="text_8023">
            <a:extLst>
              <a:ext uri="{FF2B5EF4-FFF2-40B4-BE49-F238E27FC236}">
                <a16:creationId xmlns:a16="http://schemas.microsoft.com/office/drawing/2014/main" id="{1B298E64-86FC-4C63-AEA0-B04E0BD9D018}"/>
              </a:ext>
            </a:extLst>
          </p:cNvPr>
          <p:cNvSpPr>
            <a:spLocks noGrp="1"/>
          </p:cNvSpPr>
          <p:nvPr/>
        </p:nvSpPr>
        <p:spPr>
          <a:xfrm>
            <a:off x="645664" y="6063319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58" name="12_small_8024">
            <a:extLst>
              <a:ext uri="{FF2B5EF4-FFF2-40B4-BE49-F238E27FC236}">
                <a16:creationId xmlns:a16="http://schemas.microsoft.com/office/drawing/2014/main" id="{B801A2AD-965D-4A48-8273-44D1B43AE794}"/>
              </a:ext>
            </a:extLst>
          </p:cNvPr>
          <p:cNvSpPr>
            <a:spLocks noGrp="1"/>
          </p:cNvSpPr>
          <p:nvPr/>
        </p:nvSpPr>
        <p:spPr>
          <a:xfrm>
            <a:off x="1062063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59" name="text_8025">
            <a:extLst>
              <a:ext uri="{FF2B5EF4-FFF2-40B4-BE49-F238E27FC236}">
                <a16:creationId xmlns:a16="http://schemas.microsoft.com/office/drawing/2014/main" id="{9C76CC33-2373-48EF-9CBB-FB9678AE3804}"/>
              </a:ext>
            </a:extLst>
          </p:cNvPr>
          <p:cNvSpPr>
            <a:spLocks noGrp="1"/>
          </p:cNvSpPr>
          <p:nvPr/>
        </p:nvSpPr>
        <p:spPr>
          <a:xfrm>
            <a:off x="1010516" y="6063319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060" name="12_small_8026">
            <a:extLst>
              <a:ext uri="{FF2B5EF4-FFF2-40B4-BE49-F238E27FC236}">
                <a16:creationId xmlns:a16="http://schemas.microsoft.com/office/drawing/2014/main" id="{09567505-FEAD-4C34-AB83-EA3DDCA0FD47}"/>
              </a:ext>
            </a:extLst>
          </p:cNvPr>
          <p:cNvSpPr>
            <a:spLocks noGrp="1"/>
          </p:cNvSpPr>
          <p:nvPr/>
        </p:nvSpPr>
        <p:spPr>
          <a:xfrm>
            <a:off x="1452688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61" name="text_8027">
            <a:extLst>
              <a:ext uri="{FF2B5EF4-FFF2-40B4-BE49-F238E27FC236}">
                <a16:creationId xmlns:a16="http://schemas.microsoft.com/office/drawing/2014/main" id="{27D5C304-948A-41B2-973E-985DA1AFB8E6}"/>
              </a:ext>
            </a:extLst>
          </p:cNvPr>
          <p:cNvSpPr>
            <a:spLocks noGrp="1"/>
          </p:cNvSpPr>
          <p:nvPr/>
        </p:nvSpPr>
        <p:spPr>
          <a:xfrm>
            <a:off x="1375367" y="606331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62" name="12_small_8028">
            <a:extLst>
              <a:ext uri="{FF2B5EF4-FFF2-40B4-BE49-F238E27FC236}">
                <a16:creationId xmlns:a16="http://schemas.microsoft.com/office/drawing/2014/main" id="{E3CF35A2-7DD5-4BCD-93FB-640D5B29F255}"/>
              </a:ext>
            </a:extLst>
          </p:cNvPr>
          <p:cNvSpPr>
            <a:spLocks noGrp="1"/>
          </p:cNvSpPr>
          <p:nvPr/>
        </p:nvSpPr>
        <p:spPr>
          <a:xfrm>
            <a:off x="2233938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63" name="text_8029">
            <a:extLst>
              <a:ext uri="{FF2B5EF4-FFF2-40B4-BE49-F238E27FC236}">
                <a16:creationId xmlns:a16="http://schemas.microsoft.com/office/drawing/2014/main" id="{76678365-BA07-456A-BF20-0F8400731884}"/>
              </a:ext>
            </a:extLst>
          </p:cNvPr>
          <p:cNvSpPr>
            <a:spLocks noGrp="1"/>
          </p:cNvSpPr>
          <p:nvPr/>
        </p:nvSpPr>
        <p:spPr>
          <a:xfrm>
            <a:off x="2156617" y="606331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064" name="12_small_8030">
            <a:extLst>
              <a:ext uri="{FF2B5EF4-FFF2-40B4-BE49-F238E27FC236}">
                <a16:creationId xmlns:a16="http://schemas.microsoft.com/office/drawing/2014/main" id="{201720FE-23A2-4A64-AF0E-63D149E08151}"/>
              </a:ext>
            </a:extLst>
          </p:cNvPr>
          <p:cNvSpPr>
            <a:spLocks noGrp="1"/>
          </p:cNvSpPr>
          <p:nvPr/>
        </p:nvSpPr>
        <p:spPr>
          <a:xfrm>
            <a:off x="3015188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65" name="text_8031">
            <a:extLst>
              <a:ext uri="{FF2B5EF4-FFF2-40B4-BE49-F238E27FC236}">
                <a16:creationId xmlns:a16="http://schemas.microsoft.com/office/drawing/2014/main" id="{0E05085A-70B5-4D57-AF90-91C82E86AC18}"/>
              </a:ext>
            </a:extLst>
          </p:cNvPr>
          <p:cNvSpPr>
            <a:spLocks noGrp="1"/>
          </p:cNvSpPr>
          <p:nvPr/>
        </p:nvSpPr>
        <p:spPr>
          <a:xfrm>
            <a:off x="2937867" y="606331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2066" name="text_8032">
            <a:extLst>
              <a:ext uri="{FF2B5EF4-FFF2-40B4-BE49-F238E27FC236}">
                <a16:creationId xmlns:a16="http://schemas.microsoft.com/office/drawing/2014/main" id="{E624E8EE-C23C-4D64-9F3C-EA5ACF468B61}"/>
              </a:ext>
            </a:extLst>
          </p:cNvPr>
          <p:cNvSpPr>
            <a:spLocks noGrp="1"/>
          </p:cNvSpPr>
          <p:nvPr/>
        </p:nvSpPr>
        <p:spPr>
          <a:xfrm>
            <a:off x="1284010" y="622488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2067" name="12_small_8033">
            <a:extLst>
              <a:ext uri="{FF2B5EF4-FFF2-40B4-BE49-F238E27FC236}">
                <a16:creationId xmlns:a16="http://schemas.microsoft.com/office/drawing/2014/main" id="{2CF533C3-5B79-456F-B8A9-29621914011F}"/>
              </a:ext>
            </a:extLst>
          </p:cNvPr>
          <p:cNvSpPr>
            <a:spLocks noGrp="1"/>
          </p:cNvSpPr>
          <p:nvPr/>
        </p:nvSpPr>
        <p:spPr>
          <a:xfrm>
            <a:off x="648000" y="5957135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068" name="12_small_8034">
            <a:extLst>
              <a:ext uri="{FF2B5EF4-FFF2-40B4-BE49-F238E27FC236}">
                <a16:creationId xmlns:a16="http://schemas.microsoft.com/office/drawing/2014/main" id="{630F30D2-7A35-4836-8743-371F012BCCBD}"/>
              </a:ext>
            </a:extLst>
          </p:cNvPr>
          <p:cNvSpPr>
            <a:spLocks noGrp="1"/>
          </p:cNvSpPr>
          <p:nvPr/>
        </p:nvSpPr>
        <p:spPr>
          <a:xfrm>
            <a:off x="609900" y="5957135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69" name="text_8035">
            <a:extLst>
              <a:ext uri="{FF2B5EF4-FFF2-40B4-BE49-F238E27FC236}">
                <a16:creationId xmlns:a16="http://schemas.microsoft.com/office/drawing/2014/main" id="{EF61961F-9DD8-46DB-8B3A-77FC1CEF8ECD}"/>
              </a:ext>
            </a:extLst>
          </p:cNvPr>
          <p:cNvSpPr>
            <a:spLocks noGrp="1"/>
          </p:cNvSpPr>
          <p:nvPr/>
        </p:nvSpPr>
        <p:spPr>
          <a:xfrm>
            <a:off x="520253" y="5917074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070" name="12_small_8036">
            <a:extLst>
              <a:ext uri="{FF2B5EF4-FFF2-40B4-BE49-F238E27FC236}">
                <a16:creationId xmlns:a16="http://schemas.microsoft.com/office/drawing/2014/main" id="{2497FD85-39DD-4503-AF72-91ED33DA6778}"/>
              </a:ext>
            </a:extLst>
          </p:cNvPr>
          <p:cNvSpPr>
            <a:spLocks noGrp="1"/>
          </p:cNvSpPr>
          <p:nvPr/>
        </p:nvSpPr>
        <p:spPr>
          <a:xfrm>
            <a:off x="648000" y="5588487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071" name="12_small_8037">
            <a:extLst>
              <a:ext uri="{FF2B5EF4-FFF2-40B4-BE49-F238E27FC236}">
                <a16:creationId xmlns:a16="http://schemas.microsoft.com/office/drawing/2014/main" id="{746B67D6-2231-4A8D-9124-2CF26D7507BF}"/>
              </a:ext>
            </a:extLst>
          </p:cNvPr>
          <p:cNvSpPr>
            <a:spLocks noGrp="1"/>
          </p:cNvSpPr>
          <p:nvPr/>
        </p:nvSpPr>
        <p:spPr>
          <a:xfrm>
            <a:off x="609900" y="5588487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72" name="text_8038">
            <a:extLst>
              <a:ext uri="{FF2B5EF4-FFF2-40B4-BE49-F238E27FC236}">
                <a16:creationId xmlns:a16="http://schemas.microsoft.com/office/drawing/2014/main" id="{08C22528-D12A-423B-B626-D7638BD40D07}"/>
              </a:ext>
            </a:extLst>
          </p:cNvPr>
          <p:cNvSpPr>
            <a:spLocks noGrp="1"/>
          </p:cNvSpPr>
          <p:nvPr/>
        </p:nvSpPr>
        <p:spPr>
          <a:xfrm>
            <a:off x="468706" y="5548426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073" name="12_small_8039">
            <a:extLst>
              <a:ext uri="{FF2B5EF4-FFF2-40B4-BE49-F238E27FC236}">
                <a16:creationId xmlns:a16="http://schemas.microsoft.com/office/drawing/2014/main" id="{E5DFE988-A333-41EE-87BC-0C211E1E8FC8}"/>
              </a:ext>
            </a:extLst>
          </p:cNvPr>
          <p:cNvSpPr>
            <a:spLocks noGrp="1"/>
          </p:cNvSpPr>
          <p:nvPr/>
        </p:nvSpPr>
        <p:spPr>
          <a:xfrm>
            <a:off x="648000" y="5219838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074" name="12_small_8040">
            <a:extLst>
              <a:ext uri="{FF2B5EF4-FFF2-40B4-BE49-F238E27FC236}">
                <a16:creationId xmlns:a16="http://schemas.microsoft.com/office/drawing/2014/main" id="{504EE770-518D-480B-B22A-7B990E995360}"/>
              </a:ext>
            </a:extLst>
          </p:cNvPr>
          <p:cNvSpPr>
            <a:spLocks noGrp="1"/>
          </p:cNvSpPr>
          <p:nvPr/>
        </p:nvSpPr>
        <p:spPr>
          <a:xfrm>
            <a:off x="609900" y="521983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075" name="text_8041">
            <a:extLst>
              <a:ext uri="{FF2B5EF4-FFF2-40B4-BE49-F238E27FC236}">
                <a16:creationId xmlns:a16="http://schemas.microsoft.com/office/drawing/2014/main" id="{81C3C732-616A-4EAE-AB8A-800FB71E83E4}"/>
              </a:ext>
            </a:extLst>
          </p:cNvPr>
          <p:cNvSpPr>
            <a:spLocks noGrp="1"/>
          </p:cNvSpPr>
          <p:nvPr/>
        </p:nvSpPr>
        <p:spPr>
          <a:xfrm>
            <a:off x="417160" y="5179777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076" name="text_8042">
            <a:extLst>
              <a:ext uri="{FF2B5EF4-FFF2-40B4-BE49-F238E27FC236}">
                <a16:creationId xmlns:a16="http://schemas.microsoft.com/office/drawing/2014/main" id="{1617FD3E-4AD7-4EC0-B5C3-32D0813A4836}"/>
              </a:ext>
            </a:extLst>
          </p:cNvPr>
          <p:cNvSpPr>
            <a:spLocks noGrp="1"/>
          </p:cNvSpPr>
          <p:nvPr/>
        </p:nvSpPr>
        <p:spPr>
          <a:xfrm rot="-5400000">
            <a:off x="-21826" y="5524987"/>
            <a:ext cx="712724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Completion (%)</a:t>
            </a:r>
          </a:p>
        </p:txBody>
      </p:sp>
      <p:sp>
        <p:nvSpPr>
          <p:cNvPr id="2077" name="12_small_8043">
            <a:extLst>
              <a:ext uri="{FF2B5EF4-FFF2-40B4-BE49-F238E27FC236}">
                <a16:creationId xmlns:a16="http://schemas.microsoft.com/office/drawing/2014/main" id="{1547203B-96E4-46BD-9AA7-488A71140515}"/>
              </a:ext>
            </a:extLst>
          </p:cNvPr>
          <p:cNvSpPr>
            <a:spLocks noGrp="1"/>
          </p:cNvSpPr>
          <p:nvPr/>
        </p:nvSpPr>
        <p:spPr>
          <a:xfrm>
            <a:off x="1015426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8" name="12_small_8044">
            <a:extLst>
              <a:ext uri="{FF2B5EF4-FFF2-40B4-BE49-F238E27FC236}">
                <a16:creationId xmlns:a16="http://schemas.microsoft.com/office/drawing/2014/main" id="{CA7F9C36-C7DB-482C-AB93-5852230CDBDD}"/>
              </a:ext>
            </a:extLst>
          </p:cNvPr>
          <p:cNvSpPr>
            <a:spLocks noGrp="1"/>
          </p:cNvSpPr>
          <p:nvPr/>
        </p:nvSpPr>
        <p:spPr>
          <a:xfrm>
            <a:off x="111970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79" name="12_small_8045">
            <a:extLst>
              <a:ext uri="{FF2B5EF4-FFF2-40B4-BE49-F238E27FC236}">
                <a16:creationId xmlns:a16="http://schemas.microsoft.com/office/drawing/2014/main" id="{0609C279-DC0B-45EA-991D-ED64B5A19278}"/>
              </a:ext>
            </a:extLst>
          </p:cNvPr>
          <p:cNvSpPr>
            <a:spLocks noGrp="1"/>
          </p:cNvSpPr>
          <p:nvPr/>
        </p:nvSpPr>
        <p:spPr>
          <a:xfrm>
            <a:off x="111814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0" name="12_small_8046">
            <a:extLst>
              <a:ext uri="{FF2B5EF4-FFF2-40B4-BE49-F238E27FC236}">
                <a16:creationId xmlns:a16="http://schemas.microsoft.com/office/drawing/2014/main" id="{087FB077-F31F-47F3-ABB5-7CCDCCFB5A0F}"/>
              </a:ext>
            </a:extLst>
          </p:cNvPr>
          <p:cNvSpPr>
            <a:spLocks noGrp="1"/>
          </p:cNvSpPr>
          <p:nvPr/>
        </p:nvSpPr>
        <p:spPr>
          <a:xfrm>
            <a:off x="103885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1" name="12_small_8047">
            <a:extLst>
              <a:ext uri="{FF2B5EF4-FFF2-40B4-BE49-F238E27FC236}">
                <a16:creationId xmlns:a16="http://schemas.microsoft.com/office/drawing/2014/main" id="{57E78AAD-968A-4E11-B86D-3EA7388CBAE4}"/>
              </a:ext>
            </a:extLst>
          </p:cNvPr>
          <p:cNvSpPr>
            <a:spLocks noGrp="1"/>
          </p:cNvSpPr>
          <p:nvPr/>
        </p:nvSpPr>
        <p:spPr>
          <a:xfrm>
            <a:off x="1121027" y="562695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2" name="12_small_8048">
            <a:extLst>
              <a:ext uri="{FF2B5EF4-FFF2-40B4-BE49-F238E27FC236}">
                <a16:creationId xmlns:a16="http://schemas.microsoft.com/office/drawing/2014/main" id="{FDDE02EB-6A49-4C60-B7AB-BA78F1EE5708}"/>
              </a:ext>
            </a:extLst>
          </p:cNvPr>
          <p:cNvSpPr>
            <a:spLocks noGrp="1"/>
          </p:cNvSpPr>
          <p:nvPr/>
        </p:nvSpPr>
        <p:spPr>
          <a:xfrm>
            <a:off x="1090648" y="56078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3" name="12_small_8049">
            <a:extLst>
              <a:ext uri="{FF2B5EF4-FFF2-40B4-BE49-F238E27FC236}">
                <a16:creationId xmlns:a16="http://schemas.microsoft.com/office/drawing/2014/main" id="{D3522BD8-4E94-44DC-9708-351C031C5DA3}"/>
              </a:ext>
            </a:extLst>
          </p:cNvPr>
          <p:cNvSpPr>
            <a:spLocks noGrp="1"/>
          </p:cNvSpPr>
          <p:nvPr/>
        </p:nvSpPr>
        <p:spPr>
          <a:xfrm>
            <a:off x="99809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4" name="12_small_8050">
            <a:extLst>
              <a:ext uri="{FF2B5EF4-FFF2-40B4-BE49-F238E27FC236}">
                <a16:creationId xmlns:a16="http://schemas.microsoft.com/office/drawing/2014/main" id="{3A79468F-83CF-4ABA-B38C-66B8EF2B0171}"/>
              </a:ext>
            </a:extLst>
          </p:cNvPr>
          <p:cNvSpPr>
            <a:spLocks noGrp="1"/>
          </p:cNvSpPr>
          <p:nvPr/>
        </p:nvSpPr>
        <p:spPr>
          <a:xfrm>
            <a:off x="1030360" y="58507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5" name="12_small_8051">
            <a:extLst>
              <a:ext uri="{FF2B5EF4-FFF2-40B4-BE49-F238E27FC236}">
                <a16:creationId xmlns:a16="http://schemas.microsoft.com/office/drawing/2014/main" id="{50CAEC6D-7EA9-421C-901E-0E56B3B6BE36}"/>
              </a:ext>
            </a:extLst>
          </p:cNvPr>
          <p:cNvSpPr>
            <a:spLocks noGrp="1"/>
          </p:cNvSpPr>
          <p:nvPr/>
        </p:nvSpPr>
        <p:spPr>
          <a:xfrm>
            <a:off x="1047272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6" name="12_small_8052">
            <a:extLst>
              <a:ext uri="{FF2B5EF4-FFF2-40B4-BE49-F238E27FC236}">
                <a16:creationId xmlns:a16="http://schemas.microsoft.com/office/drawing/2014/main" id="{8147062F-177A-4495-9A34-DCFDBCE001E1}"/>
              </a:ext>
            </a:extLst>
          </p:cNvPr>
          <p:cNvSpPr>
            <a:spLocks noGrp="1"/>
          </p:cNvSpPr>
          <p:nvPr/>
        </p:nvSpPr>
        <p:spPr>
          <a:xfrm>
            <a:off x="1032089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7" name="12_small_8053">
            <a:extLst>
              <a:ext uri="{FF2B5EF4-FFF2-40B4-BE49-F238E27FC236}">
                <a16:creationId xmlns:a16="http://schemas.microsoft.com/office/drawing/2014/main" id="{D10B9D0E-6203-4B8B-AEE4-48FA716F0CB7}"/>
              </a:ext>
            </a:extLst>
          </p:cNvPr>
          <p:cNvSpPr>
            <a:spLocks noGrp="1"/>
          </p:cNvSpPr>
          <p:nvPr/>
        </p:nvSpPr>
        <p:spPr>
          <a:xfrm>
            <a:off x="108593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8" name="12_small_8054">
            <a:extLst>
              <a:ext uri="{FF2B5EF4-FFF2-40B4-BE49-F238E27FC236}">
                <a16:creationId xmlns:a16="http://schemas.microsoft.com/office/drawing/2014/main" id="{74DF5F14-105E-40C2-B1BA-FBB009DCBEEC}"/>
              </a:ext>
            </a:extLst>
          </p:cNvPr>
          <p:cNvSpPr>
            <a:spLocks noGrp="1"/>
          </p:cNvSpPr>
          <p:nvPr/>
        </p:nvSpPr>
        <p:spPr>
          <a:xfrm>
            <a:off x="99085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89" name="12_small_8055">
            <a:extLst>
              <a:ext uri="{FF2B5EF4-FFF2-40B4-BE49-F238E27FC236}">
                <a16:creationId xmlns:a16="http://schemas.microsoft.com/office/drawing/2014/main" id="{4106B49F-F347-4485-9E48-80AD22C50320}"/>
              </a:ext>
            </a:extLst>
          </p:cNvPr>
          <p:cNvSpPr>
            <a:spLocks noGrp="1"/>
          </p:cNvSpPr>
          <p:nvPr/>
        </p:nvSpPr>
        <p:spPr>
          <a:xfrm>
            <a:off x="103124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0" name="12_small_8056">
            <a:extLst>
              <a:ext uri="{FF2B5EF4-FFF2-40B4-BE49-F238E27FC236}">
                <a16:creationId xmlns:a16="http://schemas.microsoft.com/office/drawing/2014/main" id="{C40A0A8F-FEBB-4278-9EAC-B522190368B9}"/>
              </a:ext>
            </a:extLst>
          </p:cNvPr>
          <p:cNvSpPr>
            <a:spLocks noGrp="1"/>
          </p:cNvSpPr>
          <p:nvPr/>
        </p:nvSpPr>
        <p:spPr>
          <a:xfrm>
            <a:off x="985448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1" name="12_small_8057">
            <a:extLst>
              <a:ext uri="{FF2B5EF4-FFF2-40B4-BE49-F238E27FC236}">
                <a16:creationId xmlns:a16="http://schemas.microsoft.com/office/drawing/2014/main" id="{0F482ED7-1194-4895-AEE5-57608C7F5F44}"/>
              </a:ext>
            </a:extLst>
          </p:cNvPr>
          <p:cNvSpPr>
            <a:spLocks noGrp="1"/>
          </p:cNvSpPr>
          <p:nvPr/>
        </p:nvSpPr>
        <p:spPr>
          <a:xfrm>
            <a:off x="1115192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2" name="12_small_8058">
            <a:extLst>
              <a:ext uri="{FF2B5EF4-FFF2-40B4-BE49-F238E27FC236}">
                <a16:creationId xmlns:a16="http://schemas.microsoft.com/office/drawing/2014/main" id="{F9EEAC7C-1A1A-43C3-B9E5-E145A6784221}"/>
              </a:ext>
            </a:extLst>
          </p:cNvPr>
          <p:cNvSpPr>
            <a:spLocks noGrp="1"/>
          </p:cNvSpPr>
          <p:nvPr/>
        </p:nvSpPr>
        <p:spPr>
          <a:xfrm>
            <a:off x="1008047" y="582005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3" name="12_small_8059">
            <a:extLst>
              <a:ext uri="{FF2B5EF4-FFF2-40B4-BE49-F238E27FC236}">
                <a16:creationId xmlns:a16="http://schemas.microsoft.com/office/drawing/2014/main" id="{C49FADCD-7A0B-4003-B0E9-D997CBD38F30}"/>
              </a:ext>
            </a:extLst>
          </p:cNvPr>
          <p:cNvSpPr>
            <a:spLocks noGrp="1"/>
          </p:cNvSpPr>
          <p:nvPr/>
        </p:nvSpPr>
        <p:spPr>
          <a:xfrm>
            <a:off x="1002713" y="57381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4" name="12_small_8060">
            <a:extLst>
              <a:ext uri="{FF2B5EF4-FFF2-40B4-BE49-F238E27FC236}">
                <a16:creationId xmlns:a16="http://schemas.microsoft.com/office/drawing/2014/main" id="{8EC4DCEA-2C83-4668-B25E-027075722FE6}"/>
              </a:ext>
            </a:extLst>
          </p:cNvPr>
          <p:cNvSpPr>
            <a:spLocks noGrp="1"/>
          </p:cNvSpPr>
          <p:nvPr/>
        </p:nvSpPr>
        <p:spPr>
          <a:xfrm>
            <a:off x="1051477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5" name="12_small_8061">
            <a:extLst>
              <a:ext uri="{FF2B5EF4-FFF2-40B4-BE49-F238E27FC236}">
                <a16:creationId xmlns:a16="http://schemas.microsoft.com/office/drawing/2014/main" id="{6A78DA66-1C8B-4D54-AC50-46267A0CF581}"/>
              </a:ext>
            </a:extLst>
          </p:cNvPr>
          <p:cNvSpPr>
            <a:spLocks noGrp="1"/>
          </p:cNvSpPr>
          <p:nvPr/>
        </p:nvSpPr>
        <p:spPr>
          <a:xfrm>
            <a:off x="1008550" y="56078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6" name="12_small_8062">
            <a:extLst>
              <a:ext uri="{FF2B5EF4-FFF2-40B4-BE49-F238E27FC236}">
                <a16:creationId xmlns:a16="http://schemas.microsoft.com/office/drawing/2014/main" id="{950AD837-E439-43FB-9F0F-A68A74675E1C}"/>
              </a:ext>
            </a:extLst>
          </p:cNvPr>
          <p:cNvSpPr>
            <a:spLocks noGrp="1"/>
          </p:cNvSpPr>
          <p:nvPr/>
        </p:nvSpPr>
        <p:spPr>
          <a:xfrm>
            <a:off x="97949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7" name="12_small_8063">
            <a:extLst>
              <a:ext uri="{FF2B5EF4-FFF2-40B4-BE49-F238E27FC236}">
                <a16:creationId xmlns:a16="http://schemas.microsoft.com/office/drawing/2014/main" id="{CBE4A67F-1C21-4D1C-9CC8-1166082021B7}"/>
              </a:ext>
            </a:extLst>
          </p:cNvPr>
          <p:cNvSpPr>
            <a:spLocks noGrp="1"/>
          </p:cNvSpPr>
          <p:nvPr/>
        </p:nvSpPr>
        <p:spPr>
          <a:xfrm>
            <a:off x="1043921" y="564801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8" name="12_small_8064">
            <a:extLst>
              <a:ext uri="{FF2B5EF4-FFF2-40B4-BE49-F238E27FC236}">
                <a16:creationId xmlns:a16="http://schemas.microsoft.com/office/drawing/2014/main" id="{791BD2B0-6DA5-4D85-A105-24BDC158AA16}"/>
              </a:ext>
            </a:extLst>
          </p:cNvPr>
          <p:cNvSpPr>
            <a:spLocks noGrp="1"/>
          </p:cNvSpPr>
          <p:nvPr/>
        </p:nvSpPr>
        <p:spPr>
          <a:xfrm>
            <a:off x="1034948" y="582005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099" name="12_small_8065">
            <a:extLst>
              <a:ext uri="{FF2B5EF4-FFF2-40B4-BE49-F238E27FC236}">
                <a16:creationId xmlns:a16="http://schemas.microsoft.com/office/drawing/2014/main" id="{5D1316D7-C047-42A8-A0B3-6BC5DFEBDDD1}"/>
              </a:ext>
            </a:extLst>
          </p:cNvPr>
          <p:cNvSpPr>
            <a:spLocks noGrp="1"/>
          </p:cNvSpPr>
          <p:nvPr/>
        </p:nvSpPr>
        <p:spPr>
          <a:xfrm>
            <a:off x="977396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0" name="12_small_8066">
            <a:extLst>
              <a:ext uri="{FF2B5EF4-FFF2-40B4-BE49-F238E27FC236}">
                <a16:creationId xmlns:a16="http://schemas.microsoft.com/office/drawing/2014/main" id="{DF3E03B6-4EAF-4F21-9A1F-6C48EB7BDD2D}"/>
              </a:ext>
            </a:extLst>
          </p:cNvPr>
          <p:cNvSpPr>
            <a:spLocks noGrp="1"/>
          </p:cNvSpPr>
          <p:nvPr/>
        </p:nvSpPr>
        <p:spPr>
          <a:xfrm>
            <a:off x="1084117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1" name="12_small_8067">
            <a:extLst>
              <a:ext uri="{FF2B5EF4-FFF2-40B4-BE49-F238E27FC236}">
                <a16:creationId xmlns:a16="http://schemas.microsoft.com/office/drawing/2014/main" id="{09F58A4E-0C5B-4CAE-B9CA-5B4FE9A8C12F}"/>
              </a:ext>
            </a:extLst>
          </p:cNvPr>
          <p:cNvSpPr>
            <a:spLocks noGrp="1"/>
          </p:cNvSpPr>
          <p:nvPr/>
        </p:nvSpPr>
        <p:spPr>
          <a:xfrm>
            <a:off x="102828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2" name="12_small_8068">
            <a:extLst>
              <a:ext uri="{FF2B5EF4-FFF2-40B4-BE49-F238E27FC236}">
                <a16:creationId xmlns:a16="http://schemas.microsoft.com/office/drawing/2014/main" id="{F018335B-AD6E-4EEA-82CE-5D302AF80923}"/>
              </a:ext>
            </a:extLst>
          </p:cNvPr>
          <p:cNvSpPr>
            <a:spLocks noGrp="1"/>
          </p:cNvSpPr>
          <p:nvPr/>
        </p:nvSpPr>
        <p:spPr>
          <a:xfrm>
            <a:off x="1109899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3" name="12_small_8069">
            <a:extLst>
              <a:ext uri="{FF2B5EF4-FFF2-40B4-BE49-F238E27FC236}">
                <a16:creationId xmlns:a16="http://schemas.microsoft.com/office/drawing/2014/main" id="{28103C68-FC7F-4B96-862E-92C78D007011}"/>
              </a:ext>
            </a:extLst>
          </p:cNvPr>
          <p:cNvSpPr>
            <a:spLocks noGrp="1"/>
          </p:cNvSpPr>
          <p:nvPr/>
        </p:nvSpPr>
        <p:spPr>
          <a:xfrm>
            <a:off x="1022336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4" name="12_small_8070">
            <a:extLst>
              <a:ext uri="{FF2B5EF4-FFF2-40B4-BE49-F238E27FC236}">
                <a16:creationId xmlns:a16="http://schemas.microsoft.com/office/drawing/2014/main" id="{BC3A8018-57A4-410C-815E-FEA9491B219F}"/>
              </a:ext>
            </a:extLst>
          </p:cNvPr>
          <p:cNvSpPr>
            <a:spLocks noGrp="1"/>
          </p:cNvSpPr>
          <p:nvPr/>
        </p:nvSpPr>
        <p:spPr>
          <a:xfrm>
            <a:off x="107976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5" name="12_small_8071">
            <a:extLst>
              <a:ext uri="{FF2B5EF4-FFF2-40B4-BE49-F238E27FC236}">
                <a16:creationId xmlns:a16="http://schemas.microsoft.com/office/drawing/2014/main" id="{311A3ADC-6E91-4FBC-8E29-AA41701FD4FC}"/>
              </a:ext>
            </a:extLst>
          </p:cNvPr>
          <p:cNvSpPr>
            <a:spLocks noGrp="1"/>
          </p:cNvSpPr>
          <p:nvPr/>
        </p:nvSpPr>
        <p:spPr>
          <a:xfrm>
            <a:off x="102061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6" name="12_small_8072">
            <a:extLst>
              <a:ext uri="{FF2B5EF4-FFF2-40B4-BE49-F238E27FC236}">
                <a16:creationId xmlns:a16="http://schemas.microsoft.com/office/drawing/2014/main" id="{34934A8F-1693-49E1-AF18-E5770F83EE15}"/>
              </a:ext>
            </a:extLst>
          </p:cNvPr>
          <p:cNvSpPr>
            <a:spLocks noGrp="1"/>
          </p:cNvSpPr>
          <p:nvPr/>
        </p:nvSpPr>
        <p:spPr>
          <a:xfrm>
            <a:off x="102580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7" name="12_small_8073">
            <a:extLst>
              <a:ext uri="{FF2B5EF4-FFF2-40B4-BE49-F238E27FC236}">
                <a16:creationId xmlns:a16="http://schemas.microsoft.com/office/drawing/2014/main" id="{04101BE9-23CD-4F4F-A53A-EF624A7317A0}"/>
              </a:ext>
            </a:extLst>
          </p:cNvPr>
          <p:cNvSpPr>
            <a:spLocks noGrp="1"/>
          </p:cNvSpPr>
          <p:nvPr/>
        </p:nvSpPr>
        <p:spPr>
          <a:xfrm>
            <a:off x="108433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8" name="12_small_8074">
            <a:extLst>
              <a:ext uri="{FF2B5EF4-FFF2-40B4-BE49-F238E27FC236}">
                <a16:creationId xmlns:a16="http://schemas.microsoft.com/office/drawing/2014/main" id="{75DB4E39-2EC8-4BD6-87E0-0A413AD73E07}"/>
              </a:ext>
            </a:extLst>
          </p:cNvPr>
          <p:cNvSpPr>
            <a:spLocks noGrp="1"/>
          </p:cNvSpPr>
          <p:nvPr/>
        </p:nvSpPr>
        <p:spPr>
          <a:xfrm>
            <a:off x="984661" y="564801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09" name="12_small_8075">
            <a:extLst>
              <a:ext uri="{FF2B5EF4-FFF2-40B4-BE49-F238E27FC236}">
                <a16:creationId xmlns:a16="http://schemas.microsoft.com/office/drawing/2014/main" id="{AA4B8A24-0829-43FD-B76A-DE1370AF94C9}"/>
              </a:ext>
            </a:extLst>
          </p:cNvPr>
          <p:cNvSpPr>
            <a:spLocks noGrp="1"/>
          </p:cNvSpPr>
          <p:nvPr/>
        </p:nvSpPr>
        <p:spPr>
          <a:xfrm>
            <a:off x="98119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0" name="12_small_8076">
            <a:extLst>
              <a:ext uri="{FF2B5EF4-FFF2-40B4-BE49-F238E27FC236}">
                <a16:creationId xmlns:a16="http://schemas.microsoft.com/office/drawing/2014/main" id="{812CDF31-AF34-4D93-91B7-0BFA7CDE25A4}"/>
              </a:ext>
            </a:extLst>
          </p:cNvPr>
          <p:cNvSpPr>
            <a:spLocks noGrp="1"/>
          </p:cNvSpPr>
          <p:nvPr/>
        </p:nvSpPr>
        <p:spPr>
          <a:xfrm>
            <a:off x="110568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1" name="12_small_8077">
            <a:extLst>
              <a:ext uri="{FF2B5EF4-FFF2-40B4-BE49-F238E27FC236}">
                <a16:creationId xmlns:a16="http://schemas.microsoft.com/office/drawing/2014/main" id="{E701B3A7-D67D-421D-830A-DCC86D006432}"/>
              </a:ext>
            </a:extLst>
          </p:cNvPr>
          <p:cNvSpPr>
            <a:spLocks noGrp="1"/>
          </p:cNvSpPr>
          <p:nvPr/>
        </p:nvSpPr>
        <p:spPr>
          <a:xfrm>
            <a:off x="980546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2" name="12_small_8078">
            <a:extLst>
              <a:ext uri="{FF2B5EF4-FFF2-40B4-BE49-F238E27FC236}">
                <a16:creationId xmlns:a16="http://schemas.microsoft.com/office/drawing/2014/main" id="{1F18CC25-E581-4064-A639-7141B99EC497}"/>
              </a:ext>
            </a:extLst>
          </p:cNvPr>
          <p:cNvSpPr>
            <a:spLocks noGrp="1"/>
          </p:cNvSpPr>
          <p:nvPr/>
        </p:nvSpPr>
        <p:spPr>
          <a:xfrm>
            <a:off x="102741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3" name="12_small_8079">
            <a:extLst>
              <a:ext uri="{FF2B5EF4-FFF2-40B4-BE49-F238E27FC236}">
                <a16:creationId xmlns:a16="http://schemas.microsoft.com/office/drawing/2014/main" id="{DBE17387-AD51-4F9A-8B6D-8C95D41FC816}"/>
              </a:ext>
            </a:extLst>
          </p:cNvPr>
          <p:cNvSpPr>
            <a:spLocks noGrp="1"/>
          </p:cNvSpPr>
          <p:nvPr/>
        </p:nvSpPr>
        <p:spPr>
          <a:xfrm>
            <a:off x="104425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4" name="12_small_8080">
            <a:extLst>
              <a:ext uri="{FF2B5EF4-FFF2-40B4-BE49-F238E27FC236}">
                <a16:creationId xmlns:a16="http://schemas.microsoft.com/office/drawing/2014/main" id="{17079C3D-C6B7-4ED0-944B-06D2554913E5}"/>
              </a:ext>
            </a:extLst>
          </p:cNvPr>
          <p:cNvSpPr>
            <a:spLocks noGrp="1"/>
          </p:cNvSpPr>
          <p:nvPr/>
        </p:nvSpPr>
        <p:spPr>
          <a:xfrm>
            <a:off x="99564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5" name="12_small_8081">
            <a:extLst>
              <a:ext uri="{FF2B5EF4-FFF2-40B4-BE49-F238E27FC236}">
                <a16:creationId xmlns:a16="http://schemas.microsoft.com/office/drawing/2014/main" id="{AE9DB790-2F0D-407F-837C-C6F47818CEE2}"/>
              </a:ext>
            </a:extLst>
          </p:cNvPr>
          <p:cNvSpPr>
            <a:spLocks noGrp="1"/>
          </p:cNvSpPr>
          <p:nvPr/>
        </p:nvSpPr>
        <p:spPr>
          <a:xfrm>
            <a:off x="102714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6" name="12_small_8082">
            <a:extLst>
              <a:ext uri="{FF2B5EF4-FFF2-40B4-BE49-F238E27FC236}">
                <a16:creationId xmlns:a16="http://schemas.microsoft.com/office/drawing/2014/main" id="{67E13F16-6B53-484F-A2E0-B5A31AD33E05}"/>
              </a:ext>
            </a:extLst>
          </p:cNvPr>
          <p:cNvSpPr>
            <a:spLocks noGrp="1"/>
          </p:cNvSpPr>
          <p:nvPr/>
        </p:nvSpPr>
        <p:spPr>
          <a:xfrm>
            <a:off x="101960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7" name="12_small_8083">
            <a:extLst>
              <a:ext uri="{FF2B5EF4-FFF2-40B4-BE49-F238E27FC236}">
                <a16:creationId xmlns:a16="http://schemas.microsoft.com/office/drawing/2014/main" id="{E9215EF4-FB4D-4C24-A2F8-32BD1CFB9951}"/>
              </a:ext>
            </a:extLst>
          </p:cNvPr>
          <p:cNvSpPr>
            <a:spLocks noGrp="1"/>
          </p:cNvSpPr>
          <p:nvPr/>
        </p:nvSpPr>
        <p:spPr>
          <a:xfrm>
            <a:off x="1110134" y="564801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8" name="12_small_8084">
            <a:extLst>
              <a:ext uri="{FF2B5EF4-FFF2-40B4-BE49-F238E27FC236}">
                <a16:creationId xmlns:a16="http://schemas.microsoft.com/office/drawing/2014/main" id="{2F2A1447-40C6-4704-AE8F-376ABF229DA6}"/>
              </a:ext>
            </a:extLst>
          </p:cNvPr>
          <p:cNvSpPr>
            <a:spLocks noGrp="1"/>
          </p:cNvSpPr>
          <p:nvPr/>
        </p:nvSpPr>
        <p:spPr>
          <a:xfrm>
            <a:off x="106083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19" name="12_small_8085">
            <a:extLst>
              <a:ext uri="{FF2B5EF4-FFF2-40B4-BE49-F238E27FC236}">
                <a16:creationId xmlns:a16="http://schemas.microsoft.com/office/drawing/2014/main" id="{7A69EDBD-0C79-477C-AE6B-55509345C190}"/>
              </a:ext>
            </a:extLst>
          </p:cNvPr>
          <p:cNvSpPr>
            <a:spLocks noGrp="1"/>
          </p:cNvSpPr>
          <p:nvPr/>
        </p:nvSpPr>
        <p:spPr>
          <a:xfrm>
            <a:off x="105772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0" name="12_small_8086">
            <a:extLst>
              <a:ext uri="{FF2B5EF4-FFF2-40B4-BE49-F238E27FC236}">
                <a16:creationId xmlns:a16="http://schemas.microsoft.com/office/drawing/2014/main" id="{0F48FF17-7C3D-43DD-A98A-6E78641BF0AF}"/>
              </a:ext>
            </a:extLst>
          </p:cNvPr>
          <p:cNvSpPr>
            <a:spLocks noGrp="1"/>
          </p:cNvSpPr>
          <p:nvPr/>
        </p:nvSpPr>
        <p:spPr>
          <a:xfrm>
            <a:off x="1098252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1" name="12_small_8087">
            <a:extLst>
              <a:ext uri="{FF2B5EF4-FFF2-40B4-BE49-F238E27FC236}">
                <a16:creationId xmlns:a16="http://schemas.microsoft.com/office/drawing/2014/main" id="{EA9002A4-AAF5-4E66-A7AD-9043678D3795}"/>
              </a:ext>
            </a:extLst>
          </p:cNvPr>
          <p:cNvSpPr>
            <a:spLocks noGrp="1"/>
          </p:cNvSpPr>
          <p:nvPr/>
        </p:nvSpPr>
        <p:spPr>
          <a:xfrm>
            <a:off x="103801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2" name="12_small_8088">
            <a:extLst>
              <a:ext uri="{FF2B5EF4-FFF2-40B4-BE49-F238E27FC236}">
                <a16:creationId xmlns:a16="http://schemas.microsoft.com/office/drawing/2014/main" id="{3FC55F1D-61C6-4332-B769-FD5ACCF8BB8E}"/>
              </a:ext>
            </a:extLst>
          </p:cNvPr>
          <p:cNvSpPr>
            <a:spLocks noGrp="1"/>
          </p:cNvSpPr>
          <p:nvPr/>
        </p:nvSpPr>
        <p:spPr>
          <a:xfrm>
            <a:off x="111332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3" name="12_small_8089">
            <a:extLst>
              <a:ext uri="{FF2B5EF4-FFF2-40B4-BE49-F238E27FC236}">
                <a16:creationId xmlns:a16="http://schemas.microsoft.com/office/drawing/2014/main" id="{4DAA81E2-8B80-4FB2-BCF6-6CE94A25E62C}"/>
              </a:ext>
            </a:extLst>
          </p:cNvPr>
          <p:cNvSpPr>
            <a:spLocks noGrp="1"/>
          </p:cNvSpPr>
          <p:nvPr/>
        </p:nvSpPr>
        <p:spPr>
          <a:xfrm>
            <a:off x="1080670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4" name="12_small_8090">
            <a:extLst>
              <a:ext uri="{FF2B5EF4-FFF2-40B4-BE49-F238E27FC236}">
                <a16:creationId xmlns:a16="http://schemas.microsoft.com/office/drawing/2014/main" id="{259B73F4-B845-45CB-B2FC-43B423DA61F8}"/>
              </a:ext>
            </a:extLst>
          </p:cNvPr>
          <p:cNvSpPr>
            <a:spLocks noGrp="1"/>
          </p:cNvSpPr>
          <p:nvPr/>
        </p:nvSpPr>
        <p:spPr>
          <a:xfrm>
            <a:off x="1012566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5" name="12_small_8091">
            <a:extLst>
              <a:ext uri="{FF2B5EF4-FFF2-40B4-BE49-F238E27FC236}">
                <a16:creationId xmlns:a16="http://schemas.microsoft.com/office/drawing/2014/main" id="{769E4192-D0BB-4AB7-BBEA-FB6C0367280F}"/>
              </a:ext>
            </a:extLst>
          </p:cNvPr>
          <p:cNvSpPr>
            <a:spLocks noGrp="1"/>
          </p:cNvSpPr>
          <p:nvPr/>
        </p:nvSpPr>
        <p:spPr>
          <a:xfrm>
            <a:off x="975228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6" name="12_small_8092">
            <a:extLst>
              <a:ext uri="{FF2B5EF4-FFF2-40B4-BE49-F238E27FC236}">
                <a16:creationId xmlns:a16="http://schemas.microsoft.com/office/drawing/2014/main" id="{4E5D7610-DFD2-4CC9-A99E-FE5C93B21E93}"/>
              </a:ext>
            </a:extLst>
          </p:cNvPr>
          <p:cNvSpPr>
            <a:spLocks noGrp="1"/>
          </p:cNvSpPr>
          <p:nvPr/>
        </p:nvSpPr>
        <p:spPr>
          <a:xfrm>
            <a:off x="110071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7" name="12_small_8093">
            <a:extLst>
              <a:ext uri="{FF2B5EF4-FFF2-40B4-BE49-F238E27FC236}">
                <a16:creationId xmlns:a16="http://schemas.microsoft.com/office/drawing/2014/main" id="{E250DE80-D060-456C-B9FF-4E309AFD5775}"/>
              </a:ext>
            </a:extLst>
          </p:cNvPr>
          <p:cNvSpPr>
            <a:spLocks noGrp="1"/>
          </p:cNvSpPr>
          <p:nvPr/>
        </p:nvSpPr>
        <p:spPr>
          <a:xfrm>
            <a:off x="111653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8" name="12_small_8094">
            <a:extLst>
              <a:ext uri="{FF2B5EF4-FFF2-40B4-BE49-F238E27FC236}">
                <a16:creationId xmlns:a16="http://schemas.microsoft.com/office/drawing/2014/main" id="{B03762DE-ED12-4580-BCC0-055496E827ED}"/>
              </a:ext>
            </a:extLst>
          </p:cNvPr>
          <p:cNvSpPr>
            <a:spLocks noGrp="1"/>
          </p:cNvSpPr>
          <p:nvPr/>
        </p:nvSpPr>
        <p:spPr>
          <a:xfrm>
            <a:off x="105184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29" name="12_small_8095">
            <a:extLst>
              <a:ext uri="{FF2B5EF4-FFF2-40B4-BE49-F238E27FC236}">
                <a16:creationId xmlns:a16="http://schemas.microsoft.com/office/drawing/2014/main" id="{3866D12E-5A76-4FEC-AA13-73CF5307CE17}"/>
              </a:ext>
            </a:extLst>
          </p:cNvPr>
          <p:cNvSpPr>
            <a:spLocks noGrp="1"/>
          </p:cNvSpPr>
          <p:nvPr/>
        </p:nvSpPr>
        <p:spPr>
          <a:xfrm>
            <a:off x="1095925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0" name="12_small_8096">
            <a:extLst>
              <a:ext uri="{FF2B5EF4-FFF2-40B4-BE49-F238E27FC236}">
                <a16:creationId xmlns:a16="http://schemas.microsoft.com/office/drawing/2014/main" id="{C9364EA4-7603-44E1-9BCE-5ECAAE7892B1}"/>
              </a:ext>
            </a:extLst>
          </p:cNvPr>
          <p:cNvSpPr>
            <a:spLocks noGrp="1"/>
          </p:cNvSpPr>
          <p:nvPr/>
        </p:nvSpPr>
        <p:spPr>
          <a:xfrm>
            <a:off x="109057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1" name="12_small_8097">
            <a:extLst>
              <a:ext uri="{FF2B5EF4-FFF2-40B4-BE49-F238E27FC236}">
                <a16:creationId xmlns:a16="http://schemas.microsoft.com/office/drawing/2014/main" id="{212FCE0B-394B-41C9-9DB2-A5F13C3C6333}"/>
              </a:ext>
            </a:extLst>
          </p:cNvPr>
          <p:cNvSpPr>
            <a:spLocks noGrp="1"/>
          </p:cNvSpPr>
          <p:nvPr/>
        </p:nvSpPr>
        <p:spPr>
          <a:xfrm>
            <a:off x="998369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2" name="12_small_8098">
            <a:extLst>
              <a:ext uri="{FF2B5EF4-FFF2-40B4-BE49-F238E27FC236}">
                <a16:creationId xmlns:a16="http://schemas.microsoft.com/office/drawing/2014/main" id="{ECC345DE-3D23-4C0C-A9BC-DBF9E4CA2BDC}"/>
              </a:ext>
            </a:extLst>
          </p:cNvPr>
          <p:cNvSpPr>
            <a:spLocks noGrp="1"/>
          </p:cNvSpPr>
          <p:nvPr/>
        </p:nvSpPr>
        <p:spPr>
          <a:xfrm>
            <a:off x="105911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3" name="12_small_8099">
            <a:extLst>
              <a:ext uri="{FF2B5EF4-FFF2-40B4-BE49-F238E27FC236}">
                <a16:creationId xmlns:a16="http://schemas.microsoft.com/office/drawing/2014/main" id="{DCCD8330-CFA8-4D44-AC98-E6253CDD03D6}"/>
              </a:ext>
            </a:extLst>
          </p:cNvPr>
          <p:cNvSpPr>
            <a:spLocks noGrp="1"/>
          </p:cNvSpPr>
          <p:nvPr/>
        </p:nvSpPr>
        <p:spPr>
          <a:xfrm>
            <a:off x="106338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4" name="12_small_8100">
            <a:extLst>
              <a:ext uri="{FF2B5EF4-FFF2-40B4-BE49-F238E27FC236}">
                <a16:creationId xmlns:a16="http://schemas.microsoft.com/office/drawing/2014/main" id="{F256B341-64D7-42F6-B497-F1B788989973}"/>
              </a:ext>
            </a:extLst>
          </p:cNvPr>
          <p:cNvSpPr>
            <a:spLocks noGrp="1"/>
          </p:cNvSpPr>
          <p:nvPr/>
        </p:nvSpPr>
        <p:spPr>
          <a:xfrm>
            <a:off x="1099861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5" name="12_small_8101">
            <a:extLst>
              <a:ext uri="{FF2B5EF4-FFF2-40B4-BE49-F238E27FC236}">
                <a16:creationId xmlns:a16="http://schemas.microsoft.com/office/drawing/2014/main" id="{C765A950-B7BD-4BB8-8DC0-B366BEF73168}"/>
              </a:ext>
            </a:extLst>
          </p:cNvPr>
          <p:cNvSpPr>
            <a:spLocks noGrp="1"/>
          </p:cNvSpPr>
          <p:nvPr/>
        </p:nvSpPr>
        <p:spPr>
          <a:xfrm>
            <a:off x="111180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6" name="12_small_8102">
            <a:extLst>
              <a:ext uri="{FF2B5EF4-FFF2-40B4-BE49-F238E27FC236}">
                <a16:creationId xmlns:a16="http://schemas.microsoft.com/office/drawing/2014/main" id="{C6C28792-4001-460B-A9CC-E9C18891ECC4}"/>
              </a:ext>
            </a:extLst>
          </p:cNvPr>
          <p:cNvSpPr>
            <a:spLocks noGrp="1"/>
          </p:cNvSpPr>
          <p:nvPr/>
        </p:nvSpPr>
        <p:spPr>
          <a:xfrm>
            <a:off x="110480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7" name="12_small_8103">
            <a:extLst>
              <a:ext uri="{FF2B5EF4-FFF2-40B4-BE49-F238E27FC236}">
                <a16:creationId xmlns:a16="http://schemas.microsoft.com/office/drawing/2014/main" id="{9B60FE20-15C7-460B-BDAD-61EF84864FC3}"/>
              </a:ext>
            </a:extLst>
          </p:cNvPr>
          <p:cNvSpPr>
            <a:spLocks noGrp="1"/>
          </p:cNvSpPr>
          <p:nvPr/>
        </p:nvSpPr>
        <p:spPr>
          <a:xfrm>
            <a:off x="1046555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8" name="12_small_8104">
            <a:extLst>
              <a:ext uri="{FF2B5EF4-FFF2-40B4-BE49-F238E27FC236}">
                <a16:creationId xmlns:a16="http://schemas.microsoft.com/office/drawing/2014/main" id="{AE4DE593-34F0-4CB4-8F0D-D1EDC3ED3EE3}"/>
              </a:ext>
            </a:extLst>
          </p:cNvPr>
          <p:cNvSpPr>
            <a:spLocks noGrp="1"/>
          </p:cNvSpPr>
          <p:nvPr/>
        </p:nvSpPr>
        <p:spPr>
          <a:xfrm>
            <a:off x="109078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39" name="12_small_8105">
            <a:extLst>
              <a:ext uri="{FF2B5EF4-FFF2-40B4-BE49-F238E27FC236}">
                <a16:creationId xmlns:a16="http://schemas.microsoft.com/office/drawing/2014/main" id="{FDF01A76-847E-4017-84F9-3A9D1B4B2210}"/>
              </a:ext>
            </a:extLst>
          </p:cNvPr>
          <p:cNvSpPr>
            <a:spLocks noGrp="1"/>
          </p:cNvSpPr>
          <p:nvPr/>
        </p:nvSpPr>
        <p:spPr>
          <a:xfrm>
            <a:off x="1071384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0" name="12_small_8106">
            <a:extLst>
              <a:ext uri="{FF2B5EF4-FFF2-40B4-BE49-F238E27FC236}">
                <a16:creationId xmlns:a16="http://schemas.microsoft.com/office/drawing/2014/main" id="{E68AAD70-51BD-4901-81D6-07E9D809FD4F}"/>
              </a:ext>
            </a:extLst>
          </p:cNvPr>
          <p:cNvSpPr>
            <a:spLocks noGrp="1"/>
          </p:cNvSpPr>
          <p:nvPr/>
        </p:nvSpPr>
        <p:spPr>
          <a:xfrm>
            <a:off x="101123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1" name="12_small_8107">
            <a:extLst>
              <a:ext uri="{FF2B5EF4-FFF2-40B4-BE49-F238E27FC236}">
                <a16:creationId xmlns:a16="http://schemas.microsoft.com/office/drawing/2014/main" id="{70C810C2-D479-4DFC-8E64-37DB2753967A}"/>
              </a:ext>
            </a:extLst>
          </p:cNvPr>
          <p:cNvSpPr>
            <a:spLocks noGrp="1"/>
          </p:cNvSpPr>
          <p:nvPr/>
        </p:nvSpPr>
        <p:spPr>
          <a:xfrm>
            <a:off x="993980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2" name="12_small_8108">
            <a:extLst>
              <a:ext uri="{FF2B5EF4-FFF2-40B4-BE49-F238E27FC236}">
                <a16:creationId xmlns:a16="http://schemas.microsoft.com/office/drawing/2014/main" id="{5CB33AFE-67ED-415A-8025-8988DABF430C}"/>
              </a:ext>
            </a:extLst>
          </p:cNvPr>
          <p:cNvSpPr>
            <a:spLocks noGrp="1"/>
          </p:cNvSpPr>
          <p:nvPr/>
        </p:nvSpPr>
        <p:spPr>
          <a:xfrm>
            <a:off x="1055212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3" name="12_small_8109">
            <a:extLst>
              <a:ext uri="{FF2B5EF4-FFF2-40B4-BE49-F238E27FC236}">
                <a16:creationId xmlns:a16="http://schemas.microsoft.com/office/drawing/2014/main" id="{5E2AA2F5-9CAE-432C-AF36-FBC111293EBD}"/>
              </a:ext>
            </a:extLst>
          </p:cNvPr>
          <p:cNvSpPr>
            <a:spLocks noGrp="1"/>
          </p:cNvSpPr>
          <p:nvPr/>
        </p:nvSpPr>
        <p:spPr>
          <a:xfrm>
            <a:off x="107421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4" name="12_small_8110">
            <a:extLst>
              <a:ext uri="{FF2B5EF4-FFF2-40B4-BE49-F238E27FC236}">
                <a16:creationId xmlns:a16="http://schemas.microsoft.com/office/drawing/2014/main" id="{18B9CDCF-0B8E-40EB-9D57-CEAEFAD6F9FC}"/>
              </a:ext>
            </a:extLst>
          </p:cNvPr>
          <p:cNvSpPr>
            <a:spLocks noGrp="1"/>
          </p:cNvSpPr>
          <p:nvPr/>
        </p:nvSpPr>
        <p:spPr>
          <a:xfrm>
            <a:off x="108899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5" name="12_small_8111">
            <a:extLst>
              <a:ext uri="{FF2B5EF4-FFF2-40B4-BE49-F238E27FC236}">
                <a16:creationId xmlns:a16="http://schemas.microsoft.com/office/drawing/2014/main" id="{5EA695C9-9BFA-4747-9480-6BA3BCDB8639}"/>
              </a:ext>
            </a:extLst>
          </p:cNvPr>
          <p:cNvSpPr>
            <a:spLocks noGrp="1"/>
          </p:cNvSpPr>
          <p:nvPr/>
        </p:nvSpPr>
        <p:spPr>
          <a:xfrm>
            <a:off x="105838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6" name="12_small_8112">
            <a:extLst>
              <a:ext uri="{FF2B5EF4-FFF2-40B4-BE49-F238E27FC236}">
                <a16:creationId xmlns:a16="http://schemas.microsoft.com/office/drawing/2014/main" id="{B20B55F1-7B55-4204-9FFC-4E898DD70245}"/>
              </a:ext>
            </a:extLst>
          </p:cNvPr>
          <p:cNvSpPr>
            <a:spLocks noGrp="1"/>
          </p:cNvSpPr>
          <p:nvPr/>
        </p:nvSpPr>
        <p:spPr>
          <a:xfrm>
            <a:off x="101864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7" name="12_small_8113">
            <a:extLst>
              <a:ext uri="{FF2B5EF4-FFF2-40B4-BE49-F238E27FC236}">
                <a16:creationId xmlns:a16="http://schemas.microsoft.com/office/drawing/2014/main" id="{8BDD03D3-CA67-4002-A2E3-0B72A04F688A}"/>
              </a:ext>
            </a:extLst>
          </p:cNvPr>
          <p:cNvSpPr>
            <a:spLocks noGrp="1"/>
          </p:cNvSpPr>
          <p:nvPr/>
        </p:nvSpPr>
        <p:spPr>
          <a:xfrm>
            <a:off x="111234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8" name="12_small_8114">
            <a:extLst>
              <a:ext uri="{FF2B5EF4-FFF2-40B4-BE49-F238E27FC236}">
                <a16:creationId xmlns:a16="http://schemas.microsoft.com/office/drawing/2014/main" id="{3C9F7785-63AA-497F-822C-6086252B6177}"/>
              </a:ext>
            </a:extLst>
          </p:cNvPr>
          <p:cNvSpPr>
            <a:spLocks noGrp="1"/>
          </p:cNvSpPr>
          <p:nvPr/>
        </p:nvSpPr>
        <p:spPr>
          <a:xfrm>
            <a:off x="1091792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49" name="12_small_8115">
            <a:extLst>
              <a:ext uri="{FF2B5EF4-FFF2-40B4-BE49-F238E27FC236}">
                <a16:creationId xmlns:a16="http://schemas.microsoft.com/office/drawing/2014/main" id="{7EFDB98A-1F06-4C80-8649-2F95FA3F1E13}"/>
              </a:ext>
            </a:extLst>
          </p:cNvPr>
          <p:cNvSpPr>
            <a:spLocks noGrp="1"/>
          </p:cNvSpPr>
          <p:nvPr/>
        </p:nvSpPr>
        <p:spPr>
          <a:xfrm>
            <a:off x="112022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0" name="12_small_8116">
            <a:extLst>
              <a:ext uri="{FF2B5EF4-FFF2-40B4-BE49-F238E27FC236}">
                <a16:creationId xmlns:a16="http://schemas.microsoft.com/office/drawing/2014/main" id="{9E54C5EE-1E51-4F7A-B180-8FBF84725325}"/>
              </a:ext>
            </a:extLst>
          </p:cNvPr>
          <p:cNvSpPr>
            <a:spLocks noGrp="1"/>
          </p:cNvSpPr>
          <p:nvPr/>
        </p:nvSpPr>
        <p:spPr>
          <a:xfrm>
            <a:off x="1120219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1" name="12_small_8117">
            <a:extLst>
              <a:ext uri="{FF2B5EF4-FFF2-40B4-BE49-F238E27FC236}">
                <a16:creationId xmlns:a16="http://schemas.microsoft.com/office/drawing/2014/main" id="{3BB2393E-43A9-420F-BD8D-D6D2A6288ABA}"/>
              </a:ext>
            </a:extLst>
          </p:cNvPr>
          <p:cNvSpPr>
            <a:spLocks noGrp="1"/>
          </p:cNvSpPr>
          <p:nvPr/>
        </p:nvSpPr>
        <p:spPr>
          <a:xfrm>
            <a:off x="103987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2" name="12_small_8118">
            <a:extLst>
              <a:ext uri="{FF2B5EF4-FFF2-40B4-BE49-F238E27FC236}">
                <a16:creationId xmlns:a16="http://schemas.microsoft.com/office/drawing/2014/main" id="{3FF47FDD-F089-45EB-B954-37EBB88457BE}"/>
              </a:ext>
            </a:extLst>
          </p:cNvPr>
          <p:cNvSpPr>
            <a:spLocks noGrp="1"/>
          </p:cNvSpPr>
          <p:nvPr/>
        </p:nvSpPr>
        <p:spPr>
          <a:xfrm>
            <a:off x="105339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3" name="12_small_8119">
            <a:extLst>
              <a:ext uri="{FF2B5EF4-FFF2-40B4-BE49-F238E27FC236}">
                <a16:creationId xmlns:a16="http://schemas.microsoft.com/office/drawing/2014/main" id="{46A32E0F-CB62-4411-BD3A-08963AF8C6C0}"/>
              </a:ext>
            </a:extLst>
          </p:cNvPr>
          <p:cNvSpPr>
            <a:spLocks noGrp="1"/>
          </p:cNvSpPr>
          <p:nvPr/>
        </p:nvSpPr>
        <p:spPr>
          <a:xfrm>
            <a:off x="101109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4" name="12_small_8120">
            <a:extLst>
              <a:ext uri="{FF2B5EF4-FFF2-40B4-BE49-F238E27FC236}">
                <a16:creationId xmlns:a16="http://schemas.microsoft.com/office/drawing/2014/main" id="{698E7D29-5395-4ABA-8C84-800938BB8F26}"/>
              </a:ext>
            </a:extLst>
          </p:cNvPr>
          <p:cNvSpPr>
            <a:spLocks noGrp="1"/>
          </p:cNvSpPr>
          <p:nvPr/>
        </p:nvSpPr>
        <p:spPr>
          <a:xfrm>
            <a:off x="140605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5" name="12_small_8121">
            <a:extLst>
              <a:ext uri="{FF2B5EF4-FFF2-40B4-BE49-F238E27FC236}">
                <a16:creationId xmlns:a16="http://schemas.microsoft.com/office/drawing/2014/main" id="{F99DAA8D-8142-4429-983A-032B3DBB1D42}"/>
              </a:ext>
            </a:extLst>
          </p:cNvPr>
          <p:cNvSpPr>
            <a:spLocks noGrp="1"/>
          </p:cNvSpPr>
          <p:nvPr/>
        </p:nvSpPr>
        <p:spPr>
          <a:xfrm>
            <a:off x="151033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6" name="12_small_8122">
            <a:extLst>
              <a:ext uri="{FF2B5EF4-FFF2-40B4-BE49-F238E27FC236}">
                <a16:creationId xmlns:a16="http://schemas.microsoft.com/office/drawing/2014/main" id="{52C87EC5-A005-48BD-B2AC-1FAD535B1CA1}"/>
              </a:ext>
            </a:extLst>
          </p:cNvPr>
          <p:cNvSpPr>
            <a:spLocks noGrp="1"/>
          </p:cNvSpPr>
          <p:nvPr/>
        </p:nvSpPr>
        <p:spPr>
          <a:xfrm>
            <a:off x="150877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7" name="12_small_8123">
            <a:extLst>
              <a:ext uri="{FF2B5EF4-FFF2-40B4-BE49-F238E27FC236}">
                <a16:creationId xmlns:a16="http://schemas.microsoft.com/office/drawing/2014/main" id="{F054BA82-F2C0-4747-8C12-2171FE6736B2}"/>
              </a:ext>
            </a:extLst>
          </p:cNvPr>
          <p:cNvSpPr>
            <a:spLocks noGrp="1"/>
          </p:cNvSpPr>
          <p:nvPr/>
        </p:nvSpPr>
        <p:spPr>
          <a:xfrm>
            <a:off x="142947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8" name="12_small_8124">
            <a:extLst>
              <a:ext uri="{FF2B5EF4-FFF2-40B4-BE49-F238E27FC236}">
                <a16:creationId xmlns:a16="http://schemas.microsoft.com/office/drawing/2014/main" id="{C06F4023-0037-4020-80A8-CE0A6298A1B1}"/>
              </a:ext>
            </a:extLst>
          </p:cNvPr>
          <p:cNvSpPr>
            <a:spLocks noGrp="1"/>
          </p:cNvSpPr>
          <p:nvPr/>
        </p:nvSpPr>
        <p:spPr>
          <a:xfrm>
            <a:off x="151165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59" name="12_small_8125">
            <a:extLst>
              <a:ext uri="{FF2B5EF4-FFF2-40B4-BE49-F238E27FC236}">
                <a16:creationId xmlns:a16="http://schemas.microsoft.com/office/drawing/2014/main" id="{177342FB-F1D8-4EC5-AB5C-AF67A8D14B57}"/>
              </a:ext>
            </a:extLst>
          </p:cNvPr>
          <p:cNvSpPr>
            <a:spLocks noGrp="1"/>
          </p:cNvSpPr>
          <p:nvPr/>
        </p:nvSpPr>
        <p:spPr>
          <a:xfrm>
            <a:off x="1481273" y="5272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0" name="12_small_8126">
            <a:extLst>
              <a:ext uri="{FF2B5EF4-FFF2-40B4-BE49-F238E27FC236}">
                <a16:creationId xmlns:a16="http://schemas.microsoft.com/office/drawing/2014/main" id="{4CBA59A3-DED3-41CA-B89B-B87FCDCDF2CE}"/>
              </a:ext>
            </a:extLst>
          </p:cNvPr>
          <p:cNvSpPr>
            <a:spLocks noGrp="1"/>
          </p:cNvSpPr>
          <p:nvPr/>
        </p:nvSpPr>
        <p:spPr>
          <a:xfrm>
            <a:off x="1388719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1" name="12_small_8127">
            <a:extLst>
              <a:ext uri="{FF2B5EF4-FFF2-40B4-BE49-F238E27FC236}">
                <a16:creationId xmlns:a16="http://schemas.microsoft.com/office/drawing/2014/main" id="{B1C8EFD9-6AED-4E73-B038-A125BFE4253E}"/>
              </a:ext>
            </a:extLst>
          </p:cNvPr>
          <p:cNvSpPr>
            <a:spLocks noGrp="1"/>
          </p:cNvSpPr>
          <p:nvPr/>
        </p:nvSpPr>
        <p:spPr>
          <a:xfrm>
            <a:off x="1420985" y="58507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2" name="12_small_8128">
            <a:extLst>
              <a:ext uri="{FF2B5EF4-FFF2-40B4-BE49-F238E27FC236}">
                <a16:creationId xmlns:a16="http://schemas.microsoft.com/office/drawing/2014/main" id="{B8F593CD-C82B-462B-87C3-54641C1A2A09}"/>
              </a:ext>
            </a:extLst>
          </p:cNvPr>
          <p:cNvSpPr>
            <a:spLocks noGrp="1"/>
          </p:cNvSpPr>
          <p:nvPr/>
        </p:nvSpPr>
        <p:spPr>
          <a:xfrm>
            <a:off x="143789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3" name="12_small_8129">
            <a:extLst>
              <a:ext uri="{FF2B5EF4-FFF2-40B4-BE49-F238E27FC236}">
                <a16:creationId xmlns:a16="http://schemas.microsoft.com/office/drawing/2014/main" id="{EC153C59-8B81-424D-8DB6-07EA8D591EF0}"/>
              </a:ext>
            </a:extLst>
          </p:cNvPr>
          <p:cNvSpPr>
            <a:spLocks noGrp="1"/>
          </p:cNvSpPr>
          <p:nvPr/>
        </p:nvSpPr>
        <p:spPr>
          <a:xfrm>
            <a:off x="142271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4" name="12_small_8130">
            <a:extLst>
              <a:ext uri="{FF2B5EF4-FFF2-40B4-BE49-F238E27FC236}">
                <a16:creationId xmlns:a16="http://schemas.microsoft.com/office/drawing/2014/main" id="{1B55CBFA-95EB-4702-B755-16CF6C1DFDCA}"/>
              </a:ext>
            </a:extLst>
          </p:cNvPr>
          <p:cNvSpPr>
            <a:spLocks noGrp="1"/>
          </p:cNvSpPr>
          <p:nvPr/>
        </p:nvSpPr>
        <p:spPr>
          <a:xfrm>
            <a:off x="147656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5" name="12_small_8131">
            <a:extLst>
              <a:ext uri="{FF2B5EF4-FFF2-40B4-BE49-F238E27FC236}">
                <a16:creationId xmlns:a16="http://schemas.microsoft.com/office/drawing/2014/main" id="{6A778014-45A9-408C-B9FA-F044B78C4AAF}"/>
              </a:ext>
            </a:extLst>
          </p:cNvPr>
          <p:cNvSpPr>
            <a:spLocks noGrp="1"/>
          </p:cNvSpPr>
          <p:nvPr/>
        </p:nvSpPr>
        <p:spPr>
          <a:xfrm>
            <a:off x="138147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6" name="12_small_8132">
            <a:extLst>
              <a:ext uri="{FF2B5EF4-FFF2-40B4-BE49-F238E27FC236}">
                <a16:creationId xmlns:a16="http://schemas.microsoft.com/office/drawing/2014/main" id="{7A693A7D-E509-4E1A-9FB2-752A30B45622}"/>
              </a:ext>
            </a:extLst>
          </p:cNvPr>
          <p:cNvSpPr>
            <a:spLocks noGrp="1"/>
          </p:cNvSpPr>
          <p:nvPr/>
        </p:nvSpPr>
        <p:spPr>
          <a:xfrm>
            <a:off x="142187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7" name="12_small_8133">
            <a:extLst>
              <a:ext uri="{FF2B5EF4-FFF2-40B4-BE49-F238E27FC236}">
                <a16:creationId xmlns:a16="http://schemas.microsoft.com/office/drawing/2014/main" id="{0501AB51-8CD1-4C14-A517-7B274897C21D}"/>
              </a:ext>
            </a:extLst>
          </p:cNvPr>
          <p:cNvSpPr>
            <a:spLocks noGrp="1"/>
          </p:cNvSpPr>
          <p:nvPr/>
        </p:nvSpPr>
        <p:spPr>
          <a:xfrm>
            <a:off x="137607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8" name="12_small_8134">
            <a:extLst>
              <a:ext uri="{FF2B5EF4-FFF2-40B4-BE49-F238E27FC236}">
                <a16:creationId xmlns:a16="http://schemas.microsoft.com/office/drawing/2014/main" id="{8CA4CBA2-A9AC-47AD-8E5E-9F763E4B03EF}"/>
              </a:ext>
            </a:extLst>
          </p:cNvPr>
          <p:cNvSpPr>
            <a:spLocks noGrp="1"/>
          </p:cNvSpPr>
          <p:nvPr/>
        </p:nvSpPr>
        <p:spPr>
          <a:xfrm>
            <a:off x="15058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69" name="12_small_8135">
            <a:extLst>
              <a:ext uri="{FF2B5EF4-FFF2-40B4-BE49-F238E27FC236}">
                <a16:creationId xmlns:a16="http://schemas.microsoft.com/office/drawing/2014/main" id="{EA0308DA-9909-4F8F-97C6-2D30E81B83F6}"/>
              </a:ext>
            </a:extLst>
          </p:cNvPr>
          <p:cNvSpPr>
            <a:spLocks noGrp="1"/>
          </p:cNvSpPr>
          <p:nvPr/>
        </p:nvSpPr>
        <p:spPr>
          <a:xfrm>
            <a:off x="1398672" y="582005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0" name="12_small_8136">
            <a:extLst>
              <a:ext uri="{FF2B5EF4-FFF2-40B4-BE49-F238E27FC236}">
                <a16:creationId xmlns:a16="http://schemas.microsoft.com/office/drawing/2014/main" id="{5046DC7C-B65F-4116-A942-15D437BA0F6C}"/>
              </a:ext>
            </a:extLst>
          </p:cNvPr>
          <p:cNvSpPr>
            <a:spLocks noGrp="1"/>
          </p:cNvSpPr>
          <p:nvPr/>
        </p:nvSpPr>
        <p:spPr>
          <a:xfrm>
            <a:off x="1393338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1" name="12_small_8137">
            <a:extLst>
              <a:ext uri="{FF2B5EF4-FFF2-40B4-BE49-F238E27FC236}">
                <a16:creationId xmlns:a16="http://schemas.microsoft.com/office/drawing/2014/main" id="{1469F6D0-D753-42DA-9A1E-36203C79750F}"/>
              </a:ext>
            </a:extLst>
          </p:cNvPr>
          <p:cNvSpPr>
            <a:spLocks noGrp="1"/>
          </p:cNvSpPr>
          <p:nvPr/>
        </p:nvSpPr>
        <p:spPr>
          <a:xfrm>
            <a:off x="1442102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2" name="12_small_8138">
            <a:extLst>
              <a:ext uri="{FF2B5EF4-FFF2-40B4-BE49-F238E27FC236}">
                <a16:creationId xmlns:a16="http://schemas.microsoft.com/office/drawing/2014/main" id="{9EF179EB-EE69-4B59-A25A-DC9572DEEE3F}"/>
              </a:ext>
            </a:extLst>
          </p:cNvPr>
          <p:cNvSpPr>
            <a:spLocks noGrp="1"/>
          </p:cNvSpPr>
          <p:nvPr/>
        </p:nvSpPr>
        <p:spPr>
          <a:xfrm>
            <a:off x="139917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3" name="12_small_8139">
            <a:extLst>
              <a:ext uri="{FF2B5EF4-FFF2-40B4-BE49-F238E27FC236}">
                <a16:creationId xmlns:a16="http://schemas.microsoft.com/office/drawing/2014/main" id="{E5ECE791-3A96-4C5E-B6D6-7DE519E6A02D}"/>
              </a:ext>
            </a:extLst>
          </p:cNvPr>
          <p:cNvSpPr>
            <a:spLocks noGrp="1"/>
          </p:cNvSpPr>
          <p:nvPr/>
        </p:nvSpPr>
        <p:spPr>
          <a:xfrm>
            <a:off x="137012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4" name="12_small_8140">
            <a:extLst>
              <a:ext uri="{FF2B5EF4-FFF2-40B4-BE49-F238E27FC236}">
                <a16:creationId xmlns:a16="http://schemas.microsoft.com/office/drawing/2014/main" id="{98FA0CA5-82F2-405B-956E-095B60E37B74}"/>
              </a:ext>
            </a:extLst>
          </p:cNvPr>
          <p:cNvSpPr>
            <a:spLocks noGrp="1"/>
          </p:cNvSpPr>
          <p:nvPr/>
        </p:nvSpPr>
        <p:spPr>
          <a:xfrm>
            <a:off x="143454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5" name="12_small_8141">
            <a:extLst>
              <a:ext uri="{FF2B5EF4-FFF2-40B4-BE49-F238E27FC236}">
                <a16:creationId xmlns:a16="http://schemas.microsoft.com/office/drawing/2014/main" id="{A7D894C8-5C51-43EF-8CF8-B90E79B9C870}"/>
              </a:ext>
            </a:extLst>
          </p:cNvPr>
          <p:cNvSpPr>
            <a:spLocks noGrp="1"/>
          </p:cNvSpPr>
          <p:nvPr/>
        </p:nvSpPr>
        <p:spPr>
          <a:xfrm>
            <a:off x="1425573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6" name="12_small_8142">
            <a:extLst>
              <a:ext uri="{FF2B5EF4-FFF2-40B4-BE49-F238E27FC236}">
                <a16:creationId xmlns:a16="http://schemas.microsoft.com/office/drawing/2014/main" id="{C77DDB7E-8449-4505-AAFB-05E97A78017B}"/>
              </a:ext>
            </a:extLst>
          </p:cNvPr>
          <p:cNvSpPr>
            <a:spLocks noGrp="1"/>
          </p:cNvSpPr>
          <p:nvPr/>
        </p:nvSpPr>
        <p:spPr>
          <a:xfrm>
            <a:off x="136802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7" name="12_small_8143">
            <a:extLst>
              <a:ext uri="{FF2B5EF4-FFF2-40B4-BE49-F238E27FC236}">
                <a16:creationId xmlns:a16="http://schemas.microsoft.com/office/drawing/2014/main" id="{459367D8-271C-4D34-BBE3-F5395BD54403}"/>
              </a:ext>
            </a:extLst>
          </p:cNvPr>
          <p:cNvSpPr>
            <a:spLocks noGrp="1"/>
          </p:cNvSpPr>
          <p:nvPr/>
        </p:nvSpPr>
        <p:spPr>
          <a:xfrm>
            <a:off x="147474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8" name="12_small_8144">
            <a:extLst>
              <a:ext uri="{FF2B5EF4-FFF2-40B4-BE49-F238E27FC236}">
                <a16:creationId xmlns:a16="http://schemas.microsoft.com/office/drawing/2014/main" id="{91EAB372-B445-4CBD-982E-3173BA3BB2E8}"/>
              </a:ext>
            </a:extLst>
          </p:cNvPr>
          <p:cNvSpPr>
            <a:spLocks noGrp="1"/>
          </p:cNvSpPr>
          <p:nvPr/>
        </p:nvSpPr>
        <p:spPr>
          <a:xfrm>
            <a:off x="141890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79" name="12_small_8145">
            <a:extLst>
              <a:ext uri="{FF2B5EF4-FFF2-40B4-BE49-F238E27FC236}">
                <a16:creationId xmlns:a16="http://schemas.microsoft.com/office/drawing/2014/main" id="{7D9C94DC-2E56-457F-BE05-8233F044E53D}"/>
              </a:ext>
            </a:extLst>
          </p:cNvPr>
          <p:cNvSpPr>
            <a:spLocks noGrp="1"/>
          </p:cNvSpPr>
          <p:nvPr/>
        </p:nvSpPr>
        <p:spPr>
          <a:xfrm>
            <a:off x="150052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0" name="12_small_8146">
            <a:extLst>
              <a:ext uri="{FF2B5EF4-FFF2-40B4-BE49-F238E27FC236}">
                <a16:creationId xmlns:a16="http://schemas.microsoft.com/office/drawing/2014/main" id="{0FAF84FF-9618-4519-83D7-BA905CCBD6C6}"/>
              </a:ext>
            </a:extLst>
          </p:cNvPr>
          <p:cNvSpPr>
            <a:spLocks noGrp="1"/>
          </p:cNvSpPr>
          <p:nvPr/>
        </p:nvSpPr>
        <p:spPr>
          <a:xfrm>
            <a:off x="141296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1" name="12_small_8147">
            <a:extLst>
              <a:ext uri="{FF2B5EF4-FFF2-40B4-BE49-F238E27FC236}">
                <a16:creationId xmlns:a16="http://schemas.microsoft.com/office/drawing/2014/main" id="{8EF9991F-842A-4E7F-AA32-67A41904D791}"/>
              </a:ext>
            </a:extLst>
          </p:cNvPr>
          <p:cNvSpPr>
            <a:spLocks noGrp="1"/>
          </p:cNvSpPr>
          <p:nvPr/>
        </p:nvSpPr>
        <p:spPr>
          <a:xfrm>
            <a:off x="147038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2" name="12_small_8148">
            <a:extLst>
              <a:ext uri="{FF2B5EF4-FFF2-40B4-BE49-F238E27FC236}">
                <a16:creationId xmlns:a16="http://schemas.microsoft.com/office/drawing/2014/main" id="{17A248B4-383E-4A90-93B3-B6C50E7CA51A}"/>
              </a:ext>
            </a:extLst>
          </p:cNvPr>
          <p:cNvSpPr>
            <a:spLocks noGrp="1"/>
          </p:cNvSpPr>
          <p:nvPr/>
        </p:nvSpPr>
        <p:spPr>
          <a:xfrm>
            <a:off x="141124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3" name="12_small_8149">
            <a:extLst>
              <a:ext uri="{FF2B5EF4-FFF2-40B4-BE49-F238E27FC236}">
                <a16:creationId xmlns:a16="http://schemas.microsoft.com/office/drawing/2014/main" id="{3C80A743-275E-4996-8270-4DC1B2B7F9A8}"/>
              </a:ext>
            </a:extLst>
          </p:cNvPr>
          <p:cNvSpPr>
            <a:spLocks noGrp="1"/>
          </p:cNvSpPr>
          <p:nvPr/>
        </p:nvSpPr>
        <p:spPr>
          <a:xfrm>
            <a:off x="141643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4" name="12_small_8150">
            <a:extLst>
              <a:ext uri="{FF2B5EF4-FFF2-40B4-BE49-F238E27FC236}">
                <a16:creationId xmlns:a16="http://schemas.microsoft.com/office/drawing/2014/main" id="{839CD300-6528-4479-8B17-E51D8622BA76}"/>
              </a:ext>
            </a:extLst>
          </p:cNvPr>
          <p:cNvSpPr>
            <a:spLocks noGrp="1"/>
          </p:cNvSpPr>
          <p:nvPr/>
        </p:nvSpPr>
        <p:spPr>
          <a:xfrm>
            <a:off x="147496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5" name="12_small_8151">
            <a:extLst>
              <a:ext uri="{FF2B5EF4-FFF2-40B4-BE49-F238E27FC236}">
                <a16:creationId xmlns:a16="http://schemas.microsoft.com/office/drawing/2014/main" id="{3ADE3D8B-5386-4A56-8A41-F195C83A2D62}"/>
              </a:ext>
            </a:extLst>
          </p:cNvPr>
          <p:cNvSpPr>
            <a:spLocks noGrp="1"/>
          </p:cNvSpPr>
          <p:nvPr/>
        </p:nvSpPr>
        <p:spPr>
          <a:xfrm>
            <a:off x="13752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6" name="12_small_8152">
            <a:extLst>
              <a:ext uri="{FF2B5EF4-FFF2-40B4-BE49-F238E27FC236}">
                <a16:creationId xmlns:a16="http://schemas.microsoft.com/office/drawing/2014/main" id="{78B22240-87CA-4605-93F8-BCE573C216B3}"/>
              </a:ext>
            </a:extLst>
          </p:cNvPr>
          <p:cNvSpPr>
            <a:spLocks noGrp="1"/>
          </p:cNvSpPr>
          <p:nvPr/>
        </p:nvSpPr>
        <p:spPr>
          <a:xfrm>
            <a:off x="137182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7" name="12_small_8153">
            <a:extLst>
              <a:ext uri="{FF2B5EF4-FFF2-40B4-BE49-F238E27FC236}">
                <a16:creationId xmlns:a16="http://schemas.microsoft.com/office/drawing/2014/main" id="{E0ECEB25-210E-4F85-BBF2-0E5ED76BD834}"/>
              </a:ext>
            </a:extLst>
          </p:cNvPr>
          <p:cNvSpPr>
            <a:spLocks noGrp="1"/>
          </p:cNvSpPr>
          <p:nvPr/>
        </p:nvSpPr>
        <p:spPr>
          <a:xfrm>
            <a:off x="14963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8" name="12_small_8154">
            <a:extLst>
              <a:ext uri="{FF2B5EF4-FFF2-40B4-BE49-F238E27FC236}">
                <a16:creationId xmlns:a16="http://schemas.microsoft.com/office/drawing/2014/main" id="{5BD67870-B334-4AFD-AF95-C2CA983427E2}"/>
              </a:ext>
            </a:extLst>
          </p:cNvPr>
          <p:cNvSpPr>
            <a:spLocks noGrp="1"/>
          </p:cNvSpPr>
          <p:nvPr/>
        </p:nvSpPr>
        <p:spPr>
          <a:xfrm>
            <a:off x="137117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89" name="12_small_8155">
            <a:extLst>
              <a:ext uri="{FF2B5EF4-FFF2-40B4-BE49-F238E27FC236}">
                <a16:creationId xmlns:a16="http://schemas.microsoft.com/office/drawing/2014/main" id="{5CB74070-211B-493C-B772-4CEE304BA828}"/>
              </a:ext>
            </a:extLst>
          </p:cNvPr>
          <p:cNvSpPr>
            <a:spLocks noGrp="1"/>
          </p:cNvSpPr>
          <p:nvPr/>
        </p:nvSpPr>
        <p:spPr>
          <a:xfrm>
            <a:off x="141804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0" name="12_small_8156">
            <a:extLst>
              <a:ext uri="{FF2B5EF4-FFF2-40B4-BE49-F238E27FC236}">
                <a16:creationId xmlns:a16="http://schemas.microsoft.com/office/drawing/2014/main" id="{DEFE4D9E-71F0-46C0-ACE7-7881A8830010}"/>
              </a:ext>
            </a:extLst>
          </p:cNvPr>
          <p:cNvSpPr>
            <a:spLocks noGrp="1"/>
          </p:cNvSpPr>
          <p:nvPr/>
        </p:nvSpPr>
        <p:spPr>
          <a:xfrm>
            <a:off x="143488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1" name="12_small_8157">
            <a:extLst>
              <a:ext uri="{FF2B5EF4-FFF2-40B4-BE49-F238E27FC236}">
                <a16:creationId xmlns:a16="http://schemas.microsoft.com/office/drawing/2014/main" id="{7B0035D8-34B6-4E0C-AFE9-1771D704DE3E}"/>
              </a:ext>
            </a:extLst>
          </p:cNvPr>
          <p:cNvSpPr>
            <a:spLocks noGrp="1"/>
          </p:cNvSpPr>
          <p:nvPr/>
        </p:nvSpPr>
        <p:spPr>
          <a:xfrm>
            <a:off x="138627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2" name="12_small_8158">
            <a:extLst>
              <a:ext uri="{FF2B5EF4-FFF2-40B4-BE49-F238E27FC236}">
                <a16:creationId xmlns:a16="http://schemas.microsoft.com/office/drawing/2014/main" id="{1C51D162-FB28-4735-90F4-540B3F8093E4}"/>
              </a:ext>
            </a:extLst>
          </p:cNvPr>
          <p:cNvSpPr>
            <a:spLocks noGrp="1"/>
          </p:cNvSpPr>
          <p:nvPr/>
        </p:nvSpPr>
        <p:spPr>
          <a:xfrm>
            <a:off x="141777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3" name="12_small_8159">
            <a:extLst>
              <a:ext uri="{FF2B5EF4-FFF2-40B4-BE49-F238E27FC236}">
                <a16:creationId xmlns:a16="http://schemas.microsoft.com/office/drawing/2014/main" id="{7AD278F2-AD7C-406D-B761-86DA4994D860}"/>
              </a:ext>
            </a:extLst>
          </p:cNvPr>
          <p:cNvSpPr>
            <a:spLocks noGrp="1"/>
          </p:cNvSpPr>
          <p:nvPr/>
        </p:nvSpPr>
        <p:spPr>
          <a:xfrm>
            <a:off x="141022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4" name="12_small_8160">
            <a:extLst>
              <a:ext uri="{FF2B5EF4-FFF2-40B4-BE49-F238E27FC236}">
                <a16:creationId xmlns:a16="http://schemas.microsoft.com/office/drawing/2014/main" id="{878D2556-62DD-4C63-AEB5-9C716A093C77}"/>
              </a:ext>
            </a:extLst>
          </p:cNvPr>
          <p:cNvSpPr>
            <a:spLocks noGrp="1"/>
          </p:cNvSpPr>
          <p:nvPr/>
        </p:nvSpPr>
        <p:spPr>
          <a:xfrm>
            <a:off x="150075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5" name="12_small_8161">
            <a:extLst>
              <a:ext uri="{FF2B5EF4-FFF2-40B4-BE49-F238E27FC236}">
                <a16:creationId xmlns:a16="http://schemas.microsoft.com/office/drawing/2014/main" id="{194BEB2A-9738-4CD3-94F7-B21597B49492}"/>
              </a:ext>
            </a:extLst>
          </p:cNvPr>
          <p:cNvSpPr>
            <a:spLocks noGrp="1"/>
          </p:cNvSpPr>
          <p:nvPr/>
        </p:nvSpPr>
        <p:spPr>
          <a:xfrm>
            <a:off x="145146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6" name="12_small_8162">
            <a:extLst>
              <a:ext uri="{FF2B5EF4-FFF2-40B4-BE49-F238E27FC236}">
                <a16:creationId xmlns:a16="http://schemas.microsoft.com/office/drawing/2014/main" id="{692C85E0-B4D5-467C-922F-505B4EBB46FB}"/>
              </a:ext>
            </a:extLst>
          </p:cNvPr>
          <p:cNvSpPr>
            <a:spLocks noGrp="1"/>
          </p:cNvSpPr>
          <p:nvPr/>
        </p:nvSpPr>
        <p:spPr>
          <a:xfrm>
            <a:off x="144834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7" name="12_small_8163">
            <a:extLst>
              <a:ext uri="{FF2B5EF4-FFF2-40B4-BE49-F238E27FC236}">
                <a16:creationId xmlns:a16="http://schemas.microsoft.com/office/drawing/2014/main" id="{6D84241A-7FCF-4C2A-A3AE-30D318407F14}"/>
              </a:ext>
            </a:extLst>
          </p:cNvPr>
          <p:cNvSpPr>
            <a:spLocks noGrp="1"/>
          </p:cNvSpPr>
          <p:nvPr/>
        </p:nvSpPr>
        <p:spPr>
          <a:xfrm>
            <a:off x="148887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8" name="12_small_8164">
            <a:extLst>
              <a:ext uri="{FF2B5EF4-FFF2-40B4-BE49-F238E27FC236}">
                <a16:creationId xmlns:a16="http://schemas.microsoft.com/office/drawing/2014/main" id="{B67491FA-9091-437C-B4FF-DFCBEA1B4967}"/>
              </a:ext>
            </a:extLst>
          </p:cNvPr>
          <p:cNvSpPr>
            <a:spLocks noGrp="1"/>
          </p:cNvSpPr>
          <p:nvPr/>
        </p:nvSpPr>
        <p:spPr>
          <a:xfrm>
            <a:off x="142863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199" name="12_small_8165">
            <a:extLst>
              <a:ext uri="{FF2B5EF4-FFF2-40B4-BE49-F238E27FC236}">
                <a16:creationId xmlns:a16="http://schemas.microsoft.com/office/drawing/2014/main" id="{5C3DD34F-78F9-49BA-8377-CA4DBC5AD199}"/>
              </a:ext>
            </a:extLst>
          </p:cNvPr>
          <p:cNvSpPr>
            <a:spLocks noGrp="1"/>
          </p:cNvSpPr>
          <p:nvPr/>
        </p:nvSpPr>
        <p:spPr>
          <a:xfrm>
            <a:off x="150394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0" name="12_small_8166">
            <a:extLst>
              <a:ext uri="{FF2B5EF4-FFF2-40B4-BE49-F238E27FC236}">
                <a16:creationId xmlns:a16="http://schemas.microsoft.com/office/drawing/2014/main" id="{D8A3130E-A8F8-4D51-909C-D02E8F2D4220}"/>
              </a:ext>
            </a:extLst>
          </p:cNvPr>
          <p:cNvSpPr>
            <a:spLocks noGrp="1"/>
          </p:cNvSpPr>
          <p:nvPr/>
        </p:nvSpPr>
        <p:spPr>
          <a:xfrm>
            <a:off x="147129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1" name="12_small_8167">
            <a:extLst>
              <a:ext uri="{FF2B5EF4-FFF2-40B4-BE49-F238E27FC236}">
                <a16:creationId xmlns:a16="http://schemas.microsoft.com/office/drawing/2014/main" id="{472FA22A-3874-4A19-B682-D909F416CB0E}"/>
              </a:ext>
            </a:extLst>
          </p:cNvPr>
          <p:cNvSpPr>
            <a:spLocks noGrp="1"/>
          </p:cNvSpPr>
          <p:nvPr/>
        </p:nvSpPr>
        <p:spPr>
          <a:xfrm>
            <a:off x="140319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2" name="12_small_8168">
            <a:extLst>
              <a:ext uri="{FF2B5EF4-FFF2-40B4-BE49-F238E27FC236}">
                <a16:creationId xmlns:a16="http://schemas.microsoft.com/office/drawing/2014/main" id="{3CCF09A9-D3A7-4E35-BDF4-6DFE8E09C73F}"/>
              </a:ext>
            </a:extLst>
          </p:cNvPr>
          <p:cNvSpPr>
            <a:spLocks noGrp="1"/>
          </p:cNvSpPr>
          <p:nvPr/>
        </p:nvSpPr>
        <p:spPr>
          <a:xfrm>
            <a:off x="136585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3" name="12_small_8169">
            <a:extLst>
              <a:ext uri="{FF2B5EF4-FFF2-40B4-BE49-F238E27FC236}">
                <a16:creationId xmlns:a16="http://schemas.microsoft.com/office/drawing/2014/main" id="{F20859BD-0443-4440-A1D8-C6D28E5E813E}"/>
              </a:ext>
            </a:extLst>
          </p:cNvPr>
          <p:cNvSpPr>
            <a:spLocks noGrp="1"/>
          </p:cNvSpPr>
          <p:nvPr/>
        </p:nvSpPr>
        <p:spPr>
          <a:xfrm>
            <a:off x="149133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4" name="12_small_8170">
            <a:extLst>
              <a:ext uri="{FF2B5EF4-FFF2-40B4-BE49-F238E27FC236}">
                <a16:creationId xmlns:a16="http://schemas.microsoft.com/office/drawing/2014/main" id="{97AD96BE-3CC9-49EB-922D-87F00DA30F02}"/>
              </a:ext>
            </a:extLst>
          </p:cNvPr>
          <p:cNvSpPr>
            <a:spLocks noGrp="1"/>
          </p:cNvSpPr>
          <p:nvPr/>
        </p:nvSpPr>
        <p:spPr>
          <a:xfrm>
            <a:off x="150715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5" name="12_small_8171">
            <a:extLst>
              <a:ext uri="{FF2B5EF4-FFF2-40B4-BE49-F238E27FC236}">
                <a16:creationId xmlns:a16="http://schemas.microsoft.com/office/drawing/2014/main" id="{A775ACB5-7E80-42D6-A62F-2A03F100165F}"/>
              </a:ext>
            </a:extLst>
          </p:cNvPr>
          <p:cNvSpPr>
            <a:spLocks noGrp="1"/>
          </p:cNvSpPr>
          <p:nvPr/>
        </p:nvSpPr>
        <p:spPr>
          <a:xfrm>
            <a:off x="144246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6" name="12_small_8172">
            <a:extLst>
              <a:ext uri="{FF2B5EF4-FFF2-40B4-BE49-F238E27FC236}">
                <a16:creationId xmlns:a16="http://schemas.microsoft.com/office/drawing/2014/main" id="{DB4176D6-2930-48FB-97CF-A999F61A112E}"/>
              </a:ext>
            </a:extLst>
          </p:cNvPr>
          <p:cNvSpPr>
            <a:spLocks noGrp="1"/>
          </p:cNvSpPr>
          <p:nvPr/>
        </p:nvSpPr>
        <p:spPr>
          <a:xfrm>
            <a:off x="148655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7" name="12_small_8173">
            <a:extLst>
              <a:ext uri="{FF2B5EF4-FFF2-40B4-BE49-F238E27FC236}">
                <a16:creationId xmlns:a16="http://schemas.microsoft.com/office/drawing/2014/main" id="{784EEB20-BADF-4C9B-9BB7-28B40DB174FC}"/>
              </a:ext>
            </a:extLst>
          </p:cNvPr>
          <p:cNvSpPr>
            <a:spLocks noGrp="1"/>
          </p:cNvSpPr>
          <p:nvPr/>
        </p:nvSpPr>
        <p:spPr>
          <a:xfrm>
            <a:off x="148120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8" name="12_small_8174">
            <a:extLst>
              <a:ext uri="{FF2B5EF4-FFF2-40B4-BE49-F238E27FC236}">
                <a16:creationId xmlns:a16="http://schemas.microsoft.com/office/drawing/2014/main" id="{6938A419-FCBE-41C1-8984-C9F64656B28A}"/>
              </a:ext>
            </a:extLst>
          </p:cNvPr>
          <p:cNvSpPr>
            <a:spLocks noGrp="1"/>
          </p:cNvSpPr>
          <p:nvPr/>
        </p:nvSpPr>
        <p:spPr>
          <a:xfrm>
            <a:off x="1388994" y="538996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09" name="12_small_8175">
            <a:extLst>
              <a:ext uri="{FF2B5EF4-FFF2-40B4-BE49-F238E27FC236}">
                <a16:creationId xmlns:a16="http://schemas.microsoft.com/office/drawing/2014/main" id="{A8476BA7-8BAC-4056-A272-1E8BAB8D296F}"/>
              </a:ext>
            </a:extLst>
          </p:cNvPr>
          <p:cNvSpPr>
            <a:spLocks noGrp="1"/>
          </p:cNvSpPr>
          <p:nvPr/>
        </p:nvSpPr>
        <p:spPr>
          <a:xfrm>
            <a:off x="144973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0" name="12_small_8176">
            <a:extLst>
              <a:ext uri="{FF2B5EF4-FFF2-40B4-BE49-F238E27FC236}">
                <a16:creationId xmlns:a16="http://schemas.microsoft.com/office/drawing/2014/main" id="{3661AB40-EA04-46FD-9022-49EC1F0E7FCE}"/>
              </a:ext>
            </a:extLst>
          </p:cNvPr>
          <p:cNvSpPr>
            <a:spLocks noGrp="1"/>
          </p:cNvSpPr>
          <p:nvPr/>
        </p:nvSpPr>
        <p:spPr>
          <a:xfrm>
            <a:off x="145401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1" name="12_small_8177">
            <a:extLst>
              <a:ext uri="{FF2B5EF4-FFF2-40B4-BE49-F238E27FC236}">
                <a16:creationId xmlns:a16="http://schemas.microsoft.com/office/drawing/2014/main" id="{9F69EB8E-F448-41B3-8DF5-FF4DBE182B57}"/>
              </a:ext>
            </a:extLst>
          </p:cNvPr>
          <p:cNvSpPr>
            <a:spLocks noGrp="1"/>
          </p:cNvSpPr>
          <p:nvPr/>
        </p:nvSpPr>
        <p:spPr>
          <a:xfrm>
            <a:off x="14904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2" name="12_small_8178">
            <a:extLst>
              <a:ext uri="{FF2B5EF4-FFF2-40B4-BE49-F238E27FC236}">
                <a16:creationId xmlns:a16="http://schemas.microsoft.com/office/drawing/2014/main" id="{B6DE0F7F-7473-4FAB-85EA-558F969CFF7F}"/>
              </a:ext>
            </a:extLst>
          </p:cNvPr>
          <p:cNvSpPr>
            <a:spLocks noGrp="1"/>
          </p:cNvSpPr>
          <p:nvPr/>
        </p:nvSpPr>
        <p:spPr>
          <a:xfrm>
            <a:off x="150242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3" name="12_small_8179">
            <a:extLst>
              <a:ext uri="{FF2B5EF4-FFF2-40B4-BE49-F238E27FC236}">
                <a16:creationId xmlns:a16="http://schemas.microsoft.com/office/drawing/2014/main" id="{9E25DA4C-E245-483F-94E8-C3E19CB40E11}"/>
              </a:ext>
            </a:extLst>
          </p:cNvPr>
          <p:cNvSpPr>
            <a:spLocks noGrp="1"/>
          </p:cNvSpPr>
          <p:nvPr/>
        </p:nvSpPr>
        <p:spPr>
          <a:xfrm>
            <a:off x="149542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4" name="12_small_8180">
            <a:extLst>
              <a:ext uri="{FF2B5EF4-FFF2-40B4-BE49-F238E27FC236}">
                <a16:creationId xmlns:a16="http://schemas.microsoft.com/office/drawing/2014/main" id="{214A1C26-0DE1-45F6-8945-D5838508D81B}"/>
              </a:ext>
            </a:extLst>
          </p:cNvPr>
          <p:cNvSpPr>
            <a:spLocks noGrp="1"/>
          </p:cNvSpPr>
          <p:nvPr/>
        </p:nvSpPr>
        <p:spPr>
          <a:xfrm>
            <a:off x="143718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5" name="12_small_8181">
            <a:extLst>
              <a:ext uri="{FF2B5EF4-FFF2-40B4-BE49-F238E27FC236}">
                <a16:creationId xmlns:a16="http://schemas.microsoft.com/office/drawing/2014/main" id="{47AA7C9E-1D1C-460A-A56A-DBB94F878D4D}"/>
              </a:ext>
            </a:extLst>
          </p:cNvPr>
          <p:cNvSpPr>
            <a:spLocks noGrp="1"/>
          </p:cNvSpPr>
          <p:nvPr/>
        </p:nvSpPr>
        <p:spPr>
          <a:xfrm>
            <a:off x="148140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6" name="12_small_8182">
            <a:extLst>
              <a:ext uri="{FF2B5EF4-FFF2-40B4-BE49-F238E27FC236}">
                <a16:creationId xmlns:a16="http://schemas.microsoft.com/office/drawing/2014/main" id="{E49A195A-FEE4-4441-A51C-A91A1389FCAF}"/>
              </a:ext>
            </a:extLst>
          </p:cNvPr>
          <p:cNvSpPr>
            <a:spLocks noGrp="1"/>
          </p:cNvSpPr>
          <p:nvPr/>
        </p:nvSpPr>
        <p:spPr>
          <a:xfrm>
            <a:off x="1462009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7" name="12_small_8183">
            <a:extLst>
              <a:ext uri="{FF2B5EF4-FFF2-40B4-BE49-F238E27FC236}">
                <a16:creationId xmlns:a16="http://schemas.microsoft.com/office/drawing/2014/main" id="{9BDDB7D0-0F1E-48E6-8CDA-FADFD59F5DE7}"/>
              </a:ext>
            </a:extLst>
          </p:cNvPr>
          <p:cNvSpPr>
            <a:spLocks noGrp="1"/>
          </p:cNvSpPr>
          <p:nvPr/>
        </p:nvSpPr>
        <p:spPr>
          <a:xfrm>
            <a:off x="140185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8" name="12_small_8184">
            <a:extLst>
              <a:ext uri="{FF2B5EF4-FFF2-40B4-BE49-F238E27FC236}">
                <a16:creationId xmlns:a16="http://schemas.microsoft.com/office/drawing/2014/main" id="{9782D83A-7D00-4A41-860F-FFABEC81458F}"/>
              </a:ext>
            </a:extLst>
          </p:cNvPr>
          <p:cNvSpPr>
            <a:spLocks noGrp="1"/>
          </p:cNvSpPr>
          <p:nvPr/>
        </p:nvSpPr>
        <p:spPr>
          <a:xfrm>
            <a:off x="13846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19" name="12_small_8185">
            <a:extLst>
              <a:ext uri="{FF2B5EF4-FFF2-40B4-BE49-F238E27FC236}">
                <a16:creationId xmlns:a16="http://schemas.microsoft.com/office/drawing/2014/main" id="{8FFA8BDF-B709-4992-983C-DAEE2757039D}"/>
              </a:ext>
            </a:extLst>
          </p:cNvPr>
          <p:cNvSpPr>
            <a:spLocks noGrp="1"/>
          </p:cNvSpPr>
          <p:nvPr/>
        </p:nvSpPr>
        <p:spPr>
          <a:xfrm>
            <a:off x="144583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0" name="12_small_8186">
            <a:extLst>
              <a:ext uri="{FF2B5EF4-FFF2-40B4-BE49-F238E27FC236}">
                <a16:creationId xmlns:a16="http://schemas.microsoft.com/office/drawing/2014/main" id="{5A5D7CCB-197B-4ABD-87D2-31859836700C}"/>
              </a:ext>
            </a:extLst>
          </p:cNvPr>
          <p:cNvSpPr>
            <a:spLocks noGrp="1"/>
          </p:cNvSpPr>
          <p:nvPr/>
        </p:nvSpPr>
        <p:spPr>
          <a:xfrm>
            <a:off x="1464844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1" name="12_small_8187">
            <a:extLst>
              <a:ext uri="{FF2B5EF4-FFF2-40B4-BE49-F238E27FC236}">
                <a16:creationId xmlns:a16="http://schemas.microsoft.com/office/drawing/2014/main" id="{67758D33-9A88-44E8-B09B-22A723B0039C}"/>
              </a:ext>
            </a:extLst>
          </p:cNvPr>
          <p:cNvSpPr>
            <a:spLocks noGrp="1"/>
          </p:cNvSpPr>
          <p:nvPr/>
        </p:nvSpPr>
        <p:spPr>
          <a:xfrm>
            <a:off x="147961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2" name="12_small_8188">
            <a:extLst>
              <a:ext uri="{FF2B5EF4-FFF2-40B4-BE49-F238E27FC236}">
                <a16:creationId xmlns:a16="http://schemas.microsoft.com/office/drawing/2014/main" id="{E98DDE44-58C5-4881-88E0-C6DB63E09ADF}"/>
              </a:ext>
            </a:extLst>
          </p:cNvPr>
          <p:cNvSpPr>
            <a:spLocks noGrp="1"/>
          </p:cNvSpPr>
          <p:nvPr/>
        </p:nvSpPr>
        <p:spPr>
          <a:xfrm>
            <a:off x="14490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3" name="12_small_8189">
            <a:extLst>
              <a:ext uri="{FF2B5EF4-FFF2-40B4-BE49-F238E27FC236}">
                <a16:creationId xmlns:a16="http://schemas.microsoft.com/office/drawing/2014/main" id="{B87C1D5B-8145-4599-929C-85FC4B08799C}"/>
              </a:ext>
            </a:extLst>
          </p:cNvPr>
          <p:cNvSpPr>
            <a:spLocks noGrp="1"/>
          </p:cNvSpPr>
          <p:nvPr/>
        </p:nvSpPr>
        <p:spPr>
          <a:xfrm>
            <a:off x="140926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4" name="12_small_8190">
            <a:extLst>
              <a:ext uri="{FF2B5EF4-FFF2-40B4-BE49-F238E27FC236}">
                <a16:creationId xmlns:a16="http://schemas.microsoft.com/office/drawing/2014/main" id="{31DC8455-10D0-406B-990A-800B556219A1}"/>
              </a:ext>
            </a:extLst>
          </p:cNvPr>
          <p:cNvSpPr>
            <a:spLocks noGrp="1"/>
          </p:cNvSpPr>
          <p:nvPr/>
        </p:nvSpPr>
        <p:spPr>
          <a:xfrm>
            <a:off x="15029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5" name="12_small_8191">
            <a:extLst>
              <a:ext uri="{FF2B5EF4-FFF2-40B4-BE49-F238E27FC236}">
                <a16:creationId xmlns:a16="http://schemas.microsoft.com/office/drawing/2014/main" id="{22236C6F-5882-4CBA-A6B6-877B445E5F0C}"/>
              </a:ext>
            </a:extLst>
          </p:cNvPr>
          <p:cNvSpPr>
            <a:spLocks noGrp="1"/>
          </p:cNvSpPr>
          <p:nvPr/>
        </p:nvSpPr>
        <p:spPr>
          <a:xfrm>
            <a:off x="14824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6" name="12_small_8192">
            <a:extLst>
              <a:ext uri="{FF2B5EF4-FFF2-40B4-BE49-F238E27FC236}">
                <a16:creationId xmlns:a16="http://schemas.microsoft.com/office/drawing/2014/main" id="{98187B78-AA6D-4132-97F9-56A4411A53BE}"/>
              </a:ext>
            </a:extLst>
          </p:cNvPr>
          <p:cNvSpPr>
            <a:spLocks noGrp="1"/>
          </p:cNvSpPr>
          <p:nvPr/>
        </p:nvSpPr>
        <p:spPr>
          <a:xfrm>
            <a:off x="151085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7" name="12_small_8193">
            <a:extLst>
              <a:ext uri="{FF2B5EF4-FFF2-40B4-BE49-F238E27FC236}">
                <a16:creationId xmlns:a16="http://schemas.microsoft.com/office/drawing/2014/main" id="{8675371D-7FDF-4CF5-AA7E-768F681446F7}"/>
              </a:ext>
            </a:extLst>
          </p:cNvPr>
          <p:cNvSpPr>
            <a:spLocks noGrp="1"/>
          </p:cNvSpPr>
          <p:nvPr/>
        </p:nvSpPr>
        <p:spPr>
          <a:xfrm>
            <a:off x="151084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8" name="12_small_8194">
            <a:extLst>
              <a:ext uri="{FF2B5EF4-FFF2-40B4-BE49-F238E27FC236}">
                <a16:creationId xmlns:a16="http://schemas.microsoft.com/office/drawing/2014/main" id="{BBC35351-0407-493E-98A5-E272DA30987F}"/>
              </a:ext>
            </a:extLst>
          </p:cNvPr>
          <p:cNvSpPr>
            <a:spLocks noGrp="1"/>
          </p:cNvSpPr>
          <p:nvPr/>
        </p:nvSpPr>
        <p:spPr>
          <a:xfrm>
            <a:off x="143050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29" name="12_small_8195">
            <a:extLst>
              <a:ext uri="{FF2B5EF4-FFF2-40B4-BE49-F238E27FC236}">
                <a16:creationId xmlns:a16="http://schemas.microsoft.com/office/drawing/2014/main" id="{9463EE47-6645-4DBE-98DB-F1EFBA5A45CC}"/>
              </a:ext>
            </a:extLst>
          </p:cNvPr>
          <p:cNvSpPr>
            <a:spLocks noGrp="1"/>
          </p:cNvSpPr>
          <p:nvPr/>
        </p:nvSpPr>
        <p:spPr>
          <a:xfrm>
            <a:off x="144401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0" name="12_small_8196">
            <a:extLst>
              <a:ext uri="{FF2B5EF4-FFF2-40B4-BE49-F238E27FC236}">
                <a16:creationId xmlns:a16="http://schemas.microsoft.com/office/drawing/2014/main" id="{6CA0888E-694E-424B-A3AF-A16971ADB6F3}"/>
              </a:ext>
            </a:extLst>
          </p:cNvPr>
          <p:cNvSpPr>
            <a:spLocks noGrp="1"/>
          </p:cNvSpPr>
          <p:nvPr/>
        </p:nvSpPr>
        <p:spPr>
          <a:xfrm>
            <a:off x="140172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1" name="12_small_8197">
            <a:extLst>
              <a:ext uri="{FF2B5EF4-FFF2-40B4-BE49-F238E27FC236}">
                <a16:creationId xmlns:a16="http://schemas.microsoft.com/office/drawing/2014/main" id="{61919D2F-5AB0-4A6E-95CE-53C65247DD70}"/>
              </a:ext>
            </a:extLst>
          </p:cNvPr>
          <p:cNvSpPr>
            <a:spLocks noGrp="1"/>
          </p:cNvSpPr>
          <p:nvPr/>
        </p:nvSpPr>
        <p:spPr>
          <a:xfrm>
            <a:off x="218730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2" name="12_small_8198">
            <a:extLst>
              <a:ext uri="{FF2B5EF4-FFF2-40B4-BE49-F238E27FC236}">
                <a16:creationId xmlns:a16="http://schemas.microsoft.com/office/drawing/2014/main" id="{BD3D7C92-19C2-4137-8505-B1673EB40023}"/>
              </a:ext>
            </a:extLst>
          </p:cNvPr>
          <p:cNvSpPr>
            <a:spLocks noGrp="1"/>
          </p:cNvSpPr>
          <p:nvPr/>
        </p:nvSpPr>
        <p:spPr>
          <a:xfrm>
            <a:off x="229158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3" name="12_small_8199">
            <a:extLst>
              <a:ext uri="{FF2B5EF4-FFF2-40B4-BE49-F238E27FC236}">
                <a16:creationId xmlns:a16="http://schemas.microsoft.com/office/drawing/2014/main" id="{C1133FC7-6B71-426D-8991-485829AB2B91}"/>
              </a:ext>
            </a:extLst>
          </p:cNvPr>
          <p:cNvSpPr>
            <a:spLocks noGrp="1"/>
          </p:cNvSpPr>
          <p:nvPr/>
        </p:nvSpPr>
        <p:spPr>
          <a:xfrm>
            <a:off x="229002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4" name="12_small_8200">
            <a:extLst>
              <a:ext uri="{FF2B5EF4-FFF2-40B4-BE49-F238E27FC236}">
                <a16:creationId xmlns:a16="http://schemas.microsoft.com/office/drawing/2014/main" id="{648023F0-C11B-408E-8484-A686A26D65B3}"/>
              </a:ext>
            </a:extLst>
          </p:cNvPr>
          <p:cNvSpPr>
            <a:spLocks noGrp="1"/>
          </p:cNvSpPr>
          <p:nvPr/>
        </p:nvSpPr>
        <p:spPr>
          <a:xfrm>
            <a:off x="221072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5" name="12_small_8201">
            <a:extLst>
              <a:ext uri="{FF2B5EF4-FFF2-40B4-BE49-F238E27FC236}">
                <a16:creationId xmlns:a16="http://schemas.microsoft.com/office/drawing/2014/main" id="{4B4DFCD8-4E10-4DDD-9C01-0ECEA60653FD}"/>
              </a:ext>
            </a:extLst>
          </p:cNvPr>
          <p:cNvSpPr>
            <a:spLocks noGrp="1"/>
          </p:cNvSpPr>
          <p:nvPr/>
        </p:nvSpPr>
        <p:spPr>
          <a:xfrm>
            <a:off x="229290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6" name="12_small_8202">
            <a:extLst>
              <a:ext uri="{FF2B5EF4-FFF2-40B4-BE49-F238E27FC236}">
                <a16:creationId xmlns:a16="http://schemas.microsoft.com/office/drawing/2014/main" id="{BA4A52F7-ECFA-4A01-9740-9CD6C99669C0}"/>
              </a:ext>
            </a:extLst>
          </p:cNvPr>
          <p:cNvSpPr>
            <a:spLocks noGrp="1"/>
          </p:cNvSpPr>
          <p:nvPr/>
        </p:nvSpPr>
        <p:spPr>
          <a:xfrm>
            <a:off x="2262523" y="5272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7" name="12_small_8203">
            <a:extLst>
              <a:ext uri="{FF2B5EF4-FFF2-40B4-BE49-F238E27FC236}">
                <a16:creationId xmlns:a16="http://schemas.microsoft.com/office/drawing/2014/main" id="{B74C4A64-9AC1-4B07-97ED-D1090C1969C9}"/>
              </a:ext>
            </a:extLst>
          </p:cNvPr>
          <p:cNvSpPr>
            <a:spLocks noGrp="1"/>
          </p:cNvSpPr>
          <p:nvPr/>
        </p:nvSpPr>
        <p:spPr>
          <a:xfrm>
            <a:off x="216996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8" name="12_small_8204">
            <a:extLst>
              <a:ext uri="{FF2B5EF4-FFF2-40B4-BE49-F238E27FC236}">
                <a16:creationId xmlns:a16="http://schemas.microsoft.com/office/drawing/2014/main" id="{3EBCD343-D8DC-4898-9939-7CF014C10FB9}"/>
              </a:ext>
            </a:extLst>
          </p:cNvPr>
          <p:cNvSpPr>
            <a:spLocks noGrp="1"/>
          </p:cNvSpPr>
          <p:nvPr/>
        </p:nvSpPr>
        <p:spPr>
          <a:xfrm>
            <a:off x="2202235" y="58507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39" name="12_small_8205">
            <a:extLst>
              <a:ext uri="{FF2B5EF4-FFF2-40B4-BE49-F238E27FC236}">
                <a16:creationId xmlns:a16="http://schemas.microsoft.com/office/drawing/2014/main" id="{B536E9B7-35E5-49E0-8E9E-5B6B20154707}"/>
              </a:ext>
            </a:extLst>
          </p:cNvPr>
          <p:cNvSpPr>
            <a:spLocks noGrp="1"/>
          </p:cNvSpPr>
          <p:nvPr/>
        </p:nvSpPr>
        <p:spPr>
          <a:xfrm>
            <a:off x="221914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0" name="12_small_8206">
            <a:extLst>
              <a:ext uri="{FF2B5EF4-FFF2-40B4-BE49-F238E27FC236}">
                <a16:creationId xmlns:a16="http://schemas.microsoft.com/office/drawing/2014/main" id="{4CB23F6D-C4A6-4078-B40F-BB86156DA896}"/>
              </a:ext>
            </a:extLst>
          </p:cNvPr>
          <p:cNvSpPr>
            <a:spLocks noGrp="1"/>
          </p:cNvSpPr>
          <p:nvPr/>
        </p:nvSpPr>
        <p:spPr>
          <a:xfrm>
            <a:off x="220396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1" name="12_small_8207">
            <a:extLst>
              <a:ext uri="{FF2B5EF4-FFF2-40B4-BE49-F238E27FC236}">
                <a16:creationId xmlns:a16="http://schemas.microsoft.com/office/drawing/2014/main" id="{31983B67-9524-43FF-90C0-1BB3942BF233}"/>
              </a:ext>
            </a:extLst>
          </p:cNvPr>
          <p:cNvSpPr>
            <a:spLocks noGrp="1"/>
          </p:cNvSpPr>
          <p:nvPr/>
        </p:nvSpPr>
        <p:spPr>
          <a:xfrm>
            <a:off x="225781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2" name="12_small_8208">
            <a:extLst>
              <a:ext uri="{FF2B5EF4-FFF2-40B4-BE49-F238E27FC236}">
                <a16:creationId xmlns:a16="http://schemas.microsoft.com/office/drawing/2014/main" id="{8EC5178F-B2A6-4E04-9C7F-9271F2F8F7C1}"/>
              </a:ext>
            </a:extLst>
          </p:cNvPr>
          <p:cNvSpPr>
            <a:spLocks noGrp="1"/>
          </p:cNvSpPr>
          <p:nvPr/>
        </p:nvSpPr>
        <p:spPr>
          <a:xfrm>
            <a:off x="216272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3" name="12_small_8209">
            <a:extLst>
              <a:ext uri="{FF2B5EF4-FFF2-40B4-BE49-F238E27FC236}">
                <a16:creationId xmlns:a16="http://schemas.microsoft.com/office/drawing/2014/main" id="{62EFF676-221F-44CB-837D-EF41B37F9B63}"/>
              </a:ext>
            </a:extLst>
          </p:cNvPr>
          <p:cNvSpPr>
            <a:spLocks noGrp="1"/>
          </p:cNvSpPr>
          <p:nvPr/>
        </p:nvSpPr>
        <p:spPr>
          <a:xfrm>
            <a:off x="220312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4" name="12_small_8210">
            <a:extLst>
              <a:ext uri="{FF2B5EF4-FFF2-40B4-BE49-F238E27FC236}">
                <a16:creationId xmlns:a16="http://schemas.microsoft.com/office/drawing/2014/main" id="{ED31EF79-856A-4723-B0EA-B9B4C97A60AE}"/>
              </a:ext>
            </a:extLst>
          </p:cNvPr>
          <p:cNvSpPr>
            <a:spLocks noGrp="1"/>
          </p:cNvSpPr>
          <p:nvPr/>
        </p:nvSpPr>
        <p:spPr>
          <a:xfrm>
            <a:off x="215732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5" name="12_small_8211">
            <a:extLst>
              <a:ext uri="{FF2B5EF4-FFF2-40B4-BE49-F238E27FC236}">
                <a16:creationId xmlns:a16="http://schemas.microsoft.com/office/drawing/2014/main" id="{E0B0FE1B-7A5B-4018-9D51-8B58AE5EAAE2}"/>
              </a:ext>
            </a:extLst>
          </p:cNvPr>
          <p:cNvSpPr>
            <a:spLocks noGrp="1"/>
          </p:cNvSpPr>
          <p:nvPr/>
        </p:nvSpPr>
        <p:spPr>
          <a:xfrm>
            <a:off x="22870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6" name="12_small_8212">
            <a:extLst>
              <a:ext uri="{FF2B5EF4-FFF2-40B4-BE49-F238E27FC236}">
                <a16:creationId xmlns:a16="http://schemas.microsoft.com/office/drawing/2014/main" id="{1C8B91DB-6696-4260-8E64-C868BDC90399}"/>
              </a:ext>
            </a:extLst>
          </p:cNvPr>
          <p:cNvSpPr>
            <a:spLocks noGrp="1"/>
          </p:cNvSpPr>
          <p:nvPr/>
        </p:nvSpPr>
        <p:spPr>
          <a:xfrm>
            <a:off x="2179922" y="582005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7" name="12_small_8213">
            <a:extLst>
              <a:ext uri="{FF2B5EF4-FFF2-40B4-BE49-F238E27FC236}">
                <a16:creationId xmlns:a16="http://schemas.microsoft.com/office/drawing/2014/main" id="{92AFA76E-2252-4A40-A9C3-33F25EA5F807}"/>
              </a:ext>
            </a:extLst>
          </p:cNvPr>
          <p:cNvSpPr>
            <a:spLocks noGrp="1"/>
          </p:cNvSpPr>
          <p:nvPr/>
        </p:nvSpPr>
        <p:spPr>
          <a:xfrm>
            <a:off x="2174588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8" name="12_small_8214">
            <a:extLst>
              <a:ext uri="{FF2B5EF4-FFF2-40B4-BE49-F238E27FC236}">
                <a16:creationId xmlns:a16="http://schemas.microsoft.com/office/drawing/2014/main" id="{3514AD70-86B6-4E24-9621-EF5C90AEEA33}"/>
              </a:ext>
            </a:extLst>
          </p:cNvPr>
          <p:cNvSpPr>
            <a:spLocks noGrp="1"/>
          </p:cNvSpPr>
          <p:nvPr/>
        </p:nvSpPr>
        <p:spPr>
          <a:xfrm>
            <a:off x="2223352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49" name="12_small_8215">
            <a:extLst>
              <a:ext uri="{FF2B5EF4-FFF2-40B4-BE49-F238E27FC236}">
                <a16:creationId xmlns:a16="http://schemas.microsoft.com/office/drawing/2014/main" id="{E7D7B633-9396-4D26-9B3E-2EC7A6C32F4E}"/>
              </a:ext>
            </a:extLst>
          </p:cNvPr>
          <p:cNvSpPr>
            <a:spLocks noGrp="1"/>
          </p:cNvSpPr>
          <p:nvPr/>
        </p:nvSpPr>
        <p:spPr>
          <a:xfrm>
            <a:off x="218042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0" name="12_small_8216">
            <a:extLst>
              <a:ext uri="{FF2B5EF4-FFF2-40B4-BE49-F238E27FC236}">
                <a16:creationId xmlns:a16="http://schemas.microsoft.com/office/drawing/2014/main" id="{3D53B646-B262-4B43-954A-635A9D3569A9}"/>
              </a:ext>
            </a:extLst>
          </p:cNvPr>
          <p:cNvSpPr>
            <a:spLocks noGrp="1"/>
          </p:cNvSpPr>
          <p:nvPr/>
        </p:nvSpPr>
        <p:spPr>
          <a:xfrm>
            <a:off x="215137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1" name="12_small_8217">
            <a:extLst>
              <a:ext uri="{FF2B5EF4-FFF2-40B4-BE49-F238E27FC236}">
                <a16:creationId xmlns:a16="http://schemas.microsoft.com/office/drawing/2014/main" id="{2830C00C-2437-4143-9BE0-FF8D19DDF9D7}"/>
              </a:ext>
            </a:extLst>
          </p:cNvPr>
          <p:cNvSpPr>
            <a:spLocks noGrp="1"/>
          </p:cNvSpPr>
          <p:nvPr/>
        </p:nvSpPr>
        <p:spPr>
          <a:xfrm>
            <a:off x="221579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2" name="12_small_8218">
            <a:extLst>
              <a:ext uri="{FF2B5EF4-FFF2-40B4-BE49-F238E27FC236}">
                <a16:creationId xmlns:a16="http://schemas.microsoft.com/office/drawing/2014/main" id="{959ECC6E-5B19-452C-A76F-3B795DD5B0D9}"/>
              </a:ext>
            </a:extLst>
          </p:cNvPr>
          <p:cNvSpPr>
            <a:spLocks noGrp="1"/>
          </p:cNvSpPr>
          <p:nvPr/>
        </p:nvSpPr>
        <p:spPr>
          <a:xfrm>
            <a:off x="2206823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3" name="12_small_8219">
            <a:extLst>
              <a:ext uri="{FF2B5EF4-FFF2-40B4-BE49-F238E27FC236}">
                <a16:creationId xmlns:a16="http://schemas.microsoft.com/office/drawing/2014/main" id="{89A10E51-6422-4D77-8EF8-823B1EFE050D}"/>
              </a:ext>
            </a:extLst>
          </p:cNvPr>
          <p:cNvSpPr>
            <a:spLocks noGrp="1"/>
          </p:cNvSpPr>
          <p:nvPr/>
        </p:nvSpPr>
        <p:spPr>
          <a:xfrm>
            <a:off x="214927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4" name="12_small_8220">
            <a:extLst>
              <a:ext uri="{FF2B5EF4-FFF2-40B4-BE49-F238E27FC236}">
                <a16:creationId xmlns:a16="http://schemas.microsoft.com/office/drawing/2014/main" id="{5F731AD6-1D0B-46C4-9619-2184CAD5087A}"/>
              </a:ext>
            </a:extLst>
          </p:cNvPr>
          <p:cNvSpPr>
            <a:spLocks noGrp="1"/>
          </p:cNvSpPr>
          <p:nvPr/>
        </p:nvSpPr>
        <p:spPr>
          <a:xfrm>
            <a:off x="225599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5" name="12_small_8221">
            <a:extLst>
              <a:ext uri="{FF2B5EF4-FFF2-40B4-BE49-F238E27FC236}">
                <a16:creationId xmlns:a16="http://schemas.microsoft.com/office/drawing/2014/main" id="{64947E24-CA45-4E78-ACC9-53989D9D1D6B}"/>
              </a:ext>
            </a:extLst>
          </p:cNvPr>
          <p:cNvSpPr>
            <a:spLocks noGrp="1"/>
          </p:cNvSpPr>
          <p:nvPr/>
        </p:nvSpPr>
        <p:spPr>
          <a:xfrm>
            <a:off x="220015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6" name="12_small_8222">
            <a:extLst>
              <a:ext uri="{FF2B5EF4-FFF2-40B4-BE49-F238E27FC236}">
                <a16:creationId xmlns:a16="http://schemas.microsoft.com/office/drawing/2014/main" id="{B8B57C6B-D115-46EC-A3B2-D5143B7BF5B0}"/>
              </a:ext>
            </a:extLst>
          </p:cNvPr>
          <p:cNvSpPr>
            <a:spLocks noGrp="1"/>
          </p:cNvSpPr>
          <p:nvPr/>
        </p:nvSpPr>
        <p:spPr>
          <a:xfrm>
            <a:off x="228177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7" name="12_small_8223">
            <a:extLst>
              <a:ext uri="{FF2B5EF4-FFF2-40B4-BE49-F238E27FC236}">
                <a16:creationId xmlns:a16="http://schemas.microsoft.com/office/drawing/2014/main" id="{2FC301EC-5D27-4765-AF31-C02969416885}"/>
              </a:ext>
            </a:extLst>
          </p:cNvPr>
          <p:cNvSpPr>
            <a:spLocks noGrp="1"/>
          </p:cNvSpPr>
          <p:nvPr/>
        </p:nvSpPr>
        <p:spPr>
          <a:xfrm>
            <a:off x="219421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8" name="12_small_8224">
            <a:extLst>
              <a:ext uri="{FF2B5EF4-FFF2-40B4-BE49-F238E27FC236}">
                <a16:creationId xmlns:a16="http://schemas.microsoft.com/office/drawing/2014/main" id="{A3E92CEA-D290-4774-8F36-F231DFBD7E00}"/>
              </a:ext>
            </a:extLst>
          </p:cNvPr>
          <p:cNvSpPr>
            <a:spLocks noGrp="1"/>
          </p:cNvSpPr>
          <p:nvPr/>
        </p:nvSpPr>
        <p:spPr>
          <a:xfrm>
            <a:off x="225163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59" name="12_small_8225">
            <a:extLst>
              <a:ext uri="{FF2B5EF4-FFF2-40B4-BE49-F238E27FC236}">
                <a16:creationId xmlns:a16="http://schemas.microsoft.com/office/drawing/2014/main" id="{BD38C5A9-B257-4EB5-84A0-CC14EC22BAA2}"/>
              </a:ext>
            </a:extLst>
          </p:cNvPr>
          <p:cNvSpPr>
            <a:spLocks noGrp="1"/>
          </p:cNvSpPr>
          <p:nvPr/>
        </p:nvSpPr>
        <p:spPr>
          <a:xfrm>
            <a:off x="219249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0" name="12_small_8226">
            <a:extLst>
              <a:ext uri="{FF2B5EF4-FFF2-40B4-BE49-F238E27FC236}">
                <a16:creationId xmlns:a16="http://schemas.microsoft.com/office/drawing/2014/main" id="{8D46E8D5-3653-497B-9F92-7494C81B8236}"/>
              </a:ext>
            </a:extLst>
          </p:cNvPr>
          <p:cNvSpPr>
            <a:spLocks noGrp="1"/>
          </p:cNvSpPr>
          <p:nvPr/>
        </p:nvSpPr>
        <p:spPr>
          <a:xfrm>
            <a:off x="219768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1" name="12_small_8227">
            <a:extLst>
              <a:ext uri="{FF2B5EF4-FFF2-40B4-BE49-F238E27FC236}">
                <a16:creationId xmlns:a16="http://schemas.microsoft.com/office/drawing/2014/main" id="{0B4E8F9F-C197-4601-9E36-1EC26E9E3E52}"/>
              </a:ext>
            </a:extLst>
          </p:cNvPr>
          <p:cNvSpPr>
            <a:spLocks noGrp="1"/>
          </p:cNvSpPr>
          <p:nvPr/>
        </p:nvSpPr>
        <p:spPr>
          <a:xfrm>
            <a:off x="225621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2" name="12_small_8228">
            <a:extLst>
              <a:ext uri="{FF2B5EF4-FFF2-40B4-BE49-F238E27FC236}">
                <a16:creationId xmlns:a16="http://schemas.microsoft.com/office/drawing/2014/main" id="{6C1A7351-1BA4-4B92-BAB4-8BD8A42965AF}"/>
              </a:ext>
            </a:extLst>
          </p:cNvPr>
          <p:cNvSpPr>
            <a:spLocks noGrp="1"/>
          </p:cNvSpPr>
          <p:nvPr/>
        </p:nvSpPr>
        <p:spPr>
          <a:xfrm>
            <a:off x="215653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3" name="12_small_8229">
            <a:extLst>
              <a:ext uri="{FF2B5EF4-FFF2-40B4-BE49-F238E27FC236}">
                <a16:creationId xmlns:a16="http://schemas.microsoft.com/office/drawing/2014/main" id="{B5450B0C-A0F8-4AF9-B753-9596594C0CAB}"/>
              </a:ext>
            </a:extLst>
          </p:cNvPr>
          <p:cNvSpPr>
            <a:spLocks noGrp="1"/>
          </p:cNvSpPr>
          <p:nvPr/>
        </p:nvSpPr>
        <p:spPr>
          <a:xfrm>
            <a:off x="215307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4" name="12_small_8230">
            <a:extLst>
              <a:ext uri="{FF2B5EF4-FFF2-40B4-BE49-F238E27FC236}">
                <a16:creationId xmlns:a16="http://schemas.microsoft.com/office/drawing/2014/main" id="{E4449773-A57F-4A99-B603-C6519DA57F82}"/>
              </a:ext>
            </a:extLst>
          </p:cNvPr>
          <p:cNvSpPr>
            <a:spLocks noGrp="1"/>
          </p:cNvSpPr>
          <p:nvPr/>
        </p:nvSpPr>
        <p:spPr>
          <a:xfrm>
            <a:off x="22775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5" name="12_small_8231">
            <a:extLst>
              <a:ext uri="{FF2B5EF4-FFF2-40B4-BE49-F238E27FC236}">
                <a16:creationId xmlns:a16="http://schemas.microsoft.com/office/drawing/2014/main" id="{8C2BF65C-A182-4394-A3C0-6779F2BD5AB3}"/>
              </a:ext>
            </a:extLst>
          </p:cNvPr>
          <p:cNvSpPr>
            <a:spLocks noGrp="1"/>
          </p:cNvSpPr>
          <p:nvPr/>
        </p:nvSpPr>
        <p:spPr>
          <a:xfrm>
            <a:off x="215242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6" name="12_small_8232">
            <a:extLst>
              <a:ext uri="{FF2B5EF4-FFF2-40B4-BE49-F238E27FC236}">
                <a16:creationId xmlns:a16="http://schemas.microsoft.com/office/drawing/2014/main" id="{90CD7A9C-03DF-4D14-ADA3-66634E5F7886}"/>
              </a:ext>
            </a:extLst>
          </p:cNvPr>
          <p:cNvSpPr>
            <a:spLocks noGrp="1"/>
          </p:cNvSpPr>
          <p:nvPr/>
        </p:nvSpPr>
        <p:spPr>
          <a:xfrm>
            <a:off x="219929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7" name="12_small_8233">
            <a:extLst>
              <a:ext uri="{FF2B5EF4-FFF2-40B4-BE49-F238E27FC236}">
                <a16:creationId xmlns:a16="http://schemas.microsoft.com/office/drawing/2014/main" id="{C8BAB247-A5D8-4413-B5B0-504E29049FC8}"/>
              </a:ext>
            </a:extLst>
          </p:cNvPr>
          <p:cNvSpPr>
            <a:spLocks noGrp="1"/>
          </p:cNvSpPr>
          <p:nvPr/>
        </p:nvSpPr>
        <p:spPr>
          <a:xfrm>
            <a:off x="221613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8" name="12_small_8234">
            <a:extLst>
              <a:ext uri="{FF2B5EF4-FFF2-40B4-BE49-F238E27FC236}">
                <a16:creationId xmlns:a16="http://schemas.microsoft.com/office/drawing/2014/main" id="{D642A747-1ACF-474D-89D6-672AD289DA93}"/>
              </a:ext>
            </a:extLst>
          </p:cNvPr>
          <p:cNvSpPr>
            <a:spLocks noGrp="1"/>
          </p:cNvSpPr>
          <p:nvPr/>
        </p:nvSpPr>
        <p:spPr>
          <a:xfrm>
            <a:off x="216752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69" name="12_small_8235">
            <a:extLst>
              <a:ext uri="{FF2B5EF4-FFF2-40B4-BE49-F238E27FC236}">
                <a16:creationId xmlns:a16="http://schemas.microsoft.com/office/drawing/2014/main" id="{E7E955A1-C85A-40E2-8FB5-FC1E281134C9}"/>
              </a:ext>
            </a:extLst>
          </p:cNvPr>
          <p:cNvSpPr>
            <a:spLocks noGrp="1"/>
          </p:cNvSpPr>
          <p:nvPr/>
        </p:nvSpPr>
        <p:spPr>
          <a:xfrm>
            <a:off x="219902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0" name="12_small_8236">
            <a:extLst>
              <a:ext uri="{FF2B5EF4-FFF2-40B4-BE49-F238E27FC236}">
                <a16:creationId xmlns:a16="http://schemas.microsoft.com/office/drawing/2014/main" id="{3952D099-432A-4687-868B-32DAD91731CC}"/>
              </a:ext>
            </a:extLst>
          </p:cNvPr>
          <p:cNvSpPr>
            <a:spLocks noGrp="1"/>
          </p:cNvSpPr>
          <p:nvPr/>
        </p:nvSpPr>
        <p:spPr>
          <a:xfrm>
            <a:off x="219147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1" name="12_small_8237">
            <a:extLst>
              <a:ext uri="{FF2B5EF4-FFF2-40B4-BE49-F238E27FC236}">
                <a16:creationId xmlns:a16="http://schemas.microsoft.com/office/drawing/2014/main" id="{564755A1-0D56-4EDF-A9F0-7FAC43895A86}"/>
              </a:ext>
            </a:extLst>
          </p:cNvPr>
          <p:cNvSpPr>
            <a:spLocks noGrp="1"/>
          </p:cNvSpPr>
          <p:nvPr/>
        </p:nvSpPr>
        <p:spPr>
          <a:xfrm>
            <a:off x="228200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2" name="12_small_8238">
            <a:extLst>
              <a:ext uri="{FF2B5EF4-FFF2-40B4-BE49-F238E27FC236}">
                <a16:creationId xmlns:a16="http://schemas.microsoft.com/office/drawing/2014/main" id="{CD48BAF7-208F-4319-8F72-52464CBE34EE}"/>
              </a:ext>
            </a:extLst>
          </p:cNvPr>
          <p:cNvSpPr>
            <a:spLocks noGrp="1"/>
          </p:cNvSpPr>
          <p:nvPr/>
        </p:nvSpPr>
        <p:spPr>
          <a:xfrm>
            <a:off x="223271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3" name="12_small_8239">
            <a:extLst>
              <a:ext uri="{FF2B5EF4-FFF2-40B4-BE49-F238E27FC236}">
                <a16:creationId xmlns:a16="http://schemas.microsoft.com/office/drawing/2014/main" id="{A58A5703-1FE5-4DC7-90E6-A0949C29BC10}"/>
              </a:ext>
            </a:extLst>
          </p:cNvPr>
          <p:cNvSpPr>
            <a:spLocks noGrp="1"/>
          </p:cNvSpPr>
          <p:nvPr/>
        </p:nvSpPr>
        <p:spPr>
          <a:xfrm>
            <a:off x="222959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4" name="12_small_8240">
            <a:extLst>
              <a:ext uri="{FF2B5EF4-FFF2-40B4-BE49-F238E27FC236}">
                <a16:creationId xmlns:a16="http://schemas.microsoft.com/office/drawing/2014/main" id="{8F526AB3-A50B-4575-8BEF-10D5766525E6}"/>
              </a:ext>
            </a:extLst>
          </p:cNvPr>
          <p:cNvSpPr>
            <a:spLocks noGrp="1"/>
          </p:cNvSpPr>
          <p:nvPr/>
        </p:nvSpPr>
        <p:spPr>
          <a:xfrm>
            <a:off x="227012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5" name="12_small_8241">
            <a:extLst>
              <a:ext uri="{FF2B5EF4-FFF2-40B4-BE49-F238E27FC236}">
                <a16:creationId xmlns:a16="http://schemas.microsoft.com/office/drawing/2014/main" id="{CB25878E-3BC7-4375-B924-9AD97CFCF587}"/>
              </a:ext>
            </a:extLst>
          </p:cNvPr>
          <p:cNvSpPr>
            <a:spLocks noGrp="1"/>
          </p:cNvSpPr>
          <p:nvPr/>
        </p:nvSpPr>
        <p:spPr>
          <a:xfrm>
            <a:off x="220988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6" name="12_small_8242">
            <a:extLst>
              <a:ext uri="{FF2B5EF4-FFF2-40B4-BE49-F238E27FC236}">
                <a16:creationId xmlns:a16="http://schemas.microsoft.com/office/drawing/2014/main" id="{27A478EE-9B41-4662-B11F-8BB94EA6223D}"/>
              </a:ext>
            </a:extLst>
          </p:cNvPr>
          <p:cNvSpPr>
            <a:spLocks noGrp="1"/>
          </p:cNvSpPr>
          <p:nvPr/>
        </p:nvSpPr>
        <p:spPr>
          <a:xfrm>
            <a:off x="228519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7" name="12_small_8243">
            <a:extLst>
              <a:ext uri="{FF2B5EF4-FFF2-40B4-BE49-F238E27FC236}">
                <a16:creationId xmlns:a16="http://schemas.microsoft.com/office/drawing/2014/main" id="{5F1CC798-4CC6-4C88-9E4D-6D5A551175EE}"/>
              </a:ext>
            </a:extLst>
          </p:cNvPr>
          <p:cNvSpPr>
            <a:spLocks noGrp="1"/>
          </p:cNvSpPr>
          <p:nvPr/>
        </p:nvSpPr>
        <p:spPr>
          <a:xfrm>
            <a:off x="225254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8" name="12_small_8244">
            <a:extLst>
              <a:ext uri="{FF2B5EF4-FFF2-40B4-BE49-F238E27FC236}">
                <a16:creationId xmlns:a16="http://schemas.microsoft.com/office/drawing/2014/main" id="{395FE2DC-FCED-4FD3-A919-2934F31BA650}"/>
              </a:ext>
            </a:extLst>
          </p:cNvPr>
          <p:cNvSpPr>
            <a:spLocks noGrp="1"/>
          </p:cNvSpPr>
          <p:nvPr/>
        </p:nvSpPr>
        <p:spPr>
          <a:xfrm>
            <a:off x="218444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79" name="12_small_8245">
            <a:extLst>
              <a:ext uri="{FF2B5EF4-FFF2-40B4-BE49-F238E27FC236}">
                <a16:creationId xmlns:a16="http://schemas.microsoft.com/office/drawing/2014/main" id="{189ABAE7-E1DE-4E09-AD9C-F35EAF968CC7}"/>
              </a:ext>
            </a:extLst>
          </p:cNvPr>
          <p:cNvSpPr>
            <a:spLocks noGrp="1"/>
          </p:cNvSpPr>
          <p:nvPr/>
        </p:nvSpPr>
        <p:spPr>
          <a:xfrm>
            <a:off x="214710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0" name="12_small_8246">
            <a:extLst>
              <a:ext uri="{FF2B5EF4-FFF2-40B4-BE49-F238E27FC236}">
                <a16:creationId xmlns:a16="http://schemas.microsoft.com/office/drawing/2014/main" id="{65969D35-0FD9-4085-A63B-BDA6F4955E13}"/>
              </a:ext>
            </a:extLst>
          </p:cNvPr>
          <p:cNvSpPr>
            <a:spLocks noGrp="1"/>
          </p:cNvSpPr>
          <p:nvPr/>
        </p:nvSpPr>
        <p:spPr>
          <a:xfrm>
            <a:off x="22725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1" name="12_small_8247">
            <a:extLst>
              <a:ext uri="{FF2B5EF4-FFF2-40B4-BE49-F238E27FC236}">
                <a16:creationId xmlns:a16="http://schemas.microsoft.com/office/drawing/2014/main" id="{22D84C0E-2159-4969-8708-170ACD7542CC}"/>
              </a:ext>
            </a:extLst>
          </p:cNvPr>
          <p:cNvSpPr>
            <a:spLocks noGrp="1"/>
          </p:cNvSpPr>
          <p:nvPr/>
        </p:nvSpPr>
        <p:spPr>
          <a:xfrm>
            <a:off x="228840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2" name="12_small_8248">
            <a:extLst>
              <a:ext uri="{FF2B5EF4-FFF2-40B4-BE49-F238E27FC236}">
                <a16:creationId xmlns:a16="http://schemas.microsoft.com/office/drawing/2014/main" id="{E95C57A2-C688-4BD5-9CAC-DB51686750A2}"/>
              </a:ext>
            </a:extLst>
          </p:cNvPr>
          <p:cNvSpPr>
            <a:spLocks noGrp="1"/>
          </p:cNvSpPr>
          <p:nvPr/>
        </p:nvSpPr>
        <p:spPr>
          <a:xfrm>
            <a:off x="222371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3" name="12_small_8249">
            <a:extLst>
              <a:ext uri="{FF2B5EF4-FFF2-40B4-BE49-F238E27FC236}">
                <a16:creationId xmlns:a16="http://schemas.microsoft.com/office/drawing/2014/main" id="{9CD33FD4-6383-4ABB-8110-1203265AABA7}"/>
              </a:ext>
            </a:extLst>
          </p:cNvPr>
          <p:cNvSpPr>
            <a:spLocks noGrp="1"/>
          </p:cNvSpPr>
          <p:nvPr/>
        </p:nvSpPr>
        <p:spPr>
          <a:xfrm>
            <a:off x="226780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4" name="12_small_8250">
            <a:extLst>
              <a:ext uri="{FF2B5EF4-FFF2-40B4-BE49-F238E27FC236}">
                <a16:creationId xmlns:a16="http://schemas.microsoft.com/office/drawing/2014/main" id="{DB048AFE-A2C9-41C6-AB2E-64DAA454532C}"/>
              </a:ext>
            </a:extLst>
          </p:cNvPr>
          <p:cNvSpPr>
            <a:spLocks noGrp="1"/>
          </p:cNvSpPr>
          <p:nvPr/>
        </p:nvSpPr>
        <p:spPr>
          <a:xfrm>
            <a:off x="226245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5" name="12_small_8251">
            <a:extLst>
              <a:ext uri="{FF2B5EF4-FFF2-40B4-BE49-F238E27FC236}">
                <a16:creationId xmlns:a16="http://schemas.microsoft.com/office/drawing/2014/main" id="{AA2614C7-EDF3-46B8-B6EB-FFE35C5C5A32}"/>
              </a:ext>
            </a:extLst>
          </p:cNvPr>
          <p:cNvSpPr>
            <a:spLocks noGrp="1"/>
          </p:cNvSpPr>
          <p:nvPr/>
        </p:nvSpPr>
        <p:spPr>
          <a:xfrm>
            <a:off x="217024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6" name="12_small_8252">
            <a:extLst>
              <a:ext uri="{FF2B5EF4-FFF2-40B4-BE49-F238E27FC236}">
                <a16:creationId xmlns:a16="http://schemas.microsoft.com/office/drawing/2014/main" id="{1AE56B63-ECF6-45B2-8F07-6891754C3A17}"/>
              </a:ext>
            </a:extLst>
          </p:cNvPr>
          <p:cNvSpPr>
            <a:spLocks noGrp="1"/>
          </p:cNvSpPr>
          <p:nvPr/>
        </p:nvSpPr>
        <p:spPr>
          <a:xfrm>
            <a:off x="223098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7" name="12_small_8253">
            <a:extLst>
              <a:ext uri="{FF2B5EF4-FFF2-40B4-BE49-F238E27FC236}">
                <a16:creationId xmlns:a16="http://schemas.microsoft.com/office/drawing/2014/main" id="{073D7756-DD3F-4B41-AE6B-D64E6F4EC196}"/>
              </a:ext>
            </a:extLst>
          </p:cNvPr>
          <p:cNvSpPr>
            <a:spLocks noGrp="1"/>
          </p:cNvSpPr>
          <p:nvPr/>
        </p:nvSpPr>
        <p:spPr>
          <a:xfrm>
            <a:off x="223526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8" name="12_small_8254">
            <a:extLst>
              <a:ext uri="{FF2B5EF4-FFF2-40B4-BE49-F238E27FC236}">
                <a16:creationId xmlns:a16="http://schemas.microsoft.com/office/drawing/2014/main" id="{4482E388-CD13-40A3-817B-430CB0C06C9F}"/>
              </a:ext>
            </a:extLst>
          </p:cNvPr>
          <p:cNvSpPr>
            <a:spLocks noGrp="1"/>
          </p:cNvSpPr>
          <p:nvPr/>
        </p:nvSpPr>
        <p:spPr>
          <a:xfrm>
            <a:off x="227173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89" name="12_small_8255">
            <a:extLst>
              <a:ext uri="{FF2B5EF4-FFF2-40B4-BE49-F238E27FC236}">
                <a16:creationId xmlns:a16="http://schemas.microsoft.com/office/drawing/2014/main" id="{A4D12A13-F9B1-433A-95B7-D87678C524EC}"/>
              </a:ext>
            </a:extLst>
          </p:cNvPr>
          <p:cNvSpPr>
            <a:spLocks noGrp="1"/>
          </p:cNvSpPr>
          <p:nvPr/>
        </p:nvSpPr>
        <p:spPr>
          <a:xfrm>
            <a:off x="228367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0" name="12_small_8256">
            <a:extLst>
              <a:ext uri="{FF2B5EF4-FFF2-40B4-BE49-F238E27FC236}">
                <a16:creationId xmlns:a16="http://schemas.microsoft.com/office/drawing/2014/main" id="{5AA2DA1B-06E9-4857-821A-BD359F7B1062}"/>
              </a:ext>
            </a:extLst>
          </p:cNvPr>
          <p:cNvSpPr>
            <a:spLocks noGrp="1"/>
          </p:cNvSpPr>
          <p:nvPr/>
        </p:nvSpPr>
        <p:spPr>
          <a:xfrm>
            <a:off x="227667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1" name="12_small_8257">
            <a:extLst>
              <a:ext uri="{FF2B5EF4-FFF2-40B4-BE49-F238E27FC236}">
                <a16:creationId xmlns:a16="http://schemas.microsoft.com/office/drawing/2014/main" id="{9DFEFB8A-A9A1-4F11-B0C6-7D922DDF8752}"/>
              </a:ext>
            </a:extLst>
          </p:cNvPr>
          <p:cNvSpPr>
            <a:spLocks noGrp="1"/>
          </p:cNvSpPr>
          <p:nvPr/>
        </p:nvSpPr>
        <p:spPr>
          <a:xfrm>
            <a:off x="221843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2" name="12_small_8258">
            <a:extLst>
              <a:ext uri="{FF2B5EF4-FFF2-40B4-BE49-F238E27FC236}">
                <a16:creationId xmlns:a16="http://schemas.microsoft.com/office/drawing/2014/main" id="{CBE50789-921F-4186-A618-56F4DC5EFCE9}"/>
              </a:ext>
            </a:extLst>
          </p:cNvPr>
          <p:cNvSpPr>
            <a:spLocks noGrp="1"/>
          </p:cNvSpPr>
          <p:nvPr/>
        </p:nvSpPr>
        <p:spPr>
          <a:xfrm>
            <a:off x="226265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3" name="12_small_8259">
            <a:extLst>
              <a:ext uri="{FF2B5EF4-FFF2-40B4-BE49-F238E27FC236}">
                <a16:creationId xmlns:a16="http://schemas.microsoft.com/office/drawing/2014/main" id="{57A69FFE-455C-41F5-AC6B-EE29AF201D4A}"/>
              </a:ext>
            </a:extLst>
          </p:cNvPr>
          <p:cNvSpPr>
            <a:spLocks noGrp="1"/>
          </p:cNvSpPr>
          <p:nvPr/>
        </p:nvSpPr>
        <p:spPr>
          <a:xfrm>
            <a:off x="2243259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4" name="12_small_8260">
            <a:extLst>
              <a:ext uri="{FF2B5EF4-FFF2-40B4-BE49-F238E27FC236}">
                <a16:creationId xmlns:a16="http://schemas.microsoft.com/office/drawing/2014/main" id="{0660AD1D-E7E2-4FE9-89A4-F04023B608A2}"/>
              </a:ext>
            </a:extLst>
          </p:cNvPr>
          <p:cNvSpPr>
            <a:spLocks noGrp="1"/>
          </p:cNvSpPr>
          <p:nvPr/>
        </p:nvSpPr>
        <p:spPr>
          <a:xfrm>
            <a:off x="218310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5" name="12_small_8261">
            <a:extLst>
              <a:ext uri="{FF2B5EF4-FFF2-40B4-BE49-F238E27FC236}">
                <a16:creationId xmlns:a16="http://schemas.microsoft.com/office/drawing/2014/main" id="{75A5A1BE-C3D2-40C3-AFAA-31D7A794DBF1}"/>
              </a:ext>
            </a:extLst>
          </p:cNvPr>
          <p:cNvSpPr>
            <a:spLocks noGrp="1"/>
          </p:cNvSpPr>
          <p:nvPr/>
        </p:nvSpPr>
        <p:spPr>
          <a:xfrm>
            <a:off x="21658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6" name="12_small_8262">
            <a:extLst>
              <a:ext uri="{FF2B5EF4-FFF2-40B4-BE49-F238E27FC236}">
                <a16:creationId xmlns:a16="http://schemas.microsoft.com/office/drawing/2014/main" id="{0144DECA-1F99-44E9-A55F-1F6B19DD5B6B}"/>
              </a:ext>
            </a:extLst>
          </p:cNvPr>
          <p:cNvSpPr>
            <a:spLocks noGrp="1"/>
          </p:cNvSpPr>
          <p:nvPr/>
        </p:nvSpPr>
        <p:spPr>
          <a:xfrm>
            <a:off x="222708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7" name="12_small_8263">
            <a:extLst>
              <a:ext uri="{FF2B5EF4-FFF2-40B4-BE49-F238E27FC236}">
                <a16:creationId xmlns:a16="http://schemas.microsoft.com/office/drawing/2014/main" id="{7B166DBD-5420-4A16-9CC7-12E348704B4A}"/>
              </a:ext>
            </a:extLst>
          </p:cNvPr>
          <p:cNvSpPr>
            <a:spLocks noGrp="1"/>
          </p:cNvSpPr>
          <p:nvPr/>
        </p:nvSpPr>
        <p:spPr>
          <a:xfrm>
            <a:off x="2246094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8" name="12_small_8264">
            <a:extLst>
              <a:ext uri="{FF2B5EF4-FFF2-40B4-BE49-F238E27FC236}">
                <a16:creationId xmlns:a16="http://schemas.microsoft.com/office/drawing/2014/main" id="{A421E6A8-1710-4D2F-A13A-269F1829BF0B}"/>
              </a:ext>
            </a:extLst>
          </p:cNvPr>
          <p:cNvSpPr>
            <a:spLocks noGrp="1"/>
          </p:cNvSpPr>
          <p:nvPr/>
        </p:nvSpPr>
        <p:spPr>
          <a:xfrm>
            <a:off x="226086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299" name="12_small_8265">
            <a:extLst>
              <a:ext uri="{FF2B5EF4-FFF2-40B4-BE49-F238E27FC236}">
                <a16:creationId xmlns:a16="http://schemas.microsoft.com/office/drawing/2014/main" id="{BB8D28C3-3DA2-4F04-9964-34F91C5EB836}"/>
              </a:ext>
            </a:extLst>
          </p:cNvPr>
          <p:cNvSpPr>
            <a:spLocks noGrp="1"/>
          </p:cNvSpPr>
          <p:nvPr/>
        </p:nvSpPr>
        <p:spPr>
          <a:xfrm>
            <a:off x="22302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0" name="12_small_8266">
            <a:extLst>
              <a:ext uri="{FF2B5EF4-FFF2-40B4-BE49-F238E27FC236}">
                <a16:creationId xmlns:a16="http://schemas.microsoft.com/office/drawing/2014/main" id="{5BA170C2-B15D-4A3F-812C-993808D84EA5}"/>
              </a:ext>
            </a:extLst>
          </p:cNvPr>
          <p:cNvSpPr>
            <a:spLocks noGrp="1"/>
          </p:cNvSpPr>
          <p:nvPr/>
        </p:nvSpPr>
        <p:spPr>
          <a:xfrm>
            <a:off x="219051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1" name="12_small_8267">
            <a:extLst>
              <a:ext uri="{FF2B5EF4-FFF2-40B4-BE49-F238E27FC236}">
                <a16:creationId xmlns:a16="http://schemas.microsoft.com/office/drawing/2014/main" id="{DD4F3B24-FAD1-48AE-8A33-0C01745DA189}"/>
              </a:ext>
            </a:extLst>
          </p:cNvPr>
          <p:cNvSpPr>
            <a:spLocks noGrp="1"/>
          </p:cNvSpPr>
          <p:nvPr/>
        </p:nvSpPr>
        <p:spPr>
          <a:xfrm>
            <a:off x="22842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2" name="12_small_8268">
            <a:extLst>
              <a:ext uri="{FF2B5EF4-FFF2-40B4-BE49-F238E27FC236}">
                <a16:creationId xmlns:a16="http://schemas.microsoft.com/office/drawing/2014/main" id="{CFE5D215-1168-46EB-A41A-18FA648A1DD2}"/>
              </a:ext>
            </a:extLst>
          </p:cNvPr>
          <p:cNvSpPr>
            <a:spLocks noGrp="1"/>
          </p:cNvSpPr>
          <p:nvPr/>
        </p:nvSpPr>
        <p:spPr>
          <a:xfrm>
            <a:off x="22636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3" name="12_small_8269">
            <a:extLst>
              <a:ext uri="{FF2B5EF4-FFF2-40B4-BE49-F238E27FC236}">
                <a16:creationId xmlns:a16="http://schemas.microsoft.com/office/drawing/2014/main" id="{A806E55B-BDCE-4FF8-99CF-941929B70118}"/>
              </a:ext>
            </a:extLst>
          </p:cNvPr>
          <p:cNvSpPr>
            <a:spLocks noGrp="1"/>
          </p:cNvSpPr>
          <p:nvPr/>
        </p:nvSpPr>
        <p:spPr>
          <a:xfrm>
            <a:off x="229210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4" name="12_small_8270">
            <a:extLst>
              <a:ext uri="{FF2B5EF4-FFF2-40B4-BE49-F238E27FC236}">
                <a16:creationId xmlns:a16="http://schemas.microsoft.com/office/drawing/2014/main" id="{B716A875-DA9F-429B-A7F4-FDD9DB687322}"/>
              </a:ext>
            </a:extLst>
          </p:cNvPr>
          <p:cNvSpPr>
            <a:spLocks noGrp="1"/>
          </p:cNvSpPr>
          <p:nvPr/>
        </p:nvSpPr>
        <p:spPr>
          <a:xfrm>
            <a:off x="229209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5" name="12_small_8271">
            <a:extLst>
              <a:ext uri="{FF2B5EF4-FFF2-40B4-BE49-F238E27FC236}">
                <a16:creationId xmlns:a16="http://schemas.microsoft.com/office/drawing/2014/main" id="{29FEF83F-5DD1-4D72-BAA0-BE5947BAC3CB}"/>
              </a:ext>
            </a:extLst>
          </p:cNvPr>
          <p:cNvSpPr>
            <a:spLocks noGrp="1"/>
          </p:cNvSpPr>
          <p:nvPr/>
        </p:nvSpPr>
        <p:spPr>
          <a:xfrm>
            <a:off x="221175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6" name="12_small_8272">
            <a:extLst>
              <a:ext uri="{FF2B5EF4-FFF2-40B4-BE49-F238E27FC236}">
                <a16:creationId xmlns:a16="http://schemas.microsoft.com/office/drawing/2014/main" id="{E7208C5A-2730-4002-82DD-F9C76445C374}"/>
              </a:ext>
            </a:extLst>
          </p:cNvPr>
          <p:cNvSpPr>
            <a:spLocks noGrp="1"/>
          </p:cNvSpPr>
          <p:nvPr/>
        </p:nvSpPr>
        <p:spPr>
          <a:xfrm>
            <a:off x="222526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7" name="12_small_8273">
            <a:extLst>
              <a:ext uri="{FF2B5EF4-FFF2-40B4-BE49-F238E27FC236}">
                <a16:creationId xmlns:a16="http://schemas.microsoft.com/office/drawing/2014/main" id="{F2F5F1CF-0EBD-425B-9495-4767DA4F64AC}"/>
              </a:ext>
            </a:extLst>
          </p:cNvPr>
          <p:cNvSpPr>
            <a:spLocks noGrp="1"/>
          </p:cNvSpPr>
          <p:nvPr/>
        </p:nvSpPr>
        <p:spPr>
          <a:xfrm>
            <a:off x="218297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8" name="12_small_8274">
            <a:extLst>
              <a:ext uri="{FF2B5EF4-FFF2-40B4-BE49-F238E27FC236}">
                <a16:creationId xmlns:a16="http://schemas.microsoft.com/office/drawing/2014/main" id="{705D2ADC-07E8-4408-AE76-E2BCDD8DB07F}"/>
              </a:ext>
            </a:extLst>
          </p:cNvPr>
          <p:cNvSpPr>
            <a:spLocks noGrp="1"/>
          </p:cNvSpPr>
          <p:nvPr/>
        </p:nvSpPr>
        <p:spPr>
          <a:xfrm>
            <a:off x="296855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09" name="12_small_8275">
            <a:extLst>
              <a:ext uri="{FF2B5EF4-FFF2-40B4-BE49-F238E27FC236}">
                <a16:creationId xmlns:a16="http://schemas.microsoft.com/office/drawing/2014/main" id="{A3325EFC-294A-43EE-96FA-4F9C1CF99296}"/>
              </a:ext>
            </a:extLst>
          </p:cNvPr>
          <p:cNvSpPr>
            <a:spLocks noGrp="1"/>
          </p:cNvSpPr>
          <p:nvPr/>
        </p:nvSpPr>
        <p:spPr>
          <a:xfrm>
            <a:off x="307283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0" name="12_small_8276">
            <a:extLst>
              <a:ext uri="{FF2B5EF4-FFF2-40B4-BE49-F238E27FC236}">
                <a16:creationId xmlns:a16="http://schemas.microsoft.com/office/drawing/2014/main" id="{2ECA65D8-1091-4EAF-A824-2397BB7C776A}"/>
              </a:ext>
            </a:extLst>
          </p:cNvPr>
          <p:cNvSpPr>
            <a:spLocks noGrp="1"/>
          </p:cNvSpPr>
          <p:nvPr/>
        </p:nvSpPr>
        <p:spPr>
          <a:xfrm>
            <a:off x="307127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1" name="12_small_8277">
            <a:extLst>
              <a:ext uri="{FF2B5EF4-FFF2-40B4-BE49-F238E27FC236}">
                <a16:creationId xmlns:a16="http://schemas.microsoft.com/office/drawing/2014/main" id="{D3F56A27-FD7A-4C62-B8F1-F4E0803F4954}"/>
              </a:ext>
            </a:extLst>
          </p:cNvPr>
          <p:cNvSpPr>
            <a:spLocks noGrp="1"/>
          </p:cNvSpPr>
          <p:nvPr/>
        </p:nvSpPr>
        <p:spPr>
          <a:xfrm>
            <a:off x="299197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2" name="12_small_8278">
            <a:extLst>
              <a:ext uri="{FF2B5EF4-FFF2-40B4-BE49-F238E27FC236}">
                <a16:creationId xmlns:a16="http://schemas.microsoft.com/office/drawing/2014/main" id="{30BDEFBF-D76E-405D-B56C-43C50041A89C}"/>
              </a:ext>
            </a:extLst>
          </p:cNvPr>
          <p:cNvSpPr>
            <a:spLocks noGrp="1"/>
          </p:cNvSpPr>
          <p:nvPr/>
        </p:nvSpPr>
        <p:spPr>
          <a:xfrm>
            <a:off x="307415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3" name="12_small_8279">
            <a:extLst>
              <a:ext uri="{FF2B5EF4-FFF2-40B4-BE49-F238E27FC236}">
                <a16:creationId xmlns:a16="http://schemas.microsoft.com/office/drawing/2014/main" id="{B0657C38-E231-421A-A8B7-F996E7CBA3C8}"/>
              </a:ext>
            </a:extLst>
          </p:cNvPr>
          <p:cNvSpPr>
            <a:spLocks noGrp="1"/>
          </p:cNvSpPr>
          <p:nvPr/>
        </p:nvSpPr>
        <p:spPr>
          <a:xfrm>
            <a:off x="3043773" y="5272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4" name="12_small_8280">
            <a:extLst>
              <a:ext uri="{FF2B5EF4-FFF2-40B4-BE49-F238E27FC236}">
                <a16:creationId xmlns:a16="http://schemas.microsoft.com/office/drawing/2014/main" id="{607FB39C-EDC6-4A9B-8F84-ABEEAE0417BF}"/>
              </a:ext>
            </a:extLst>
          </p:cNvPr>
          <p:cNvSpPr>
            <a:spLocks noGrp="1"/>
          </p:cNvSpPr>
          <p:nvPr/>
        </p:nvSpPr>
        <p:spPr>
          <a:xfrm>
            <a:off x="295121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5" name="12_small_8281">
            <a:extLst>
              <a:ext uri="{FF2B5EF4-FFF2-40B4-BE49-F238E27FC236}">
                <a16:creationId xmlns:a16="http://schemas.microsoft.com/office/drawing/2014/main" id="{9BA3218F-BBA5-44B3-872C-FB2D529585F9}"/>
              </a:ext>
            </a:extLst>
          </p:cNvPr>
          <p:cNvSpPr>
            <a:spLocks noGrp="1"/>
          </p:cNvSpPr>
          <p:nvPr/>
        </p:nvSpPr>
        <p:spPr>
          <a:xfrm>
            <a:off x="2983485" y="585077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6" name="12_small_8282">
            <a:extLst>
              <a:ext uri="{FF2B5EF4-FFF2-40B4-BE49-F238E27FC236}">
                <a16:creationId xmlns:a16="http://schemas.microsoft.com/office/drawing/2014/main" id="{07ADC60B-75C3-4723-A8C9-FDA29AAA8060}"/>
              </a:ext>
            </a:extLst>
          </p:cNvPr>
          <p:cNvSpPr>
            <a:spLocks noGrp="1"/>
          </p:cNvSpPr>
          <p:nvPr/>
        </p:nvSpPr>
        <p:spPr>
          <a:xfrm>
            <a:off x="300039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7" name="12_small_8283">
            <a:extLst>
              <a:ext uri="{FF2B5EF4-FFF2-40B4-BE49-F238E27FC236}">
                <a16:creationId xmlns:a16="http://schemas.microsoft.com/office/drawing/2014/main" id="{7BA63308-C999-496F-B1B0-20860C550249}"/>
              </a:ext>
            </a:extLst>
          </p:cNvPr>
          <p:cNvSpPr>
            <a:spLocks noGrp="1"/>
          </p:cNvSpPr>
          <p:nvPr/>
        </p:nvSpPr>
        <p:spPr>
          <a:xfrm>
            <a:off x="298521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8" name="12_small_8284">
            <a:extLst>
              <a:ext uri="{FF2B5EF4-FFF2-40B4-BE49-F238E27FC236}">
                <a16:creationId xmlns:a16="http://schemas.microsoft.com/office/drawing/2014/main" id="{C78A8B41-AE54-407D-902F-44569B37171C}"/>
              </a:ext>
            </a:extLst>
          </p:cNvPr>
          <p:cNvSpPr>
            <a:spLocks noGrp="1"/>
          </p:cNvSpPr>
          <p:nvPr/>
        </p:nvSpPr>
        <p:spPr>
          <a:xfrm>
            <a:off x="303906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19" name="12_small_8285">
            <a:extLst>
              <a:ext uri="{FF2B5EF4-FFF2-40B4-BE49-F238E27FC236}">
                <a16:creationId xmlns:a16="http://schemas.microsoft.com/office/drawing/2014/main" id="{856A943B-84B2-4D35-BB45-BD64767F684B}"/>
              </a:ext>
            </a:extLst>
          </p:cNvPr>
          <p:cNvSpPr>
            <a:spLocks noGrp="1"/>
          </p:cNvSpPr>
          <p:nvPr/>
        </p:nvSpPr>
        <p:spPr>
          <a:xfrm>
            <a:off x="294397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0" name="12_small_8286">
            <a:extLst>
              <a:ext uri="{FF2B5EF4-FFF2-40B4-BE49-F238E27FC236}">
                <a16:creationId xmlns:a16="http://schemas.microsoft.com/office/drawing/2014/main" id="{DE5BE1B7-94EE-4ABB-BD41-614A2B470847}"/>
              </a:ext>
            </a:extLst>
          </p:cNvPr>
          <p:cNvSpPr>
            <a:spLocks noGrp="1"/>
          </p:cNvSpPr>
          <p:nvPr/>
        </p:nvSpPr>
        <p:spPr>
          <a:xfrm>
            <a:off x="298437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1" name="12_small_8287">
            <a:extLst>
              <a:ext uri="{FF2B5EF4-FFF2-40B4-BE49-F238E27FC236}">
                <a16:creationId xmlns:a16="http://schemas.microsoft.com/office/drawing/2014/main" id="{4357F8F7-DB35-42C5-9F04-90129CABD112}"/>
              </a:ext>
            </a:extLst>
          </p:cNvPr>
          <p:cNvSpPr>
            <a:spLocks noGrp="1"/>
          </p:cNvSpPr>
          <p:nvPr/>
        </p:nvSpPr>
        <p:spPr>
          <a:xfrm>
            <a:off x="293857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2" name="12_small_8288">
            <a:extLst>
              <a:ext uri="{FF2B5EF4-FFF2-40B4-BE49-F238E27FC236}">
                <a16:creationId xmlns:a16="http://schemas.microsoft.com/office/drawing/2014/main" id="{D2A97373-EBBA-4B57-AD3C-E16B6A341F88}"/>
              </a:ext>
            </a:extLst>
          </p:cNvPr>
          <p:cNvSpPr>
            <a:spLocks noGrp="1"/>
          </p:cNvSpPr>
          <p:nvPr/>
        </p:nvSpPr>
        <p:spPr>
          <a:xfrm>
            <a:off x="30683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3" name="12_small_8289">
            <a:extLst>
              <a:ext uri="{FF2B5EF4-FFF2-40B4-BE49-F238E27FC236}">
                <a16:creationId xmlns:a16="http://schemas.microsoft.com/office/drawing/2014/main" id="{654D0658-77C3-4003-A4EF-6E51EC564941}"/>
              </a:ext>
            </a:extLst>
          </p:cNvPr>
          <p:cNvSpPr>
            <a:spLocks noGrp="1"/>
          </p:cNvSpPr>
          <p:nvPr/>
        </p:nvSpPr>
        <p:spPr>
          <a:xfrm>
            <a:off x="2961172" y="5820053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4" name="12_small_8290">
            <a:extLst>
              <a:ext uri="{FF2B5EF4-FFF2-40B4-BE49-F238E27FC236}">
                <a16:creationId xmlns:a16="http://schemas.microsoft.com/office/drawing/2014/main" id="{C0DC812C-97C0-412A-9D7B-47CA429B9611}"/>
              </a:ext>
            </a:extLst>
          </p:cNvPr>
          <p:cNvSpPr>
            <a:spLocks noGrp="1"/>
          </p:cNvSpPr>
          <p:nvPr/>
        </p:nvSpPr>
        <p:spPr>
          <a:xfrm>
            <a:off x="2955838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5" name="12_small_8291">
            <a:extLst>
              <a:ext uri="{FF2B5EF4-FFF2-40B4-BE49-F238E27FC236}">
                <a16:creationId xmlns:a16="http://schemas.microsoft.com/office/drawing/2014/main" id="{68AF1B32-8AE4-45D7-B3D7-13A71957EC39}"/>
              </a:ext>
            </a:extLst>
          </p:cNvPr>
          <p:cNvSpPr>
            <a:spLocks noGrp="1"/>
          </p:cNvSpPr>
          <p:nvPr/>
        </p:nvSpPr>
        <p:spPr>
          <a:xfrm>
            <a:off x="3004602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6" name="12_small_8292">
            <a:extLst>
              <a:ext uri="{FF2B5EF4-FFF2-40B4-BE49-F238E27FC236}">
                <a16:creationId xmlns:a16="http://schemas.microsoft.com/office/drawing/2014/main" id="{BB15720B-F5F3-4D7F-B87B-0CE84A1E46AB}"/>
              </a:ext>
            </a:extLst>
          </p:cNvPr>
          <p:cNvSpPr>
            <a:spLocks noGrp="1"/>
          </p:cNvSpPr>
          <p:nvPr/>
        </p:nvSpPr>
        <p:spPr>
          <a:xfrm>
            <a:off x="296167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7" name="12_small_8293">
            <a:extLst>
              <a:ext uri="{FF2B5EF4-FFF2-40B4-BE49-F238E27FC236}">
                <a16:creationId xmlns:a16="http://schemas.microsoft.com/office/drawing/2014/main" id="{912AF4CE-3D4C-4D3E-BE04-A597AE41C619}"/>
              </a:ext>
            </a:extLst>
          </p:cNvPr>
          <p:cNvSpPr>
            <a:spLocks noGrp="1"/>
          </p:cNvSpPr>
          <p:nvPr/>
        </p:nvSpPr>
        <p:spPr>
          <a:xfrm>
            <a:off x="293262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8" name="12_small_8294">
            <a:extLst>
              <a:ext uri="{FF2B5EF4-FFF2-40B4-BE49-F238E27FC236}">
                <a16:creationId xmlns:a16="http://schemas.microsoft.com/office/drawing/2014/main" id="{BA9B0982-AD8D-4AB8-B1A7-E1ECAC392E6E}"/>
              </a:ext>
            </a:extLst>
          </p:cNvPr>
          <p:cNvSpPr>
            <a:spLocks noGrp="1"/>
          </p:cNvSpPr>
          <p:nvPr/>
        </p:nvSpPr>
        <p:spPr>
          <a:xfrm>
            <a:off x="299704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29" name="12_small_8295">
            <a:extLst>
              <a:ext uri="{FF2B5EF4-FFF2-40B4-BE49-F238E27FC236}">
                <a16:creationId xmlns:a16="http://schemas.microsoft.com/office/drawing/2014/main" id="{07BDBF74-7AA8-4ADA-9072-846A80679B20}"/>
              </a:ext>
            </a:extLst>
          </p:cNvPr>
          <p:cNvSpPr>
            <a:spLocks noGrp="1"/>
          </p:cNvSpPr>
          <p:nvPr/>
        </p:nvSpPr>
        <p:spPr>
          <a:xfrm>
            <a:off x="2988073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0" name="12_small_8296">
            <a:extLst>
              <a:ext uri="{FF2B5EF4-FFF2-40B4-BE49-F238E27FC236}">
                <a16:creationId xmlns:a16="http://schemas.microsoft.com/office/drawing/2014/main" id="{B92266EE-1D63-432B-A93E-F71537F7CD4A}"/>
              </a:ext>
            </a:extLst>
          </p:cNvPr>
          <p:cNvSpPr>
            <a:spLocks noGrp="1"/>
          </p:cNvSpPr>
          <p:nvPr/>
        </p:nvSpPr>
        <p:spPr>
          <a:xfrm>
            <a:off x="293052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1" name="12_small_8297">
            <a:extLst>
              <a:ext uri="{FF2B5EF4-FFF2-40B4-BE49-F238E27FC236}">
                <a16:creationId xmlns:a16="http://schemas.microsoft.com/office/drawing/2014/main" id="{E12FA501-245D-40CB-8E5E-6DAD5C5E80E3}"/>
              </a:ext>
            </a:extLst>
          </p:cNvPr>
          <p:cNvSpPr>
            <a:spLocks noGrp="1"/>
          </p:cNvSpPr>
          <p:nvPr/>
        </p:nvSpPr>
        <p:spPr>
          <a:xfrm>
            <a:off x="303724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2" name="12_small_8298">
            <a:extLst>
              <a:ext uri="{FF2B5EF4-FFF2-40B4-BE49-F238E27FC236}">
                <a16:creationId xmlns:a16="http://schemas.microsoft.com/office/drawing/2014/main" id="{0780A4B7-C052-4ABB-AFC0-CA5D3D1638D2}"/>
              </a:ext>
            </a:extLst>
          </p:cNvPr>
          <p:cNvSpPr>
            <a:spLocks noGrp="1"/>
          </p:cNvSpPr>
          <p:nvPr/>
        </p:nvSpPr>
        <p:spPr>
          <a:xfrm>
            <a:off x="298140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3" name="12_small_8299">
            <a:extLst>
              <a:ext uri="{FF2B5EF4-FFF2-40B4-BE49-F238E27FC236}">
                <a16:creationId xmlns:a16="http://schemas.microsoft.com/office/drawing/2014/main" id="{9FB0FEFB-5C77-44C9-8EE8-9276B3E5C327}"/>
              </a:ext>
            </a:extLst>
          </p:cNvPr>
          <p:cNvSpPr>
            <a:spLocks noGrp="1"/>
          </p:cNvSpPr>
          <p:nvPr/>
        </p:nvSpPr>
        <p:spPr>
          <a:xfrm>
            <a:off x="306302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4" name="12_small_8300">
            <a:extLst>
              <a:ext uri="{FF2B5EF4-FFF2-40B4-BE49-F238E27FC236}">
                <a16:creationId xmlns:a16="http://schemas.microsoft.com/office/drawing/2014/main" id="{1901B5E4-D39C-4DCB-AEC3-E50462EDA96F}"/>
              </a:ext>
            </a:extLst>
          </p:cNvPr>
          <p:cNvSpPr>
            <a:spLocks noGrp="1"/>
          </p:cNvSpPr>
          <p:nvPr/>
        </p:nvSpPr>
        <p:spPr>
          <a:xfrm>
            <a:off x="297546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5" name="12_small_8301">
            <a:extLst>
              <a:ext uri="{FF2B5EF4-FFF2-40B4-BE49-F238E27FC236}">
                <a16:creationId xmlns:a16="http://schemas.microsoft.com/office/drawing/2014/main" id="{049D7795-6B60-4419-8F1E-FF5C78AA46C2}"/>
              </a:ext>
            </a:extLst>
          </p:cNvPr>
          <p:cNvSpPr>
            <a:spLocks noGrp="1"/>
          </p:cNvSpPr>
          <p:nvPr/>
        </p:nvSpPr>
        <p:spPr>
          <a:xfrm>
            <a:off x="303288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6" name="12_small_8302">
            <a:extLst>
              <a:ext uri="{FF2B5EF4-FFF2-40B4-BE49-F238E27FC236}">
                <a16:creationId xmlns:a16="http://schemas.microsoft.com/office/drawing/2014/main" id="{35EF9CF7-9781-4D8D-97EA-CF78CF24A2E8}"/>
              </a:ext>
            </a:extLst>
          </p:cNvPr>
          <p:cNvSpPr>
            <a:spLocks noGrp="1"/>
          </p:cNvSpPr>
          <p:nvPr/>
        </p:nvSpPr>
        <p:spPr>
          <a:xfrm>
            <a:off x="297374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7" name="12_small_8303">
            <a:extLst>
              <a:ext uri="{FF2B5EF4-FFF2-40B4-BE49-F238E27FC236}">
                <a16:creationId xmlns:a16="http://schemas.microsoft.com/office/drawing/2014/main" id="{3738B7EE-E9CE-44E4-ABE2-5DB947A17A70}"/>
              </a:ext>
            </a:extLst>
          </p:cNvPr>
          <p:cNvSpPr>
            <a:spLocks noGrp="1"/>
          </p:cNvSpPr>
          <p:nvPr/>
        </p:nvSpPr>
        <p:spPr>
          <a:xfrm>
            <a:off x="297893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8" name="12_small_8304">
            <a:extLst>
              <a:ext uri="{FF2B5EF4-FFF2-40B4-BE49-F238E27FC236}">
                <a16:creationId xmlns:a16="http://schemas.microsoft.com/office/drawing/2014/main" id="{0972540A-07BF-4D27-9E96-675BBBC85B4A}"/>
              </a:ext>
            </a:extLst>
          </p:cNvPr>
          <p:cNvSpPr>
            <a:spLocks noGrp="1"/>
          </p:cNvSpPr>
          <p:nvPr/>
        </p:nvSpPr>
        <p:spPr>
          <a:xfrm>
            <a:off x="303746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39" name="12_small_8305">
            <a:extLst>
              <a:ext uri="{FF2B5EF4-FFF2-40B4-BE49-F238E27FC236}">
                <a16:creationId xmlns:a16="http://schemas.microsoft.com/office/drawing/2014/main" id="{214D9457-6657-464E-9E6D-5140232625F3}"/>
              </a:ext>
            </a:extLst>
          </p:cNvPr>
          <p:cNvSpPr>
            <a:spLocks noGrp="1"/>
          </p:cNvSpPr>
          <p:nvPr/>
        </p:nvSpPr>
        <p:spPr>
          <a:xfrm>
            <a:off x="29377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0" name="12_small_8306">
            <a:extLst>
              <a:ext uri="{FF2B5EF4-FFF2-40B4-BE49-F238E27FC236}">
                <a16:creationId xmlns:a16="http://schemas.microsoft.com/office/drawing/2014/main" id="{4FE519C3-632A-4E5F-BF15-D8C4E509B4C2}"/>
              </a:ext>
            </a:extLst>
          </p:cNvPr>
          <p:cNvSpPr>
            <a:spLocks noGrp="1"/>
          </p:cNvSpPr>
          <p:nvPr/>
        </p:nvSpPr>
        <p:spPr>
          <a:xfrm>
            <a:off x="293432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1" name="12_small_8307">
            <a:extLst>
              <a:ext uri="{FF2B5EF4-FFF2-40B4-BE49-F238E27FC236}">
                <a16:creationId xmlns:a16="http://schemas.microsoft.com/office/drawing/2014/main" id="{65FB7286-65FF-4C52-8754-76D73C63ACC2}"/>
              </a:ext>
            </a:extLst>
          </p:cNvPr>
          <p:cNvSpPr>
            <a:spLocks noGrp="1"/>
          </p:cNvSpPr>
          <p:nvPr/>
        </p:nvSpPr>
        <p:spPr>
          <a:xfrm>
            <a:off x="30588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2" name="12_small_8308">
            <a:extLst>
              <a:ext uri="{FF2B5EF4-FFF2-40B4-BE49-F238E27FC236}">
                <a16:creationId xmlns:a16="http://schemas.microsoft.com/office/drawing/2014/main" id="{579F1263-30BE-4450-A1F6-75292A1BF147}"/>
              </a:ext>
            </a:extLst>
          </p:cNvPr>
          <p:cNvSpPr>
            <a:spLocks noGrp="1"/>
          </p:cNvSpPr>
          <p:nvPr/>
        </p:nvSpPr>
        <p:spPr>
          <a:xfrm>
            <a:off x="293367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3" name="12_small_8309">
            <a:extLst>
              <a:ext uri="{FF2B5EF4-FFF2-40B4-BE49-F238E27FC236}">
                <a16:creationId xmlns:a16="http://schemas.microsoft.com/office/drawing/2014/main" id="{CADD536F-B9A5-4C1D-8CB3-B7C20B21A994}"/>
              </a:ext>
            </a:extLst>
          </p:cNvPr>
          <p:cNvSpPr>
            <a:spLocks noGrp="1"/>
          </p:cNvSpPr>
          <p:nvPr/>
        </p:nvSpPr>
        <p:spPr>
          <a:xfrm>
            <a:off x="298054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4" name="12_small_8310">
            <a:extLst>
              <a:ext uri="{FF2B5EF4-FFF2-40B4-BE49-F238E27FC236}">
                <a16:creationId xmlns:a16="http://schemas.microsoft.com/office/drawing/2014/main" id="{24F7FB2F-4F9D-405C-ADA4-5B8AC26D2641}"/>
              </a:ext>
            </a:extLst>
          </p:cNvPr>
          <p:cNvSpPr>
            <a:spLocks noGrp="1"/>
          </p:cNvSpPr>
          <p:nvPr/>
        </p:nvSpPr>
        <p:spPr>
          <a:xfrm>
            <a:off x="299738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5" name="12_small_8311">
            <a:extLst>
              <a:ext uri="{FF2B5EF4-FFF2-40B4-BE49-F238E27FC236}">
                <a16:creationId xmlns:a16="http://schemas.microsoft.com/office/drawing/2014/main" id="{7DF9DF9E-0143-4CB5-8602-B076B1AFAB81}"/>
              </a:ext>
            </a:extLst>
          </p:cNvPr>
          <p:cNvSpPr>
            <a:spLocks noGrp="1"/>
          </p:cNvSpPr>
          <p:nvPr/>
        </p:nvSpPr>
        <p:spPr>
          <a:xfrm>
            <a:off x="294877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6" name="12_small_8312">
            <a:extLst>
              <a:ext uri="{FF2B5EF4-FFF2-40B4-BE49-F238E27FC236}">
                <a16:creationId xmlns:a16="http://schemas.microsoft.com/office/drawing/2014/main" id="{D15D606F-F2E8-4540-9061-7D07EC5FCF9C}"/>
              </a:ext>
            </a:extLst>
          </p:cNvPr>
          <p:cNvSpPr>
            <a:spLocks noGrp="1"/>
          </p:cNvSpPr>
          <p:nvPr/>
        </p:nvSpPr>
        <p:spPr>
          <a:xfrm>
            <a:off x="298027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7" name="12_small_8313">
            <a:extLst>
              <a:ext uri="{FF2B5EF4-FFF2-40B4-BE49-F238E27FC236}">
                <a16:creationId xmlns:a16="http://schemas.microsoft.com/office/drawing/2014/main" id="{E21DD917-03B5-46AC-8E01-F488E8D690EA}"/>
              </a:ext>
            </a:extLst>
          </p:cNvPr>
          <p:cNvSpPr>
            <a:spLocks noGrp="1"/>
          </p:cNvSpPr>
          <p:nvPr/>
        </p:nvSpPr>
        <p:spPr>
          <a:xfrm>
            <a:off x="297272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8" name="12_small_8314">
            <a:extLst>
              <a:ext uri="{FF2B5EF4-FFF2-40B4-BE49-F238E27FC236}">
                <a16:creationId xmlns:a16="http://schemas.microsoft.com/office/drawing/2014/main" id="{AB08B4B3-41E4-4B54-81CE-DE4F5E503E1F}"/>
              </a:ext>
            </a:extLst>
          </p:cNvPr>
          <p:cNvSpPr>
            <a:spLocks noGrp="1"/>
          </p:cNvSpPr>
          <p:nvPr/>
        </p:nvSpPr>
        <p:spPr>
          <a:xfrm>
            <a:off x="306325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49" name="12_small_8315">
            <a:extLst>
              <a:ext uri="{FF2B5EF4-FFF2-40B4-BE49-F238E27FC236}">
                <a16:creationId xmlns:a16="http://schemas.microsoft.com/office/drawing/2014/main" id="{7EEF97DD-5B0E-4ED2-8930-9C40EC55EB41}"/>
              </a:ext>
            </a:extLst>
          </p:cNvPr>
          <p:cNvSpPr>
            <a:spLocks noGrp="1"/>
          </p:cNvSpPr>
          <p:nvPr/>
        </p:nvSpPr>
        <p:spPr>
          <a:xfrm>
            <a:off x="301396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0" name="12_small_8316">
            <a:extLst>
              <a:ext uri="{FF2B5EF4-FFF2-40B4-BE49-F238E27FC236}">
                <a16:creationId xmlns:a16="http://schemas.microsoft.com/office/drawing/2014/main" id="{084709E8-F1A2-4D6B-92F8-27FC11B9D7E7}"/>
              </a:ext>
            </a:extLst>
          </p:cNvPr>
          <p:cNvSpPr>
            <a:spLocks noGrp="1"/>
          </p:cNvSpPr>
          <p:nvPr/>
        </p:nvSpPr>
        <p:spPr>
          <a:xfrm>
            <a:off x="301084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1" name="12_small_8317">
            <a:extLst>
              <a:ext uri="{FF2B5EF4-FFF2-40B4-BE49-F238E27FC236}">
                <a16:creationId xmlns:a16="http://schemas.microsoft.com/office/drawing/2014/main" id="{FCB8259F-F7F6-4042-812C-B0DE778968AD}"/>
              </a:ext>
            </a:extLst>
          </p:cNvPr>
          <p:cNvSpPr>
            <a:spLocks noGrp="1"/>
          </p:cNvSpPr>
          <p:nvPr/>
        </p:nvSpPr>
        <p:spPr>
          <a:xfrm>
            <a:off x="305137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2" name="12_small_8318">
            <a:extLst>
              <a:ext uri="{FF2B5EF4-FFF2-40B4-BE49-F238E27FC236}">
                <a16:creationId xmlns:a16="http://schemas.microsoft.com/office/drawing/2014/main" id="{B34B71A4-E844-4685-ABFD-6F7A94146B26}"/>
              </a:ext>
            </a:extLst>
          </p:cNvPr>
          <p:cNvSpPr>
            <a:spLocks noGrp="1"/>
          </p:cNvSpPr>
          <p:nvPr/>
        </p:nvSpPr>
        <p:spPr>
          <a:xfrm>
            <a:off x="299113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3" name="12_small_8319">
            <a:extLst>
              <a:ext uri="{FF2B5EF4-FFF2-40B4-BE49-F238E27FC236}">
                <a16:creationId xmlns:a16="http://schemas.microsoft.com/office/drawing/2014/main" id="{E891A51D-65F1-453D-B965-EE9F1A8A2DC6}"/>
              </a:ext>
            </a:extLst>
          </p:cNvPr>
          <p:cNvSpPr>
            <a:spLocks noGrp="1"/>
          </p:cNvSpPr>
          <p:nvPr/>
        </p:nvSpPr>
        <p:spPr>
          <a:xfrm>
            <a:off x="306644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4" name="12_small_8320">
            <a:extLst>
              <a:ext uri="{FF2B5EF4-FFF2-40B4-BE49-F238E27FC236}">
                <a16:creationId xmlns:a16="http://schemas.microsoft.com/office/drawing/2014/main" id="{93FDC71C-E4E5-41DA-9E82-78A239356F23}"/>
              </a:ext>
            </a:extLst>
          </p:cNvPr>
          <p:cNvSpPr>
            <a:spLocks noGrp="1"/>
          </p:cNvSpPr>
          <p:nvPr/>
        </p:nvSpPr>
        <p:spPr>
          <a:xfrm>
            <a:off x="303379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5" name="12_small_8321">
            <a:extLst>
              <a:ext uri="{FF2B5EF4-FFF2-40B4-BE49-F238E27FC236}">
                <a16:creationId xmlns:a16="http://schemas.microsoft.com/office/drawing/2014/main" id="{52CE438F-E2A6-42A9-965B-83E8C6885276}"/>
              </a:ext>
            </a:extLst>
          </p:cNvPr>
          <p:cNvSpPr>
            <a:spLocks noGrp="1"/>
          </p:cNvSpPr>
          <p:nvPr/>
        </p:nvSpPr>
        <p:spPr>
          <a:xfrm>
            <a:off x="296569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6" name="12_small_8322">
            <a:extLst>
              <a:ext uri="{FF2B5EF4-FFF2-40B4-BE49-F238E27FC236}">
                <a16:creationId xmlns:a16="http://schemas.microsoft.com/office/drawing/2014/main" id="{76EB85B8-EA3B-4B10-AE2B-0AC2649C8550}"/>
              </a:ext>
            </a:extLst>
          </p:cNvPr>
          <p:cNvSpPr>
            <a:spLocks noGrp="1"/>
          </p:cNvSpPr>
          <p:nvPr/>
        </p:nvSpPr>
        <p:spPr>
          <a:xfrm>
            <a:off x="292835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7" name="12_small_8323">
            <a:extLst>
              <a:ext uri="{FF2B5EF4-FFF2-40B4-BE49-F238E27FC236}">
                <a16:creationId xmlns:a16="http://schemas.microsoft.com/office/drawing/2014/main" id="{1BE6EF25-25A9-4B33-9A33-B55C8FA06E12}"/>
              </a:ext>
            </a:extLst>
          </p:cNvPr>
          <p:cNvSpPr>
            <a:spLocks noGrp="1"/>
          </p:cNvSpPr>
          <p:nvPr/>
        </p:nvSpPr>
        <p:spPr>
          <a:xfrm>
            <a:off x="305383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8" name="12_small_8324">
            <a:extLst>
              <a:ext uri="{FF2B5EF4-FFF2-40B4-BE49-F238E27FC236}">
                <a16:creationId xmlns:a16="http://schemas.microsoft.com/office/drawing/2014/main" id="{314E5179-9854-4766-B383-D38D535DEB6A}"/>
              </a:ext>
            </a:extLst>
          </p:cNvPr>
          <p:cNvSpPr>
            <a:spLocks noGrp="1"/>
          </p:cNvSpPr>
          <p:nvPr/>
        </p:nvSpPr>
        <p:spPr>
          <a:xfrm>
            <a:off x="306965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59" name="12_small_8325">
            <a:extLst>
              <a:ext uri="{FF2B5EF4-FFF2-40B4-BE49-F238E27FC236}">
                <a16:creationId xmlns:a16="http://schemas.microsoft.com/office/drawing/2014/main" id="{BF8EC327-A659-4CFF-9C84-22EE87D49751}"/>
              </a:ext>
            </a:extLst>
          </p:cNvPr>
          <p:cNvSpPr>
            <a:spLocks noGrp="1"/>
          </p:cNvSpPr>
          <p:nvPr/>
        </p:nvSpPr>
        <p:spPr>
          <a:xfrm>
            <a:off x="300496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0" name="12_small_8326">
            <a:extLst>
              <a:ext uri="{FF2B5EF4-FFF2-40B4-BE49-F238E27FC236}">
                <a16:creationId xmlns:a16="http://schemas.microsoft.com/office/drawing/2014/main" id="{AD9BBA03-4F0C-436E-B3F6-4C1CD6196778}"/>
              </a:ext>
            </a:extLst>
          </p:cNvPr>
          <p:cNvSpPr>
            <a:spLocks noGrp="1"/>
          </p:cNvSpPr>
          <p:nvPr/>
        </p:nvSpPr>
        <p:spPr>
          <a:xfrm>
            <a:off x="304905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1" name="12_small_8327">
            <a:extLst>
              <a:ext uri="{FF2B5EF4-FFF2-40B4-BE49-F238E27FC236}">
                <a16:creationId xmlns:a16="http://schemas.microsoft.com/office/drawing/2014/main" id="{BA2075E2-E144-4DB3-978E-8BC1D01F1895}"/>
              </a:ext>
            </a:extLst>
          </p:cNvPr>
          <p:cNvSpPr>
            <a:spLocks noGrp="1"/>
          </p:cNvSpPr>
          <p:nvPr/>
        </p:nvSpPr>
        <p:spPr>
          <a:xfrm>
            <a:off x="304370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2" name="12_small_8328">
            <a:extLst>
              <a:ext uri="{FF2B5EF4-FFF2-40B4-BE49-F238E27FC236}">
                <a16:creationId xmlns:a16="http://schemas.microsoft.com/office/drawing/2014/main" id="{C56B453B-95CC-4671-8EFE-437617DAA36E}"/>
              </a:ext>
            </a:extLst>
          </p:cNvPr>
          <p:cNvSpPr>
            <a:spLocks noGrp="1"/>
          </p:cNvSpPr>
          <p:nvPr/>
        </p:nvSpPr>
        <p:spPr>
          <a:xfrm>
            <a:off x="295149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3" name="12_small_8329">
            <a:extLst>
              <a:ext uri="{FF2B5EF4-FFF2-40B4-BE49-F238E27FC236}">
                <a16:creationId xmlns:a16="http://schemas.microsoft.com/office/drawing/2014/main" id="{7D330800-B63F-469B-98DA-20C27E78BC97}"/>
              </a:ext>
            </a:extLst>
          </p:cNvPr>
          <p:cNvSpPr>
            <a:spLocks noGrp="1"/>
          </p:cNvSpPr>
          <p:nvPr/>
        </p:nvSpPr>
        <p:spPr>
          <a:xfrm>
            <a:off x="301223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4" name="12_small_8330">
            <a:extLst>
              <a:ext uri="{FF2B5EF4-FFF2-40B4-BE49-F238E27FC236}">
                <a16:creationId xmlns:a16="http://schemas.microsoft.com/office/drawing/2014/main" id="{2D9808FC-50FB-4AD2-9725-5F81618BC485}"/>
              </a:ext>
            </a:extLst>
          </p:cNvPr>
          <p:cNvSpPr>
            <a:spLocks noGrp="1"/>
          </p:cNvSpPr>
          <p:nvPr/>
        </p:nvSpPr>
        <p:spPr>
          <a:xfrm>
            <a:off x="301651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5" name="12_small_8331">
            <a:extLst>
              <a:ext uri="{FF2B5EF4-FFF2-40B4-BE49-F238E27FC236}">
                <a16:creationId xmlns:a16="http://schemas.microsoft.com/office/drawing/2014/main" id="{E6F1D375-84A2-49FC-90E9-BD2BF6CA4FBD}"/>
              </a:ext>
            </a:extLst>
          </p:cNvPr>
          <p:cNvSpPr>
            <a:spLocks noGrp="1"/>
          </p:cNvSpPr>
          <p:nvPr/>
        </p:nvSpPr>
        <p:spPr>
          <a:xfrm>
            <a:off x="30529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6" name="12_small_8332">
            <a:extLst>
              <a:ext uri="{FF2B5EF4-FFF2-40B4-BE49-F238E27FC236}">
                <a16:creationId xmlns:a16="http://schemas.microsoft.com/office/drawing/2014/main" id="{D2C9F1EA-76E9-4F54-B1FD-4AD02EE9F12F}"/>
              </a:ext>
            </a:extLst>
          </p:cNvPr>
          <p:cNvSpPr>
            <a:spLocks noGrp="1"/>
          </p:cNvSpPr>
          <p:nvPr/>
        </p:nvSpPr>
        <p:spPr>
          <a:xfrm>
            <a:off x="306492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7" name="12_small_8333">
            <a:extLst>
              <a:ext uri="{FF2B5EF4-FFF2-40B4-BE49-F238E27FC236}">
                <a16:creationId xmlns:a16="http://schemas.microsoft.com/office/drawing/2014/main" id="{631065A2-2CDB-4061-8A83-1944859C151C}"/>
              </a:ext>
            </a:extLst>
          </p:cNvPr>
          <p:cNvSpPr>
            <a:spLocks noGrp="1"/>
          </p:cNvSpPr>
          <p:nvPr/>
        </p:nvSpPr>
        <p:spPr>
          <a:xfrm>
            <a:off x="305792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8" name="12_small_8334">
            <a:extLst>
              <a:ext uri="{FF2B5EF4-FFF2-40B4-BE49-F238E27FC236}">
                <a16:creationId xmlns:a16="http://schemas.microsoft.com/office/drawing/2014/main" id="{BA2F91B1-58F6-481A-838D-8C6DA8D288DE}"/>
              </a:ext>
            </a:extLst>
          </p:cNvPr>
          <p:cNvSpPr>
            <a:spLocks noGrp="1"/>
          </p:cNvSpPr>
          <p:nvPr/>
        </p:nvSpPr>
        <p:spPr>
          <a:xfrm>
            <a:off x="299968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69" name="12_small_8335">
            <a:extLst>
              <a:ext uri="{FF2B5EF4-FFF2-40B4-BE49-F238E27FC236}">
                <a16:creationId xmlns:a16="http://schemas.microsoft.com/office/drawing/2014/main" id="{147EE4B4-E78C-414E-B715-86C5AAF398CA}"/>
              </a:ext>
            </a:extLst>
          </p:cNvPr>
          <p:cNvSpPr>
            <a:spLocks noGrp="1"/>
          </p:cNvSpPr>
          <p:nvPr/>
        </p:nvSpPr>
        <p:spPr>
          <a:xfrm>
            <a:off x="304390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0" name="12_small_8336">
            <a:extLst>
              <a:ext uri="{FF2B5EF4-FFF2-40B4-BE49-F238E27FC236}">
                <a16:creationId xmlns:a16="http://schemas.microsoft.com/office/drawing/2014/main" id="{5F64AFEE-C348-462A-90BA-D7EAE2C8C2E1}"/>
              </a:ext>
            </a:extLst>
          </p:cNvPr>
          <p:cNvSpPr>
            <a:spLocks noGrp="1"/>
          </p:cNvSpPr>
          <p:nvPr/>
        </p:nvSpPr>
        <p:spPr>
          <a:xfrm>
            <a:off x="3024509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1" name="12_small_8337">
            <a:extLst>
              <a:ext uri="{FF2B5EF4-FFF2-40B4-BE49-F238E27FC236}">
                <a16:creationId xmlns:a16="http://schemas.microsoft.com/office/drawing/2014/main" id="{00AE8D58-0F41-4C33-AC90-D5E7AD62E4AE}"/>
              </a:ext>
            </a:extLst>
          </p:cNvPr>
          <p:cNvSpPr>
            <a:spLocks noGrp="1"/>
          </p:cNvSpPr>
          <p:nvPr/>
        </p:nvSpPr>
        <p:spPr>
          <a:xfrm>
            <a:off x="296435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2" name="12_small_8338">
            <a:extLst>
              <a:ext uri="{FF2B5EF4-FFF2-40B4-BE49-F238E27FC236}">
                <a16:creationId xmlns:a16="http://schemas.microsoft.com/office/drawing/2014/main" id="{FB970B5A-6E5E-4F06-884F-760A3B1D736F}"/>
              </a:ext>
            </a:extLst>
          </p:cNvPr>
          <p:cNvSpPr>
            <a:spLocks noGrp="1"/>
          </p:cNvSpPr>
          <p:nvPr/>
        </p:nvSpPr>
        <p:spPr>
          <a:xfrm>
            <a:off x="29471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3" name="12_small_8339">
            <a:extLst>
              <a:ext uri="{FF2B5EF4-FFF2-40B4-BE49-F238E27FC236}">
                <a16:creationId xmlns:a16="http://schemas.microsoft.com/office/drawing/2014/main" id="{0238A61D-AEA1-4750-A1FF-5BB3589849DC}"/>
              </a:ext>
            </a:extLst>
          </p:cNvPr>
          <p:cNvSpPr>
            <a:spLocks noGrp="1"/>
          </p:cNvSpPr>
          <p:nvPr/>
        </p:nvSpPr>
        <p:spPr>
          <a:xfrm>
            <a:off x="300833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4" name="12_small_8340">
            <a:extLst>
              <a:ext uri="{FF2B5EF4-FFF2-40B4-BE49-F238E27FC236}">
                <a16:creationId xmlns:a16="http://schemas.microsoft.com/office/drawing/2014/main" id="{492A92E8-0BE7-45EE-BCF4-D2F73DF6BE87}"/>
              </a:ext>
            </a:extLst>
          </p:cNvPr>
          <p:cNvSpPr>
            <a:spLocks noGrp="1"/>
          </p:cNvSpPr>
          <p:nvPr/>
        </p:nvSpPr>
        <p:spPr>
          <a:xfrm>
            <a:off x="3027344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5" name="12_small_8341">
            <a:extLst>
              <a:ext uri="{FF2B5EF4-FFF2-40B4-BE49-F238E27FC236}">
                <a16:creationId xmlns:a16="http://schemas.microsoft.com/office/drawing/2014/main" id="{6D9DAB3D-4DD9-4C56-A937-F50C2E088F1C}"/>
              </a:ext>
            </a:extLst>
          </p:cNvPr>
          <p:cNvSpPr>
            <a:spLocks noGrp="1"/>
          </p:cNvSpPr>
          <p:nvPr/>
        </p:nvSpPr>
        <p:spPr>
          <a:xfrm>
            <a:off x="304211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6" name="12_small_8342">
            <a:extLst>
              <a:ext uri="{FF2B5EF4-FFF2-40B4-BE49-F238E27FC236}">
                <a16:creationId xmlns:a16="http://schemas.microsoft.com/office/drawing/2014/main" id="{86CA35E0-54B9-487E-8640-4A7A2D52CC57}"/>
              </a:ext>
            </a:extLst>
          </p:cNvPr>
          <p:cNvSpPr>
            <a:spLocks noGrp="1"/>
          </p:cNvSpPr>
          <p:nvPr/>
        </p:nvSpPr>
        <p:spPr>
          <a:xfrm>
            <a:off x="30115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7" name="12_small_8343">
            <a:extLst>
              <a:ext uri="{FF2B5EF4-FFF2-40B4-BE49-F238E27FC236}">
                <a16:creationId xmlns:a16="http://schemas.microsoft.com/office/drawing/2014/main" id="{0853BBF1-6864-4DCC-AAE8-32C699063328}"/>
              </a:ext>
            </a:extLst>
          </p:cNvPr>
          <p:cNvSpPr>
            <a:spLocks noGrp="1"/>
          </p:cNvSpPr>
          <p:nvPr/>
        </p:nvSpPr>
        <p:spPr>
          <a:xfrm>
            <a:off x="297176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8" name="12_small_8344">
            <a:extLst>
              <a:ext uri="{FF2B5EF4-FFF2-40B4-BE49-F238E27FC236}">
                <a16:creationId xmlns:a16="http://schemas.microsoft.com/office/drawing/2014/main" id="{7A1EAB4A-9A01-4F92-90FB-F019F6B1755F}"/>
              </a:ext>
            </a:extLst>
          </p:cNvPr>
          <p:cNvSpPr>
            <a:spLocks noGrp="1"/>
          </p:cNvSpPr>
          <p:nvPr/>
        </p:nvSpPr>
        <p:spPr>
          <a:xfrm>
            <a:off x="30654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79" name="12_small_8345">
            <a:extLst>
              <a:ext uri="{FF2B5EF4-FFF2-40B4-BE49-F238E27FC236}">
                <a16:creationId xmlns:a16="http://schemas.microsoft.com/office/drawing/2014/main" id="{FAA5303A-B535-4660-A768-B9AD97AFD7C1}"/>
              </a:ext>
            </a:extLst>
          </p:cNvPr>
          <p:cNvSpPr>
            <a:spLocks noGrp="1"/>
          </p:cNvSpPr>
          <p:nvPr/>
        </p:nvSpPr>
        <p:spPr>
          <a:xfrm>
            <a:off x="30449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0" name="12_small_8346">
            <a:extLst>
              <a:ext uri="{FF2B5EF4-FFF2-40B4-BE49-F238E27FC236}">
                <a16:creationId xmlns:a16="http://schemas.microsoft.com/office/drawing/2014/main" id="{15E17DB6-03AD-4D92-A13C-03FAD05ADE5F}"/>
              </a:ext>
            </a:extLst>
          </p:cNvPr>
          <p:cNvSpPr>
            <a:spLocks noGrp="1"/>
          </p:cNvSpPr>
          <p:nvPr/>
        </p:nvSpPr>
        <p:spPr>
          <a:xfrm>
            <a:off x="307335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1" name="12_small_8347">
            <a:extLst>
              <a:ext uri="{FF2B5EF4-FFF2-40B4-BE49-F238E27FC236}">
                <a16:creationId xmlns:a16="http://schemas.microsoft.com/office/drawing/2014/main" id="{82A4A8BB-AF9C-40C9-B136-7E5C16D961C4}"/>
              </a:ext>
            </a:extLst>
          </p:cNvPr>
          <p:cNvSpPr>
            <a:spLocks noGrp="1"/>
          </p:cNvSpPr>
          <p:nvPr/>
        </p:nvSpPr>
        <p:spPr>
          <a:xfrm>
            <a:off x="307334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2" name="12_small_8348">
            <a:extLst>
              <a:ext uri="{FF2B5EF4-FFF2-40B4-BE49-F238E27FC236}">
                <a16:creationId xmlns:a16="http://schemas.microsoft.com/office/drawing/2014/main" id="{AB2395F6-722D-4127-9057-A20C02DF57AC}"/>
              </a:ext>
            </a:extLst>
          </p:cNvPr>
          <p:cNvSpPr>
            <a:spLocks noGrp="1"/>
          </p:cNvSpPr>
          <p:nvPr/>
        </p:nvSpPr>
        <p:spPr>
          <a:xfrm>
            <a:off x="299300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3" name="12_small_8349">
            <a:extLst>
              <a:ext uri="{FF2B5EF4-FFF2-40B4-BE49-F238E27FC236}">
                <a16:creationId xmlns:a16="http://schemas.microsoft.com/office/drawing/2014/main" id="{B7B12478-7263-4A6D-B8A8-2F7159398F95}"/>
              </a:ext>
            </a:extLst>
          </p:cNvPr>
          <p:cNvSpPr>
            <a:spLocks noGrp="1"/>
          </p:cNvSpPr>
          <p:nvPr/>
        </p:nvSpPr>
        <p:spPr>
          <a:xfrm>
            <a:off x="300651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4" name="12_small_8350">
            <a:extLst>
              <a:ext uri="{FF2B5EF4-FFF2-40B4-BE49-F238E27FC236}">
                <a16:creationId xmlns:a16="http://schemas.microsoft.com/office/drawing/2014/main" id="{1259AA51-0DD1-4DEE-87C9-F007F537C6A8}"/>
              </a:ext>
            </a:extLst>
          </p:cNvPr>
          <p:cNvSpPr>
            <a:spLocks noGrp="1"/>
          </p:cNvSpPr>
          <p:nvPr/>
        </p:nvSpPr>
        <p:spPr>
          <a:xfrm>
            <a:off x="296422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385" name="12_small_8351">
            <a:extLst>
              <a:ext uri="{FF2B5EF4-FFF2-40B4-BE49-F238E27FC236}">
                <a16:creationId xmlns:a16="http://schemas.microsoft.com/office/drawing/2014/main" id="{FC54A7F2-F1D7-4580-8793-C235653560D4}"/>
              </a:ext>
            </a:extLst>
          </p:cNvPr>
          <p:cNvSpPr>
            <a:spLocks noGrp="1"/>
          </p:cNvSpPr>
          <p:nvPr/>
        </p:nvSpPr>
        <p:spPr>
          <a:xfrm>
            <a:off x="648000" y="5182973"/>
            <a:ext cx="191" cy="811027"/>
          </a:xfrm>
          <a:custGeom>
            <a:avLst/>
            <a:gdLst/>
            <a:ahLst/>
            <a:cxnLst/>
            <a:rect l="0" t="0" r="0" b="0"/>
            <a:pathLst>
              <a:path w="191" h="811027">
                <a:moveTo>
                  <a:pt x="0" y="811027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2386" name="12_small_8352">
            <a:extLst>
              <a:ext uri="{FF2B5EF4-FFF2-40B4-BE49-F238E27FC236}">
                <a16:creationId xmlns:a16="http://schemas.microsoft.com/office/drawing/2014/main" id="{734F28DF-8BE0-4BBE-BC09-E2F7C816504F}"/>
              </a:ext>
            </a:extLst>
          </p:cNvPr>
          <p:cNvSpPr>
            <a:spLocks noGrp="1"/>
          </p:cNvSpPr>
          <p:nvPr/>
        </p:nvSpPr>
        <p:spPr>
          <a:xfrm>
            <a:off x="648000" y="599400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2387" name="text_8353">
            <a:extLst>
              <a:ext uri="{FF2B5EF4-FFF2-40B4-BE49-F238E27FC236}">
                <a16:creationId xmlns:a16="http://schemas.microsoft.com/office/drawing/2014/main" id="{8C8E2467-868F-436B-A187-C5C9E5341D3C}"/>
              </a:ext>
            </a:extLst>
          </p:cNvPr>
          <p:cNvSpPr>
            <a:spLocks noGrp="1"/>
          </p:cNvSpPr>
          <p:nvPr/>
        </p:nvSpPr>
        <p:spPr>
          <a:xfrm>
            <a:off x="293625" y="5066447"/>
            <a:ext cx="90297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g</a:t>
            </a:r>
          </a:p>
        </p:txBody>
      </p:sp>
      <p:sp>
        <p:nvSpPr>
          <p:cNvPr id="2388" name="text_8354">
            <a:extLst>
              <a:ext uri="{FF2B5EF4-FFF2-40B4-BE49-F238E27FC236}">
                <a16:creationId xmlns:a16="http://schemas.microsoft.com/office/drawing/2014/main" id="{A0D93595-A2D7-47DD-BD85-A05F16CAEFB4}"/>
              </a:ext>
            </a:extLst>
          </p:cNvPr>
          <p:cNvSpPr>
            <a:spLocks noGrp="1"/>
          </p:cNvSpPr>
          <p:nvPr/>
        </p:nvSpPr>
        <p:spPr>
          <a:xfrm>
            <a:off x="648000" y="4983393"/>
            <a:ext cx="1425442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Best-of-50 · RMSD &lt;3 Å · GT</a:t>
            </a:r>
          </a:p>
        </p:txBody>
      </p:sp>
      <p:sp>
        <p:nvSpPr>
          <p:cNvPr id="2389" name="12_small_8355">
            <a:extLst>
              <a:ext uri="{FF2B5EF4-FFF2-40B4-BE49-F238E27FC236}">
                <a16:creationId xmlns:a16="http://schemas.microsoft.com/office/drawing/2014/main" id="{190F13AE-8317-4BE4-8371-488643713CB1}"/>
              </a:ext>
            </a:extLst>
          </p:cNvPr>
          <p:cNvSpPr>
            <a:spLocks noGrp="1"/>
          </p:cNvSpPr>
          <p:nvPr/>
        </p:nvSpPr>
        <p:spPr>
          <a:xfrm>
            <a:off x="671437" y="5463682"/>
            <a:ext cx="2343750" cy="493454"/>
          </a:xfrm>
          <a:custGeom>
            <a:avLst/>
            <a:gdLst/>
            <a:ahLst/>
            <a:cxnLst/>
            <a:rect l="0" t="0" r="0" b="0"/>
            <a:pathLst>
              <a:path w="2343750" h="493454">
                <a:moveTo>
                  <a:pt x="0" y="493454"/>
                </a:moveTo>
                <a:lnTo>
                  <a:pt x="43403" y="492564"/>
                </a:lnTo>
                <a:lnTo>
                  <a:pt x="43403" y="492032"/>
                </a:lnTo>
                <a:lnTo>
                  <a:pt x="65104" y="491102"/>
                </a:lnTo>
                <a:lnTo>
                  <a:pt x="65104" y="489905"/>
                </a:lnTo>
                <a:lnTo>
                  <a:pt x="71023" y="489782"/>
                </a:lnTo>
                <a:lnTo>
                  <a:pt x="71023" y="488042"/>
                </a:lnTo>
                <a:lnTo>
                  <a:pt x="86806" y="486961"/>
                </a:lnTo>
                <a:lnTo>
                  <a:pt x="86806" y="485897"/>
                </a:lnTo>
                <a:lnTo>
                  <a:pt x="111607" y="485529"/>
                </a:lnTo>
                <a:lnTo>
                  <a:pt x="111607" y="483477"/>
                </a:lnTo>
                <a:lnTo>
                  <a:pt x="130208" y="483354"/>
                </a:lnTo>
                <a:lnTo>
                  <a:pt x="130208" y="474454"/>
                </a:lnTo>
                <a:lnTo>
                  <a:pt x="142045" y="474332"/>
                </a:lnTo>
                <a:lnTo>
                  <a:pt x="142045" y="472591"/>
                </a:lnTo>
                <a:lnTo>
                  <a:pt x="156250" y="472468"/>
                </a:lnTo>
                <a:lnTo>
                  <a:pt x="156250" y="465765"/>
                </a:lnTo>
                <a:lnTo>
                  <a:pt x="173611" y="464437"/>
                </a:lnTo>
                <a:lnTo>
                  <a:pt x="173611" y="463905"/>
                </a:lnTo>
                <a:lnTo>
                  <a:pt x="195312" y="463659"/>
                </a:lnTo>
                <a:lnTo>
                  <a:pt x="195312" y="446902"/>
                </a:lnTo>
                <a:lnTo>
                  <a:pt x="213068" y="446657"/>
                </a:lnTo>
                <a:lnTo>
                  <a:pt x="213068" y="444916"/>
                </a:lnTo>
                <a:lnTo>
                  <a:pt x="223214" y="444261"/>
                </a:lnTo>
                <a:lnTo>
                  <a:pt x="223214" y="442209"/>
                </a:lnTo>
                <a:lnTo>
                  <a:pt x="260417" y="440884"/>
                </a:lnTo>
                <a:lnTo>
                  <a:pt x="260417" y="422674"/>
                </a:lnTo>
                <a:lnTo>
                  <a:pt x="284091" y="421745"/>
                </a:lnTo>
                <a:lnTo>
                  <a:pt x="284091" y="420004"/>
                </a:lnTo>
                <a:lnTo>
                  <a:pt x="310497" y="418694"/>
                </a:lnTo>
                <a:lnTo>
                  <a:pt x="310497" y="418572"/>
                </a:lnTo>
                <a:lnTo>
                  <a:pt x="312500" y="418572"/>
                </a:lnTo>
                <a:lnTo>
                  <a:pt x="312500" y="411869"/>
                </a:lnTo>
                <a:lnTo>
                  <a:pt x="334821" y="411623"/>
                </a:lnTo>
                <a:lnTo>
                  <a:pt x="334821" y="409572"/>
                </a:lnTo>
                <a:lnTo>
                  <a:pt x="355114" y="409326"/>
                </a:lnTo>
                <a:lnTo>
                  <a:pt x="355114" y="407585"/>
                </a:lnTo>
                <a:lnTo>
                  <a:pt x="390625" y="407217"/>
                </a:lnTo>
                <a:lnTo>
                  <a:pt x="390625" y="347203"/>
                </a:lnTo>
                <a:lnTo>
                  <a:pt x="426136" y="346835"/>
                </a:lnTo>
                <a:lnTo>
                  <a:pt x="426136" y="345094"/>
                </a:lnTo>
                <a:lnTo>
                  <a:pt x="446429" y="344848"/>
                </a:lnTo>
                <a:lnTo>
                  <a:pt x="446429" y="342796"/>
                </a:lnTo>
                <a:lnTo>
                  <a:pt x="468750" y="341753"/>
                </a:lnTo>
                <a:lnTo>
                  <a:pt x="468750" y="335050"/>
                </a:lnTo>
                <a:lnTo>
                  <a:pt x="497159" y="334682"/>
                </a:lnTo>
                <a:lnTo>
                  <a:pt x="497159" y="332941"/>
                </a:lnTo>
                <a:lnTo>
                  <a:pt x="520833" y="332011"/>
                </a:lnTo>
                <a:lnTo>
                  <a:pt x="520833" y="316728"/>
                </a:lnTo>
                <a:lnTo>
                  <a:pt x="558036" y="315402"/>
                </a:lnTo>
                <a:lnTo>
                  <a:pt x="558036" y="313350"/>
                </a:lnTo>
                <a:lnTo>
                  <a:pt x="568182" y="313227"/>
                </a:lnTo>
                <a:lnTo>
                  <a:pt x="568182" y="311486"/>
                </a:lnTo>
                <a:lnTo>
                  <a:pt x="585938" y="311241"/>
                </a:lnTo>
                <a:lnTo>
                  <a:pt x="585938" y="299272"/>
                </a:lnTo>
                <a:lnTo>
                  <a:pt x="613839" y="298372"/>
                </a:lnTo>
                <a:lnTo>
                  <a:pt x="613839" y="297688"/>
                </a:lnTo>
                <a:lnTo>
                  <a:pt x="625000" y="297565"/>
                </a:lnTo>
                <a:lnTo>
                  <a:pt x="625000" y="290862"/>
                </a:lnTo>
                <a:lnTo>
                  <a:pt x="639205" y="290739"/>
                </a:lnTo>
                <a:lnTo>
                  <a:pt x="639205" y="288998"/>
                </a:lnTo>
                <a:lnTo>
                  <a:pt x="651042" y="288876"/>
                </a:lnTo>
                <a:lnTo>
                  <a:pt x="651042" y="280773"/>
                </a:lnTo>
                <a:lnTo>
                  <a:pt x="669643" y="280651"/>
                </a:lnTo>
                <a:lnTo>
                  <a:pt x="669643" y="278599"/>
                </a:lnTo>
                <a:lnTo>
                  <a:pt x="703125" y="278108"/>
                </a:lnTo>
                <a:lnTo>
                  <a:pt x="703125" y="277150"/>
                </a:lnTo>
                <a:lnTo>
                  <a:pt x="710227" y="277150"/>
                </a:lnTo>
                <a:lnTo>
                  <a:pt x="711138" y="275287"/>
                </a:lnTo>
                <a:lnTo>
                  <a:pt x="771234" y="273989"/>
                </a:lnTo>
                <a:lnTo>
                  <a:pt x="771234" y="273866"/>
                </a:lnTo>
                <a:lnTo>
                  <a:pt x="781250" y="273866"/>
                </a:lnTo>
                <a:lnTo>
                  <a:pt x="781250" y="7181"/>
                </a:lnTo>
                <a:lnTo>
                  <a:pt x="1171875" y="7181"/>
                </a:lnTo>
                <a:lnTo>
                  <a:pt x="1171875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2390" name="12_small_8356">
            <a:extLst>
              <a:ext uri="{FF2B5EF4-FFF2-40B4-BE49-F238E27FC236}">
                <a16:creationId xmlns:a16="http://schemas.microsoft.com/office/drawing/2014/main" id="{76091F19-DB02-431C-B79E-95B36A82D4F6}"/>
              </a:ext>
            </a:extLst>
          </p:cNvPr>
          <p:cNvSpPr>
            <a:spLocks noGrp="1"/>
          </p:cNvSpPr>
          <p:nvPr/>
        </p:nvSpPr>
        <p:spPr>
          <a:xfrm>
            <a:off x="671437" y="5219838"/>
            <a:ext cx="2343750" cy="737297"/>
          </a:xfrm>
          <a:custGeom>
            <a:avLst/>
            <a:gdLst/>
            <a:ahLst/>
            <a:cxnLst/>
            <a:rect l="0" t="0" r="0" b="0"/>
            <a:pathLst>
              <a:path w="2343750" h="737297">
                <a:moveTo>
                  <a:pt x="0" y="737297"/>
                </a:moveTo>
                <a:lnTo>
                  <a:pt x="781250" y="737297"/>
                </a:lnTo>
                <a:lnTo>
                  <a:pt x="781250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2391" name="12_small_8357">
            <a:extLst>
              <a:ext uri="{FF2B5EF4-FFF2-40B4-BE49-F238E27FC236}">
                <a16:creationId xmlns:a16="http://schemas.microsoft.com/office/drawing/2014/main" id="{07F48628-AA66-4248-B892-5992A3EA66FD}"/>
              </a:ext>
            </a:extLst>
          </p:cNvPr>
          <p:cNvSpPr>
            <a:spLocks noGrp="1"/>
          </p:cNvSpPr>
          <p:nvPr/>
        </p:nvSpPr>
        <p:spPr>
          <a:xfrm>
            <a:off x="1040473" y="5789294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392" name="12_small_8358">
            <a:extLst>
              <a:ext uri="{FF2B5EF4-FFF2-40B4-BE49-F238E27FC236}">
                <a16:creationId xmlns:a16="http://schemas.microsoft.com/office/drawing/2014/main" id="{9A65D000-F72C-402C-9F47-0E0CF57AC40C}"/>
              </a:ext>
            </a:extLst>
          </p:cNvPr>
          <p:cNvSpPr>
            <a:spLocks noGrp="1"/>
          </p:cNvSpPr>
          <p:nvPr/>
        </p:nvSpPr>
        <p:spPr>
          <a:xfrm>
            <a:off x="1431098" y="544927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393" name="12_small_8359">
            <a:extLst>
              <a:ext uri="{FF2B5EF4-FFF2-40B4-BE49-F238E27FC236}">
                <a16:creationId xmlns:a16="http://schemas.microsoft.com/office/drawing/2014/main" id="{72637160-DF76-4253-BADC-D5B3326768AA}"/>
              </a:ext>
            </a:extLst>
          </p:cNvPr>
          <p:cNvSpPr>
            <a:spLocks noGrp="1"/>
          </p:cNvSpPr>
          <p:nvPr/>
        </p:nvSpPr>
        <p:spPr>
          <a:xfrm>
            <a:off x="2212348" y="5442092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394" name="12_small_8360">
            <a:extLst>
              <a:ext uri="{FF2B5EF4-FFF2-40B4-BE49-F238E27FC236}">
                <a16:creationId xmlns:a16="http://schemas.microsoft.com/office/drawing/2014/main" id="{282B076D-0C4E-4D07-B096-51FD1CA81F86}"/>
              </a:ext>
            </a:extLst>
          </p:cNvPr>
          <p:cNvSpPr>
            <a:spLocks noGrp="1"/>
          </p:cNvSpPr>
          <p:nvPr/>
        </p:nvSpPr>
        <p:spPr>
          <a:xfrm>
            <a:off x="2993598" y="5442092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395" name="12_small_8361">
            <a:extLst>
              <a:ext uri="{FF2B5EF4-FFF2-40B4-BE49-F238E27FC236}">
                <a16:creationId xmlns:a16="http://schemas.microsoft.com/office/drawing/2014/main" id="{6FC3A014-465F-46C6-8116-CD379C71AEBC}"/>
              </a:ext>
            </a:extLst>
          </p:cNvPr>
          <p:cNvSpPr>
            <a:spLocks noGrp="1"/>
          </p:cNvSpPr>
          <p:nvPr/>
        </p:nvSpPr>
        <p:spPr>
          <a:xfrm>
            <a:off x="1026141" y="5921214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396" name="12_small_8362">
            <a:extLst>
              <a:ext uri="{FF2B5EF4-FFF2-40B4-BE49-F238E27FC236}">
                <a16:creationId xmlns:a16="http://schemas.microsoft.com/office/drawing/2014/main" id="{B17F5E94-A351-4259-961F-29E4FE233950}"/>
              </a:ext>
            </a:extLst>
          </p:cNvPr>
          <p:cNvSpPr>
            <a:spLocks noGrp="1"/>
          </p:cNvSpPr>
          <p:nvPr/>
        </p:nvSpPr>
        <p:spPr>
          <a:xfrm>
            <a:off x="1416766" y="518391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397" name="12_small_8363">
            <a:extLst>
              <a:ext uri="{FF2B5EF4-FFF2-40B4-BE49-F238E27FC236}">
                <a16:creationId xmlns:a16="http://schemas.microsoft.com/office/drawing/2014/main" id="{F3DE2554-7CAE-45C2-91D3-555A681FF26D}"/>
              </a:ext>
            </a:extLst>
          </p:cNvPr>
          <p:cNvSpPr>
            <a:spLocks noGrp="1"/>
          </p:cNvSpPr>
          <p:nvPr/>
        </p:nvSpPr>
        <p:spPr>
          <a:xfrm>
            <a:off x="2198016" y="518391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398" name="12_small_8364">
            <a:extLst>
              <a:ext uri="{FF2B5EF4-FFF2-40B4-BE49-F238E27FC236}">
                <a16:creationId xmlns:a16="http://schemas.microsoft.com/office/drawing/2014/main" id="{E7EC35A2-2A38-4DCD-BB1B-7488730672CB}"/>
              </a:ext>
            </a:extLst>
          </p:cNvPr>
          <p:cNvSpPr>
            <a:spLocks noGrp="1"/>
          </p:cNvSpPr>
          <p:nvPr/>
        </p:nvSpPr>
        <p:spPr>
          <a:xfrm>
            <a:off x="2979266" y="518391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399" name="12_small_8365">
            <a:extLst>
              <a:ext uri="{FF2B5EF4-FFF2-40B4-BE49-F238E27FC236}">
                <a16:creationId xmlns:a16="http://schemas.microsoft.com/office/drawing/2014/main" id="{E4923D96-7A3D-4149-9A5A-6737B8E5E374}"/>
              </a:ext>
            </a:extLst>
          </p:cNvPr>
          <p:cNvSpPr>
            <a:spLocks noGrp="1"/>
          </p:cNvSpPr>
          <p:nvPr/>
        </p:nvSpPr>
        <p:spPr>
          <a:xfrm>
            <a:off x="3786750" y="5182973"/>
            <a:ext cx="2531250" cy="811027"/>
          </a:xfrm>
          <a:custGeom>
            <a:avLst/>
            <a:gdLst/>
            <a:ahLst/>
            <a:cxnLst/>
            <a:rect l="0" t="0" r="0" b="0"/>
            <a:pathLst>
              <a:path w="2531250" h="811027">
                <a:moveTo>
                  <a:pt x="0" y="811027"/>
                </a:moveTo>
                <a:lnTo>
                  <a:pt x="2531250" y="811027"/>
                </a:lnTo>
                <a:lnTo>
                  <a:pt x="2531250" y="0"/>
                </a:lnTo>
                <a:lnTo>
                  <a:pt x="0" y="0"/>
                </a:lnTo>
                <a:lnTo>
                  <a:pt x="0" y="811027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400" name="12_small_8366">
            <a:extLst>
              <a:ext uri="{FF2B5EF4-FFF2-40B4-BE49-F238E27FC236}">
                <a16:creationId xmlns:a16="http://schemas.microsoft.com/office/drawing/2014/main" id="{3E773849-9A73-4479-B94A-BFB489B2D8BB}"/>
              </a:ext>
            </a:extLst>
          </p:cNvPr>
          <p:cNvSpPr>
            <a:spLocks noGrp="1"/>
          </p:cNvSpPr>
          <p:nvPr/>
        </p:nvSpPr>
        <p:spPr>
          <a:xfrm>
            <a:off x="4099250" y="5219838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203125" y="737297"/>
                </a:moveTo>
                <a:lnTo>
                  <a:pt x="0" y="737297"/>
                </a:lnTo>
                <a:lnTo>
                  <a:pt x="1116" y="731153"/>
                </a:lnTo>
                <a:lnTo>
                  <a:pt x="4390" y="725009"/>
                </a:lnTo>
                <a:lnTo>
                  <a:pt x="9605" y="718865"/>
                </a:lnTo>
                <a:lnTo>
                  <a:pt x="16428" y="712720"/>
                </a:lnTo>
                <a:lnTo>
                  <a:pt x="24442" y="706576"/>
                </a:lnTo>
                <a:lnTo>
                  <a:pt x="33193" y="700432"/>
                </a:lnTo>
                <a:lnTo>
                  <a:pt x="42227" y="694288"/>
                </a:lnTo>
                <a:lnTo>
                  <a:pt x="51132" y="688144"/>
                </a:lnTo>
                <a:lnTo>
                  <a:pt x="59563" y="682000"/>
                </a:lnTo>
                <a:lnTo>
                  <a:pt x="67262" y="675856"/>
                </a:lnTo>
                <a:lnTo>
                  <a:pt x="74063" y="669711"/>
                </a:lnTo>
                <a:lnTo>
                  <a:pt x="79884" y="663567"/>
                </a:lnTo>
                <a:lnTo>
                  <a:pt x="84718" y="657423"/>
                </a:lnTo>
                <a:lnTo>
                  <a:pt x="88613" y="651279"/>
                </a:lnTo>
                <a:lnTo>
                  <a:pt x="91655" y="645135"/>
                </a:lnTo>
                <a:lnTo>
                  <a:pt x="93949" y="638991"/>
                </a:lnTo>
                <a:lnTo>
                  <a:pt x="95608" y="632847"/>
                </a:lnTo>
                <a:lnTo>
                  <a:pt x="96737" y="626702"/>
                </a:lnTo>
                <a:lnTo>
                  <a:pt x="97433" y="620558"/>
                </a:lnTo>
                <a:lnTo>
                  <a:pt x="97778" y="614414"/>
                </a:lnTo>
                <a:lnTo>
                  <a:pt x="97842" y="608270"/>
                </a:lnTo>
                <a:lnTo>
                  <a:pt x="97682" y="602126"/>
                </a:lnTo>
                <a:lnTo>
                  <a:pt x="97348" y="595982"/>
                </a:lnTo>
                <a:lnTo>
                  <a:pt x="96883" y="589838"/>
                </a:lnTo>
                <a:lnTo>
                  <a:pt x="96326" y="583693"/>
                </a:lnTo>
                <a:lnTo>
                  <a:pt x="95714" y="577549"/>
                </a:lnTo>
                <a:lnTo>
                  <a:pt x="95080" y="571405"/>
                </a:lnTo>
                <a:lnTo>
                  <a:pt x="94455" y="565261"/>
                </a:lnTo>
                <a:lnTo>
                  <a:pt x="93867" y="559117"/>
                </a:lnTo>
                <a:lnTo>
                  <a:pt x="93337" y="552973"/>
                </a:lnTo>
                <a:lnTo>
                  <a:pt x="92880" y="546829"/>
                </a:lnTo>
                <a:lnTo>
                  <a:pt x="92506" y="540684"/>
                </a:lnTo>
                <a:lnTo>
                  <a:pt x="92217" y="534540"/>
                </a:lnTo>
                <a:lnTo>
                  <a:pt x="92009" y="528396"/>
                </a:lnTo>
                <a:lnTo>
                  <a:pt x="91875" y="522252"/>
                </a:lnTo>
                <a:lnTo>
                  <a:pt x="91802" y="516108"/>
                </a:lnTo>
                <a:lnTo>
                  <a:pt x="91776" y="509964"/>
                </a:lnTo>
                <a:lnTo>
                  <a:pt x="91784" y="503820"/>
                </a:lnTo>
                <a:lnTo>
                  <a:pt x="91809" y="497675"/>
                </a:lnTo>
                <a:lnTo>
                  <a:pt x="91836" y="491531"/>
                </a:lnTo>
                <a:lnTo>
                  <a:pt x="91850" y="485387"/>
                </a:lnTo>
                <a:lnTo>
                  <a:pt x="91834" y="479243"/>
                </a:lnTo>
                <a:lnTo>
                  <a:pt x="91768" y="473099"/>
                </a:lnTo>
                <a:lnTo>
                  <a:pt x="91631" y="466955"/>
                </a:lnTo>
                <a:lnTo>
                  <a:pt x="91398" y="460811"/>
                </a:lnTo>
                <a:lnTo>
                  <a:pt x="91042" y="454666"/>
                </a:lnTo>
                <a:lnTo>
                  <a:pt x="90537" y="448522"/>
                </a:lnTo>
                <a:lnTo>
                  <a:pt x="89860" y="442378"/>
                </a:lnTo>
                <a:lnTo>
                  <a:pt x="88993" y="436234"/>
                </a:lnTo>
                <a:lnTo>
                  <a:pt x="87930" y="430090"/>
                </a:lnTo>
                <a:lnTo>
                  <a:pt x="86682" y="423946"/>
                </a:lnTo>
                <a:lnTo>
                  <a:pt x="85278" y="417802"/>
                </a:lnTo>
                <a:lnTo>
                  <a:pt x="83767" y="411657"/>
                </a:lnTo>
                <a:lnTo>
                  <a:pt x="82219" y="405513"/>
                </a:lnTo>
                <a:lnTo>
                  <a:pt x="80720" y="399369"/>
                </a:lnTo>
                <a:lnTo>
                  <a:pt x="79367" y="393225"/>
                </a:lnTo>
                <a:lnTo>
                  <a:pt x="78258" y="387081"/>
                </a:lnTo>
                <a:lnTo>
                  <a:pt x="77487" y="380937"/>
                </a:lnTo>
                <a:lnTo>
                  <a:pt x="77125" y="374793"/>
                </a:lnTo>
                <a:lnTo>
                  <a:pt x="77221" y="368648"/>
                </a:lnTo>
                <a:lnTo>
                  <a:pt x="77792" y="362504"/>
                </a:lnTo>
                <a:lnTo>
                  <a:pt x="78821" y="356360"/>
                </a:lnTo>
                <a:lnTo>
                  <a:pt x="80257" y="350216"/>
                </a:lnTo>
                <a:lnTo>
                  <a:pt x="82027" y="344072"/>
                </a:lnTo>
                <a:lnTo>
                  <a:pt x="84036" y="337928"/>
                </a:lnTo>
                <a:lnTo>
                  <a:pt x="86180" y="331784"/>
                </a:lnTo>
                <a:lnTo>
                  <a:pt x="88359" y="325639"/>
                </a:lnTo>
                <a:lnTo>
                  <a:pt x="90480" y="319495"/>
                </a:lnTo>
                <a:lnTo>
                  <a:pt x="92467" y="313351"/>
                </a:lnTo>
                <a:lnTo>
                  <a:pt x="94264" y="307207"/>
                </a:lnTo>
                <a:lnTo>
                  <a:pt x="95837" y="301063"/>
                </a:lnTo>
                <a:lnTo>
                  <a:pt x="97172" y="294919"/>
                </a:lnTo>
                <a:lnTo>
                  <a:pt x="98271" y="288775"/>
                </a:lnTo>
                <a:lnTo>
                  <a:pt x="99151" y="282630"/>
                </a:lnTo>
                <a:lnTo>
                  <a:pt x="99835" y="276486"/>
                </a:lnTo>
                <a:lnTo>
                  <a:pt x="100353" y="270342"/>
                </a:lnTo>
                <a:lnTo>
                  <a:pt x="100735" y="264198"/>
                </a:lnTo>
                <a:lnTo>
                  <a:pt x="101009" y="258054"/>
                </a:lnTo>
                <a:lnTo>
                  <a:pt x="101201" y="251910"/>
                </a:lnTo>
                <a:lnTo>
                  <a:pt x="101331" y="245766"/>
                </a:lnTo>
                <a:lnTo>
                  <a:pt x="101418" y="239621"/>
                </a:lnTo>
                <a:lnTo>
                  <a:pt x="101474" y="233477"/>
                </a:lnTo>
                <a:lnTo>
                  <a:pt x="101510" y="227333"/>
                </a:lnTo>
                <a:lnTo>
                  <a:pt x="101532" y="221189"/>
                </a:lnTo>
                <a:lnTo>
                  <a:pt x="101545" y="215045"/>
                </a:lnTo>
                <a:lnTo>
                  <a:pt x="101553" y="208901"/>
                </a:lnTo>
                <a:lnTo>
                  <a:pt x="101557" y="202757"/>
                </a:lnTo>
                <a:lnTo>
                  <a:pt x="101560" y="196613"/>
                </a:lnTo>
                <a:lnTo>
                  <a:pt x="101561" y="190468"/>
                </a:lnTo>
                <a:lnTo>
                  <a:pt x="101562" y="184324"/>
                </a:lnTo>
                <a:lnTo>
                  <a:pt x="101562" y="178180"/>
                </a:lnTo>
                <a:lnTo>
                  <a:pt x="101562" y="172036"/>
                </a:lnTo>
                <a:lnTo>
                  <a:pt x="101562" y="165892"/>
                </a:lnTo>
                <a:lnTo>
                  <a:pt x="101562" y="159748"/>
                </a:lnTo>
                <a:lnTo>
                  <a:pt x="101562" y="153604"/>
                </a:lnTo>
                <a:lnTo>
                  <a:pt x="101562" y="147459"/>
                </a:lnTo>
                <a:lnTo>
                  <a:pt x="101562" y="141315"/>
                </a:lnTo>
                <a:lnTo>
                  <a:pt x="101562" y="135171"/>
                </a:lnTo>
                <a:lnTo>
                  <a:pt x="101562" y="129027"/>
                </a:lnTo>
                <a:lnTo>
                  <a:pt x="101562" y="122883"/>
                </a:lnTo>
                <a:lnTo>
                  <a:pt x="101562" y="116739"/>
                </a:lnTo>
                <a:lnTo>
                  <a:pt x="101562" y="110595"/>
                </a:lnTo>
                <a:lnTo>
                  <a:pt x="101562" y="104450"/>
                </a:lnTo>
                <a:lnTo>
                  <a:pt x="101562" y="98306"/>
                </a:lnTo>
                <a:lnTo>
                  <a:pt x="101562" y="92162"/>
                </a:lnTo>
                <a:lnTo>
                  <a:pt x="101562" y="86018"/>
                </a:lnTo>
                <a:lnTo>
                  <a:pt x="101562" y="79874"/>
                </a:lnTo>
                <a:lnTo>
                  <a:pt x="101562" y="73730"/>
                </a:lnTo>
                <a:lnTo>
                  <a:pt x="101562" y="67586"/>
                </a:lnTo>
                <a:lnTo>
                  <a:pt x="101562" y="61441"/>
                </a:lnTo>
                <a:lnTo>
                  <a:pt x="101562" y="55297"/>
                </a:lnTo>
                <a:lnTo>
                  <a:pt x="101562" y="49153"/>
                </a:lnTo>
                <a:lnTo>
                  <a:pt x="101562" y="43009"/>
                </a:lnTo>
                <a:lnTo>
                  <a:pt x="101562" y="36865"/>
                </a:lnTo>
                <a:lnTo>
                  <a:pt x="101562" y="30721"/>
                </a:lnTo>
                <a:lnTo>
                  <a:pt x="101562" y="24577"/>
                </a:lnTo>
                <a:lnTo>
                  <a:pt x="101562" y="18432"/>
                </a:lnTo>
                <a:lnTo>
                  <a:pt x="101562" y="12288"/>
                </a:lnTo>
                <a:lnTo>
                  <a:pt x="101562" y="6144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0"/>
                </a:lnTo>
                <a:lnTo>
                  <a:pt x="101562" y="6144"/>
                </a:lnTo>
                <a:lnTo>
                  <a:pt x="101562" y="12288"/>
                </a:lnTo>
                <a:lnTo>
                  <a:pt x="101562" y="18432"/>
                </a:lnTo>
                <a:lnTo>
                  <a:pt x="101562" y="24577"/>
                </a:lnTo>
                <a:lnTo>
                  <a:pt x="101562" y="30721"/>
                </a:lnTo>
                <a:lnTo>
                  <a:pt x="101562" y="36865"/>
                </a:lnTo>
                <a:lnTo>
                  <a:pt x="101562" y="43009"/>
                </a:lnTo>
                <a:lnTo>
                  <a:pt x="101562" y="49153"/>
                </a:lnTo>
                <a:lnTo>
                  <a:pt x="101562" y="55297"/>
                </a:lnTo>
                <a:lnTo>
                  <a:pt x="101562" y="61441"/>
                </a:lnTo>
                <a:lnTo>
                  <a:pt x="101562" y="67586"/>
                </a:lnTo>
                <a:lnTo>
                  <a:pt x="101562" y="73730"/>
                </a:lnTo>
                <a:lnTo>
                  <a:pt x="101562" y="79874"/>
                </a:lnTo>
                <a:lnTo>
                  <a:pt x="101562" y="86018"/>
                </a:lnTo>
                <a:lnTo>
                  <a:pt x="101562" y="92162"/>
                </a:lnTo>
                <a:lnTo>
                  <a:pt x="101562" y="98306"/>
                </a:lnTo>
                <a:lnTo>
                  <a:pt x="101562" y="104450"/>
                </a:lnTo>
                <a:lnTo>
                  <a:pt x="101562" y="110595"/>
                </a:lnTo>
                <a:lnTo>
                  <a:pt x="101562" y="116739"/>
                </a:lnTo>
                <a:lnTo>
                  <a:pt x="101562" y="122883"/>
                </a:lnTo>
                <a:lnTo>
                  <a:pt x="101562" y="129027"/>
                </a:lnTo>
                <a:lnTo>
                  <a:pt x="101562" y="135171"/>
                </a:lnTo>
                <a:lnTo>
                  <a:pt x="101562" y="141315"/>
                </a:lnTo>
                <a:lnTo>
                  <a:pt x="101562" y="147459"/>
                </a:lnTo>
                <a:lnTo>
                  <a:pt x="101563" y="153604"/>
                </a:lnTo>
                <a:lnTo>
                  <a:pt x="101563" y="159748"/>
                </a:lnTo>
                <a:lnTo>
                  <a:pt x="101563" y="165892"/>
                </a:lnTo>
                <a:lnTo>
                  <a:pt x="101563" y="172036"/>
                </a:lnTo>
                <a:lnTo>
                  <a:pt x="101563" y="178180"/>
                </a:lnTo>
                <a:lnTo>
                  <a:pt x="101563" y="184324"/>
                </a:lnTo>
                <a:lnTo>
                  <a:pt x="101564" y="190468"/>
                </a:lnTo>
                <a:lnTo>
                  <a:pt x="101565" y="196613"/>
                </a:lnTo>
                <a:lnTo>
                  <a:pt x="101568" y="202757"/>
                </a:lnTo>
                <a:lnTo>
                  <a:pt x="101572" y="208901"/>
                </a:lnTo>
                <a:lnTo>
                  <a:pt x="101580" y="215045"/>
                </a:lnTo>
                <a:lnTo>
                  <a:pt x="101593" y="221189"/>
                </a:lnTo>
                <a:lnTo>
                  <a:pt x="101615" y="227333"/>
                </a:lnTo>
                <a:lnTo>
                  <a:pt x="101651" y="233477"/>
                </a:lnTo>
                <a:lnTo>
                  <a:pt x="101707" y="239621"/>
                </a:lnTo>
                <a:lnTo>
                  <a:pt x="101794" y="245766"/>
                </a:lnTo>
                <a:lnTo>
                  <a:pt x="101924" y="251910"/>
                </a:lnTo>
                <a:lnTo>
                  <a:pt x="102116" y="258054"/>
                </a:lnTo>
                <a:lnTo>
                  <a:pt x="102390" y="264198"/>
                </a:lnTo>
                <a:lnTo>
                  <a:pt x="102772" y="270342"/>
                </a:lnTo>
                <a:lnTo>
                  <a:pt x="103290" y="276486"/>
                </a:lnTo>
                <a:lnTo>
                  <a:pt x="103974" y="282630"/>
                </a:lnTo>
                <a:lnTo>
                  <a:pt x="104854" y="288775"/>
                </a:lnTo>
                <a:lnTo>
                  <a:pt x="105953" y="294919"/>
                </a:lnTo>
                <a:lnTo>
                  <a:pt x="107288" y="301063"/>
                </a:lnTo>
                <a:lnTo>
                  <a:pt x="108861" y="307207"/>
                </a:lnTo>
                <a:lnTo>
                  <a:pt x="110658" y="313351"/>
                </a:lnTo>
                <a:lnTo>
                  <a:pt x="112645" y="319495"/>
                </a:lnTo>
                <a:lnTo>
                  <a:pt x="114766" y="325639"/>
                </a:lnTo>
                <a:lnTo>
                  <a:pt x="116945" y="331784"/>
                </a:lnTo>
                <a:lnTo>
                  <a:pt x="119089" y="337928"/>
                </a:lnTo>
                <a:lnTo>
                  <a:pt x="121098" y="344072"/>
                </a:lnTo>
                <a:lnTo>
                  <a:pt x="122867" y="350216"/>
                </a:lnTo>
                <a:lnTo>
                  <a:pt x="124304" y="356360"/>
                </a:lnTo>
                <a:lnTo>
                  <a:pt x="125333" y="362504"/>
                </a:lnTo>
                <a:lnTo>
                  <a:pt x="125904" y="368648"/>
                </a:lnTo>
                <a:lnTo>
                  <a:pt x="126000" y="374793"/>
                </a:lnTo>
                <a:lnTo>
                  <a:pt x="125638" y="380937"/>
                </a:lnTo>
                <a:lnTo>
                  <a:pt x="124867" y="387081"/>
                </a:lnTo>
                <a:lnTo>
                  <a:pt x="123758" y="393225"/>
                </a:lnTo>
                <a:lnTo>
                  <a:pt x="122405" y="399369"/>
                </a:lnTo>
                <a:lnTo>
                  <a:pt x="120906" y="405513"/>
                </a:lnTo>
                <a:lnTo>
                  <a:pt x="119358" y="411657"/>
                </a:lnTo>
                <a:lnTo>
                  <a:pt x="117847" y="417802"/>
                </a:lnTo>
                <a:lnTo>
                  <a:pt x="116443" y="423946"/>
                </a:lnTo>
                <a:lnTo>
                  <a:pt x="115195" y="430090"/>
                </a:lnTo>
                <a:lnTo>
                  <a:pt x="114132" y="436234"/>
                </a:lnTo>
                <a:lnTo>
                  <a:pt x="113265" y="442378"/>
                </a:lnTo>
                <a:lnTo>
                  <a:pt x="112588" y="448522"/>
                </a:lnTo>
                <a:lnTo>
                  <a:pt x="112083" y="454666"/>
                </a:lnTo>
                <a:lnTo>
                  <a:pt x="111727" y="460811"/>
                </a:lnTo>
                <a:lnTo>
                  <a:pt x="111494" y="466955"/>
                </a:lnTo>
                <a:lnTo>
                  <a:pt x="111356" y="473099"/>
                </a:lnTo>
                <a:lnTo>
                  <a:pt x="111291" y="479243"/>
                </a:lnTo>
                <a:lnTo>
                  <a:pt x="111275" y="485387"/>
                </a:lnTo>
                <a:lnTo>
                  <a:pt x="111289" y="491531"/>
                </a:lnTo>
                <a:lnTo>
                  <a:pt x="111316" y="497675"/>
                </a:lnTo>
                <a:lnTo>
                  <a:pt x="111341" y="503820"/>
                </a:lnTo>
                <a:lnTo>
                  <a:pt x="111349" y="509964"/>
                </a:lnTo>
                <a:lnTo>
                  <a:pt x="111323" y="516108"/>
                </a:lnTo>
                <a:lnTo>
                  <a:pt x="111250" y="522252"/>
                </a:lnTo>
                <a:lnTo>
                  <a:pt x="111116" y="528396"/>
                </a:lnTo>
                <a:lnTo>
                  <a:pt x="110908" y="534540"/>
                </a:lnTo>
                <a:lnTo>
                  <a:pt x="110619" y="540684"/>
                </a:lnTo>
                <a:lnTo>
                  <a:pt x="110245" y="546829"/>
                </a:lnTo>
                <a:lnTo>
                  <a:pt x="109788" y="552973"/>
                </a:lnTo>
                <a:lnTo>
                  <a:pt x="109258" y="559117"/>
                </a:lnTo>
                <a:lnTo>
                  <a:pt x="108670" y="565261"/>
                </a:lnTo>
                <a:lnTo>
                  <a:pt x="108045" y="571405"/>
                </a:lnTo>
                <a:lnTo>
                  <a:pt x="107411" y="577549"/>
                </a:lnTo>
                <a:lnTo>
                  <a:pt x="106799" y="583693"/>
                </a:lnTo>
                <a:lnTo>
                  <a:pt x="106242" y="589838"/>
                </a:lnTo>
                <a:lnTo>
                  <a:pt x="105777" y="595982"/>
                </a:lnTo>
                <a:lnTo>
                  <a:pt x="105443" y="602126"/>
                </a:lnTo>
                <a:lnTo>
                  <a:pt x="105283" y="608270"/>
                </a:lnTo>
                <a:lnTo>
                  <a:pt x="105347" y="614414"/>
                </a:lnTo>
                <a:lnTo>
                  <a:pt x="105692" y="620558"/>
                </a:lnTo>
                <a:lnTo>
                  <a:pt x="106388" y="626702"/>
                </a:lnTo>
                <a:lnTo>
                  <a:pt x="107517" y="632847"/>
                </a:lnTo>
                <a:lnTo>
                  <a:pt x="109176" y="638991"/>
                </a:lnTo>
                <a:lnTo>
                  <a:pt x="111470" y="645135"/>
                </a:lnTo>
                <a:lnTo>
                  <a:pt x="114512" y="651279"/>
                </a:lnTo>
                <a:lnTo>
                  <a:pt x="118407" y="657423"/>
                </a:lnTo>
                <a:lnTo>
                  <a:pt x="123241" y="663567"/>
                </a:lnTo>
                <a:lnTo>
                  <a:pt x="129062" y="669711"/>
                </a:lnTo>
                <a:lnTo>
                  <a:pt x="135863" y="675856"/>
                </a:lnTo>
                <a:lnTo>
                  <a:pt x="143562" y="682000"/>
                </a:lnTo>
                <a:lnTo>
                  <a:pt x="151993" y="688144"/>
                </a:lnTo>
                <a:lnTo>
                  <a:pt x="160898" y="694288"/>
                </a:lnTo>
                <a:lnTo>
                  <a:pt x="169932" y="700432"/>
                </a:lnTo>
                <a:lnTo>
                  <a:pt x="178683" y="706576"/>
                </a:lnTo>
                <a:lnTo>
                  <a:pt x="186697" y="712720"/>
                </a:lnTo>
                <a:lnTo>
                  <a:pt x="193520" y="718865"/>
                </a:lnTo>
                <a:lnTo>
                  <a:pt x="198735" y="725009"/>
                </a:lnTo>
                <a:lnTo>
                  <a:pt x="202009" y="731153"/>
                </a:lnTo>
                <a:lnTo>
                  <a:pt x="203125" y="737297"/>
                </a:lnTo>
                <a:lnTo>
                  <a:pt x="203125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2401" name="12_small_8367">
            <a:extLst>
              <a:ext uri="{FF2B5EF4-FFF2-40B4-BE49-F238E27FC236}">
                <a16:creationId xmlns:a16="http://schemas.microsoft.com/office/drawing/2014/main" id="{6AED7FAC-5FF4-4615-879E-5F651B12D011}"/>
              </a:ext>
            </a:extLst>
          </p:cNvPr>
          <p:cNvSpPr>
            <a:spLocks noGrp="1"/>
          </p:cNvSpPr>
          <p:nvPr/>
        </p:nvSpPr>
        <p:spPr>
          <a:xfrm>
            <a:off x="4489875" y="5219838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76569" y="737297"/>
                </a:moveTo>
                <a:lnTo>
                  <a:pt x="26556" y="737297"/>
                </a:lnTo>
                <a:lnTo>
                  <a:pt x="27359" y="731153"/>
                </a:lnTo>
                <a:lnTo>
                  <a:pt x="29713" y="725009"/>
                </a:lnTo>
                <a:lnTo>
                  <a:pt x="33460" y="718865"/>
                </a:lnTo>
                <a:lnTo>
                  <a:pt x="38357" y="712720"/>
                </a:lnTo>
                <a:lnTo>
                  <a:pt x="44102" y="706576"/>
                </a:lnTo>
                <a:lnTo>
                  <a:pt x="50365" y="700432"/>
                </a:lnTo>
                <a:lnTo>
                  <a:pt x="56821" y="694288"/>
                </a:lnTo>
                <a:lnTo>
                  <a:pt x="63174" y="688144"/>
                </a:lnTo>
                <a:lnTo>
                  <a:pt x="69183" y="682000"/>
                </a:lnTo>
                <a:lnTo>
                  <a:pt x="74666" y="675856"/>
                </a:lnTo>
                <a:lnTo>
                  <a:pt x="79513" y="669711"/>
                </a:lnTo>
                <a:lnTo>
                  <a:pt x="83672" y="663567"/>
                </a:lnTo>
                <a:lnTo>
                  <a:pt x="87143" y="657423"/>
                </a:lnTo>
                <a:lnTo>
                  <a:pt x="89967" y="651279"/>
                </a:lnTo>
                <a:lnTo>
                  <a:pt x="92204" y="645135"/>
                </a:lnTo>
                <a:lnTo>
                  <a:pt x="93930" y="638991"/>
                </a:lnTo>
                <a:lnTo>
                  <a:pt x="95218" y="632847"/>
                </a:lnTo>
                <a:lnTo>
                  <a:pt x="96138" y="626702"/>
                </a:lnTo>
                <a:lnTo>
                  <a:pt x="96749" y="620558"/>
                </a:lnTo>
                <a:lnTo>
                  <a:pt x="97102" y="614414"/>
                </a:lnTo>
                <a:lnTo>
                  <a:pt x="97237" y="608270"/>
                </a:lnTo>
                <a:lnTo>
                  <a:pt x="97190" y="602126"/>
                </a:lnTo>
                <a:lnTo>
                  <a:pt x="96991" y="595982"/>
                </a:lnTo>
                <a:lnTo>
                  <a:pt x="96672" y="589838"/>
                </a:lnTo>
                <a:lnTo>
                  <a:pt x="96262" y="583693"/>
                </a:lnTo>
                <a:lnTo>
                  <a:pt x="95790" y="577549"/>
                </a:lnTo>
                <a:lnTo>
                  <a:pt x="95289" y="571405"/>
                </a:lnTo>
                <a:lnTo>
                  <a:pt x="94786" y="565261"/>
                </a:lnTo>
                <a:lnTo>
                  <a:pt x="94309" y="559117"/>
                </a:lnTo>
                <a:lnTo>
                  <a:pt x="93882" y="552973"/>
                </a:lnTo>
                <a:lnTo>
                  <a:pt x="93524" y="546829"/>
                </a:lnTo>
                <a:lnTo>
                  <a:pt x="93250" y="540684"/>
                </a:lnTo>
                <a:lnTo>
                  <a:pt x="93067" y="534540"/>
                </a:lnTo>
                <a:lnTo>
                  <a:pt x="92982" y="528396"/>
                </a:lnTo>
                <a:lnTo>
                  <a:pt x="92995" y="522252"/>
                </a:lnTo>
                <a:lnTo>
                  <a:pt x="93104" y="516108"/>
                </a:lnTo>
                <a:lnTo>
                  <a:pt x="93305" y="509964"/>
                </a:lnTo>
                <a:lnTo>
                  <a:pt x="93590" y="503820"/>
                </a:lnTo>
                <a:lnTo>
                  <a:pt x="93949" y="497675"/>
                </a:lnTo>
                <a:lnTo>
                  <a:pt x="94372" y="491531"/>
                </a:lnTo>
                <a:lnTo>
                  <a:pt x="94842" y="485387"/>
                </a:lnTo>
                <a:lnTo>
                  <a:pt x="95340" y="479243"/>
                </a:lnTo>
                <a:lnTo>
                  <a:pt x="95845" y="473099"/>
                </a:lnTo>
                <a:lnTo>
                  <a:pt x="96332" y="466955"/>
                </a:lnTo>
                <a:lnTo>
                  <a:pt x="96774" y="460811"/>
                </a:lnTo>
                <a:lnTo>
                  <a:pt x="97144" y="454666"/>
                </a:lnTo>
                <a:lnTo>
                  <a:pt x="97417" y="448522"/>
                </a:lnTo>
                <a:lnTo>
                  <a:pt x="97573" y="442378"/>
                </a:lnTo>
                <a:lnTo>
                  <a:pt x="97598" y="436234"/>
                </a:lnTo>
                <a:lnTo>
                  <a:pt x="97485" y="430090"/>
                </a:lnTo>
                <a:lnTo>
                  <a:pt x="97239" y="423946"/>
                </a:lnTo>
                <a:lnTo>
                  <a:pt x="96872" y="417802"/>
                </a:lnTo>
                <a:lnTo>
                  <a:pt x="96409" y="411657"/>
                </a:lnTo>
                <a:lnTo>
                  <a:pt x="95882" y="405513"/>
                </a:lnTo>
                <a:lnTo>
                  <a:pt x="95332" y="399369"/>
                </a:lnTo>
                <a:lnTo>
                  <a:pt x="94802" y="393225"/>
                </a:lnTo>
                <a:lnTo>
                  <a:pt x="94335" y="387081"/>
                </a:lnTo>
                <a:lnTo>
                  <a:pt x="93969" y="380937"/>
                </a:lnTo>
                <a:lnTo>
                  <a:pt x="93736" y="374793"/>
                </a:lnTo>
                <a:lnTo>
                  <a:pt x="93656" y="368648"/>
                </a:lnTo>
                <a:lnTo>
                  <a:pt x="93736" y="362504"/>
                </a:lnTo>
                <a:lnTo>
                  <a:pt x="93969" y="356360"/>
                </a:lnTo>
                <a:lnTo>
                  <a:pt x="94334" y="350216"/>
                </a:lnTo>
                <a:lnTo>
                  <a:pt x="94802" y="344072"/>
                </a:lnTo>
                <a:lnTo>
                  <a:pt x="95332" y="337928"/>
                </a:lnTo>
                <a:lnTo>
                  <a:pt x="95882" y="331784"/>
                </a:lnTo>
                <a:lnTo>
                  <a:pt x="96410" y="325639"/>
                </a:lnTo>
                <a:lnTo>
                  <a:pt x="96876" y="319495"/>
                </a:lnTo>
                <a:lnTo>
                  <a:pt x="97248" y="313351"/>
                </a:lnTo>
                <a:lnTo>
                  <a:pt x="97505" y="307207"/>
                </a:lnTo>
                <a:lnTo>
                  <a:pt x="97634" y="301063"/>
                </a:lnTo>
                <a:lnTo>
                  <a:pt x="97637" y="294919"/>
                </a:lnTo>
                <a:lnTo>
                  <a:pt x="97522" y="288775"/>
                </a:lnTo>
                <a:lnTo>
                  <a:pt x="97310" y="282630"/>
                </a:lnTo>
                <a:lnTo>
                  <a:pt x="97027" y="276486"/>
                </a:lnTo>
                <a:lnTo>
                  <a:pt x="96705" y="270342"/>
                </a:lnTo>
                <a:lnTo>
                  <a:pt x="96375" y="264198"/>
                </a:lnTo>
                <a:lnTo>
                  <a:pt x="96071" y="258054"/>
                </a:lnTo>
                <a:lnTo>
                  <a:pt x="95819" y="251910"/>
                </a:lnTo>
                <a:lnTo>
                  <a:pt x="95641" y="245766"/>
                </a:lnTo>
                <a:lnTo>
                  <a:pt x="95552" y="239621"/>
                </a:lnTo>
                <a:lnTo>
                  <a:pt x="95558" y="233477"/>
                </a:lnTo>
                <a:lnTo>
                  <a:pt x="95658" y="227333"/>
                </a:lnTo>
                <a:lnTo>
                  <a:pt x="95841" y="221189"/>
                </a:lnTo>
                <a:lnTo>
                  <a:pt x="96093" y="215045"/>
                </a:lnTo>
                <a:lnTo>
                  <a:pt x="96396" y="208901"/>
                </a:lnTo>
                <a:lnTo>
                  <a:pt x="96730" y="202757"/>
                </a:lnTo>
                <a:lnTo>
                  <a:pt x="97074" y="196613"/>
                </a:lnTo>
                <a:lnTo>
                  <a:pt x="97411" y="190468"/>
                </a:lnTo>
                <a:lnTo>
                  <a:pt x="97726" y="184324"/>
                </a:lnTo>
                <a:lnTo>
                  <a:pt x="98009" y="178180"/>
                </a:lnTo>
                <a:lnTo>
                  <a:pt x="98251" y="172036"/>
                </a:lnTo>
                <a:lnTo>
                  <a:pt x="98448" y="165892"/>
                </a:lnTo>
                <a:lnTo>
                  <a:pt x="98595" y="159748"/>
                </a:lnTo>
                <a:lnTo>
                  <a:pt x="98687" y="153604"/>
                </a:lnTo>
                <a:lnTo>
                  <a:pt x="98717" y="147459"/>
                </a:lnTo>
                <a:lnTo>
                  <a:pt x="98673" y="141315"/>
                </a:lnTo>
                <a:lnTo>
                  <a:pt x="98533" y="135171"/>
                </a:lnTo>
                <a:lnTo>
                  <a:pt x="98270" y="129027"/>
                </a:lnTo>
                <a:lnTo>
                  <a:pt x="97842" y="122883"/>
                </a:lnTo>
                <a:lnTo>
                  <a:pt x="97194" y="116739"/>
                </a:lnTo>
                <a:lnTo>
                  <a:pt x="96258" y="110595"/>
                </a:lnTo>
                <a:lnTo>
                  <a:pt x="94946" y="104450"/>
                </a:lnTo>
                <a:lnTo>
                  <a:pt x="93160" y="98306"/>
                </a:lnTo>
                <a:lnTo>
                  <a:pt x="90787" y="92162"/>
                </a:lnTo>
                <a:lnTo>
                  <a:pt x="87710" y="86018"/>
                </a:lnTo>
                <a:lnTo>
                  <a:pt x="83821" y="79874"/>
                </a:lnTo>
                <a:lnTo>
                  <a:pt x="79026" y="73730"/>
                </a:lnTo>
                <a:lnTo>
                  <a:pt x="73272" y="67586"/>
                </a:lnTo>
                <a:lnTo>
                  <a:pt x="66560" y="61441"/>
                </a:lnTo>
                <a:lnTo>
                  <a:pt x="58963" y="55297"/>
                </a:lnTo>
                <a:lnTo>
                  <a:pt x="50641" y="49153"/>
                </a:lnTo>
                <a:lnTo>
                  <a:pt x="41844" y="43009"/>
                </a:lnTo>
                <a:lnTo>
                  <a:pt x="32910" y="36865"/>
                </a:lnTo>
                <a:lnTo>
                  <a:pt x="24247" y="30721"/>
                </a:lnTo>
                <a:lnTo>
                  <a:pt x="16304" y="24577"/>
                </a:lnTo>
                <a:lnTo>
                  <a:pt x="9537" y="18432"/>
                </a:lnTo>
                <a:lnTo>
                  <a:pt x="4360" y="12288"/>
                </a:lnTo>
                <a:lnTo>
                  <a:pt x="1109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2016" y="6144"/>
                </a:lnTo>
                <a:lnTo>
                  <a:pt x="198765" y="12288"/>
                </a:lnTo>
                <a:lnTo>
                  <a:pt x="193588" y="18432"/>
                </a:lnTo>
                <a:lnTo>
                  <a:pt x="186821" y="24577"/>
                </a:lnTo>
                <a:lnTo>
                  <a:pt x="178878" y="30721"/>
                </a:lnTo>
                <a:lnTo>
                  <a:pt x="170215" y="36865"/>
                </a:lnTo>
                <a:lnTo>
                  <a:pt x="161281" y="43009"/>
                </a:lnTo>
                <a:lnTo>
                  <a:pt x="152484" y="49153"/>
                </a:lnTo>
                <a:lnTo>
                  <a:pt x="144162" y="55297"/>
                </a:lnTo>
                <a:lnTo>
                  <a:pt x="136565" y="61441"/>
                </a:lnTo>
                <a:lnTo>
                  <a:pt x="129853" y="67586"/>
                </a:lnTo>
                <a:lnTo>
                  <a:pt x="124099" y="73730"/>
                </a:lnTo>
                <a:lnTo>
                  <a:pt x="119304" y="79874"/>
                </a:lnTo>
                <a:lnTo>
                  <a:pt x="115415" y="86018"/>
                </a:lnTo>
                <a:lnTo>
                  <a:pt x="112338" y="92162"/>
                </a:lnTo>
                <a:lnTo>
                  <a:pt x="109965" y="98306"/>
                </a:lnTo>
                <a:lnTo>
                  <a:pt x="108179" y="104450"/>
                </a:lnTo>
                <a:lnTo>
                  <a:pt x="106867" y="110595"/>
                </a:lnTo>
                <a:lnTo>
                  <a:pt x="105931" y="116739"/>
                </a:lnTo>
                <a:lnTo>
                  <a:pt x="105283" y="122883"/>
                </a:lnTo>
                <a:lnTo>
                  <a:pt x="104855" y="129027"/>
                </a:lnTo>
                <a:lnTo>
                  <a:pt x="104592" y="135171"/>
                </a:lnTo>
                <a:lnTo>
                  <a:pt x="104452" y="141315"/>
                </a:lnTo>
                <a:lnTo>
                  <a:pt x="104408" y="147459"/>
                </a:lnTo>
                <a:lnTo>
                  <a:pt x="104438" y="153604"/>
                </a:lnTo>
                <a:lnTo>
                  <a:pt x="104530" y="159748"/>
                </a:lnTo>
                <a:lnTo>
                  <a:pt x="104677" y="165892"/>
                </a:lnTo>
                <a:lnTo>
                  <a:pt x="104874" y="172036"/>
                </a:lnTo>
                <a:lnTo>
                  <a:pt x="105116" y="178180"/>
                </a:lnTo>
                <a:lnTo>
                  <a:pt x="105399" y="184324"/>
                </a:lnTo>
                <a:lnTo>
                  <a:pt x="105714" y="190468"/>
                </a:lnTo>
                <a:lnTo>
                  <a:pt x="106051" y="196613"/>
                </a:lnTo>
                <a:lnTo>
                  <a:pt x="106395" y="202757"/>
                </a:lnTo>
                <a:lnTo>
                  <a:pt x="106729" y="208901"/>
                </a:lnTo>
                <a:lnTo>
                  <a:pt x="107032" y="215045"/>
                </a:lnTo>
                <a:lnTo>
                  <a:pt x="107284" y="221189"/>
                </a:lnTo>
                <a:lnTo>
                  <a:pt x="107467" y="227333"/>
                </a:lnTo>
                <a:lnTo>
                  <a:pt x="107567" y="233477"/>
                </a:lnTo>
                <a:lnTo>
                  <a:pt x="107573" y="239621"/>
                </a:lnTo>
                <a:lnTo>
                  <a:pt x="107484" y="245766"/>
                </a:lnTo>
                <a:lnTo>
                  <a:pt x="107306" y="251910"/>
                </a:lnTo>
                <a:lnTo>
                  <a:pt x="107054" y="258054"/>
                </a:lnTo>
                <a:lnTo>
                  <a:pt x="106750" y="264198"/>
                </a:lnTo>
                <a:lnTo>
                  <a:pt x="106420" y="270342"/>
                </a:lnTo>
                <a:lnTo>
                  <a:pt x="106098" y="276486"/>
                </a:lnTo>
                <a:lnTo>
                  <a:pt x="105815" y="282630"/>
                </a:lnTo>
                <a:lnTo>
                  <a:pt x="105603" y="288775"/>
                </a:lnTo>
                <a:lnTo>
                  <a:pt x="105488" y="294919"/>
                </a:lnTo>
                <a:lnTo>
                  <a:pt x="105491" y="301063"/>
                </a:lnTo>
                <a:lnTo>
                  <a:pt x="105620" y="307207"/>
                </a:lnTo>
                <a:lnTo>
                  <a:pt x="105877" y="313351"/>
                </a:lnTo>
                <a:lnTo>
                  <a:pt x="106249" y="319495"/>
                </a:lnTo>
                <a:lnTo>
                  <a:pt x="106715" y="325639"/>
                </a:lnTo>
                <a:lnTo>
                  <a:pt x="107243" y="331784"/>
                </a:lnTo>
                <a:lnTo>
                  <a:pt x="107793" y="337928"/>
                </a:lnTo>
                <a:lnTo>
                  <a:pt x="108323" y="344072"/>
                </a:lnTo>
                <a:lnTo>
                  <a:pt x="108791" y="350216"/>
                </a:lnTo>
                <a:lnTo>
                  <a:pt x="109156" y="356360"/>
                </a:lnTo>
                <a:lnTo>
                  <a:pt x="109389" y="362504"/>
                </a:lnTo>
                <a:lnTo>
                  <a:pt x="109469" y="368648"/>
                </a:lnTo>
                <a:lnTo>
                  <a:pt x="109389" y="374793"/>
                </a:lnTo>
                <a:lnTo>
                  <a:pt x="109156" y="380937"/>
                </a:lnTo>
                <a:lnTo>
                  <a:pt x="108790" y="387081"/>
                </a:lnTo>
                <a:lnTo>
                  <a:pt x="108323" y="393225"/>
                </a:lnTo>
                <a:lnTo>
                  <a:pt x="107792" y="399369"/>
                </a:lnTo>
                <a:lnTo>
                  <a:pt x="107243" y="405513"/>
                </a:lnTo>
                <a:lnTo>
                  <a:pt x="106716" y="411657"/>
                </a:lnTo>
                <a:lnTo>
                  <a:pt x="106253" y="417802"/>
                </a:lnTo>
                <a:lnTo>
                  <a:pt x="105886" y="423946"/>
                </a:lnTo>
                <a:lnTo>
                  <a:pt x="105640" y="430090"/>
                </a:lnTo>
                <a:lnTo>
                  <a:pt x="105527" y="436234"/>
                </a:lnTo>
                <a:lnTo>
                  <a:pt x="105552" y="442378"/>
                </a:lnTo>
                <a:lnTo>
                  <a:pt x="105708" y="448522"/>
                </a:lnTo>
                <a:lnTo>
                  <a:pt x="105981" y="454666"/>
                </a:lnTo>
                <a:lnTo>
                  <a:pt x="106351" y="460811"/>
                </a:lnTo>
                <a:lnTo>
                  <a:pt x="106793" y="466955"/>
                </a:lnTo>
                <a:lnTo>
                  <a:pt x="107280" y="473099"/>
                </a:lnTo>
                <a:lnTo>
                  <a:pt x="107785" y="479243"/>
                </a:lnTo>
                <a:lnTo>
                  <a:pt x="108283" y="485387"/>
                </a:lnTo>
                <a:lnTo>
                  <a:pt x="108753" y="491531"/>
                </a:lnTo>
                <a:lnTo>
                  <a:pt x="109176" y="497675"/>
                </a:lnTo>
                <a:lnTo>
                  <a:pt x="109535" y="503820"/>
                </a:lnTo>
                <a:lnTo>
                  <a:pt x="109820" y="509964"/>
                </a:lnTo>
                <a:lnTo>
                  <a:pt x="110021" y="516108"/>
                </a:lnTo>
                <a:lnTo>
                  <a:pt x="110130" y="522252"/>
                </a:lnTo>
                <a:lnTo>
                  <a:pt x="110143" y="528396"/>
                </a:lnTo>
                <a:lnTo>
                  <a:pt x="110058" y="534540"/>
                </a:lnTo>
                <a:lnTo>
                  <a:pt x="109875" y="540684"/>
                </a:lnTo>
                <a:lnTo>
                  <a:pt x="109601" y="546829"/>
                </a:lnTo>
                <a:lnTo>
                  <a:pt x="109243" y="552973"/>
                </a:lnTo>
                <a:lnTo>
                  <a:pt x="108816" y="559117"/>
                </a:lnTo>
                <a:lnTo>
                  <a:pt x="108339" y="565261"/>
                </a:lnTo>
                <a:lnTo>
                  <a:pt x="107836" y="571405"/>
                </a:lnTo>
                <a:lnTo>
                  <a:pt x="107335" y="577549"/>
                </a:lnTo>
                <a:lnTo>
                  <a:pt x="106863" y="583693"/>
                </a:lnTo>
                <a:lnTo>
                  <a:pt x="106453" y="589838"/>
                </a:lnTo>
                <a:lnTo>
                  <a:pt x="106134" y="595982"/>
                </a:lnTo>
                <a:lnTo>
                  <a:pt x="105935" y="602126"/>
                </a:lnTo>
                <a:lnTo>
                  <a:pt x="105888" y="608270"/>
                </a:lnTo>
                <a:lnTo>
                  <a:pt x="106023" y="614414"/>
                </a:lnTo>
                <a:lnTo>
                  <a:pt x="106376" y="620558"/>
                </a:lnTo>
                <a:lnTo>
                  <a:pt x="106987" y="626702"/>
                </a:lnTo>
                <a:lnTo>
                  <a:pt x="107907" y="632847"/>
                </a:lnTo>
                <a:lnTo>
                  <a:pt x="109195" y="638991"/>
                </a:lnTo>
                <a:lnTo>
                  <a:pt x="110921" y="645135"/>
                </a:lnTo>
                <a:lnTo>
                  <a:pt x="113158" y="651279"/>
                </a:lnTo>
                <a:lnTo>
                  <a:pt x="115982" y="657423"/>
                </a:lnTo>
                <a:lnTo>
                  <a:pt x="119453" y="663567"/>
                </a:lnTo>
                <a:lnTo>
                  <a:pt x="123612" y="669711"/>
                </a:lnTo>
                <a:lnTo>
                  <a:pt x="128459" y="675856"/>
                </a:lnTo>
                <a:lnTo>
                  <a:pt x="133942" y="682000"/>
                </a:lnTo>
                <a:lnTo>
                  <a:pt x="139951" y="688144"/>
                </a:lnTo>
                <a:lnTo>
                  <a:pt x="146304" y="694288"/>
                </a:lnTo>
                <a:lnTo>
                  <a:pt x="152760" y="700432"/>
                </a:lnTo>
                <a:lnTo>
                  <a:pt x="159023" y="706576"/>
                </a:lnTo>
                <a:lnTo>
                  <a:pt x="164768" y="712720"/>
                </a:lnTo>
                <a:lnTo>
                  <a:pt x="169665" y="718865"/>
                </a:lnTo>
                <a:lnTo>
                  <a:pt x="173412" y="725009"/>
                </a:lnTo>
                <a:lnTo>
                  <a:pt x="175766" y="731153"/>
                </a:lnTo>
                <a:lnTo>
                  <a:pt x="176569" y="737297"/>
                </a:lnTo>
                <a:lnTo>
                  <a:pt x="176569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2402" name="12_small_8368">
            <a:extLst>
              <a:ext uri="{FF2B5EF4-FFF2-40B4-BE49-F238E27FC236}">
                <a16:creationId xmlns:a16="http://schemas.microsoft.com/office/drawing/2014/main" id="{739BE0D4-3224-416B-BE71-057C026C5481}"/>
              </a:ext>
            </a:extLst>
          </p:cNvPr>
          <p:cNvSpPr>
            <a:spLocks noGrp="1"/>
          </p:cNvSpPr>
          <p:nvPr/>
        </p:nvSpPr>
        <p:spPr>
          <a:xfrm>
            <a:off x="5271125" y="5219838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58509" y="737297"/>
                </a:moveTo>
                <a:lnTo>
                  <a:pt x="44616" y="737297"/>
                </a:lnTo>
                <a:lnTo>
                  <a:pt x="45222" y="731153"/>
                </a:lnTo>
                <a:lnTo>
                  <a:pt x="46998" y="725009"/>
                </a:lnTo>
                <a:lnTo>
                  <a:pt x="49825" y="718865"/>
                </a:lnTo>
                <a:lnTo>
                  <a:pt x="53521" y="712720"/>
                </a:lnTo>
                <a:lnTo>
                  <a:pt x="57856" y="706576"/>
                </a:lnTo>
                <a:lnTo>
                  <a:pt x="62583" y="700432"/>
                </a:lnTo>
                <a:lnTo>
                  <a:pt x="67455" y="694288"/>
                </a:lnTo>
                <a:lnTo>
                  <a:pt x="72251" y="688144"/>
                </a:lnTo>
                <a:lnTo>
                  <a:pt x="76787" y="682000"/>
                </a:lnTo>
                <a:lnTo>
                  <a:pt x="80929" y="675856"/>
                </a:lnTo>
                <a:lnTo>
                  <a:pt x="84591" y="669711"/>
                </a:lnTo>
                <a:lnTo>
                  <a:pt x="87736" y="663567"/>
                </a:lnTo>
                <a:lnTo>
                  <a:pt x="90364" y="657423"/>
                </a:lnTo>
                <a:lnTo>
                  <a:pt x="92505" y="651279"/>
                </a:lnTo>
                <a:lnTo>
                  <a:pt x="94204" y="645135"/>
                </a:lnTo>
                <a:lnTo>
                  <a:pt x="95517" y="638991"/>
                </a:lnTo>
                <a:lnTo>
                  <a:pt x="96499" y="632847"/>
                </a:lnTo>
                <a:lnTo>
                  <a:pt x="97200" y="626702"/>
                </a:lnTo>
                <a:lnTo>
                  <a:pt x="97666" y="620558"/>
                </a:lnTo>
                <a:lnTo>
                  <a:pt x="97934" y="614414"/>
                </a:lnTo>
                <a:lnTo>
                  <a:pt x="98033" y="608270"/>
                </a:lnTo>
                <a:lnTo>
                  <a:pt x="97992" y="602126"/>
                </a:lnTo>
                <a:lnTo>
                  <a:pt x="97836" y="595982"/>
                </a:lnTo>
                <a:lnTo>
                  <a:pt x="97588" y="589838"/>
                </a:lnTo>
                <a:lnTo>
                  <a:pt x="97274" y="583693"/>
                </a:lnTo>
                <a:lnTo>
                  <a:pt x="96921" y="577549"/>
                </a:lnTo>
                <a:lnTo>
                  <a:pt x="96554" y="571405"/>
                </a:lnTo>
                <a:lnTo>
                  <a:pt x="96198" y="565261"/>
                </a:lnTo>
                <a:lnTo>
                  <a:pt x="95878" y="559117"/>
                </a:lnTo>
                <a:lnTo>
                  <a:pt x="95612" y="552973"/>
                </a:lnTo>
                <a:lnTo>
                  <a:pt x="95416" y="546829"/>
                </a:lnTo>
                <a:lnTo>
                  <a:pt x="95298" y="540684"/>
                </a:lnTo>
                <a:lnTo>
                  <a:pt x="95264" y="534540"/>
                </a:lnTo>
                <a:lnTo>
                  <a:pt x="95312" y="528396"/>
                </a:lnTo>
                <a:lnTo>
                  <a:pt x="95438" y="522252"/>
                </a:lnTo>
                <a:lnTo>
                  <a:pt x="95634" y="516108"/>
                </a:lnTo>
                <a:lnTo>
                  <a:pt x="95890" y="509964"/>
                </a:lnTo>
                <a:lnTo>
                  <a:pt x="96195" y="503820"/>
                </a:lnTo>
                <a:lnTo>
                  <a:pt x="96536" y="497675"/>
                </a:lnTo>
                <a:lnTo>
                  <a:pt x="96901" y="491531"/>
                </a:lnTo>
                <a:lnTo>
                  <a:pt x="97275" y="485387"/>
                </a:lnTo>
                <a:lnTo>
                  <a:pt x="97645" y="479243"/>
                </a:lnTo>
                <a:lnTo>
                  <a:pt x="97994" y="473099"/>
                </a:lnTo>
                <a:lnTo>
                  <a:pt x="98307" y="466955"/>
                </a:lnTo>
                <a:lnTo>
                  <a:pt x="98567" y="460811"/>
                </a:lnTo>
                <a:lnTo>
                  <a:pt x="98759" y="454666"/>
                </a:lnTo>
                <a:lnTo>
                  <a:pt x="98866" y="448522"/>
                </a:lnTo>
                <a:lnTo>
                  <a:pt x="98879" y="442378"/>
                </a:lnTo>
                <a:lnTo>
                  <a:pt x="98790" y="436234"/>
                </a:lnTo>
                <a:lnTo>
                  <a:pt x="98596" y="430090"/>
                </a:lnTo>
                <a:lnTo>
                  <a:pt x="98304" y="423946"/>
                </a:lnTo>
                <a:lnTo>
                  <a:pt x="97925" y="417802"/>
                </a:lnTo>
                <a:lnTo>
                  <a:pt x="97480" y="411657"/>
                </a:lnTo>
                <a:lnTo>
                  <a:pt x="96995" y="405513"/>
                </a:lnTo>
                <a:lnTo>
                  <a:pt x="96502" y="399369"/>
                </a:lnTo>
                <a:lnTo>
                  <a:pt x="96034" y="393225"/>
                </a:lnTo>
                <a:lnTo>
                  <a:pt x="95626" y="387081"/>
                </a:lnTo>
                <a:lnTo>
                  <a:pt x="95310" y="380937"/>
                </a:lnTo>
                <a:lnTo>
                  <a:pt x="95110" y="374793"/>
                </a:lnTo>
                <a:lnTo>
                  <a:pt x="95041" y="368648"/>
                </a:lnTo>
                <a:lnTo>
                  <a:pt x="95111" y="362504"/>
                </a:lnTo>
                <a:lnTo>
                  <a:pt x="95312" y="356360"/>
                </a:lnTo>
                <a:lnTo>
                  <a:pt x="95629" y="350216"/>
                </a:lnTo>
                <a:lnTo>
                  <a:pt x="96039" y="344072"/>
                </a:lnTo>
                <a:lnTo>
                  <a:pt x="96510" y="337928"/>
                </a:lnTo>
                <a:lnTo>
                  <a:pt x="97010" y="331784"/>
                </a:lnTo>
                <a:lnTo>
                  <a:pt x="97504" y="325639"/>
                </a:lnTo>
                <a:lnTo>
                  <a:pt x="97964" y="319495"/>
                </a:lnTo>
                <a:lnTo>
                  <a:pt x="98365" y="313351"/>
                </a:lnTo>
                <a:lnTo>
                  <a:pt x="98689" y="307207"/>
                </a:lnTo>
                <a:lnTo>
                  <a:pt x="98929" y="301063"/>
                </a:lnTo>
                <a:lnTo>
                  <a:pt x="99083" y="294919"/>
                </a:lnTo>
                <a:lnTo>
                  <a:pt x="99159" y="288775"/>
                </a:lnTo>
                <a:lnTo>
                  <a:pt x="99169" y="282630"/>
                </a:lnTo>
                <a:lnTo>
                  <a:pt x="99132" y="276486"/>
                </a:lnTo>
                <a:lnTo>
                  <a:pt x="99067" y="270342"/>
                </a:lnTo>
                <a:lnTo>
                  <a:pt x="98995" y="264198"/>
                </a:lnTo>
                <a:lnTo>
                  <a:pt x="98934" y="258054"/>
                </a:lnTo>
                <a:lnTo>
                  <a:pt x="98902" y="251910"/>
                </a:lnTo>
                <a:lnTo>
                  <a:pt x="98910" y="245766"/>
                </a:lnTo>
                <a:lnTo>
                  <a:pt x="98964" y="239621"/>
                </a:lnTo>
                <a:lnTo>
                  <a:pt x="99066" y="233477"/>
                </a:lnTo>
                <a:lnTo>
                  <a:pt x="99214" y="227333"/>
                </a:lnTo>
                <a:lnTo>
                  <a:pt x="99400" y="221189"/>
                </a:lnTo>
                <a:lnTo>
                  <a:pt x="99614" y="215045"/>
                </a:lnTo>
                <a:lnTo>
                  <a:pt x="99845" y="208901"/>
                </a:lnTo>
                <a:lnTo>
                  <a:pt x="100082" y="202757"/>
                </a:lnTo>
                <a:lnTo>
                  <a:pt x="100312" y="196613"/>
                </a:lnTo>
                <a:lnTo>
                  <a:pt x="100527" y="190468"/>
                </a:lnTo>
                <a:lnTo>
                  <a:pt x="100718" y="184324"/>
                </a:lnTo>
                <a:lnTo>
                  <a:pt x="100881" y="178180"/>
                </a:lnTo>
                <a:lnTo>
                  <a:pt x="101009" y="172036"/>
                </a:lnTo>
                <a:lnTo>
                  <a:pt x="101101" y="165892"/>
                </a:lnTo>
                <a:lnTo>
                  <a:pt x="101152" y="159748"/>
                </a:lnTo>
                <a:lnTo>
                  <a:pt x="101157" y="153604"/>
                </a:lnTo>
                <a:lnTo>
                  <a:pt x="101109" y="147459"/>
                </a:lnTo>
                <a:lnTo>
                  <a:pt x="100994" y="141315"/>
                </a:lnTo>
                <a:lnTo>
                  <a:pt x="100794" y="135171"/>
                </a:lnTo>
                <a:lnTo>
                  <a:pt x="100480" y="129027"/>
                </a:lnTo>
                <a:lnTo>
                  <a:pt x="100012" y="122883"/>
                </a:lnTo>
                <a:lnTo>
                  <a:pt x="99335" y="116739"/>
                </a:lnTo>
                <a:lnTo>
                  <a:pt x="98378" y="110595"/>
                </a:lnTo>
                <a:lnTo>
                  <a:pt x="97053" y="104450"/>
                </a:lnTo>
                <a:lnTo>
                  <a:pt x="95256" y="98306"/>
                </a:lnTo>
                <a:lnTo>
                  <a:pt x="92867" y="92162"/>
                </a:lnTo>
                <a:lnTo>
                  <a:pt x="89764" y="86018"/>
                </a:lnTo>
                <a:lnTo>
                  <a:pt x="85828" y="79874"/>
                </a:lnTo>
                <a:lnTo>
                  <a:pt x="80961" y="73730"/>
                </a:lnTo>
                <a:lnTo>
                  <a:pt x="75103" y="67586"/>
                </a:lnTo>
                <a:lnTo>
                  <a:pt x="68254" y="61441"/>
                </a:lnTo>
                <a:lnTo>
                  <a:pt x="60487" y="55297"/>
                </a:lnTo>
                <a:lnTo>
                  <a:pt x="51966" y="49153"/>
                </a:lnTo>
                <a:lnTo>
                  <a:pt x="42949" y="43009"/>
                </a:lnTo>
                <a:lnTo>
                  <a:pt x="33784" y="36865"/>
                </a:lnTo>
                <a:lnTo>
                  <a:pt x="24894" y="30721"/>
                </a:lnTo>
                <a:lnTo>
                  <a:pt x="16740" y="24577"/>
                </a:lnTo>
                <a:lnTo>
                  <a:pt x="9792" y="18432"/>
                </a:lnTo>
                <a:lnTo>
                  <a:pt x="4477" y="12288"/>
                </a:lnTo>
                <a:lnTo>
                  <a:pt x="1139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6" y="6144"/>
                </a:lnTo>
                <a:lnTo>
                  <a:pt x="198648" y="12288"/>
                </a:lnTo>
                <a:lnTo>
                  <a:pt x="193333" y="18432"/>
                </a:lnTo>
                <a:lnTo>
                  <a:pt x="186385" y="24577"/>
                </a:lnTo>
                <a:lnTo>
                  <a:pt x="178231" y="30721"/>
                </a:lnTo>
                <a:lnTo>
                  <a:pt x="169341" y="36865"/>
                </a:lnTo>
                <a:lnTo>
                  <a:pt x="160176" y="43009"/>
                </a:lnTo>
                <a:lnTo>
                  <a:pt x="151159" y="49153"/>
                </a:lnTo>
                <a:lnTo>
                  <a:pt x="142638" y="55297"/>
                </a:lnTo>
                <a:lnTo>
                  <a:pt x="134871" y="61441"/>
                </a:lnTo>
                <a:lnTo>
                  <a:pt x="128022" y="67586"/>
                </a:lnTo>
                <a:lnTo>
                  <a:pt x="122164" y="73730"/>
                </a:lnTo>
                <a:lnTo>
                  <a:pt x="117297" y="79874"/>
                </a:lnTo>
                <a:lnTo>
                  <a:pt x="113361" y="86018"/>
                </a:lnTo>
                <a:lnTo>
                  <a:pt x="110258" y="92162"/>
                </a:lnTo>
                <a:lnTo>
                  <a:pt x="107869" y="98306"/>
                </a:lnTo>
                <a:lnTo>
                  <a:pt x="106072" y="104450"/>
                </a:lnTo>
                <a:lnTo>
                  <a:pt x="104747" y="110595"/>
                </a:lnTo>
                <a:lnTo>
                  <a:pt x="103790" y="116739"/>
                </a:lnTo>
                <a:lnTo>
                  <a:pt x="103113" y="122883"/>
                </a:lnTo>
                <a:lnTo>
                  <a:pt x="102645" y="129027"/>
                </a:lnTo>
                <a:lnTo>
                  <a:pt x="102331" y="135171"/>
                </a:lnTo>
                <a:lnTo>
                  <a:pt x="102131" y="141315"/>
                </a:lnTo>
                <a:lnTo>
                  <a:pt x="102016" y="147459"/>
                </a:lnTo>
                <a:lnTo>
                  <a:pt x="101968" y="153604"/>
                </a:lnTo>
                <a:lnTo>
                  <a:pt x="101973" y="159748"/>
                </a:lnTo>
                <a:lnTo>
                  <a:pt x="102024" y="165892"/>
                </a:lnTo>
                <a:lnTo>
                  <a:pt x="102116" y="172036"/>
                </a:lnTo>
                <a:lnTo>
                  <a:pt x="102244" y="178180"/>
                </a:lnTo>
                <a:lnTo>
                  <a:pt x="102407" y="184324"/>
                </a:lnTo>
                <a:lnTo>
                  <a:pt x="102598" y="190468"/>
                </a:lnTo>
                <a:lnTo>
                  <a:pt x="102813" y="196613"/>
                </a:lnTo>
                <a:lnTo>
                  <a:pt x="103043" y="202757"/>
                </a:lnTo>
                <a:lnTo>
                  <a:pt x="103280" y="208901"/>
                </a:lnTo>
                <a:lnTo>
                  <a:pt x="103511" y="215045"/>
                </a:lnTo>
                <a:lnTo>
                  <a:pt x="103725" y="221189"/>
                </a:lnTo>
                <a:lnTo>
                  <a:pt x="103911" y="227333"/>
                </a:lnTo>
                <a:lnTo>
                  <a:pt x="104059" y="233477"/>
                </a:lnTo>
                <a:lnTo>
                  <a:pt x="104161" y="239621"/>
                </a:lnTo>
                <a:lnTo>
                  <a:pt x="104215" y="245766"/>
                </a:lnTo>
                <a:lnTo>
                  <a:pt x="104223" y="251910"/>
                </a:lnTo>
                <a:lnTo>
                  <a:pt x="104191" y="258054"/>
                </a:lnTo>
                <a:lnTo>
                  <a:pt x="104130" y="264198"/>
                </a:lnTo>
                <a:lnTo>
                  <a:pt x="104058" y="270342"/>
                </a:lnTo>
                <a:lnTo>
                  <a:pt x="103993" y="276486"/>
                </a:lnTo>
                <a:lnTo>
                  <a:pt x="103956" y="282630"/>
                </a:lnTo>
                <a:lnTo>
                  <a:pt x="103966" y="288775"/>
                </a:lnTo>
                <a:lnTo>
                  <a:pt x="104042" y="294919"/>
                </a:lnTo>
                <a:lnTo>
                  <a:pt x="104196" y="301063"/>
                </a:lnTo>
                <a:lnTo>
                  <a:pt x="104436" y="307207"/>
                </a:lnTo>
                <a:lnTo>
                  <a:pt x="104760" y="313351"/>
                </a:lnTo>
                <a:lnTo>
                  <a:pt x="105161" y="319495"/>
                </a:lnTo>
                <a:lnTo>
                  <a:pt x="105621" y="325639"/>
                </a:lnTo>
                <a:lnTo>
                  <a:pt x="106115" y="331784"/>
                </a:lnTo>
                <a:lnTo>
                  <a:pt x="106615" y="337928"/>
                </a:lnTo>
                <a:lnTo>
                  <a:pt x="107086" y="344072"/>
                </a:lnTo>
                <a:lnTo>
                  <a:pt x="107496" y="350216"/>
                </a:lnTo>
                <a:lnTo>
                  <a:pt x="107813" y="356360"/>
                </a:lnTo>
                <a:lnTo>
                  <a:pt x="108014" y="362504"/>
                </a:lnTo>
                <a:lnTo>
                  <a:pt x="108084" y="368648"/>
                </a:lnTo>
                <a:lnTo>
                  <a:pt x="108015" y="374793"/>
                </a:lnTo>
                <a:lnTo>
                  <a:pt x="107815" y="380937"/>
                </a:lnTo>
                <a:lnTo>
                  <a:pt x="107499" y="387081"/>
                </a:lnTo>
                <a:lnTo>
                  <a:pt x="107091" y="393225"/>
                </a:lnTo>
                <a:lnTo>
                  <a:pt x="106623" y="399369"/>
                </a:lnTo>
                <a:lnTo>
                  <a:pt x="106130" y="405513"/>
                </a:lnTo>
                <a:lnTo>
                  <a:pt x="105645" y="411657"/>
                </a:lnTo>
                <a:lnTo>
                  <a:pt x="105200" y="417802"/>
                </a:lnTo>
                <a:lnTo>
                  <a:pt x="104821" y="423946"/>
                </a:lnTo>
                <a:lnTo>
                  <a:pt x="104529" y="430090"/>
                </a:lnTo>
                <a:lnTo>
                  <a:pt x="104335" y="436234"/>
                </a:lnTo>
                <a:lnTo>
                  <a:pt x="104246" y="442378"/>
                </a:lnTo>
                <a:lnTo>
                  <a:pt x="104259" y="448522"/>
                </a:lnTo>
                <a:lnTo>
                  <a:pt x="104366" y="454666"/>
                </a:lnTo>
                <a:lnTo>
                  <a:pt x="104558" y="460811"/>
                </a:lnTo>
                <a:lnTo>
                  <a:pt x="104818" y="466955"/>
                </a:lnTo>
                <a:lnTo>
                  <a:pt x="105131" y="473099"/>
                </a:lnTo>
                <a:lnTo>
                  <a:pt x="105480" y="479243"/>
                </a:lnTo>
                <a:lnTo>
                  <a:pt x="105850" y="485387"/>
                </a:lnTo>
                <a:lnTo>
                  <a:pt x="106224" y="491531"/>
                </a:lnTo>
                <a:lnTo>
                  <a:pt x="106589" y="497675"/>
                </a:lnTo>
                <a:lnTo>
                  <a:pt x="106930" y="503820"/>
                </a:lnTo>
                <a:lnTo>
                  <a:pt x="107235" y="509964"/>
                </a:lnTo>
                <a:lnTo>
                  <a:pt x="107491" y="516108"/>
                </a:lnTo>
                <a:lnTo>
                  <a:pt x="107687" y="522252"/>
                </a:lnTo>
                <a:lnTo>
                  <a:pt x="107813" y="528396"/>
                </a:lnTo>
                <a:lnTo>
                  <a:pt x="107861" y="534540"/>
                </a:lnTo>
                <a:lnTo>
                  <a:pt x="107827" y="540684"/>
                </a:lnTo>
                <a:lnTo>
                  <a:pt x="107709" y="546829"/>
                </a:lnTo>
                <a:lnTo>
                  <a:pt x="107513" y="552973"/>
                </a:lnTo>
                <a:lnTo>
                  <a:pt x="107247" y="559117"/>
                </a:lnTo>
                <a:lnTo>
                  <a:pt x="106927" y="565261"/>
                </a:lnTo>
                <a:lnTo>
                  <a:pt x="106571" y="571405"/>
                </a:lnTo>
                <a:lnTo>
                  <a:pt x="106204" y="577549"/>
                </a:lnTo>
                <a:lnTo>
                  <a:pt x="105851" y="583693"/>
                </a:lnTo>
                <a:lnTo>
                  <a:pt x="105537" y="589838"/>
                </a:lnTo>
                <a:lnTo>
                  <a:pt x="105289" y="595982"/>
                </a:lnTo>
                <a:lnTo>
                  <a:pt x="105133" y="602126"/>
                </a:lnTo>
                <a:lnTo>
                  <a:pt x="105092" y="608270"/>
                </a:lnTo>
                <a:lnTo>
                  <a:pt x="105191" y="614414"/>
                </a:lnTo>
                <a:lnTo>
                  <a:pt x="105459" y="620558"/>
                </a:lnTo>
                <a:lnTo>
                  <a:pt x="105925" y="626702"/>
                </a:lnTo>
                <a:lnTo>
                  <a:pt x="106626" y="632847"/>
                </a:lnTo>
                <a:lnTo>
                  <a:pt x="107608" y="638991"/>
                </a:lnTo>
                <a:lnTo>
                  <a:pt x="108921" y="645135"/>
                </a:lnTo>
                <a:lnTo>
                  <a:pt x="110620" y="651279"/>
                </a:lnTo>
                <a:lnTo>
                  <a:pt x="112761" y="657423"/>
                </a:lnTo>
                <a:lnTo>
                  <a:pt x="115389" y="663567"/>
                </a:lnTo>
                <a:lnTo>
                  <a:pt x="118534" y="669711"/>
                </a:lnTo>
                <a:lnTo>
                  <a:pt x="122196" y="675856"/>
                </a:lnTo>
                <a:lnTo>
                  <a:pt x="126338" y="682000"/>
                </a:lnTo>
                <a:lnTo>
                  <a:pt x="130874" y="688144"/>
                </a:lnTo>
                <a:lnTo>
                  <a:pt x="135670" y="694288"/>
                </a:lnTo>
                <a:lnTo>
                  <a:pt x="140542" y="700432"/>
                </a:lnTo>
                <a:lnTo>
                  <a:pt x="145269" y="706576"/>
                </a:lnTo>
                <a:lnTo>
                  <a:pt x="149604" y="712720"/>
                </a:lnTo>
                <a:lnTo>
                  <a:pt x="153300" y="718865"/>
                </a:lnTo>
                <a:lnTo>
                  <a:pt x="156127" y="725009"/>
                </a:lnTo>
                <a:lnTo>
                  <a:pt x="157903" y="731153"/>
                </a:lnTo>
                <a:lnTo>
                  <a:pt x="158509" y="737297"/>
                </a:lnTo>
                <a:lnTo>
                  <a:pt x="158509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2403" name="12_small_8369">
            <a:extLst>
              <a:ext uri="{FF2B5EF4-FFF2-40B4-BE49-F238E27FC236}">
                <a16:creationId xmlns:a16="http://schemas.microsoft.com/office/drawing/2014/main" id="{92F29CC5-50A3-4D7D-84A6-0DBA14696C4F}"/>
              </a:ext>
            </a:extLst>
          </p:cNvPr>
          <p:cNvSpPr>
            <a:spLocks noGrp="1"/>
          </p:cNvSpPr>
          <p:nvPr/>
        </p:nvSpPr>
        <p:spPr>
          <a:xfrm>
            <a:off x="6052375" y="5219838"/>
            <a:ext cx="203125" cy="737297"/>
          </a:xfrm>
          <a:custGeom>
            <a:avLst/>
            <a:gdLst/>
            <a:ahLst/>
            <a:cxnLst/>
            <a:rect l="0" t="0" r="0" b="0"/>
            <a:pathLst>
              <a:path w="203125" h="737297">
                <a:moveTo>
                  <a:pt x="149647" y="737297"/>
                </a:moveTo>
                <a:lnTo>
                  <a:pt x="53478" y="737297"/>
                </a:lnTo>
                <a:lnTo>
                  <a:pt x="53985" y="731153"/>
                </a:lnTo>
                <a:lnTo>
                  <a:pt x="55474" y="725009"/>
                </a:lnTo>
                <a:lnTo>
                  <a:pt x="57844" y="718865"/>
                </a:lnTo>
                <a:lnTo>
                  <a:pt x="60942" y="712720"/>
                </a:lnTo>
                <a:lnTo>
                  <a:pt x="64576" y="706576"/>
                </a:lnTo>
                <a:lnTo>
                  <a:pt x="68538" y="700432"/>
                </a:lnTo>
                <a:lnTo>
                  <a:pt x="72623" y="694288"/>
                </a:lnTo>
                <a:lnTo>
                  <a:pt x="76644" y="688144"/>
                </a:lnTo>
                <a:lnTo>
                  <a:pt x="80448" y="682000"/>
                </a:lnTo>
                <a:lnTo>
                  <a:pt x="83923" y="675856"/>
                </a:lnTo>
                <a:lnTo>
                  <a:pt x="86998" y="669711"/>
                </a:lnTo>
                <a:lnTo>
                  <a:pt x="89641" y="663567"/>
                </a:lnTo>
                <a:lnTo>
                  <a:pt x="91853" y="657423"/>
                </a:lnTo>
                <a:lnTo>
                  <a:pt x="93656" y="651279"/>
                </a:lnTo>
                <a:lnTo>
                  <a:pt x="95091" y="645135"/>
                </a:lnTo>
                <a:lnTo>
                  <a:pt x="96202" y="638991"/>
                </a:lnTo>
                <a:lnTo>
                  <a:pt x="97033" y="632847"/>
                </a:lnTo>
                <a:lnTo>
                  <a:pt x="97628" y="626702"/>
                </a:lnTo>
                <a:lnTo>
                  <a:pt x="98020" y="620558"/>
                </a:lnTo>
                <a:lnTo>
                  <a:pt x="98241" y="614414"/>
                </a:lnTo>
                <a:lnTo>
                  <a:pt x="98315" y="608270"/>
                </a:lnTo>
                <a:lnTo>
                  <a:pt x="98265" y="602126"/>
                </a:lnTo>
                <a:lnTo>
                  <a:pt x="98112" y="595982"/>
                </a:lnTo>
                <a:lnTo>
                  <a:pt x="97877" y="589838"/>
                </a:lnTo>
                <a:lnTo>
                  <a:pt x="97583" y="583693"/>
                </a:lnTo>
                <a:lnTo>
                  <a:pt x="97253" y="577549"/>
                </a:lnTo>
                <a:lnTo>
                  <a:pt x="96911" y="571405"/>
                </a:lnTo>
                <a:lnTo>
                  <a:pt x="96581" y="565261"/>
                </a:lnTo>
                <a:lnTo>
                  <a:pt x="96283" y="559117"/>
                </a:lnTo>
                <a:lnTo>
                  <a:pt x="96036" y="552973"/>
                </a:lnTo>
                <a:lnTo>
                  <a:pt x="95854" y="546829"/>
                </a:lnTo>
                <a:lnTo>
                  <a:pt x="95745" y="540684"/>
                </a:lnTo>
                <a:lnTo>
                  <a:pt x="95713" y="534540"/>
                </a:lnTo>
                <a:lnTo>
                  <a:pt x="95758" y="528396"/>
                </a:lnTo>
                <a:lnTo>
                  <a:pt x="95875" y="522252"/>
                </a:lnTo>
                <a:lnTo>
                  <a:pt x="96058" y="516108"/>
                </a:lnTo>
                <a:lnTo>
                  <a:pt x="96297" y="509964"/>
                </a:lnTo>
                <a:lnTo>
                  <a:pt x="96582" y="503820"/>
                </a:lnTo>
                <a:lnTo>
                  <a:pt x="96902" y="497675"/>
                </a:lnTo>
                <a:lnTo>
                  <a:pt x="97245" y="491531"/>
                </a:lnTo>
                <a:lnTo>
                  <a:pt x="97600" y="485387"/>
                </a:lnTo>
                <a:lnTo>
                  <a:pt x="97953" y="479243"/>
                </a:lnTo>
                <a:lnTo>
                  <a:pt x="98292" y="473099"/>
                </a:lnTo>
                <a:lnTo>
                  <a:pt x="98603" y="466955"/>
                </a:lnTo>
                <a:lnTo>
                  <a:pt x="98871" y="460811"/>
                </a:lnTo>
                <a:lnTo>
                  <a:pt x="99085" y="454666"/>
                </a:lnTo>
                <a:lnTo>
                  <a:pt x="99231" y="448522"/>
                </a:lnTo>
                <a:lnTo>
                  <a:pt x="99300" y="442378"/>
                </a:lnTo>
                <a:lnTo>
                  <a:pt x="99287" y="436234"/>
                </a:lnTo>
                <a:lnTo>
                  <a:pt x="99189" y="430090"/>
                </a:lnTo>
                <a:lnTo>
                  <a:pt x="99010" y="423946"/>
                </a:lnTo>
                <a:lnTo>
                  <a:pt x="98761" y="417802"/>
                </a:lnTo>
                <a:lnTo>
                  <a:pt x="98456" y="411657"/>
                </a:lnTo>
                <a:lnTo>
                  <a:pt x="98116" y="405513"/>
                </a:lnTo>
                <a:lnTo>
                  <a:pt x="97765" y="399369"/>
                </a:lnTo>
                <a:lnTo>
                  <a:pt x="97429" y="393225"/>
                </a:lnTo>
                <a:lnTo>
                  <a:pt x="97136" y="387081"/>
                </a:lnTo>
                <a:lnTo>
                  <a:pt x="96908" y="380937"/>
                </a:lnTo>
                <a:lnTo>
                  <a:pt x="96765" y="374793"/>
                </a:lnTo>
                <a:lnTo>
                  <a:pt x="96720" y="368648"/>
                </a:lnTo>
                <a:lnTo>
                  <a:pt x="96777" y="362504"/>
                </a:lnTo>
                <a:lnTo>
                  <a:pt x="96934" y="356360"/>
                </a:lnTo>
                <a:lnTo>
                  <a:pt x="97179" y="350216"/>
                </a:lnTo>
                <a:lnTo>
                  <a:pt x="97496" y="344072"/>
                </a:lnTo>
                <a:lnTo>
                  <a:pt x="97863" y="337928"/>
                </a:lnTo>
                <a:lnTo>
                  <a:pt x="98256" y="331784"/>
                </a:lnTo>
                <a:lnTo>
                  <a:pt x="98651" y="325639"/>
                </a:lnTo>
                <a:lnTo>
                  <a:pt x="99027" y="319495"/>
                </a:lnTo>
                <a:lnTo>
                  <a:pt x="99366" y="313351"/>
                </a:lnTo>
                <a:lnTo>
                  <a:pt x="99656" y="307207"/>
                </a:lnTo>
                <a:lnTo>
                  <a:pt x="99890" y="301063"/>
                </a:lnTo>
                <a:lnTo>
                  <a:pt x="100066" y="294919"/>
                </a:lnTo>
                <a:lnTo>
                  <a:pt x="100187" y="288775"/>
                </a:lnTo>
                <a:lnTo>
                  <a:pt x="100261" y="282630"/>
                </a:lnTo>
                <a:lnTo>
                  <a:pt x="100297" y="276486"/>
                </a:lnTo>
                <a:lnTo>
                  <a:pt x="100307" y="270342"/>
                </a:lnTo>
                <a:lnTo>
                  <a:pt x="100302" y="264198"/>
                </a:lnTo>
                <a:lnTo>
                  <a:pt x="100294" y="258054"/>
                </a:lnTo>
                <a:lnTo>
                  <a:pt x="100291" y="251910"/>
                </a:lnTo>
                <a:lnTo>
                  <a:pt x="100300" y="245766"/>
                </a:lnTo>
                <a:lnTo>
                  <a:pt x="100325" y="239621"/>
                </a:lnTo>
                <a:lnTo>
                  <a:pt x="100367" y="233477"/>
                </a:lnTo>
                <a:lnTo>
                  <a:pt x="100424" y="227333"/>
                </a:lnTo>
                <a:lnTo>
                  <a:pt x="100492" y="221189"/>
                </a:lnTo>
                <a:lnTo>
                  <a:pt x="100565" y="215045"/>
                </a:lnTo>
                <a:lnTo>
                  <a:pt x="100636" y="208901"/>
                </a:lnTo>
                <a:lnTo>
                  <a:pt x="100699" y="202757"/>
                </a:lnTo>
                <a:lnTo>
                  <a:pt x="100747" y="196613"/>
                </a:lnTo>
                <a:lnTo>
                  <a:pt x="100775" y="190468"/>
                </a:lnTo>
                <a:lnTo>
                  <a:pt x="100778" y="184324"/>
                </a:lnTo>
                <a:lnTo>
                  <a:pt x="100754" y="178180"/>
                </a:lnTo>
                <a:lnTo>
                  <a:pt x="100702" y="172036"/>
                </a:lnTo>
                <a:lnTo>
                  <a:pt x="100620" y="165892"/>
                </a:lnTo>
                <a:lnTo>
                  <a:pt x="100510" y="159748"/>
                </a:lnTo>
                <a:lnTo>
                  <a:pt x="100370" y="153604"/>
                </a:lnTo>
                <a:lnTo>
                  <a:pt x="100195" y="147459"/>
                </a:lnTo>
                <a:lnTo>
                  <a:pt x="99978" y="141315"/>
                </a:lnTo>
                <a:lnTo>
                  <a:pt x="99703" y="135171"/>
                </a:lnTo>
                <a:lnTo>
                  <a:pt x="99343" y="129027"/>
                </a:lnTo>
                <a:lnTo>
                  <a:pt x="98860" y="122883"/>
                </a:lnTo>
                <a:lnTo>
                  <a:pt x="98199" y="116739"/>
                </a:lnTo>
                <a:lnTo>
                  <a:pt x="97287" y="110595"/>
                </a:lnTo>
                <a:lnTo>
                  <a:pt x="96032" y="104450"/>
                </a:lnTo>
                <a:lnTo>
                  <a:pt x="94325" y="98306"/>
                </a:lnTo>
                <a:lnTo>
                  <a:pt x="92040" y="92162"/>
                </a:lnTo>
                <a:lnTo>
                  <a:pt x="89050" y="86018"/>
                </a:lnTo>
                <a:lnTo>
                  <a:pt x="85228" y="79874"/>
                </a:lnTo>
                <a:lnTo>
                  <a:pt x="80471" y="73730"/>
                </a:lnTo>
                <a:lnTo>
                  <a:pt x="74716" y="67586"/>
                </a:lnTo>
                <a:lnTo>
                  <a:pt x="67957" y="61441"/>
                </a:lnTo>
                <a:lnTo>
                  <a:pt x="60268" y="55297"/>
                </a:lnTo>
                <a:lnTo>
                  <a:pt x="51810" y="49153"/>
                </a:lnTo>
                <a:lnTo>
                  <a:pt x="42842" y="43009"/>
                </a:lnTo>
                <a:lnTo>
                  <a:pt x="33716" y="36865"/>
                </a:lnTo>
                <a:lnTo>
                  <a:pt x="24852" y="30721"/>
                </a:lnTo>
                <a:lnTo>
                  <a:pt x="16717" y="24577"/>
                </a:lnTo>
                <a:lnTo>
                  <a:pt x="9780" y="18432"/>
                </a:lnTo>
                <a:lnTo>
                  <a:pt x="4472" y="12288"/>
                </a:lnTo>
                <a:lnTo>
                  <a:pt x="1137" y="6144"/>
                </a:lnTo>
                <a:lnTo>
                  <a:pt x="0" y="0"/>
                </a:lnTo>
                <a:lnTo>
                  <a:pt x="203125" y="0"/>
                </a:lnTo>
                <a:lnTo>
                  <a:pt x="203125" y="0"/>
                </a:lnTo>
                <a:lnTo>
                  <a:pt x="201988" y="6144"/>
                </a:lnTo>
                <a:lnTo>
                  <a:pt x="198653" y="12288"/>
                </a:lnTo>
                <a:lnTo>
                  <a:pt x="193345" y="18432"/>
                </a:lnTo>
                <a:lnTo>
                  <a:pt x="186408" y="24577"/>
                </a:lnTo>
                <a:lnTo>
                  <a:pt x="178273" y="30721"/>
                </a:lnTo>
                <a:lnTo>
                  <a:pt x="169409" y="36865"/>
                </a:lnTo>
                <a:lnTo>
                  <a:pt x="160283" y="43009"/>
                </a:lnTo>
                <a:lnTo>
                  <a:pt x="151315" y="49153"/>
                </a:lnTo>
                <a:lnTo>
                  <a:pt x="142857" y="55297"/>
                </a:lnTo>
                <a:lnTo>
                  <a:pt x="135168" y="61441"/>
                </a:lnTo>
                <a:lnTo>
                  <a:pt x="128409" y="67586"/>
                </a:lnTo>
                <a:lnTo>
                  <a:pt x="122654" y="73730"/>
                </a:lnTo>
                <a:lnTo>
                  <a:pt x="117897" y="79874"/>
                </a:lnTo>
                <a:lnTo>
                  <a:pt x="114075" y="86018"/>
                </a:lnTo>
                <a:lnTo>
                  <a:pt x="111085" y="92162"/>
                </a:lnTo>
                <a:lnTo>
                  <a:pt x="108800" y="98306"/>
                </a:lnTo>
                <a:lnTo>
                  <a:pt x="107093" y="104450"/>
                </a:lnTo>
                <a:lnTo>
                  <a:pt x="105838" y="110595"/>
                </a:lnTo>
                <a:lnTo>
                  <a:pt x="104926" y="116739"/>
                </a:lnTo>
                <a:lnTo>
                  <a:pt x="104265" y="122883"/>
                </a:lnTo>
                <a:lnTo>
                  <a:pt x="103782" y="129027"/>
                </a:lnTo>
                <a:lnTo>
                  <a:pt x="103422" y="135171"/>
                </a:lnTo>
                <a:lnTo>
                  <a:pt x="103147" y="141315"/>
                </a:lnTo>
                <a:lnTo>
                  <a:pt x="102930" y="147459"/>
                </a:lnTo>
                <a:lnTo>
                  <a:pt x="102755" y="153604"/>
                </a:lnTo>
                <a:lnTo>
                  <a:pt x="102615" y="159748"/>
                </a:lnTo>
                <a:lnTo>
                  <a:pt x="102505" y="165892"/>
                </a:lnTo>
                <a:lnTo>
                  <a:pt x="102423" y="172036"/>
                </a:lnTo>
                <a:lnTo>
                  <a:pt x="102371" y="178180"/>
                </a:lnTo>
                <a:lnTo>
                  <a:pt x="102347" y="184324"/>
                </a:lnTo>
                <a:lnTo>
                  <a:pt x="102350" y="190468"/>
                </a:lnTo>
                <a:lnTo>
                  <a:pt x="102378" y="196613"/>
                </a:lnTo>
                <a:lnTo>
                  <a:pt x="102426" y="202757"/>
                </a:lnTo>
                <a:lnTo>
                  <a:pt x="102489" y="208901"/>
                </a:lnTo>
                <a:lnTo>
                  <a:pt x="102560" y="215045"/>
                </a:lnTo>
                <a:lnTo>
                  <a:pt x="102633" y="221189"/>
                </a:lnTo>
                <a:lnTo>
                  <a:pt x="102701" y="227333"/>
                </a:lnTo>
                <a:lnTo>
                  <a:pt x="102758" y="233477"/>
                </a:lnTo>
                <a:lnTo>
                  <a:pt x="102800" y="239621"/>
                </a:lnTo>
                <a:lnTo>
                  <a:pt x="102825" y="245766"/>
                </a:lnTo>
                <a:lnTo>
                  <a:pt x="102834" y="251910"/>
                </a:lnTo>
                <a:lnTo>
                  <a:pt x="102831" y="258054"/>
                </a:lnTo>
                <a:lnTo>
                  <a:pt x="102823" y="264198"/>
                </a:lnTo>
                <a:lnTo>
                  <a:pt x="102818" y="270342"/>
                </a:lnTo>
                <a:lnTo>
                  <a:pt x="102828" y="276486"/>
                </a:lnTo>
                <a:lnTo>
                  <a:pt x="102864" y="282630"/>
                </a:lnTo>
                <a:lnTo>
                  <a:pt x="102938" y="288775"/>
                </a:lnTo>
                <a:lnTo>
                  <a:pt x="103059" y="294919"/>
                </a:lnTo>
                <a:lnTo>
                  <a:pt x="103235" y="301063"/>
                </a:lnTo>
                <a:lnTo>
                  <a:pt x="103469" y="307207"/>
                </a:lnTo>
                <a:lnTo>
                  <a:pt x="103759" y="313351"/>
                </a:lnTo>
                <a:lnTo>
                  <a:pt x="104098" y="319495"/>
                </a:lnTo>
                <a:lnTo>
                  <a:pt x="104474" y="325639"/>
                </a:lnTo>
                <a:lnTo>
                  <a:pt x="104869" y="331784"/>
                </a:lnTo>
                <a:lnTo>
                  <a:pt x="105262" y="337928"/>
                </a:lnTo>
                <a:lnTo>
                  <a:pt x="105629" y="344072"/>
                </a:lnTo>
                <a:lnTo>
                  <a:pt x="105946" y="350216"/>
                </a:lnTo>
                <a:lnTo>
                  <a:pt x="106191" y="356360"/>
                </a:lnTo>
                <a:lnTo>
                  <a:pt x="106348" y="362504"/>
                </a:lnTo>
                <a:lnTo>
                  <a:pt x="106405" y="368648"/>
                </a:lnTo>
                <a:lnTo>
                  <a:pt x="106360" y="374793"/>
                </a:lnTo>
                <a:lnTo>
                  <a:pt x="106217" y="380937"/>
                </a:lnTo>
                <a:lnTo>
                  <a:pt x="105989" y="387081"/>
                </a:lnTo>
                <a:lnTo>
                  <a:pt x="105696" y="393225"/>
                </a:lnTo>
                <a:lnTo>
                  <a:pt x="105360" y="399369"/>
                </a:lnTo>
                <a:lnTo>
                  <a:pt x="105009" y="405513"/>
                </a:lnTo>
                <a:lnTo>
                  <a:pt x="104669" y="411657"/>
                </a:lnTo>
                <a:lnTo>
                  <a:pt x="104364" y="417802"/>
                </a:lnTo>
                <a:lnTo>
                  <a:pt x="104115" y="423946"/>
                </a:lnTo>
                <a:lnTo>
                  <a:pt x="103936" y="430090"/>
                </a:lnTo>
                <a:lnTo>
                  <a:pt x="103838" y="436234"/>
                </a:lnTo>
                <a:lnTo>
                  <a:pt x="103825" y="442378"/>
                </a:lnTo>
                <a:lnTo>
                  <a:pt x="103894" y="448522"/>
                </a:lnTo>
                <a:lnTo>
                  <a:pt x="104040" y="454666"/>
                </a:lnTo>
                <a:lnTo>
                  <a:pt x="104254" y="460811"/>
                </a:lnTo>
                <a:lnTo>
                  <a:pt x="104522" y="466955"/>
                </a:lnTo>
                <a:lnTo>
                  <a:pt x="104833" y="473099"/>
                </a:lnTo>
                <a:lnTo>
                  <a:pt x="105172" y="479243"/>
                </a:lnTo>
                <a:lnTo>
                  <a:pt x="105525" y="485387"/>
                </a:lnTo>
                <a:lnTo>
                  <a:pt x="105880" y="491531"/>
                </a:lnTo>
                <a:lnTo>
                  <a:pt x="106223" y="497675"/>
                </a:lnTo>
                <a:lnTo>
                  <a:pt x="106543" y="503820"/>
                </a:lnTo>
                <a:lnTo>
                  <a:pt x="106828" y="509964"/>
                </a:lnTo>
                <a:lnTo>
                  <a:pt x="107067" y="516108"/>
                </a:lnTo>
                <a:lnTo>
                  <a:pt x="107250" y="522252"/>
                </a:lnTo>
                <a:lnTo>
                  <a:pt x="107367" y="528396"/>
                </a:lnTo>
                <a:lnTo>
                  <a:pt x="107412" y="534540"/>
                </a:lnTo>
                <a:lnTo>
                  <a:pt x="107380" y="540684"/>
                </a:lnTo>
                <a:lnTo>
                  <a:pt x="107271" y="546829"/>
                </a:lnTo>
                <a:lnTo>
                  <a:pt x="107089" y="552973"/>
                </a:lnTo>
                <a:lnTo>
                  <a:pt x="106842" y="559117"/>
                </a:lnTo>
                <a:lnTo>
                  <a:pt x="106544" y="565261"/>
                </a:lnTo>
                <a:lnTo>
                  <a:pt x="106214" y="571405"/>
                </a:lnTo>
                <a:lnTo>
                  <a:pt x="105872" y="577549"/>
                </a:lnTo>
                <a:lnTo>
                  <a:pt x="105542" y="583693"/>
                </a:lnTo>
                <a:lnTo>
                  <a:pt x="105248" y="589838"/>
                </a:lnTo>
                <a:lnTo>
                  <a:pt x="105013" y="595982"/>
                </a:lnTo>
                <a:lnTo>
                  <a:pt x="104860" y="602126"/>
                </a:lnTo>
                <a:lnTo>
                  <a:pt x="104810" y="608270"/>
                </a:lnTo>
                <a:lnTo>
                  <a:pt x="104884" y="614414"/>
                </a:lnTo>
                <a:lnTo>
                  <a:pt x="105105" y="620558"/>
                </a:lnTo>
                <a:lnTo>
                  <a:pt x="105497" y="626702"/>
                </a:lnTo>
                <a:lnTo>
                  <a:pt x="106092" y="632847"/>
                </a:lnTo>
                <a:lnTo>
                  <a:pt x="106923" y="638991"/>
                </a:lnTo>
                <a:lnTo>
                  <a:pt x="108034" y="645135"/>
                </a:lnTo>
                <a:lnTo>
                  <a:pt x="109469" y="651279"/>
                </a:lnTo>
                <a:lnTo>
                  <a:pt x="111272" y="657423"/>
                </a:lnTo>
                <a:lnTo>
                  <a:pt x="113484" y="663567"/>
                </a:lnTo>
                <a:lnTo>
                  <a:pt x="116127" y="669711"/>
                </a:lnTo>
                <a:lnTo>
                  <a:pt x="119202" y="675856"/>
                </a:lnTo>
                <a:lnTo>
                  <a:pt x="122677" y="682000"/>
                </a:lnTo>
                <a:lnTo>
                  <a:pt x="126481" y="688144"/>
                </a:lnTo>
                <a:lnTo>
                  <a:pt x="130502" y="694288"/>
                </a:lnTo>
                <a:lnTo>
                  <a:pt x="134587" y="700432"/>
                </a:lnTo>
                <a:lnTo>
                  <a:pt x="138549" y="706576"/>
                </a:lnTo>
                <a:lnTo>
                  <a:pt x="142183" y="712720"/>
                </a:lnTo>
                <a:lnTo>
                  <a:pt x="145281" y="718865"/>
                </a:lnTo>
                <a:lnTo>
                  <a:pt x="147651" y="725009"/>
                </a:lnTo>
                <a:lnTo>
                  <a:pt x="149140" y="731153"/>
                </a:lnTo>
                <a:lnTo>
                  <a:pt x="149647" y="737297"/>
                </a:lnTo>
                <a:lnTo>
                  <a:pt x="149647" y="737297"/>
                </a:lnTo>
                <a:close/>
              </a:path>
            </a:pathLst>
          </a:custGeom>
          <a:solidFill>
            <a:srgbClr val="596BC0">
              <a:alpha val="12000"/>
            </a:srgbClr>
          </a:solidFill>
          <a:ln w="6985">
            <a:solidFill>
              <a:srgbClr val="596BC0">
                <a:alpha val="12000"/>
              </a:srgbClr>
            </a:solidFill>
            <a:prstDash val="solid"/>
          </a:ln>
        </p:spPr>
      </p:sp>
      <p:sp>
        <p:nvSpPr>
          <p:cNvPr id="2404" name="12_small_8370">
            <a:extLst>
              <a:ext uri="{FF2B5EF4-FFF2-40B4-BE49-F238E27FC236}">
                <a16:creationId xmlns:a16="http://schemas.microsoft.com/office/drawing/2014/main" id="{E0160FEF-B3DB-4955-9D13-F012AFF9C2C7}"/>
              </a:ext>
            </a:extLst>
          </p:cNvPr>
          <p:cNvSpPr>
            <a:spLocks noGrp="1"/>
          </p:cNvSpPr>
          <p:nvPr/>
        </p:nvSpPr>
        <p:spPr>
          <a:xfrm>
            <a:off x="3810188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405" name="text_8371">
            <a:extLst>
              <a:ext uri="{FF2B5EF4-FFF2-40B4-BE49-F238E27FC236}">
                <a16:creationId xmlns:a16="http://schemas.microsoft.com/office/drawing/2014/main" id="{3EADA6C3-1342-4EA9-A8C3-F223856820D7}"/>
              </a:ext>
            </a:extLst>
          </p:cNvPr>
          <p:cNvSpPr>
            <a:spLocks noGrp="1"/>
          </p:cNvSpPr>
          <p:nvPr/>
        </p:nvSpPr>
        <p:spPr>
          <a:xfrm>
            <a:off x="3784414" y="6063319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06" name="12_small_8372">
            <a:extLst>
              <a:ext uri="{FF2B5EF4-FFF2-40B4-BE49-F238E27FC236}">
                <a16:creationId xmlns:a16="http://schemas.microsoft.com/office/drawing/2014/main" id="{303035FA-9024-4C18-8BCF-46DF164ACD67}"/>
              </a:ext>
            </a:extLst>
          </p:cNvPr>
          <p:cNvSpPr>
            <a:spLocks noGrp="1"/>
          </p:cNvSpPr>
          <p:nvPr/>
        </p:nvSpPr>
        <p:spPr>
          <a:xfrm>
            <a:off x="4200813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407" name="text_8373">
            <a:extLst>
              <a:ext uri="{FF2B5EF4-FFF2-40B4-BE49-F238E27FC236}">
                <a16:creationId xmlns:a16="http://schemas.microsoft.com/office/drawing/2014/main" id="{D0ED0516-0232-4C99-9D92-0008D2D43645}"/>
              </a:ext>
            </a:extLst>
          </p:cNvPr>
          <p:cNvSpPr>
            <a:spLocks noGrp="1"/>
          </p:cNvSpPr>
          <p:nvPr/>
        </p:nvSpPr>
        <p:spPr>
          <a:xfrm>
            <a:off x="4149266" y="6063319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408" name="12_small_8374">
            <a:extLst>
              <a:ext uri="{FF2B5EF4-FFF2-40B4-BE49-F238E27FC236}">
                <a16:creationId xmlns:a16="http://schemas.microsoft.com/office/drawing/2014/main" id="{BB4211B6-3916-44B7-A7A5-5DAA18F6954D}"/>
              </a:ext>
            </a:extLst>
          </p:cNvPr>
          <p:cNvSpPr>
            <a:spLocks noGrp="1"/>
          </p:cNvSpPr>
          <p:nvPr/>
        </p:nvSpPr>
        <p:spPr>
          <a:xfrm>
            <a:off x="4591438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409" name="text_8375">
            <a:extLst>
              <a:ext uri="{FF2B5EF4-FFF2-40B4-BE49-F238E27FC236}">
                <a16:creationId xmlns:a16="http://schemas.microsoft.com/office/drawing/2014/main" id="{334EECEF-7B19-46F8-AA03-E97F17FEFF36}"/>
              </a:ext>
            </a:extLst>
          </p:cNvPr>
          <p:cNvSpPr>
            <a:spLocks noGrp="1"/>
          </p:cNvSpPr>
          <p:nvPr/>
        </p:nvSpPr>
        <p:spPr>
          <a:xfrm>
            <a:off x="4514117" y="606331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410" name="12_small_8376">
            <a:extLst>
              <a:ext uri="{FF2B5EF4-FFF2-40B4-BE49-F238E27FC236}">
                <a16:creationId xmlns:a16="http://schemas.microsoft.com/office/drawing/2014/main" id="{E84FBB6C-8A60-448E-B428-CE17D692BAC6}"/>
              </a:ext>
            </a:extLst>
          </p:cNvPr>
          <p:cNvSpPr>
            <a:spLocks noGrp="1"/>
          </p:cNvSpPr>
          <p:nvPr/>
        </p:nvSpPr>
        <p:spPr>
          <a:xfrm>
            <a:off x="5372688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411" name="text_8377">
            <a:extLst>
              <a:ext uri="{FF2B5EF4-FFF2-40B4-BE49-F238E27FC236}">
                <a16:creationId xmlns:a16="http://schemas.microsoft.com/office/drawing/2014/main" id="{E1CDEA6C-CA36-4E2A-96C2-FC7D1486F5B2}"/>
              </a:ext>
            </a:extLst>
          </p:cNvPr>
          <p:cNvSpPr>
            <a:spLocks noGrp="1"/>
          </p:cNvSpPr>
          <p:nvPr/>
        </p:nvSpPr>
        <p:spPr>
          <a:xfrm>
            <a:off x="5295367" y="606331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2412" name="12_small_8378">
            <a:extLst>
              <a:ext uri="{FF2B5EF4-FFF2-40B4-BE49-F238E27FC236}">
                <a16:creationId xmlns:a16="http://schemas.microsoft.com/office/drawing/2014/main" id="{323CC2E1-301A-4F1B-B374-E04AFCD40FA0}"/>
              </a:ext>
            </a:extLst>
          </p:cNvPr>
          <p:cNvSpPr>
            <a:spLocks noGrp="1"/>
          </p:cNvSpPr>
          <p:nvPr/>
        </p:nvSpPr>
        <p:spPr>
          <a:xfrm>
            <a:off x="6153938" y="5994000"/>
            <a:ext cx="191" cy="38100"/>
          </a:xfrm>
          <a:custGeom>
            <a:avLst/>
            <a:gdLst/>
            <a:ahLst/>
            <a:cxnLst/>
            <a:rect l="0" t="0" r="0" b="0"/>
            <a:pathLst>
              <a:path w="191" h="38100">
                <a:moveTo>
                  <a:pt x="0" y="0"/>
                </a:moveTo>
                <a:lnTo>
                  <a:pt x="0" y="3810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413" name="text_8379">
            <a:extLst>
              <a:ext uri="{FF2B5EF4-FFF2-40B4-BE49-F238E27FC236}">
                <a16:creationId xmlns:a16="http://schemas.microsoft.com/office/drawing/2014/main" id="{5FEDD38E-E7BC-4F61-89E2-D649355B9CCC}"/>
              </a:ext>
            </a:extLst>
          </p:cNvPr>
          <p:cNvSpPr>
            <a:spLocks noGrp="1"/>
          </p:cNvSpPr>
          <p:nvPr/>
        </p:nvSpPr>
        <p:spPr>
          <a:xfrm>
            <a:off x="6076617" y="6063319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300</a:t>
            </a:r>
          </a:p>
        </p:txBody>
      </p:sp>
      <p:sp>
        <p:nvSpPr>
          <p:cNvPr id="2414" name="text_8380">
            <a:extLst>
              <a:ext uri="{FF2B5EF4-FFF2-40B4-BE49-F238E27FC236}">
                <a16:creationId xmlns:a16="http://schemas.microsoft.com/office/drawing/2014/main" id="{3D4AA2A9-E0B6-40F6-A2E2-175B9C4A2512}"/>
              </a:ext>
            </a:extLst>
          </p:cNvPr>
          <p:cNvSpPr>
            <a:spLocks noGrp="1"/>
          </p:cNvSpPr>
          <p:nvPr/>
        </p:nvSpPr>
        <p:spPr>
          <a:xfrm>
            <a:off x="4422760" y="6224884"/>
            <a:ext cx="1271930" cy="127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0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00" b="0" dirty="0">
                <a:solidFill>
                  <a:srgbClr val="273744"/>
                </a:solidFill>
                <a:latin typeface="Arial"/>
                <a:ea typeface="Arial"/>
                <a:cs typeface="Arial"/>
              </a:rPr>
              <a:t>Relative attempt budget (%)</a:t>
            </a:r>
          </a:p>
        </p:txBody>
      </p:sp>
      <p:sp>
        <p:nvSpPr>
          <p:cNvPr id="2415" name="12_small_8381">
            <a:extLst>
              <a:ext uri="{FF2B5EF4-FFF2-40B4-BE49-F238E27FC236}">
                <a16:creationId xmlns:a16="http://schemas.microsoft.com/office/drawing/2014/main" id="{5DD2B11F-CDD0-46FC-BD00-B62B220CB3AD}"/>
              </a:ext>
            </a:extLst>
          </p:cNvPr>
          <p:cNvSpPr>
            <a:spLocks noGrp="1"/>
          </p:cNvSpPr>
          <p:nvPr/>
        </p:nvSpPr>
        <p:spPr>
          <a:xfrm>
            <a:off x="3786750" y="5957135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416" name="12_small_8382">
            <a:extLst>
              <a:ext uri="{FF2B5EF4-FFF2-40B4-BE49-F238E27FC236}">
                <a16:creationId xmlns:a16="http://schemas.microsoft.com/office/drawing/2014/main" id="{BF80AEEF-287A-41E4-8A38-F238346DDE10}"/>
              </a:ext>
            </a:extLst>
          </p:cNvPr>
          <p:cNvSpPr>
            <a:spLocks noGrp="1"/>
          </p:cNvSpPr>
          <p:nvPr/>
        </p:nvSpPr>
        <p:spPr>
          <a:xfrm>
            <a:off x="3748650" y="5957135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417" name="text_8383">
            <a:extLst>
              <a:ext uri="{FF2B5EF4-FFF2-40B4-BE49-F238E27FC236}">
                <a16:creationId xmlns:a16="http://schemas.microsoft.com/office/drawing/2014/main" id="{FEDA4A97-8148-4977-8065-0FE131223242}"/>
              </a:ext>
            </a:extLst>
          </p:cNvPr>
          <p:cNvSpPr>
            <a:spLocks noGrp="1"/>
          </p:cNvSpPr>
          <p:nvPr/>
        </p:nvSpPr>
        <p:spPr>
          <a:xfrm>
            <a:off x="3659003" y="5917074"/>
            <a:ext cx="64247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418" name="12_small_8384">
            <a:extLst>
              <a:ext uri="{FF2B5EF4-FFF2-40B4-BE49-F238E27FC236}">
                <a16:creationId xmlns:a16="http://schemas.microsoft.com/office/drawing/2014/main" id="{FE93ADEB-A93E-45CF-92B2-19E760BF0EC0}"/>
              </a:ext>
            </a:extLst>
          </p:cNvPr>
          <p:cNvSpPr>
            <a:spLocks noGrp="1"/>
          </p:cNvSpPr>
          <p:nvPr/>
        </p:nvSpPr>
        <p:spPr>
          <a:xfrm>
            <a:off x="3786750" y="5588487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419" name="12_small_8385">
            <a:extLst>
              <a:ext uri="{FF2B5EF4-FFF2-40B4-BE49-F238E27FC236}">
                <a16:creationId xmlns:a16="http://schemas.microsoft.com/office/drawing/2014/main" id="{B88D7B88-8B44-493B-8507-9FB2D0257B7F}"/>
              </a:ext>
            </a:extLst>
          </p:cNvPr>
          <p:cNvSpPr>
            <a:spLocks noGrp="1"/>
          </p:cNvSpPr>
          <p:nvPr/>
        </p:nvSpPr>
        <p:spPr>
          <a:xfrm>
            <a:off x="3748650" y="5588487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420" name="text_8386">
            <a:extLst>
              <a:ext uri="{FF2B5EF4-FFF2-40B4-BE49-F238E27FC236}">
                <a16:creationId xmlns:a16="http://schemas.microsoft.com/office/drawing/2014/main" id="{4BA624A5-F85A-4E57-BAEA-66F1FA382507}"/>
              </a:ext>
            </a:extLst>
          </p:cNvPr>
          <p:cNvSpPr>
            <a:spLocks noGrp="1"/>
          </p:cNvSpPr>
          <p:nvPr/>
        </p:nvSpPr>
        <p:spPr>
          <a:xfrm>
            <a:off x="3607456" y="5548426"/>
            <a:ext cx="115794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50</a:t>
            </a:r>
          </a:p>
        </p:txBody>
      </p:sp>
      <p:sp>
        <p:nvSpPr>
          <p:cNvPr id="2421" name="12_small_8387">
            <a:extLst>
              <a:ext uri="{FF2B5EF4-FFF2-40B4-BE49-F238E27FC236}">
                <a16:creationId xmlns:a16="http://schemas.microsoft.com/office/drawing/2014/main" id="{0EA0A9A8-221F-4D29-9CFA-389E0060314B}"/>
              </a:ext>
            </a:extLst>
          </p:cNvPr>
          <p:cNvSpPr>
            <a:spLocks noGrp="1"/>
          </p:cNvSpPr>
          <p:nvPr/>
        </p:nvSpPr>
        <p:spPr>
          <a:xfrm>
            <a:off x="3786750" y="5219838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6985">
            <a:solidFill>
              <a:srgbClr val="DEE5EA"/>
            </a:solidFill>
            <a:prstDash val="solid"/>
          </a:ln>
        </p:spPr>
      </p:sp>
      <p:sp>
        <p:nvSpPr>
          <p:cNvPr id="2422" name="12_small_8388">
            <a:extLst>
              <a:ext uri="{FF2B5EF4-FFF2-40B4-BE49-F238E27FC236}">
                <a16:creationId xmlns:a16="http://schemas.microsoft.com/office/drawing/2014/main" id="{FDABA299-EF87-4B96-B565-6591CC32F078}"/>
              </a:ext>
            </a:extLst>
          </p:cNvPr>
          <p:cNvSpPr>
            <a:spLocks noGrp="1"/>
          </p:cNvSpPr>
          <p:nvPr/>
        </p:nvSpPr>
        <p:spPr>
          <a:xfrm>
            <a:off x="3748650" y="5219838"/>
            <a:ext cx="38100" cy="191"/>
          </a:xfrm>
          <a:custGeom>
            <a:avLst/>
            <a:gdLst/>
            <a:ahLst/>
            <a:cxnLst/>
            <a:rect l="0" t="0" r="0" b="0"/>
            <a:pathLst>
              <a:path w="38100" h="191">
                <a:moveTo>
                  <a:pt x="38100" y="0"/>
                </a:moveTo>
                <a:lnTo>
                  <a:pt x="0" y="0"/>
                </a:lnTo>
              </a:path>
            </a:pathLst>
          </a:custGeom>
          <a:solidFill>
            <a:srgbClr val="273744"/>
          </a:solidFill>
          <a:ln w="7620">
            <a:solidFill>
              <a:srgbClr val="273744"/>
            </a:solidFill>
            <a:prstDash val="solid"/>
          </a:ln>
        </p:spPr>
      </p:sp>
      <p:sp>
        <p:nvSpPr>
          <p:cNvPr id="2423" name="text_8389">
            <a:extLst>
              <a:ext uri="{FF2B5EF4-FFF2-40B4-BE49-F238E27FC236}">
                <a16:creationId xmlns:a16="http://schemas.microsoft.com/office/drawing/2014/main" id="{1B9F386D-F64F-40CB-85A7-80A6E0DAAD49}"/>
              </a:ext>
            </a:extLst>
          </p:cNvPr>
          <p:cNvSpPr>
            <a:spLocks noGrp="1"/>
          </p:cNvSpPr>
          <p:nvPr/>
        </p:nvSpPr>
        <p:spPr>
          <a:xfrm>
            <a:off x="3555910" y="5179777"/>
            <a:ext cx="167340" cy="1158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3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3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100</a:t>
            </a:r>
          </a:p>
        </p:txBody>
      </p:sp>
      <p:sp>
        <p:nvSpPr>
          <p:cNvPr id="2424" name="12_small_8390">
            <a:extLst>
              <a:ext uri="{FF2B5EF4-FFF2-40B4-BE49-F238E27FC236}">
                <a16:creationId xmlns:a16="http://schemas.microsoft.com/office/drawing/2014/main" id="{25E6B101-FB8B-4A07-ADBF-963B78AB0137}"/>
              </a:ext>
            </a:extLst>
          </p:cNvPr>
          <p:cNvSpPr>
            <a:spLocks noGrp="1"/>
          </p:cNvSpPr>
          <p:nvPr/>
        </p:nvSpPr>
        <p:spPr>
          <a:xfrm>
            <a:off x="4154176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5" name="12_small_8391">
            <a:extLst>
              <a:ext uri="{FF2B5EF4-FFF2-40B4-BE49-F238E27FC236}">
                <a16:creationId xmlns:a16="http://schemas.microsoft.com/office/drawing/2014/main" id="{AA2A823E-D72B-4724-ADF7-1C2D29F81388}"/>
              </a:ext>
            </a:extLst>
          </p:cNvPr>
          <p:cNvSpPr>
            <a:spLocks noGrp="1"/>
          </p:cNvSpPr>
          <p:nvPr/>
        </p:nvSpPr>
        <p:spPr>
          <a:xfrm>
            <a:off x="425845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6" name="12_small_8392">
            <a:extLst>
              <a:ext uri="{FF2B5EF4-FFF2-40B4-BE49-F238E27FC236}">
                <a16:creationId xmlns:a16="http://schemas.microsoft.com/office/drawing/2014/main" id="{65B52633-A2FD-461A-BC76-1E6FDC2B73B5}"/>
              </a:ext>
            </a:extLst>
          </p:cNvPr>
          <p:cNvSpPr>
            <a:spLocks noGrp="1"/>
          </p:cNvSpPr>
          <p:nvPr/>
        </p:nvSpPr>
        <p:spPr>
          <a:xfrm>
            <a:off x="425689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7" name="12_small_8393">
            <a:extLst>
              <a:ext uri="{FF2B5EF4-FFF2-40B4-BE49-F238E27FC236}">
                <a16:creationId xmlns:a16="http://schemas.microsoft.com/office/drawing/2014/main" id="{35A3F941-6DCD-4831-9F0D-12B77A293C7F}"/>
              </a:ext>
            </a:extLst>
          </p:cNvPr>
          <p:cNvSpPr>
            <a:spLocks noGrp="1"/>
          </p:cNvSpPr>
          <p:nvPr/>
        </p:nvSpPr>
        <p:spPr>
          <a:xfrm>
            <a:off x="417760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8" name="12_small_8394">
            <a:extLst>
              <a:ext uri="{FF2B5EF4-FFF2-40B4-BE49-F238E27FC236}">
                <a16:creationId xmlns:a16="http://schemas.microsoft.com/office/drawing/2014/main" id="{01226373-6EAC-44DC-841B-5FC87D45C385}"/>
              </a:ext>
            </a:extLst>
          </p:cNvPr>
          <p:cNvSpPr>
            <a:spLocks noGrp="1"/>
          </p:cNvSpPr>
          <p:nvPr/>
        </p:nvSpPr>
        <p:spPr>
          <a:xfrm>
            <a:off x="4259777" y="573228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29" name="12_small_8395">
            <a:extLst>
              <a:ext uri="{FF2B5EF4-FFF2-40B4-BE49-F238E27FC236}">
                <a16:creationId xmlns:a16="http://schemas.microsoft.com/office/drawing/2014/main" id="{73C6F4AB-4242-4B39-B060-72807946BC01}"/>
              </a:ext>
            </a:extLst>
          </p:cNvPr>
          <p:cNvSpPr>
            <a:spLocks noGrp="1"/>
          </p:cNvSpPr>
          <p:nvPr/>
        </p:nvSpPr>
        <p:spPr>
          <a:xfrm>
            <a:off x="4229398" y="560780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0" name="12_small_8396">
            <a:extLst>
              <a:ext uri="{FF2B5EF4-FFF2-40B4-BE49-F238E27FC236}">
                <a16:creationId xmlns:a16="http://schemas.microsoft.com/office/drawing/2014/main" id="{7510DD7E-7CC8-4B88-846B-1168B537E2EF}"/>
              </a:ext>
            </a:extLst>
          </p:cNvPr>
          <p:cNvSpPr>
            <a:spLocks noGrp="1"/>
          </p:cNvSpPr>
          <p:nvPr/>
        </p:nvSpPr>
        <p:spPr>
          <a:xfrm>
            <a:off x="413684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1" name="12_small_8397">
            <a:extLst>
              <a:ext uri="{FF2B5EF4-FFF2-40B4-BE49-F238E27FC236}">
                <a16:creationId xmlns:a16="http://schemas.microsoft.com/office/drawing/2014/main" id="{EF5022DE-0877-4F43-A9E3-006D6CA7DEA0}"/>
              </a:ext>
            </a:extLst>
          </p:cNvPr>
          <p:cNvSpPr>
            <a:spLocks noGrp="1"/>
          </p:cNvSpPr>
          <p:nvPr/>
        </p:nvSpPr>
        <p:spPr>
          <a:xfrm>
            <a:off x="4169110" y="591221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2" name="12_small_8398">
            <a:extLst>
              <a:ext uri="{FF2B5EF4-FFF2-40B4-BE49-F238E27FC236}">
                <a16:creationId xmlns:a16="http://schemas.microsoft.com/office/drawing/2014/main" id="{8E110797-4B02-44FD-A7C5-60C91627C1FD}"/>
              </a:ext>
            </a:extLst>
          </p:cNvPr>
          <p:cNvSpPr>
            <a:spLocks noGrp="1"/>
          </p:cNvSpPr>
          <p:nvPr/>
        </p:nvSpPr>
        <p:spPr>
          <a:xfrm>
            <a:off x="4186022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3" name="12_small_8399">
            <a:extLst>
              <a:ext uri="{FF2B5EF4-FFF2-40B4-BE49-F238E27FC236}">
                <a16:creationId xmlns:a16="http://schemas.microsoft.com/office/drawing/2014/main" id="{BFE1FC17-258C-47F9-9962-541ED64565DF}"/>
              </a:ext>
            </a:extLst>
          </p:cNvPr>
          <p:cNvSpPr>
            <a:spLocks noGrp="1"/>
          </p:cNvSpPr>
          <p:nvPr/>
        </p:nvSpPr>
        <p:spPr>
          <a:xfrm>
            <a:off x="417083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4" name="12_small_8400">
            <a:extLst>
              <a:ext uri="{FF2B5EF4-FFF2-40B4-BE49-F238E27FC236}">
                <a16:creationId xmlns:a16="http://schemas.microsoft.com/office/drawing/2014/main" id="{7322C402-F3D8-4318-A531-6C64EB074B0D}"/>
              </a:ext>
            </a:extLst>
          </p:cNvPr>
          <p:cNvSpPr>
            <a:spLocks noGrp="1"/>
          </p:cNvSpPr>
          <p:nvPr/>
        </p:nvSpPr>
        <p:spPr>
          <a:xfrm>
            <a:off x="422468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5" name="12_small_8401">
            <a:extLst>
              <a:ext uri="{FF2B5EF4-FFF2-40B4-BE49-F238E27FC236}">
                <a16:creationId xmlns:a16="http://schemas.microsoft.com/office/drawing/2014/main" id="{B5B55AC1-B906-43A8-A40D-19E8C85709C2}"/>
              </a:ext>
            </a:extLst>
          </p:cNvPr>
          <p:cNvSpPr>
            <a:spLocks noGrp="1"/>
          </p:cNvSpPr>
          <p:nvPr/>
        </p:nvSpPr>
        <p:spPr>
          <a:xfrm>
            <a:off x="412960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6" name="12_small_8402">
            <a:extLst>
              <a:ext uri="{FF2B5EF4-FFF2-40B4-BE49-F238E27FC236}">
                <a16:creationId xmlns:a16="http://schemas.microsoft.com/office/drawing/2014/main" id="{8B7608CE-8E6C-4F09-80E0-942CEF16A33D}"/>
              </a:ext>
            </a:extLst>
          </p:cNvPr>
          <p:cNvSpPr>
            <a:spLocks noGrp="1"/>
          </p:cNvSpPr>
          <p:nvPr/>
        </p:nvSpPr>
        <p:spPr>
          <a:xfrm>
            <a:off x="416999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7" name="12_small_8403">
            <a:extLst>
              <a:ext uri="{FF2B5EF4-FFF2-40B4-BE49-F238E27FC236}">
                <a16:creationId xmlns:a16="http://schemas.microsoft.com/office/drawing/2014/main" id="{29F2A2F5-67C9-4242-8DC6-8DFFB0247CEC}"/>
              </a:ext>
            </a:extLst>
          </p:cNvPr>
          <p:cNvSpPr>
            <a:spLocks noGrp="1"/>
          </p:cNvSpPr>
          <p:nvPr/>
        </p:nvSpPr>
        <p:spPr>
          <a:xfrm>
            <a:off x="4124198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8" name="12_small_8404">
            <a:extLst>
              <a:ext uri="{FF2B5EF4-FFF2-40B4-BE49-F238E27FC236}">
                <a16:creationId xmlns:a16="http://schemas.microsoft.com/office/drawing/2014/main" id="{D7EBCF25-ABE8-4ACA-987E-1F5763D77E71}"/>
              </a:ext>
            </a:extLst>
          </p:cNvPr>
          <p:cNvSpPr>
            <a:spLocks noGrp="1"/>
          </p:cNvSpPr>
          <p:nvPr/>
        </p:nvSpPr>
        <p:spPr>
          <a:xfrm>
            <a:off x="4253942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39" name="12_small_8405">
            <a:extLst>
              <a:ext uri="{FF2B5EF4-FFF2-40B4-BE49-F238E27FC236}">
                <a16:creationId xmlns:a16="http://schemas.microsoft.com/office/drawing/2014/main" id="{95C3F109-488B-460F-AFD9-D242B7602A61}"/>
              </a:ext>
            </a:extLst>
          </p:cNvPr>
          <p:cNvSpPr>
            <a:spLocks noGrp="1"/>
          </p:cNvSpPr>
          <p:nvPr/>
        </p:nvSpPr>
        <p:spPr>
          <a:xfrm>
            <a:off x="4146797" y="58610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0" name="12_small_8406">
            <a:extLst>
              <a:ext uri="{FF2B5EF4-FFF2-40B4-BE49-F238E27FC236}">
                <a16:creationId xmlns:a16="http://schemas.microsoft.com/office/drawing/2014/main" id="{FEFD4A9A-C924-47A1-9F5E-BB73BF3E5830}"/>
              </a:ext>
            </a:extLst>
          </p:cNvPr>
          <p:cNvSpPr>
            <a:spLocks noGrp="1"/>
          </p:cNvSpPr>
          <p:nvPr/>
        </p:nvSpPr>
        <p:spPr>
          <a:xfrm>
            <a:off x="4141463" y="57381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1" name="12_small_8407">
            <a:extLst>
              <a:ext uri="{FF2B5EF4-FFF2-40B4-BE49-F238E27FC236}">
                <a16:creationId xmlns:a16="http://schemas.microsoft.com/office/drawing/2014/main" id="{6D8D4C8E-48AD-499A-B373-6B060734E026}"/>
              </a:ext>
            </a:extLst>
          </p:cNvPr>
          <p:cNvSpPr>
            <a:spLocks noGrp="1"/>
          </p:cNvSpPr>
          <p:nvPr/>
        </p:nvSpPr>
        <p:spPr>
          <a:xfrm>
            <a:off x="419022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2" name="12_small_8408">
            <a:extLst>
              <a:ext uri="{FF2B5EF4-FFF2-40B4-BE49-F238E27FC236}">
                <a16:creationId xmlns:a16="http://schemas.microsoft.com/office/drawing/2014/main" id="{18142E67-8F97-4F3D-8734-15B2953C1162}"/>
              </a:ext>
            </a:extLst>
          </p:cNvPr>
          <p:cNvSpPr>
            <a:spLocks noGrp="1"/>
          </p:cNvSpPr>
          <p:nvPr/>
        </p:nvSpPr>
        <p:spPr>
          <a:xfrm>
            <a:off x="4147300" y="567482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3" name="12_small_8409">
            <a:extLst>
              <a:ext uri="{FF2B5EF4-FFF2-40B4-BE49-F238E27FC236}">
                <a16:creationId xmlns:a16="http://schemas.microsoft.com/office/drawing/2014/main" id="{A46C72ED-B03E-44DC-B4AE-9C709D55C418}"/>
              </a:ext>
            </a:extLst>
          </p:cNvPr>
          <p:cNvSpPr>
            <a:spLocks noGrp="1"/>
          </p:cNvSpPr>
          <p:nvPr/>
        </p:nvSpPr>
        <p:spPr>
          <a:xfrm>
            <a:off x="411824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4" name="12_small_8410">
            <a:extLst>
              <a:ext uri="{FF2B5EF4-FFF2-40B4-BE49-F238E27FC236}">
                <a16:creationId xmlns:a16="http://schemas.microsoft.com/office/drawing/2014/main" id="{A02D7417-5BC0-4C21-87DB-6E80F35178D7}"/>
              </a:ext>
            </a:extLst>
          </p:cNvPr>
          <p:cNvSpPr>
            <a:spLocks noGrp="1"/>
          </p:cNvSpPr>
          <p:nvPr/>
        </p:nvSpPr>
        <p:spPr>
          <a:xfrm>
            <a:off x="4182671" y="564801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5" name="12_small_8411">
            <a:extLst>
              <a:ext uri="{FF2B5EF4-FFF2-40B4-BE49-F238E27FC236}">
                <a16:creationId xmlns:a16="http://schemas.microsoft.com/office/drawing/2014/main" id="{5413A2C1-4E62-434A-AC00-7D55656FF9D3}"/>
              </a:ext>
            </a:extLst>
          </p:cNvPr>
          <p:cNvSpPr>
            <a:spLocks noGrp="1"/>
          </p:cNvSpPr>
          <p:nvPr/>
        </p:nvSpPr>
        <p:spPr>
          <a:xfrm>
            <a:off x="4173698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6" name="12_small_8412">
            <a:extLst>
              <a:ext uri="{FF2B5EF4-FFF2-40B4-BE49-F238E27FC236}">
                <a16:creationId xmlns:a16="http://schemas.microsoft.com/office/drawing/2014/main" id="{363DF998-003E-4546-98AE-43E06D519AB1}"/>
              </a:ext>
            </a:extLst>
          </p:cNvPr>
          <p:cNvSpPr>
            <a:spLocks noGrp="1"/>
          </p:cNvSpPr>
          <p:nvPr/>
        </p:nvSpPr>
        <p:spPr>
          <a:xfrm>
            <a:off x="4116146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7" name="12_small_8413">
            <a:extLst>
              <a:ext uri="{FF2B5EF4-FFF2-40B4-BE49-F238E27FC236}">
                <a16:creationId xmlns:a16="http://schemas.microsoft.com/office/drawing/2014/main" id="{7AF719F2-7402-4D22-9F24-BD486340BAC2}"/>
              </a:ext>
            </a:extLst>
          </p:cNvPr>
          <p:cNvSpPr>
            <a:spLocks noGrp="1"/>
          </p:cNvSpPr>
          <p:nvPr/>
        </p:nvSpPr>
        <p:spPr>
          <a:xfrm>
            <a:off x="4222867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8" name="12_small_8414">
            <a:extLst>
              <a:ext uri="{FF2B5EF4-FFF2-40B4-BE49-F238E27FC236}">
                <a16:creationId xmlns:a16="http://schemas.microsoft.com/office/drawing/2014/main" id="{D2776154-D564-446F-9E33-CE1F38D4CECD}"/>
              </a:ext>
            </a:extLst>
          </p:cNvPr>
          <p:cNvSpPr>
            <a:spLocks noGrp="1"/>
          </p:cNvSpPr>
          <p:nvPr/>
        </p:nvSpPr>
        <p:spPr>
          <a:xfrm>
            <a:off x="416703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49" name="12_small_8415">
            <a:extLst>
              <a:ext uri="{FF2B5EF4-FFF2-40B4-BE49-F238E27FC236}">
                <a16:creationId xmlns:a16="http://schemas.microsoft.com/office/drawing/2014/main" id="{DC6E0E17-68CF-492F-8A67-200CDDA9B9FD}"/>
              </a:ext>
            </a:extLst>
          </p:cNvPr>
          <p:cNvSpPr>
            <a:spLocks noGrp="1"/>
          </p:cNvSpPr>
          <p:nvPr/>
        </p:nvSpPr>
        <p:spPr>
          <a:xfrm>
            <a:off x="4248649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0" name="12_small_8416">
            <a:extLst>
              <a:ext uri="{FF2B5EF4-FFF2-40B4-BE49-F238E27FC236}">
                <a16:creationId xmlns:a16="http://schemas.microsoft.com/office/drawing/2014/main" id="{167201C1-31BC-470F-BE19-F0C629CA2612}"/>
              </a:ext>
            </a:extLst>
          </p:cNvPr>
          <p:cNvSpPr>
            <a:spLocks noGrp="1"/>
          </p:cNvSpPr>
          <p:nvPr/>
        </p:nvSpPr>
        <p:spPr>
          <a:xfrm>
            <a:off x="4161086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1" name="12_small_8417">
            <a:extLst>
              <a:ext uri="{FF2B5EF4-FFF2-40B4-BE49-F238E27FC236}">
                <a16:creationId xmlns:a16="http://schemas.microsoft.com/office/drawing/2014/main" id="{DD41A87D-067D-43EF-9D7A-7DBBE28AECBD}"/>
              </a:ext>
            </a:extLst>
          </p:cNvPr>
          <p:cNvSpPr>
            <a:spLocks noGrp="1"/>
          </p:cNvSpPr>
          <p:nvPr/>
        </p:nvSpPr>
        <p:spPr>
          <a:xfrm>
            <a:off x="421851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2" name="12_small_8418">
            <a:extLst>
              <a:ext uri="{FF2B5EF4-FFF2-40B4-BE49-F238E27FC236}">
                <a16:creationId xmlns:a16="http://schemas.microsoft.com/office/drawing/2014/main" id="{6A5E1189-EAD8-4AF8-8CFD-D24813047568}"/>
              </a:ext>
            </a:extLst>
          </p:cNvPr>
          <p:cNvSpPr>
            <a:spLocks noGrp="1"/>
          </p:cNvSpPr>
          <p:nvPr/>
        </p:nvSpPr>
        <p:spPr>
          <a:xfrm>
            <a:off x="415936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3" name="12_small_8419">
            <a:extLst>
              <a:ext uri="{FF2B5EF4-FFF2-40B4-BE49-F238E27FC236}">
                <a16:creationId xmlns:a16="http://schemas.microsoft.com/office/drawing/2014/main" id="{2B29479B-5975-415F-BA5A-228401403900}"/>
              </a:ext>
            </a:extLst>
          </p:cNvPr>
          <p:cNvSpPr>
            <a:spLocks noGrp="1"/>
          </p:cNvSpPr>
          <p:nvPr/>
        </p:nvSpPr>
        <p:spPr>
          <a:xfrm>
            <a:off x="416455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4" name="12_small_8420">
            <a:extLst>
              <a:ext uri="{FF2B5EF4-FFF2-40B4-BE49-F238E27FC236}">
                <a16:creationId xmlns:a16="http://schemas.microsoft.com/office/drawing/2014/main" id="{B1826A89-7D6C-491A-BC5B-71B430804AF1}"/>
              </a:ext>
            </a:extLst>
          </p:cNvPr>
          <p:cNvSpPr>
            <a:spLocks noGrp="1"/>
          </p:cNvSpPr>
          <p:nvPr/>
        </p:nvSpPr>
        <p:spPr>
          <a:xfrm>
            <a:off x="422308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5" name="12_small_8421">
            <a:extLst>
              <a:ext uri="{FF2B5EF4-FFF2-40B4-BE49-F238E27FC236}">
                <a16:creationId xmlns:a16="http://schemas.microsoft.com/office/drawing/2014/main" id="{664D5AA2-0EE4-4848-84F2-47C32B692E33}"/>
              </a:ext>
            </a:extLst>
          </p:cNvPr>
          <p:cNvSpPr>
            <a:spLocks noGrp="1"/>
          </p:cNvSpPr>
          <p:nvPr/>
        </p:nvSpPr>
        <p:spPr>
          <a:xfrm>
            <a:off x="4123411" y="564801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6" name="12_small_8422">
            <a:extLst>
              <a:ext uri="{FF2B5EF4-FFF2-40B4-BE49-F238E27FC236}">
                <a16:creationId xmlns:a16="http://schemas.microsoft.com/office/drawing/2014/main" id="{F587E4B8-889E-4156-960F-830FB93722B4}"/>
              </a:ext>
            </a:extLst>
          </p:cNvPr>
          <p:cNvSpPr>
            <a:spLocks noGrp="1"/>
          </p:cNvSpPr>
          <p:nvPr/>
        </p:nvSpPr>
        <p:spPr>
          <a:xfrm>
            <a:off x="411994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7" name="12_small_8423">
            <a:extLst>
              <a:ext uri="{FF2B5EF4-FFF2-40B4-BE49-F238E27FC236}">
                <a16:creationId xmlns:a16="http://schemas.microsoft.com/office/drawing/2014/main" id="{AC60F1AB-DB74-44B2-88E6-B8CFE47BDD55}"/>
              </a:ext>
            </a:extLst>
          </p:cNvPr>
          <p:cNvSpPr>
            <a:spLocks noGrp="1"/>
          </p:cNvSpPr>
          <p:nvPr/>
        </p:nvSpPr>
        <p:spPr>
          <a:xfrm>
            <a:off x="424443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8" name="12_small_8424">
            <a:extLst>
              <a:ext uri="{FF2B5EF4-FFF2-40B4-BE49-F238E27FC236}">
                <a16:creationId xmlns:a16="http://schemas.microsoft.com/office/drawing/2014/main" id="{F3392386-12B7-484D-8C84-D3386B69E237}"/>
              </a:ext>
            </a:extLst>
          </p:cNvPr>
          <p:cNvSpPr>
            <a:spLocks noGrp="1"/>
          </p:cNvSpPr>
          <p:nvPr/>
        </p:nvSpPr>
        <p:spPr>
          <a:xfrm>
            <a:off x="4119296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59" name="12_small_8425">
            <a:extLst>
              <a:ext uri="{FF2B5EF4-FFF2-40B4-BE49-F238E27FC236}">
                <a16:creationId xmlns:a16="http://schemas.microsoft.com/office/drawing/2014/main" id="{4496D37B-09E0-4F2F-9DAB-98D895BAB75D}"/>
              </a:ext>
            </a:extLst>
          </p:cNvPr>
          <p:cNvSpPr>
            <a:spLocks noGrp="1"/>
          </p:cNvSpPr>
          <p:nvPr/>
        </p:nvSpPr>
        <p:spPr>
          <a:xfrm>
            <a:off x="416616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0" name="12_small_8426">
            <a:extLst>
              <a:ext uri="{FF2B5EF4-FFF2-40B4-BE49-F238E27FC236}">
                <a16:creationId xmlns:a16="http://schemas.microsoft.com/office/drawing/2014/main" id="{DAFA4F49-1E17-4F87-A459-23DAA7557471}"/>
              </a:ext>
            </a:extLst>
          </p:cNvPr>
          <p:cNvSpPr>
            <a:spLocks noGrp="1"/>
          </p:cNvSpPr>
          <p:nvPr/>
        </p:nvSpPr>
        <p:spPr>
          <a:xfrm>
            <a:off x="418300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1" name="12_small_8427">
            <a:extLst>
              <a:ext uri="{FF2B5EF4-FFF2-40B4-BE49-F238E27FC236}">
                <a16:creationId xmlns:a16="http://schemas.microsoft.com/office/drawing/2014/main" id="{A89C2750-A1F5-4B63-883D-5B29740A02F5}"/>
              </a:ext>
            </a:extLst>
          </p:cNvPr>
          <p:cNvSpPr>
            <a:spLocks noGrp="1"/>
          </p:cNvSpPr>
          <p:nvPr/>
        </p:nvSpPr>
        <p:spPr>
          <a:xfrm>
            <a:off x="413439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2" name="12_small_8428">
            <a:extLst>
              <a:ext uri="{FF2B5EF4-FFF2-40B4-BE49-F238E27FC236}">
                <a16:creationId xmlns:a16="http://schemas.microsoft.com/office/drawing/2014/main" id="{0DBA5105-5615-4F97-A800-C9F2E170D71D}"/>
              </a:ext>
            </a:extLst>
          </p:cNvPr>
          <p:cNvSpPr>
            <a:spLocks noGrp="1"/>
          </p:cNvSpPr>
          <p:nvPr/>
        </p:nvSpPr>
        <p:spPr>
          <a:xfrm>
            <a:off x="416589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3" name="12_small_8429">
            <a:extLst>
              <a:ext uri="{FF2B5EF4-FFF2-40B4-BE49-F238E27FC236}">
                <a16:creationId xmlns:a16="http://schemas.microsoft.com/office/drawing/2014/main" id="{602DDEE3-F0ED-4889-981E-A1CC4E46E1DF}"/>
              </a:ext>
            </a:extLst>
          </p:cNvPr>
          <p:cNvSpPr>
            <a:spLocks noGrp="1"/>
          </p:cNvSpPr>
          <p:nvPr/>
        </p:nvSpPr>
        <p:spPr>
          <a:xfrm>
            <a:off x="415835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4" name="12_small_8430">
            <a:extLst>
              <a:ext uri="{FF2B5EF4-FFF2-40B4-BE49-F238E27FC236}">
                <a16:creationId xmlns:a16="http://schemas.microsoft.com/office/drawing/2014/main" id="{597DA68A-2F9C-43DC-978D-C7ADBB34D09B}"/>
              </a:ext>
            </a:extLst>
          </p:cNvPr>
          <p:cNvSpPr>
            <a:spLocks noGrp="1"/>
          </p:cNvSpPr>
          <p:nvPr/>
        </p:nvSpPr>
        <p:spPr>
          <a:xfrm>
            <a:off x="4248884" y="5648017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5" name="12_small_8431">
            <a:extLst>
              <a:ext uri="{FF2B5EF4-FFF2-40B4-BE49-F238E27FC236}">
                <a16:creationId xmlns:a16="http://schemas.microsoft.com/office/drawing/2014/main" id="{16379268-C4E5-49CF-A771-4FF673FC213C}"/>
              </a:ext>
            </a:extLst>
          </p:cNvPr>
          <p:cNvSpPr>
            <a:spLocks noGrp="1"/>
          </p:cNvSpPr>
          <p:nvPr/>
        </p:nvSpPr>
        <p:spPr>
          <a:xfrm>
            <a:off x="4199588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6" name="12_small_8432">
            <a:extLst>
              <a:ext uri="{FF2B5EF4-FFF2-40B4-BE49-F238E27FC236}">
                <a16:creationId xmlns:a16="http://schemas.microsoft.com/office/drawing/2014/main" id="{37C87DF1-9D84-42F3-9391-0AF442B14635}"/>
              </a:ext>
            </a:extLst>
          </p:cNvPr>
          <p:cNvSpPr>
            <a:spLocks noGrp="1"/>
          </p:cNvSpPr>
          <p:nvPr/>
        </p:nvSpPr>
        <p:spPr>
          <a:xfrm>
            <a:off x="419647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7" name="12_small_8433">
            <a:extLst>
              <a:ext uri="{FF2B5EF4-FFF2-40B4-BE49-F238E27FC236}">
                <a16:creationId xmlns:a16="http://schemas.microsoft.com/office/drawing/2014/main" id="{80FBEAAB-F8FA-41C5-A287-74EDE670227B}"/>
              </a:ext>
            </a:extLst>
          </p:cNvPr>
          <p:cNvSpPr>
            <a:spLocks noGrp="1"/>
          </p:cNvSpPr>
          <p:nvPr/>
        </p:nvSpPr>
        <p:spPr>
          <a:xfrm>
            <a:off x="4237002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8" name="12_small_8434">
            <a:extLst>
              <a:ext uri="{FF2B5EF4-FFF2-40B4-BE49-F238E27FC236}">
                <a16:creationId xmlns:a16="http://schemas.microsoft.com/office/drawing/2014/main" id="{6F13FE6B-CFD2-4728-B5C8-10FA50D51BFF}"/>
              </a:ext>
            </a:extLst>
          </p:cNvPr>
          <p:cNvSpPr>
            <a:spLocks noGrp="1"/>
          </p:cNvSpPr>
          <p:nvPr/>
        </p:nvSpPr>
        <p:spPr>
          <a:xfrm>
            <a:off x="417676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69" name="12_small_8435">
            <a:extLst>
              <a:ext uri="{FF2B5EF4-FFF2-40B4-BE49-F238E27FC236}">
                <a16:creationId xmlns:a16="http://schemas.microsoft.com/office/drawing/2014/main" id="{6C365A57-2101-4109-97C5-9855C6716BA1}"/>
              </a:ext>
            </a:extLst>
          </p:cNvPr>
          <p:cNvSpPr>
            <a:spLocks noGrp="1"/>
          </p:cNvSpPr>
          <p:nvPr/>
        </p:nvSpPr>
        <p:spPr>
          <a:xfrm>
            <a:off x="425207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0" name="12_small_8436">
            <a:extLst>
              <a:ext uri="{FF2B5EF4-FFF2-40B4-BE49-F238E27FC236}">
                <a16:creationId xmlns:a16="http://schemas.microsoft.com/office/drawing/2014/main" id="{7B243B58-ECD2-4396-8421-4C417705E0F9}"/>
              </a:ext>
            </a:extLst>
          </p:cNvPr>
          <p:cNvSpPr>
            <a:spLocks noGrp="1"/>
          </p:cNvSpPr>
          <p:nvPr/>
        </p:nvSpPr>
        <p:spPr>
          <a:xfrm>
            <a:off x="4219420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1" name="12_small_8437">
            <a:extLst>
              <a:ext uri="{FF2B5EF4-FFF2-40B4-BE49-F238E27FC236}">
                <a16:creationId xmlns:a16="http://schemas.microsoft.com/office/drawing/2014/main" id="{61A64D1E-72B9-493A-83C4-69FA4C9D0802}"/>
              </a:ext>
            </a:extLst>
          </p:cNvPr>
          <p:cNvSpPr>
            <a:spLocks noGrp="1"/>
          </p:cNvSpPr>
          <p:nvPr/>
        </p:nvSpPr>
        <p:spPr>
          <a:xfrm>
            <a:off x="4151316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2" name="12_small_8438">
            <a:extLst>
              <a:ext uri="{FF2B5EF4-FFF2-40B4-BE49-F238E27FC236}">
                <a16:creationId xmlns:a16="http://schemas.microsoft.com/office/drawing/2014/main" id="{C67E9D51-911F-46F8-A8F0-A2275B8E251D}"/>
              </a:ext>
            </a:extLst>
          </p:cNvPr>
          <p:cNvSpPr>
            <a:spLocks noGrp="1"/>
          </p:cNvSpPr>
          <p:nvPr/>
        </p:nvSpPr>
        <p:spPr>
          <a:xfrm>
            <a:off x="4113978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3" name="12_small_8439">
            <a:extLst>
              <a:ext uri="{FF2B5EF4-FFF2-40B4-BE49-F238E27FC236}">
                <a16:creationId xmlns:a16="http://schemas.microsoft.com/office/drawing/2014/main" id="{DE3458AB-C297-40BC-A78D-0FDC8ACA9407}"/>
              </a:ext>
            </a:extLst>
          </p:cNvPr>
          <p:cNvSpPr>
            <a:spLocks noGrp="1"/>
          </p:cNvSpPr>
          <p:nvPr/>
        </p:nvSpPr>
        <p:spPr>
          <a:xfrm>
            <a:off x="423946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4" name="12_small_8440">
            <a:extLst>
              <a:ext uri="{FF2B5EF4-FFF2-40B4-BE49-F238E27FC236}">
                <a16:creationId xmlns:a16="http://schemas.microsoft.com/office/drawing/2014/main" id="{48B89590-4125-44C6-AB31-C015B66974EB}"/>
              </a:ext>
            </a:extLst>
          </p:cNvPr>
          <p:cNvSpPr>
            <a:spLocks noGrp="1"/>
          </p:cNvSpPr>
          <p:nvPr/>
        </p:nvSpPr>
        <p:spPr>
          <a:xfrm>
            <a:off x="425528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5" name="12_small_8441">
            <a:extLst>
              <a:ext uri="{FF2B5EF4-FFF2-40B4-BE49-F238E27FC236}">
                <a16:creationId xmlns:a16="http://schemas.microsoft.com/office/drawing/2014/main" id="{051506F7-1766-4312-8419-AE761C4FEA98}"/>
              </a:ext>
            </a:extLst>
          </p:cNvPr>
          <p:cNvSpPr>
            <a:spLocks noGrp="1"/>
          </p:cNvSpPr>
          <p:nvPr/>
        </p:nvSpPr>
        <p:spPr>
          <a:xfrm>
            <a:off x="419059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6" name="12_small_8442">
            <a:extLst>
              <a:ext uri="{FF2B5EF4-FFF2-40B4-BE49-F238E27FC236}">
                <a16:creationId xmlns:a16="http://schemas.microsoft.com/office/drawing/2014/main" id="{D2933553-DC62-4BC1-B8C4-D7C2C42B081F}"/>
              </a:ext>
            </a:extLst>
          </p:cNvPr>
          <p:cNvSpPr>
            <a:spLocks noGrp="1"/>
          </p:cNvSpPr>
          <p:nvPr/>
        </p:nvSpPr>
        <p:spPr>
          <a:xfrm>
            <a:off x="4234675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7" name="12_small_8443">
            <a:extLst>
              <a:ext uri="{FF2B5EF4-FFF2-40B4-BE49-F238E27FC236}">
                <a16:creationId xmlns:a16="http://schemas.microsoft.com/office/drawing/2014/main" id="{9CEFFC71-06EC-4539-BE8A-87AB14A60747}"/>
              </a:ext>
            </a:extLst>
          </p:cNvPr>
          <p:cNvSpPr>
            <a:spLocks noGrp="1"/>
          </p:cNvSpPr>
          <p:nvPr/>
        </p:nvSpPr>
        <p:spPr>
          <a:xfrm>
            <a:off x="422932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8" name="12_small_8444">
            <a:extLst>
              <a:ext uri="{FF2B5EF4-FFF2-40B4-BE49-F238E27FC236}">
                <a16:creationId xmlns:a16="http://schemas.microsoft.com/office/drawing/2014/main" id="{B11F65FD-37CD-4FCA-AD71-9A5F22283F49}"/>
              </a:ext>
            </a:extLst>
          </p:cNvPr>
          <p:cNvSpPr>
            <a:spLocks noGrp="1"/>
          </p:cNvSpPr>
          <p:nvPr/>
        </p:nvSpPr>
        <p:spPr>
          <a:xfrm>
            <a:off x="413711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79" name="12_small_8445">
            <a:extLst>
              <a:ext uri="{FF2B5EF4-FFF2-40B4-BE49-F238E27FC236}">
                <a16:creationId xmlns:a16="http://schemas.microsoft.com/office/drawing/2014/main" id="{879B3E1F-315D-4469-A293-C4F94BBA66F4}"/>
              </a:ext>
            </a:extLst>
          </p:cNvPr>
          <p:cNvSpPr>
            <a:spLocks noGrp="1"/>
          </p:cNvSpPr>
          <p:nvPr/>
        </p:nvSpPr>
        <p:spPr>
          <a:xfrm>
            <a:off x="419786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0" name="12_small_8446">
            <a:extLst>
              <a:ext uri="{FF2B5EF4-FFF2-40B4-BE49-F238E27FC236}">
                <a16:creationId xmlns:a16="http://schemas.microsoft.com/office/drawing/2014/main" id="{05FC9D25-3858-45F5-95FB-320B5BF20380}"/>
              </a:ext>
            </a:extLst>
          </p:cNvPr>
          <p:cNvSpPr>
            <a:spLocks noGrp="1"/>
          </p:cNvSpPr>
          <p:nvPr/>
        </p:nvSpPr>
        <p:spPr>
          <a:xfrm>
            <a:off x="420213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1" name="12_small_8447">
            <a:extLst>
              <a:ext uri="{FF2B5EF4-FFF2-40B4-BE49-F238E27FC236}">
                <a16:creationId xmlns:a16="http://schemas.microsoft.com/office/drawing/2014/main" id="{92FE4700-C58A-4215-859F-09B8B979C3EC}"/>
              </a:ext>
            </a:extLst>
          </p:cNvPr>
          <p:cNvSpPr>
            <a:spLocks noGrp="1"/>
          </p:cNvSpPr>
          <p:nvPr/>
        </p:nvSpPr>
        <p:spPr>
          <a:xfrm>
            <a:off x="4238611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2" name="12_small_8448">
            <a:extLst>
              <a:ext uri="{FF2B5EF4-FFF2-40B4-BE49-F238E27FC236}">
                <a16:creationId xmlns:a16="http://schemas.microsoft.com/office/drawing/2014/main" id="{767E50F7-F230-45A1-8987-B864F0582025}"/>
              </a:ext>
            </a:extLst>
          </p:cNvPr>
          <p:cNvSpPr>
            <a:spLocks noGrp="1"/>
          </p:cNvSpPr>
          <p:nvPr/>
        </p:nvSpPr>
        <p:spPr>
          <a:xfrm>
            <a:off x="425055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3" name="12_small_8449">
            <a:extLst>
              <a:ext uri="{FF2B5EF4-FFF2-40B4-BE49-F238E27FC236}">
                <a16:creationId xmlns:a16="http://schemas.microsoft.com/office/drawing/2014/main" id="{555292BD-BC89-4924-9E9E-78D5574E303A}"/>
              </a:ext>
            </a:extLst>
          </p:cNvPr>
          <p:cNvSpPr>
            <a:spLocks noGrp="1"/>
          </p:cNvSpPr>
          <p:nvPr/>
        </p:nvSpPr>
        <p:spPr>
          <a:xfrm>
            <a:off x="4243550" y="590197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4" name="12_small_8450">
            <a:extLst>
              <a:ext uri="{FF2B5EF4-FFF2-40B4-BE49-F238E27FC236}">
                <a16:creationId xmlns:a16="http://schemas.microsoft.com/office/drawing/2014/main" id="{6A5D70C5-26AF-43F2-88B5-BC2A9E1AA5B4}"/>
              </a:ext>
            </a:extLst>
          </p:cNvPr>
          <p:cNvSpPr>
            <a:spLocks noGrp="1"/>
          </p:cNvSpPr>
          <p:nvPr/>
        </p:nvSpPr>
        <p:spPr>
          <a:xfrm>
            <a:off x="4185305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5" name="12_small_8451">
            <a:extLst>
              <a:ext uri="{FF2B5EF4-FFF2-40B4-BE49-F238E27FC236}">
                <a16:creationId xmlns:a16="http://schemas.microsoft.com/office/drawing/2014/main" id="{94B17559-0627-4F3F-94BA-DB330593EB4B}"/>
              </a:ext>
            </a:extLst>
          </p:cNvPr>
          <p:cNvSpPr>
            <a:spLocks noGrp="1"/>
          </p:cNvSpPr>
          <p:nvPr/>
        </p:nvSpPr>
        <p:spPr>
          <a:xfrm>
            <a:off x="4229531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6" name="12_small_8452">
            <a:extLst>
              <a:ext uri="{FF2B5EF4-FFF2-40B4-BE49-F238E27FC236}">
                <a16:creationId xmlns:a16="http://schemas.microsoft.com/office/drawing/2014/main" id="{22FD3D6F-40EA-46DD-BD01-19A64AA07A03}"/>
              </a:ext>
            </a:extLst>
          </p:cNvPr>
          <p:cNvSpPr>
            <a:spLocks noGrp="1"/>
          </p:cNvSpPr>
          <p:nvPr/>
        </p:nvSpPr>
        <p:spPr>
          <a:xfrm>
            <a:off x="4210134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7" name="12_small_8453">
            <a:extLst>
              <a:ext uri="{FF2B5EF4-FFF2-40B4-BE49-F238E27FC236}">
                <a16:creationId xmlns:a16="http://schemas.microsoft.com/office/drawing/2014/main" id="{55DE4848-5CB5-4E52-B4B8-63928C82BC41}"/>
              </a:ext>
            </a:extLst>
          </p:cNvPr>
          <p:cNvSpPr>
            <a:spLocks noGrp="1"/>
          </p:cNvSpPr>
          <p:nvPr/>
        </p:nvSpPr>
        <p:spPr>
          <a:xfrm>
            <a:off x="414998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8" name="12_small_8454">
            <a:extLst>
              <a:ext uri="{FF2B5EF4-FFF2-40B4-BE49-F238E27FC236}">
                <a16:creationId xmlns:a16="http://schemas.microsoft.com/office/drawing/2014/main" id="{01FF8C2D-C2F3-4D3C-9AFC-5A560EC66B7B}"/>
              </a:ext>
            </a:extLst>
          </p:cNvPr>
          <p:cNvSpPr>
            <a:spLocks noGrp="1"/>
          </p:cNvSpPr>
          <p:nvPr/>
        </p:nvSpPr>
        <p:spPr>
          <a:xfrm>
            <a:off x="4132730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89" name="12_small_8455">
            <a:extLst>
              <a:ext uri="{FF2B5EF4-FFF2-40B4-BE49-F238E27FC236}">
                <a16:creationId xmlns:a16="http://schemas.microsoft.com/office/drawing/2014/main" id="{62E6716A-7CA5-4FD5-B015-9FA768FA9053}"/>
              </a:ext>
            </a:extLst>
          </p:cNvPr>
          <p:cNvSpPr>
            <a:spLocks noGrp="1"/>
          </p:cNvSpPr>
          <p:nvPr/>
        </p:nvSpPr>
        <p:spPr>
          <a:xfrm>
            <a:off x="4193962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0" name="12_small_8456">
            <a:extLst>
              <a:ext uri="{FF2B5EF4-FFF2-40B4-BE49-F238E27FC236}">
                <a16:creationId xmlns:a16="http://schemas.microsoft.com/office/drawing/2014/main" id="{96B6FEC7-C2DE-4814-BFD9-A4A9B6696C3A}"/>
              </a:ext>
            </a:extLst>
          </p:cNvPr>
          <p:cNvSpPr>
            <a:spLocks noGrp="1"/>
          </p:cNvSpPr>
          <p:nvPr/>
        </p:nvSpPr>
        <p:spPr>
          <a:xfrm>
            <a:off x="421296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1" name="12_small_8457">
            <a:extLst>
              <a:ext uri="{FF2B5EF4-FFF2-40B4-BE49-F238E27FC236}">
                <a16:creationId xmlns:a16="http://schemas.microsoft.com/office/drawing/2014/main" id="{CF3C9808-C804-4036-AB6E-DE21A0D9CA64}"/>
              </a:ext>
            </a:extLst>
          </p:cNvPr>
          <p:cNvSpPr>
            <a:spLocks noGrp="1"/>
          </p:cNvSpPr>
          <p:nvPr/>
        </p:nvSpPr>
        <p:spPr>
          <a:xfrm>
            <a:off x="422774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2" name="12_small_8458">
            <a:extLst>
              <a:ext uri="{FF2B5EF4-FFF2-40B4-BE49-F238E27FC236}">
                <a16:creationId xmlns:a16="http://schemas.microsoft.com/office/drawing/2014/main" id="{77F69E9C-E68C-4685-8030-8B4433A9A1CA}"/>
              </a:ext>
            </a:extLst>
          </p:cNvPr>
          <p:cNvSpPr>
            <a:spLocks noGrp="1"/>
          </p:cNvSpPr>
          <p:nvPr/>
        </p:nvSpPr>
        <p:spPr>
          <a:xfrm>
            <a:off x="419713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3" name="12_small_8459">
            <a:extLst>
              <a:ext uri="{FF2B5EF4-FFF2-40B4-BE49-F238E27FC236}">
                <a16:creationId xmlns:a16="http://schemas.microsoft.com/office/drawing/2014/main" id="{702CC45E-DECE-4798-B79D-DC0C202E538C}"/>
              </a:ext>
            </a:extLst>
          </p:cNvPr>
          <p:cNvSpPr>
            <a:spLocks noGrp="1"/>
          </p:cNvSpPr>
          <p:nvPr/>
        </p:nvSpPr>
        <p:spPr>
          <a:xfrm>
            <a:off x="415739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4" name="12_small_8460">
            <a:extLst>
              <a:ext uri="{FF2B5EF4-FFF2-40B4-BE49-F238E27FC236}">
                <a16:creationId xmlns:a16="http://schemas.microsoft.com/office/drawing/2014/main" id="{36FC5276-9D4F-4B2A-80C3-E1B142406E7B}"/>
              </a:ext>
            </a:extLst>
          </p:cNvPr>
          <p:cNvSpPr>
            <a:spLocks noGrp="1"/>
          </p:cNvSpPr>
          <p:nvPr/>
        </p:nvSpPr>
        <p:spPr>
          <a:xfrm>
            <a:off x="425109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5" name="12_small_8461">
            <a:extLst>
              <a:ext uri="{FF2B5EF4-FFF2-40B4-BE49-F238E27FC236}">
                <a16:creationId xmlns:a16="http://schemas.microsoft.com/office/drawing/2014/main" id="{1DC63C43-4912-4D7D-866E-8898C0663219}"/>
              </a:ext>
            </a:extLst>
          </p:cNvPr>
          <p:cNvSpPr>
            <a:spLocks noGrp="1"/>
          </p:cNvSpPr>
          <p:nvPr/>
        </p:nvSpPr>
        <p:spPr>
          <a:xfrm>
            <a:off x="4230542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6" name="12_small_8462">
            <a:extLst>
              <a:ext uri="{FF2B5EF4-FFF2-40B4-BE49-F238E27FC236}">
                <a16:creationId xmlns:a16="http://schemas.microsoft.com/office/drawing/2014/main" id="{72B56D7D-CCA7-4F47-AE82-83309E92D4C2}"/>
              </a:ext>
            </a:extLst>
          </p:cNvPr>
          <p:cNvSpPr>
            <a:spLocks noGrp="1"/>
          </p:cNvSpPr>
          <p:nvPr/>
        </p:nvSpPr>
        <p:spPr>
          <a:xfrm>
            <a:off x="425897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7" name="12_small_8463">
            <a:extLst>
              <a:ext uri="{FF2B5EF4-FFF2-40B4-BE49-F238E27FC236}">
                <a16:creationId xmlns:a16="http://schemas.microsoft.com/office/drawing/2014/main" id="{2381A11F-474B-42B3-A79E-30091BC5A207}"/>
              </a:ext>
            </a:extLst>
          </p:cNvPr>
          <p:cNvSpPr>
            <a:spLocks noGrp="1"/>
          </p:cNvSpPr>
          <p:nvPr/>
        </p:nvSpPr>
        <p:spPr>
          <a:xfrm>
            <a:off x="4258969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8" name="12_small_8464">
            <a:extLst>
              <a:ext uri="{FF2B5EF4-FFF2-40B4-BE49-F238E27FC236}">
                <a16:creationId xmlns:a16="http://schemas.microsoft.com/office/drawing/2014/main" id="{F3A631E2-D8B2-4216-8D13-61EC681FC4D0}"/>
              </a:ext>
            </a:extLst>
          </p:cNvPr>
          <p:cNvSpPr>
            <a:spLocks noGrp="1"/>
          </p:cNvSpPr>
          <p:nvPr/>
        </p:nvSpPr>
        <p:spPr>
          <a:xfrm>
            <a:off x="417862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499" name="12_small_8465">
            <a:extLst>
              <a:ext uri="{FF2B5EF4-FFF2-40B4-BE49-F238E27FC236}">
                <a16:creationId xmlns:a16="http://schemas.microsoft.com/office/drawing/2014/main" id="{49503DF4-23AA-4E7D-B9AD-C26FFC79AE8E}"/>
              </a:ext>
            </a:extLst>
          </p:cNvPr>
          <p:cNvSpPr>
            <a:spLocks noGrp="1"/>
          </p:cNvSpPr>
          <p:nvPr/>
        </p:nvSpPr>
        <p:spPr>
          <a:xfrm>
            <a:off x="419214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0" name="12_small_8466">
            <a:extLst>
              <a:ext uri="{FF2B5EF4-FFF2-40B4-BE49-F238E27FC236}">
                <a16:creationId xmlns:a16="http://schemas.microsoft.com/office/drawing/2014/main" id="{416C3653-4075-4AFB-AA8A-0FFF9CC7BD41}"/>
              </a:ext>
            </a:extLst>
          </p:cNvPr>
          <p:cNvSpPr>
            <a:spLocks noGrp="1"/>
          </p:cNvSpPr>
          <p:nvPr/>
        </p:nvSpPr>
        <p:spPr>
          <a:xfrm>
            <a:off x="414984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1" name="12_small_8467">
            <a:extLst>
              <a:ext uri="{FF2B5EF4-FFF2-40B4-BE49-F238E27FC236}">
                <a16:creationId xmlns:a16="http://schemas.microsoft.com/office/drawing/2014/main" id="{AF39D1D0-38EC-492C-8E4E-3D2DF4057ABF}"/>
              </a:ext>
            </a:extLst>
          </p:cNvPr>
          <p:cNvSpPr>
            <a:spLocks noGrp="1"/>
          </p:cNvSpPr>
          <p:nvPr/>
        </p:nvSpPr>
        <p:spPr>
          <a:xfrm>
            <a:off x="454480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2" name="12_small_8468">
            <a:extLst>
              <a:ext uri="{FF2B5EF4-FFF2-40B4-BE49-F238E27FC236}">
                <a16:creationId xmlns:a16="http://schemas.microsoft.com/office/drawing/2014/main" id="{DF0F88F6-4C2A-412F-AECF-105EA44AB8B0}"/>
              </a:ext>
            </a:extLst>
          </p:cNvPr>
          <p:cNvSpPr>
            <a:spLocks noGrp="1"/>
          </p:cNvSpPr>
          <p:nvPr/>
        </p:nvSpPr>
        <p:spPr>
          <a:xfrm>
            <a:off x="464908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3" name="12_small_8469">
            <a:extLst>
              <a:ext uri="{FF2B5EF4-FFF2-40B4-BE49-F238E27FC236}">
                <a16:creationId xmlns:a16="http://schemas.microsoft.com/office/drawing/2014/main" id="{8F9BC367-CDB1-45DB-84C4-26F4D1FC6E3F}"/>
              </a:ext>
            </a:extLst>
          </p:cNvPr>
          <p:cNvSpPr>
            <a:spLocks noGrp="1"/>
          </p:cNvSpPr>
          <p:nvPr/>
        </p:nvSpPr>
        <p:spPr>
          <a:xfrm>
            <a:off x="464752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4" name="12_small_8470">
            <a:extLst>
              <a:ext uri="{FF2B5EF4-FFF2-40B4-BE49-F238E27FC236}">
                <a16:creationId xmlns:a16="http://schemas.microsoft.com/office/drawing/2014/main" id="{51E3F28E-5EB4-42E2-908B-EF964B1A01DC}"/>
              </a:ext>
            </a:extLst>
          </p:cNvPr>
          <p:cNvSpPr>
            <a:spLocks noGrp="1"/>
          </p:cNvSpPr>
          <p:nvPr/>
        </p:nvSpPr>
        <p:spPr>
          <a:xfrm>
            <a:off x="456822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5" name="12_small_8471">
            <a:extLst>
              <a:ext uri="{FF2B5EF4-FFF2-40B4-BE49-F238E27FC236}">
                <a16:creationId xmlns:a16="http://schemas.microsoft.com/office/drawing/2014/main" id="{E81B459D-B536-4317-A790-BA58B1529CC3}"/>
              </a:ext>
            </a:extLst>
          </p:cNvPr>
          <p:cNvSpPr>
            <a:spLocks noGrp="1"/>
          </p:cNvSpPr>
          <p:nvPr/>
        </p:nvSpPr>
        <p:spPr>
          <a:xfrm>
            <a:off x="4650402" y="541629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6" name="12_small_8472">
            <a:extLst>
              <a:ext uri="{FF2B5EF4-FFF2-40B4-BE49-F238E27FC236}">
                <a16:creationId xmlns:a16="http://schemas.microsoft.com/office/drawing/2014/main" id="{082BD3F9-9115-4594-8D06-88CF360E2A47}"/>
              </a:ext>
            </a:extLst>
          </p:cNvPr>
          <p:cNvSpPr>
            <a:spLocks noGrp="1"/>
          </p:cNvSpPr>
          <p:nvPr/>
        </p:nvSpPr>
        <p:spPr>
          <a:xfrm>
            <a:off x="4620023" y="5272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7" name="12_small_8473">
            <a:extLst>
              <a:ext uri="{FF2B5EF4-FFF2-40B4-BE49-F238E27FC236}">
                <a16:creationId xmlns:a16="http://schemas.microsoft.com/office/drawing/2014/main" id="{BFD758D8-534B-470E-9901-20AFD179881B}"/>
              </a:ext>
            </a:extLst>
          </p:cNvPr>
          <p:cNvSpPr>
            <a:spLocks noGrp="1"/>
          </p:cNvSpPr>
          <p:nvPr/>
        </p:nvSpPr>
        <p:spPr>
          <a:xfrm>
            <a:off x="452746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8" name="12_small_8474">
            <a:extLst>
              <a:ext uri="{FF2B5EF4-FFF2-40B4-BE49-F238E27FC236}">
                <a16:creationId xmlns:a16="http://schemas.microsoft.com/office/drawing/2014/main" id="{5565BF16-02A0-4626-A706-D1890240379A}"/>
              </a:ext>
            </a:extLst>
          </p:cNvPr>
          <p:cNvSpPr>
            <a:spLocks noGrp="1"/>
          </p:cNvSpPr>
          <p:nvPr/>
        </p:nvSpPr>
        <p:spPr>
          <a:xfrm>
            <a:off x="4559735" y="591221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09" name="12_small_8475">
            <a:extLst>
              <a:ext uri="{FF2B5EF4-FFF2-40B4-BE49-F238E27FC236}">
                <a16:creationId xmlns:a16="http://schemas.microsoft.com/office/drawing/2014/main" id="{A143874D-2606-431D-B3D5-FA8B901B2BE9}"/>
              </a:ext>
            </a:extLst>
          </p:cNvPr>
          <p:cNvSpPr>
            <a:spLocks noGrp="1"/>
          </p:cNvSpPr>
          <p:nvPr/>
        </p:nvSpPr>
        <p:spPr>
          <a:xfrm>
            <a:off x="4576647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0" name="12_small_8476">
            <a:extLst>
              <a:ext uri="{FF2B5EF4-FFF2-40B4-BE49-F238E27FC236}">
                <a16:creationId xmlns:a16="http://schemas.microsoft.com/office/drawing/2014/main" id="{21976782-A133-48B4-900A-64C451B53B75}"/>
              </a:ext>
            </a:extLst>
          </p:cNvPr>
          <p:cNvSpPr>
            <a:spLocks noGrp="1"/>
          </p:cNvSpPr>
          <p:nvPr/>
        </p:nvSpPr>
        <p:spPr>
          <a:xfrm>
            <a:off x="4561464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1" name="12_small_8477">
            <a:extLst>
              <a:ext uri="{FF2B5EF4-FFF2-40B4-BE49-F238E27FC236}">
                <a16:creationId xmlns:a16="http://schemas.microsoft.com/office/drawing/2014/main" id="{9599708F-7AA2-4D33-A8FD-20962E33B4D1}"/>
              </a:ext>
            </a:extLst>
          </p:cNvPr>
          <p:cNvSpPr>
            <a:spLocks noGrp="1"/>
          </p:cNvSpPr>
          <p:nvPr/>
        </p:nvSpPr>
        <p:spPr>
          <a:xfrm>
            <a:off x="461531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2" name="12_small_8478">
            <a:extLst>
              <a:ext uri="{FF2B5EF4-FFF2-40B4-BE49-F238E27FC236}">
                <a16:creationId xmlns:a16="http://schemas.microsoft.com/office/drawing/2014/main" id="{E5EA845B-D450-4FDE-9747-30BFC39DB900}"/>
              </a:ext>
            </a:extLst>
          </p:cNvPr>
          <p:cNvSpPr>
            <a:spLocks noGrp="1"/>
          </p:cNvSpPr>
          <p:nvPr/>
        </p:nvSpPr>
        <p:spPr>
          <a:xfrm>
            <a:off x="452022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3" name="12_small_8479">
            <a:extLst>
              <a:ext uri="{FF2B5EF4-FFF2-40B4-BE49-F238E27FC236}">
                <a16:creationId xmlns:a16="http://schemas.microsoft.com/office/drawing/2014/main" id="{C88BC13B-08C6-40B8-A86F-6BCCE296267D}"/>
              </a:ext>
            </a:extLst>
          </p:cNvPr>
          <p:cNvSpPr>
            <a:spLocks noGrp="1"/>
          </p:cNvSpPr>
          <p:nvPr/>
        </p:nvSpPr>
        <p:spPr>
          <a:xfrm>
            <a:off x="456062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4" name="12_small_8480">
            <a:extLst>
              <a:ext uri="{FF2B5EF4-FFF2-40B4-BE49-F238E27FC236}">
                <a16:creationId xmlns:a16="http://schemas.microsoft.com/office/drawing/2014/main" id="{AC2DD5A3-5CB2-48B9-9F99-DF741F881FEB}"/>
              </a:ext>
            </a:extLst>
          </p:cNvPr>
          <p:cNvSpPr>
            <a:spLocks noGrp="1"/>
          </p:cNvSpPr>
          <p:nvPr/>
        </p:nvSpPr>
        <p:spPr>
          <a:xfrm>
            <a:off x="451482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5" name="12_small_8481">
            <a:extLst>
              <a:ext uri="{FF2B5EF4-FFF2-40B4-BE49-F238E27FC236}">
                <a16:creationId xmlns:a16="http://schemas.microsoft.com/office/drawing/2014/main" id="{BFB753E0-3F82-4D92-8E7A-CCE99580ABD0}"/>
              </a:ext>
            </a:extLst>
          </p:cNvPr>
          <p:cNvSpPr>
            <a:spLocks noGrp="1"/>
          </p:cNvSpPr>
          <p:nvPr/>
        </p:nvSpPr>
        <p:spPr>
          <a:xfrm>
            <a:off x="46445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6" name="12_small_8482">
            <a:extLst>
              <a:ext uri="{FF2B5EF4-FFF2-40B4-BE49-F238E27FC236}">
                <a16:creationId xmlns:a16="http://schemas.microsoft.com/office/drawing/2014/main" id="{6EF9E3D9-9924-4C12-B659-86522788E238}"/>
              </a:ext>
            </a:extLst>
          </p:cNvPr>
          <p:cNvSpPr>
            <a:spLocks noGrp="1"/>
          </p:cNvSpPr>
          <p:nvPr/>
        </p:nvSpPr>
        <p:spPr>
          <a:xfrm>
            <a:off x="4537422" y="58610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7" name="12_small_8483">
            <a:extLst>
              <a:ext uri="{FF2B5EF4-FFF2-40B4-BE49-F238E27FC236}">
                <a16:creationId xmlns:a16="http://schemas.microsoft.com/office/drawing/2014/main" id="{6212FB18-D6FB-4154-9E8B-A5D51F87B8EB}"/>
              </a:ext>
            </a:extLst>
          </p:cNvPr>
          <p:cNvSpPr>
            <a:spLocks noGrp="1"/>
          </p:cNvSpPr>
          <p:nvPr/>
        </p:nvSpPr>
        <p:spPr>
          <a:xfrm>
            <a:off x="4532088" y="57381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8" name="12_small_8484">
            <a:extLst>
              <a:ext uri="{FF2B5EF4-FFF2-40B4-BE49-F238E27FC236}">
                <a16:creationId xmlns:a16="http://schemas.microsoft.com/office/drawing/2014/main" id="{EE18EEC4-9DB9-4C68-BBE5-32E6A0CA094B}"/>
              </a:ext>
            </a:extLst>
          </p:cNvPr>
          <p:cNvSpPr>
            <a:spLocks noGrp="1"/>
          </p:cNvSpPr>
          <p:nvPr/>
        </p:nvSpPr>
        <p:spPr>
          <a:xfrm>
            <a:off x="4580852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19" name="12_small_8485">
            <a:extLst>
              <a:ext uri="{FF2B5EF4-FFF2-40B4-BE49-F238E27FC236}">
                <a16:creationId xmlns:a16="http://schemas.microsoft.com/office/drawing/2014/main" id="{58661A88-55C9-477C-A652-2863807E48A9}"/>
              </a:ext>
            </a:extLst>
          </p:cNvPr>
          <p:cNvSpPr>
            <a:spLocks noGrp="1"/>
          </p:cNvSpPr>
          <p:nvPr/>
        </p:nvSpPr>
        <p:spPr>
          <a:xfrm>
            <a:off x="4537925" y="5272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0" name="12_small_8486">
            <a:extLst>
              <a:ext uri="{FF2B5EF4-FFF2-40B4-BE49-F238E27FC236}">
                <a16:creationId xmlns:a16="http://schemas.microsoft.com/office/drawing/2014/main" id="{8886BA0F-7512-4ED2-AB67-7D1F8375AA50}"/>
              </a:ext>
            </a:extLst>
          </p:cNvPr>
          <p:cNvSpPr>
            <a:spLocks noGrp="1"/>
          </p:cNvSpPr>
          <p:nvPr/>
        </p:nvSpPr>
        <p:spPr>
          <a:xfrm>
            <a:off x="450887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1" name="12_small_8487">
            <a:extLst>
              <a:ext uri="{FF2B5EF4-FFF2-40B4-BE49-F238E27FC236}">
                <a16:creationId xmlns:a16="http://schemas.microsoft.com/office/drawing/2014/main" id="{8DD57E07-8019-4E9D-9075-70E0155D7115}"/>
              </a:ext>
            </a:extLst>
          </p:cNvPr>
          <p:cNvSpPr>
            <a:spLocks noGrp="1"/>
          </p:cNvSpPr>
          <p:nvPr/>
        </p:nvSpPr>
        <p:spPr>
          <a:xfrm>
            <a:off x="457329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2" name="12_small_8488">
            <a:extLst>
              <a:ext uri="{FF2B5EF4-FFF2-40B4-BE49-F238E27FC236}">
                <a16:creationId xmlns:a16="http://schemas.microsoft.com/office/drawing/2014/main" id="{28F8948E-DBE9-4754-8036-D0A134F0F460}"/>
              </a:ext>
            </a:extLst>
          </p:cNvPr>
          <p:cNvSpPr>
            <a:spLocks noGrp="1"/>
          </p:cNvSpPr>
          <p:nvPr/>
        </p:nvSpPr>
        <p:spPr>
          <a:xfrm>
            <a:off x="4564323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3" name="12_small_8489">
            <a:extLst>
              <a:ext uri="{FF2B5EF4-FFF2-40B4-BE49-F238E27FC236}">
                <a16:creationId xmlns:a16="http://schemas.microsoft.com/office/drawing/2014/main" id="{D185C4B3-BDC2-496A-8ADD-14E91769241E}"/>
              </a:ext>
            </a:extLst>
          </p:cNvPr>
          <p:cNvSpPr>
            <a:spLocks noGrp="1"/>
          </p:cNvSpPr>
          <p:nvPr/>
        </p:nvSpPr>
        <p:spPr>
          <a:xfrm>
            <a:off x="450677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4" name="12_small_8490">
            <a:extLst>
              <a:ext uri="{FF2B5EF4-FFF2-40B4-BE49-F238E27FC236}">
                <a16:creationId xmlns:a16="http://schemas.microsoft.com/office/drawing/2014/main" id="{AA50D4A3-9137-4FD6-826E-12004E2A6FF5}"/>
              </a:ext>
            </a:extLst>
          </p:cNvPr>
          <p:cNvSpPr>
            <a:spLocks noGrp="1"/>
          </p:cNvSpPr>
          <p:nvPr/>
        </p:nvSpPr>
        <p:spPr>
          <a:xfrm>
            <a:off x="461349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5" name="12_small_8491">
            <a:extLst>
              <a:ext uri="{FF2B5EF4-FFF2-40B4-BE49-F238E27FC236}">
                <a16:creationId xmlns:a16="http://schemas.microsoft.com/office/drawing/2014/main" id="{01DCEFB5-427A-4E81-8A59-3E899DC7B5E7}"/>
              </a:ext>
            </a:extLst>
          </p:cNvPr>
          <p:cNvSpPr>
            <a:spLocks noGrp="1"/>
          </p:cNvSpPr>
          <p:nvPr/>
        </p:nvSpPr>
        <p:spPr>
          <a:xfrm>
            <a:off x="455765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6" name="12_small_8492">
            <a:extLst>
              <a:ext uri="{FF2B5EF4-FFF2-40B4-BE49-F238E27FC236}">
                <a16:creationId xmlns:a16="http://schemas.microsoft.com/office/drawing/2014/main" id="{3EF2F95A-77D5-4C9A-B553-A0C12243DA7F}"/>
              </a:ext>
            </a:extLst>
          </p:cNvPr>
          <p:cNvSpPr>
            <a:spLocks noGrp="1"/>
          </p:cNvSpPr>
          <p:nvPr/>
        </p:nvSpPr>
        <p:spPr>
          <a:xfrm>
            <a:off x="463927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7" name="12_small_8493">
            <a:extLst>
              <a:ext uri="{FF2B5EF4-FFF2-40B4-BE49-F238E27FC236}">
                <a16:creationId xmlns:a16="http://schemas.microsoft.com/office/drawing/2014/main" id="{56EEB842-9019-4476-AA3C-F6C3D3385E8E}"/>
              </a:ext>
            </a:extLst>
          </p:cNvPr>
          <p:cNvSpPr>
            <a:spLocks noGrp="1"/>
          </p:cNvSpPr>
          <p:nvPr/>
        </p:nvSpPr>
        <p:spPr>
          <a:xfrm>
            <a:off x="455171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8" name="12_small_8494">
            <a:extLst>
              <a:ext uri="{FF2B5EF4-FFF2-40B4-BE49-F238E27FC236}">
                <a16:creationId xmlns:a16="http://schemas.microsoft.com/office/drawing/2014/main" id="{17443667-A38F-4FA7-9D23-E9FF331D3406}"/>
              </a:ext>
            </a:extLst>
          </p:cNvPr>
          <p:cNvSpPr>
            <a:spLocks noGrp="1"/>
          </p:cNvSpPr>
          <p:nvPr/>
        </p:nvSpPr>
        <p:spPr>
          <a:xfrm>
            <a:off x="460913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29" name="12_small_8495">
            <a:extLst>
              <a:ext uri="{FF2B5EF4-FFF2-40B4-BE49-F238E27FC236}">
                <a16:creationId xmlns:a16="http://schemas.microsoft.com/office/drawing/2014/main" id="{DC80DE4B-9719-4801-98D6-B2C761AE4DB8}"/>
              </a:ext>
            </a:extLst>
          </p:cNvPr>
          <p:cNvSpPr>
            <a:spLocks noGrp="1"/>
          </p:cNvSpPr>
          <p:nvPr/>
        </p:nvSpPr>
        <p:spPr>
          <a:xfrm>
            <a:off x="454999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0" name="12_small_8496">
            <a:extLst>
              <a:ext uri="{FF2B5EF4-FFF2-40B4-BE49-F238E27FC236}">
                <a16:creationId xmlns:a16="http://schemas.microsoft.com/office/drawing/2014/main" id="{CD3C4407-562B-4794-BA85-21F928A6F5A4}"/>
              </a:ext>
            </a:extLst>
          </p:cNvPr>
          <p:cNvSpPr>
            <a:spLocks noGrp="1"/>
          </p:cNvSpPr>
          <p:nvPr/>
        </p:nvSpPr>
        <p:spPr>
          <a:xfrm>
            <a:off x="455518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1" name="12_small_8497">
            <a:extLst>
              <a:ext uri="{FF2B5EF4-FFF2-40B4-BE49-F238E27FC236}">
                <a16:creationId xmlns:a16="http://schemas.microsoft.com/office/drawing/2014/main" id="{FC00567E-F56B-4774-82E1-7B3BFC223A94}"/>
              </a:ext>
            </a:extLst>
          </p:cNvPr>
          <p:cNvSpPr>
            <a:spLocks noGrp="1"/>
          </p:cNvSpPr>
          <p:nvPr/>
        </p:nvSpPr>
        <p:spPr>
          <a:xfrm>
            <a:off x="461371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2" name="12_small_8498">
            <a:extLst>
              <a:ext uri="{FF2B5EF4-FFF2-40B4-BE49-F238E27FC236}">
                <a16:creationId xmlns:a16="http://schemas.microsoft.com/office/drawing/2014/main" id="{FB1807CE-1C3D-4B7F-85E3-3FBB082B55B5}"/>
              </a:ext>
            </a:extLst>
          </p:cNvPr>
          <p:cNvSpPr>
            <a:spLocks noGrp="1"/>
          </p:cNvSpPr>
          <p:nvPr/>
        </p:nvSpPr>
        <p:spPr>
          <a:xfrm>
            <a:off x="451403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3" name="12_small_8499">
            <a:extLst>
              <a:ext uri="{FF2B5EF4-FFF2-40B4-BE49-F238E27FC236}">
                <a16:creationId xmlns:a16="http://schemas.microsoft.com/office/drawing/2014/main" id="{C034F8D1-90A4-4B0D-B749-3D0A2D4EFB74}"/>
              </a:ext>
            </a:extLst>
          </p:cNvPr>
          <p:cNvSpPr>
            <a:spLocks noGrp="1"/>
          </p:cNvSpPr>
          <p:nvPr/>
        </p:nvSpPr>
        <p:spPr>
          <a:xfrm>
            <a:off x="451057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4" name="12_small_8500">
            <a:extLst>
              <a:ext uri="{FF2B5EF4-FFF2-40B4-BE49-F238E27FC236}">
                <a16:creationId xmlns:a16="http://schemas.microsoft.com/office/drawing/2014/main" id="{6DD3274E-A29B-4648-A1A1-BC6000B27D8C}"/>
              </a:ext>
            </a:extLst>
          </p:cNvPr>
          <p:cNvSpPr>
            <a:spLocks noGrp="1"/>
          </p:cNvSpPr>
          <p:nvPr/>
        </p:nvSpPr>
        <p:spPr>
          <a:xfrm>
            <a:off x="46350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5" name="12_small_8501">
            <a:extLst>
              <a:ext uri="{FF2B5EF4-FFF2-40B4-BE49-F238E27FC236}">
                <a16:creationId xmlns:a16="http://schemas.microsoft.com/office/drawing/2014/main" id="{0D5FB622-E700-481A-98A7-DAF5AB496A9B}"/>
              </a:ext>
            </a:extLst>
          </p:cNvPr>
          <p:cNvSpPr>
            <a:spLocks noGrp="1"/>
          </p:cNvSpPr>
          <p:nvPr/>
        </p:nvSpPr>
        <p:spPr>
          <a:xfrm>
            <a:off x="450992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6" name="12_small_8502">
            <a:extLst>
              <a:ext uri="{FF2B5EF4-FFF2-40B4-BE49-F238E27FC236}">
                <a16:creationId xmlns:a16="http://schemas.microsoft.com/office/drawing/2014/main" id="{EA0B37C9-B950-4BCD-BA82-9AFD1FD9A8E7}"/>
              </a:ext>
            </a:extLst>
          </p:cNvPr>
          <p:cNvSpPr>
            <a:spLocks noGrp="1"/>
          </p:cNvSpPr>
          <p:nvPr/>
        </p:nvSpPr>
        <p:spPr>
          <a:xfrm>
            <a:off x="4556790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7" name="12_small_8503">
            <a:extLst>
              <a:ext uri="{FF2B5EF4-FFF2-40B4-BE49-F238E27FC236}">
                <a16:creationId xmlns:a16="http://schemas.microsoft.com/office/drawing/2014/main" id="{CEB591D0-D496-4E02-AC6E-B9E7C120A795}"/>
              </a:ext>
            </a:extLst>
          </p:cNvPr>
          <p:cNvSpPr>
            <a:spLocks noGrp="1"/>
          </p:cNvSpPr>
          <p:nvPr/>
        </p:nvSpPr>
        <p:spPr>
          <a:xfrm>
            <a:off x="457363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8" name="12_small_8504">
            <a:extLst>
              <a:ext uri="{FF2B5EF4-FFF2-40B4-BE49-F238E27FC236}">
                <a16:creationId xmlns:a16="http://schemas.microsoft.com/office/drawing/2014/main" id="{52A49640-0918-44AD-95E8-99F1EB8C7EFC}"/>
              </a:ext>
            </a:extLst>
          </p:cNvPr>
          <p:cNvSpPr>
            <a:spLocks noGrp="1"/>
          </p:cNvSpPr>
          <p:nvPr/>
        </p:nvSpPr>
        <p:spPr>
          <a:xfrm>
            <a:off x="452502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39" name="12_small_8505">
            <a:extLst>
              <a:ext uri="{FF2B5EF4-FFF2-40B4-BE49-F238E27FC236}">
                <a16:creationId xmlns:a16="http://schemas.microsoft.com/office/drawing/2014/main" id="{EF782EA2-5184-428A-9940-60E0AF125387}"/>
              </a:ext>
            </a:extLst>
          </p:cNvPr>
          <p:cNvSpPr>
            <a:spLocks noGrp="1"/>
          </p:cNvSpPr>
          <p:nvPr/>
        </p:nvSpPr>
        <p:spPr>
          <a:xfrm>
            <a:off x="455652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0" name="12_small_8506">
            <a:extLst>
              <a:ext uri="{FF2B5EF4-FFF2-40B4-BE49-F238E27FC236}">
                <a16:creationId xmlns:a16="http://schemas.microsoft.com/office/drawing/2014/main" id="{ED52A5BA-47E9-46C9-9B74-465E2A810134}"/>
              </a:ext>
            </a:extLst>
          </p:cNvPr>
          <p:cNvSpPr>
            <a:spLocks noGrp="1"/>
          </p:cNvSpPr>
          <p:nvPr/>
        </p:nvSpPr>
        <p:spPr>
          <a:xfrm>
            <a:off x="454897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1" name="12_small_8507">
            <a:extLst>
              <a:ext uri="{FF2B5EF4-FFF2-40B4-BE49-F238E27FC236}">
                <a16:creationId xmlns:a16="http://schemas.microsoft.com/office/drawing/2014/main" id="{96634615-DDC1-4695-9B7C-AF64E229819B}"/>
              </a:ext>
            </a:extLst>
          </p:cNvPr>
          <p:cNvSpPr>
            <a:spLocks noGrp="1"/>
          </p:cNvSpPr>
          <p:nvPr/>
        </p:nvSpPr>
        <p:spPr>
          <a:xfrm>
            <a:off x="4639509" y="535309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2" name="12_small_8508">
            <a:extLst>
              <a:ext uri="{FF2B5EF4-FFF2-40B4-BE49-F238E27FC236}">
                <a16:creationId xmlns:a16="http://schemas.microsoft.com/office/drawing/2014/main" id="{6C3657B6-6D83-4071-A497-10F6EC0A7B5A}"/>
              </a:ext>
            </a:extLst>
          </p:cNvPr>
          <p:cNvSpPr>
            <a:spLocks noGrp="1"/>
          </p:cNvSpPr>
          <p:nvPr/>
        </p:nvSpPr>
        <p:spPr>
          <a:xfrm>
            <a:off x="459021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3" name="12_small_8509">
            <a:extLst>
              <a:ext uri="{FF2B5EF4-FFF2-40B4-BE49-F238E27FC236}">
                <a16:creationId xmlns:a16="http://schemas.microsoft.com/office/drawing/2014/main" id="{BB9D21A1-E134-4A3F-BD83-D504817163AD}"/>
              </a:ext>
            </a:extLst>
          </p:cNvPr>
          <p:cNvSpPr>
            <a:spLocks noGrp="1"/>
          </p:cNvSpPr>
          <p:nvPr/>
        </p:nvSpPr>
        <p:spPr>
          <a:xfrm>
            <a:off x="4587098" y="545140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4" name="12_small_8510">
            <a:extLst>
              <a:ext uri="{FF2B5EF4-FFF2-40B4-BE49-F238E27FC236}">
                <a16:creationId xmlns:a16="http://schemas.microsoft.com/office/drawing/2014/main" id="{D9A74ED0-F318-4429-8F3C-C46EF76541DD}"/>
              </a:ext>
            </a:extLst>
          </p:cNvPr>
          <p:cNvSpPr>
            <a:spLocks noGrp="1"/>
          </p:cNvSpPr>
          <p:nvPr/>
        </p:nvSpPr>
        <p:spPr>
          <a:xfrm>
            <a:off x="462762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5" name="12_small_8511">
            <a:extLst>
              <a:ext uri="{FF2B5EF4-FFF2-40B4-BE49-F238E27FC236}">
                <a16:creationId xmlns:a16="http://schemas.microsoft.com/office/drawing/2014/main" id="{C8712CAB-3447-4648-B360-88E5C2148022}"/>
              </a:ext>
            </a:extLst>
          </p:cNvPr>
          <p:cNvSpPr>
            <a:spLocks noGrp="1"/>
          </p:cNvSpPr>
          <p:nvPr/>
        </p:nvSpPr>
        <p:spPr>
          <a:xfrm>
            <a:off x="456738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6" name="12_small_8512">
            <a:extLst>
              <a:ext uri="{FF2B5EF4-FFF2-40B4-BE49-F238E27FC236}">
                <a16:creationId xmlns:a16="http://schemas.microsoft.com/office/drawing/2014/main" id="{3D4D0D48-5228-4EC7-9CDF-2183A6B51EC9}"/>
              </a:ext>
            </a:extLst>
          </p:cNvPr>
          <p:cNvSpPr>
            <a:spLocks noGrp="1"/>
          </p:cNvSpPr>
          <p:nvPr/>
        </p:nvSpPr>
        <p:spPr>
          <a:xfrm>
            <a:off x="464269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7" name="12_small_8513">
            <a:extLst>
              <a:ext uri="{FF2B5EF4-FFF2-40B4-BE49-F238E27FC236}">
                <a16:creationId xmlns:a16="http://schemas.microsoft.com/office/drawing/2014/main" id="{5E394215-9A67-4248-8354-F0D70A8469C3}"/>
              </a:ext>
            </a:extLst>
          </p:cNvPr>
          <p:cNvSpPr>
            <a:spLocks noGrp="1"/>
          </p:cNvSpPr>
          <p:nvPr/>
        </p:nvSpPr>
        <p:spPr>
          <a:xfrm>
            <a:off x="461004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8" name="12_small_8514">
            <a:extLst>
              <a:ext uri="{FF2B5EF4-FFF2-40B4-BE49-F238E27FC236}">
                <a16:creationId xmlns:a16="http://schemas.microsoft.com/office/drawing/2014/main" id="{5BE442DF-30B7-4300-A7AE-E03627FCF8DD}"/>
              </a:ext>
            </a:extLst>
          </p:cNvPr>
          <p:cNvSpPr>
            <a:spLocks noGrp="1"/>
          </p:cNvSpPr>
          <p:nvPr/>
        </p:nvSpPr>
        <p:spPr>
          <a:xfrm>
            <a:off x="454194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49" name="12_small_8515">
            <a:extLst>
              <a:ext uri="{FF2B5EF4-FFF2-40B4-BE49-F238E27FC236}">
                <a16:creationId xmlns:a16="http://schemas.microsoft.com/office/drawing/2014/main" id="{9D5E9BC8-6E57-44D4-AD54-2CA6E4D18A2D}"/>
              </a:ext>
            </a:extLst>
          </p:cNvPr>
          <p:cNvSpPr>
            <a:spLocks noGrp="1"/>
          </p:cNvSpPr>
          <p:nvPr/>
        </p:nvSpPr>
        <p:spPr>
          <a:xfrm>
            <a:off x="450460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0" name="12_small_8516">
            <a:extLst>
              <a:ext uri="{FF2B5EF4-FFF2-40B4-BE49-F238E27FC236}">
                <a16:creationId xmlns:a16="http://schemas.microsoft.com/office/drawing/2014/main" id="{B682ADDD-8B77-4EDF-BF85-963A377EDCC8}"/>
              </a:ext>
            </a:extLst>
          </p:cNvPr>
          <p:cNvSpPr>
            <a:spLocks noGrp="1"/>
          </p:cNvSpPr>
          <p:nvPr/>
        </p:nvSpPr>
        <p:spPr>
          <a:xfrm>
            <a:off x="46300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1" name="12_small_8517">
            <a:extLst>
              <a:ext uri="{FF2B5EF4-FFF2-40B4-BE49-F238E27FC236}">
                <a16:creationId xmlns:a16="http://schemas.microsoft.com/office/drawing/2014/main" id="{C0626A25-D26F-4AF8-8756-CF0F19487139}"/>
              </a:ext>
            </a:extLst>
          </p:cNvPr>
          <p:cNvSpPr>
            <a:spLocks noGrp="1"/>
          </p:cNvSpPr>
          <p:nvPr/>
        </p:nvSpPr>
        <p:spPr>
          <a:xfrm>
            <a:off x="464590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2" name="12_small_8518">
            <a:extLst>
              <a:ext uri="{FF2B5EF4-FFF2-40B4-BE49-F238E27FC236}">
                <a16:creationId xmlns:a16="http://schemas.microsoft.com/office/drawing/2014/main" id="{47E5A34E-047A-4701-8F3E-37090D228766}"/>
              </a:ext>
            </a:extLst>
          </p:cNvPr>
          <p:cNvSpPr>
            <a:spLocks noGrp="1"/>
          </p:cNvSpPr>
          <p:nvPr/>
        </p:nvSpPr>
        <p:spPr>
          <a:xfrm>
            <a:off x="458121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3" name="12_small_8519">
            <a:extLst>
              <a:ext uri="{FF2B5EF4-FFF2-40B4-BE49-F238E27FC236}">
                <a16:creationId xmlns:a16="http://schemas.microsoft.com/office/drawing/2014/main" id="{4C415BF2-6D9E-4112-A197-23A8B571F1CE}"/>
              </a:ext>
            </a:extLst>
          </p:cNvPr>
          <p:cNvSpPr>
            <a:spLocks noGrp="1"/>
          </p:cNvSpPr>
          <p:nvPr/>
        </p:nvSpPr>
        <p:spPr>
          <a:xfrm>
            <a:off x="462530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4" name="12_small_8520">
            <a:extLst>
              <a:ext uri="{FF2B5EF4-FFF2-40B4-BE49-F238E27FC236}">
                <a16:creationId xmlns:a16="http://schemas.microsoft.com/office/drawing/2014/main" id="{B4139AB7-6D90-4800-9C0A-D34BF3C490AD}"/>
              </a:ext>
            </a:extLst>
          </p:cNvPr>
          <p:cNvSpPr>
            <a:spLocks noGrp="1"/>
          </p:cNvSpPr>
          <p:nvPr/>
        </p:nvSpPr>
        <p:spPr>
          <a:xfrm>
            <a:off x="461995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5" name="12_small_8521">
            <a:extLst>
              <a:ext uri="{FF2B5EF4-FFF2-40B4-BE49-F238E27FC236}">
                <a16:creationId xmlns:a16="http://schemas.microsoft.com/office/drawing/2014/main" id="{22BF3147-A795-4A00-BA5B-0029878B3AAD}"/>
              </a:ext>
            </a:extLst>
          </p:cNvPr>
          <p:cNvSpPr>
            <a:spLocks noGrp="1"/>
          </p:cNvSpPr>
          <p:nvPr/>
        </p:nvSpPr>
        <p:spPr>
          <a:xfrm>
            <a:off x="4527744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6" name="12_small_8522">
            <a:extLst>
              <a:ext uri="{FF2B5EF4-FFF2-40B4-BE49-F238E27FC236}">
                <a16:creationId xmlns:a16="http://schemas.microsoft.com/office/drawing/2014/main" id="{09ED9E78-7C79-4E36-93D6-90DCF4401AF1}"/>
              </a:ext>
            </a:extLst>
          </p:cNvPr>
          <p:cNvSpPr>
            <a:spLocks noGrp="1"/>
          </p:cNvSpPr>
          <p:nvPr/>
        </p:nvSpPr>
        <p:spPr>
          <a:xfrm>
            <a:off x="458848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7" name="12_small_8523">
            <a:extLst>
              <a:ext uri="{FF2B5EF4-FFF2-40B4-BE49-F238E27FC236}">
                <a16:creationId xmlns:a16="http://schemas.microsoft.com/office/drawing/2014/main" id="{33A455A9-F3EF-48EF-9E26-4D0869796EF3}"/>
              </a:ext>
            </a:extLst>
          </p:cNvPr>
          <p:cNvSpPr>
            <a:spLocks noGrp="1"/>
          </p:cNvSpPr>
          <p:nvPr/>
        </p:nvSpPr>
        <p:spPr>
          <a:xfrm>
            <a:off x="459276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8" name="12_small_8524">
            <a:extLst>
              <a:ext uri="{FF2B5EF4-FFF2-40B4-BE49-F238E27FC236}">
                <a16:creationId xmlns:a16="http://schemas.microsoft.com/office/drawing/2014/main" id="{600D3DB8-27C6-48CA-BA34-B698A8065ADE}"/>
              </a:ext>
            </a:extLst>
          </p:cNvPr>
          <p:cNvSpPr>
            <a:spLocks noGrp="1"/>
          </p:cNvSpPr>
          <p:nvPr/>
        </p:nvSpPr>
        <p:spPr>
          <a:xfrm>
            <a:off x="4629236" y="545140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59" name="12_small_8525">
            <a:extLst>
              <a:ext uri="{FF2B5EF4-FFF2-40B4-BE49-F238E27FC236}">
                <a16:creationId xmlns:a16="http://schemas.microsoft.com/office/drawing/2014/main" id="{84E181AE-869A-47DC-9FE7-F1633EBDB0F5}"/>
              </a:ext>
            </a:extLst>
          </p:cNvPr>
          <p:cNvSpPr>
            <a:spLocks noGrp="1"/>
          </p:cNvSpPr>
          <p:nvPr/>
        </p:nvSpPr>
        <p:spPr>
          <a:xfrm>
            <a:off x="464117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0" name="12_small_8526">
            <a:extLst>
              <a:ext uri="{FF2B5EF4-FFF2-40B4-BE49-F238E27FC236}">
                <a16:creationId xmlns:a16="http://schemas.microsoft.com/office/drawing/2014/main" id="{FD5564BD-E511-4A1B-B17E-92D725BC58B6}"/>
              </a:ext>
            </a:extLst>
          </p:cNvPr>
          <p:cNvSpPr>
            <a:spLocks noGrp="1"/>
          </p:cNvSpPr>
          <p:nvPr/>
        </p:nvSpPr>
        <p:spPr>
          <a:xfrm>
            <a:off x="4634175" y="58610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1" name="12_small_8527">
            <a:extLst>
              <a:ext uri="{FF2B5EF4-FFF2-40B4-BE49-F238E27FC236}">
                <a16:creationId xmlns:a16="http://schemas.microsoft.com/office/drawing/2014/main" id="{16FB092B-8905-4B42-AD58-B1735ADC3BEB}"/>
              </a:ext>
            </a:extLst>
          </p:cNvPr>
          <p:cNvSpPr>
            <a:spLocks noGrp="1"/>
          </p:cNvSpPr>
          <p:nvPr/>
        </p:nvSpPr>
        <p:spPr>
          <a:xfrm>
            <a:off x="457593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2" name="12_small_8528">
            <a:extLst>
              <a:ext uri="{FF2B5EF4-FFF2-40B4-BE49-F238E27FC236}">
                <a16:creationId xmlns:a16="http://schemas.microsoft.com/office/drawing/2014/main" id="{D9CD88B8-69DE-47A9-9154-D7842139036D}"/>
              </a:ext>
            </a:extLst>
          </p:cNvPr>
          <p:cNvSpPr>
            <a:spLocks noGrp="1"/>
          </p:cNvSpPr>
          <p:nvPr/>
        </p:nvSpPr>
        <p:spPr>
          <a:xfrm>
            <a:off x="4620156" y="545140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3" name="12_small_8529">
            <a:extLst>
              <a:ext uri="{FF2B5EF4-FFF2-40B4-BE49-F238E27FC236}">
                <a16:creationId xmlns:a16="http://schemas.microsoft.com/office/drawing/2014/main" id="{66E03B70-63A6-4D3A-BB5D-63D853662F53}"/>
              </a:ext>
            </a:extLst>
          </p:cNvPr>
          <p:cNvSpPr>
            <a:spLocks noGrp="1"/>
          </p:cNvSpPr>
          <p:nvPr/>
        </p:nvSpPr>
        <p:spPr>
          <a:xfrm>
            <a:off x="4600759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4" name="12_small_8530">
            <a:extLst>
              <a:ext uri="{FF2B5EF4-FFF2-40B4-BE49-F238E27FC236}">
                <a16:creationId xmlns:a16="http://schemas.microsoft.com/office/drawing/2014/main" id="{A32A6AC1-4FFB-4DFC-9129-EBDC524A9B93}"/>
              </a:ext>
            </a:extLst>
          </p:cNvPr>
          <p:cNvSpPr>
            <a:spLocks noGrp="1"/>
          </p:cNvSpPr>
          <p:nvPr/>
        </p:nvSpPr>
        <p:spPr>
          <a:xfrm>
            <a:off x="454060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5" name="12_small_8531">
            <a:extLst>
              <a:ext uri="{FF2B5EF4-FFF2-40B4-BE49-F238E27FC236}">
                <a16:creationId xmlns:a16="http://schemas.microsoft.com/office/drawing/2014/main" id="{967FA046-36B0-480D-ABE5-A6A1E5230EC5}"/>
              </a:ext>
            </a:extLst>
          </p:cNvPr>
          <p:cNvSpPr>
            <a:spLocks noGrp="1"/>
          </p:cNvSpPr>
          <p:nvPr/>
        </p:nvSpPr>
        <p:spPr>
          <a:xfrm>
            <a:off x="45233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6" name="12_small_8532">
            <a:extLst>
              <a:ext uri="{FF2B5EF4-FFF2-40B4-BE49-F238E27FC236}">
                <a16:creationId xmlns:a16="http://schemas.microsoft.com/office/drawing/2014/main" id="{1401D8B6-4EAF-4CFD-AD70-DB2A23B5E0FF}"/>
              </a:ext>
            </a:extLst>
          </p:cNvPr>
          <p:cNvSpPr>
            <a:spLocks noGrp="1"/>
          </p:cNvSpPr>
          <p:nvPr/>
        </p:nvSpPr>
        <p:spPr>
          <a:xfrm>
            <a:off x="458458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7" name="12_small_8533">
            <a:extLst>
              <a:ext uri="{FF2B5EF4-FFF2-40B4-BE49-F238E27FC236}">
                <a16:creationId xmlns:a16="http://schemas.microsoft.com/office/drawing/2014/main" id="{BA9C01FF-89BB-41E4-9A0E-C57B04FD242F}"/>
              </a:ext>
            </a:extLst>
          </p:cNvPr>
          <p:cNvSpPr>
            <a:spLocks noGrp="1"/>
          </p:cNvSpPr>
          <p:nvPr/>
        </p:nvSpPr>
        <p:spPr>
          <a:xfrm>
            <a:off x="4603594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8" name="12_small_8534">
            <a:extLst>
              <a:ext uri="{FF2B5EF4-FFF2-40B4-BE49-F238E27FC236}">
                <a16:creationId xmlns:a16="http://schemas.microsoft.com/office/drawing/2014/main" id="{31A7588F-488B-42EA-A9EA-637FFF912A93}"/>
              </a:ext>
            </a:extLst>
          </p:cNvPr>
          <p:cNvSpPr>
            <a:spLocks noGrp="1"/>
          </p:cNvSpPr>
          <p:nvPr/>
        </p:nvSpPr>
        <p:spPr>
          <a:xfrm>
            <a:off x="461836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69" name="12_small_8535">
            <a:extLst>
              <a:ext uri="{FF2B5EF4-FFF2-40B4-BE49-F238E27FC236}">
                <a16:creationId xmlns:a16="http://schemas.microsoft.com/office/drawing/2014/main" id="{9D6C426A-B65A-48E2-9729-0889F37828E4}"/>
              </a:ext>
            </a:extLst>
          </p:cNvPr>
          <p:cNvSpPr>
            <a:spLocks noGrp="1"/>
          </p:cNvSpPr>
          <p:nvPr/>
        </p:nvSpPr>
        <p:spPr>
          <a:xfrm>
            <a:off x="45877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0" name="12_small_8536">
            <a:extLst>
              <a:ext uri="{FF2B5EF4-FFF2-40B4-BE49-F238E27FC236}">
                <a16:creationId xmlns:a16="http://schemas.microsoft.com/office/drawing/2014/main" id="{463210DE-EFD9-49E3-BEDD-7642A950CF79}"/>
              </a:ext>
            </a:extLst>
          </p:cNvPr>
          <p:cNvSpPr>
            <a:spLocks noGrp="1"/>
          </p:cNvSpPr>
          <p:nvPr/>
        </p:nvSpPr>
        <p:spPr>
          <a:xfrm>
            <a:off x="454801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1" name="12_small_8537">
            <a:extLst>
              <a:ext uri="{FF2B5EF4-FFF2-40B4-BE49-F238E27FC236}">
                <a16:creationId xmlns:a16="http://schemas.microsoft.com/office/drawing/2014/main" id="{5B13EBC3-C75D-401C-9BCC-B5C0346D516C}"/>
              </a:ext>
            </a:extLst>
          </p:cNvPr>
          <p:cNvSpPr>
            <a:spLocks noGrp="1"/>
          </p:cNvSpPr>
          <p:nvPr/>
        </p:nvSpPr>
        <p:spPr>
          <a:xfrm>
            <a:off x="46417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2" name="12_small_8538">
            <a:extLst>
              <a:ext uri="{FF2B5EF4-FFF2-40B4-BE49-F238E27FC236}">
                <a16:creationId xmlns:a16="http://schemas.microsoft.com/office/drawing/2014/main" id="{AE79A353-76E7-407D-9894-2F38D3AB0A4D}"/>
              </a:ext>
            </a:extLst>
          </p:cNvPr>
          <p:cNvSpPr>
            <a:spLocks noGrp="1"/>
          </p:cNvSpPr>
          <p:nvPr/>
        </p:nvSpPr>
        <p:spPr>
          <a:xfrm>
            <a:off x="46211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3" name="12_small_8539">
            <a:extLst>
              <a:ext uri="{FF2B5EF4-FFF2-40B4-BE49-F238E27FC236}">
                <a16:creationId xmlns:a16="http://schemas.microsoft.com/office/drawing/2014/main" id="{C2E24C53-26D1-4466-B7EF-3ADE536D8491}"/>
              </a:ext>
            </a:extLst>
          </p:cNvPr>
          <p:cNvSpPr>
            <a:spLocks noGrp="1"/>
          </p:cNvSpPr>
          <p:nvPr/>
        </p:nvSpPr>
        <p:spPr>
          <a:xfrm>
            <a:off x="464960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4" name="12_small_8540">
            <a:extLst>
              <a:ext uri="{FF2B5EF4-FFF2-40B4-BE49-F238E27FC236}">
                <a16:creationId xmlns:a16="http://schemas.microsoft.com/office/drawing/2014/main" id="{7F38273A-B0DC-46AD-9768-B170B720D701}"/>
              </a:ext>
            </a:extLst>
          </p:cNvPr>
          <p:cNvSpPr>
            <a:spLocks noGrp="1"/>
          </p:cNvSpPr>
          <p:nvPr/>
        </p:nvSpPr>
        <p:spPr>
          <a:xfrm>
            <a:off x="464959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5" name="12_small_8541">
            <a:extLst>
              <a:ext uri="{FF2B5EF4-FFF2-40B4-BE49-F238E27FC236}">
                <a16:creationId xmlns:a16="http://schemas.microsoft.com/office/drawing/2014/main" id="{FED20F4F-F6B7-402A-8682-379463ACBC61}"/>
              </a:ext>
            </a:extLst>
          </p:cNvPr>
          <p:cNvSpPr>
            <a:spLocks noGrp="1"/>
          </p:cNvSpPr>
          <p:nvPr/>
        </p:nvSpPr>
        <p:spPr>
          <a:xfrm>
            <a:off x="456925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6" name="12_small_8542">
            <a:extLst>
              <a:ext uri="{FF2B5EF4-FFF2-40B4-BE49-F238E27FC236}">
                <a16:creationId xmlns:a16="http://schemas.microsoft.com/office/drawing/2014/main" id="{ADCA2E8D-AAEF-40D8-80E7-9107CBF47F76}"/>
              </a:ext>
            </a:extLst>
          </p:cNvPr>
          <p:cNvSpPr>
            <a:spLocks noGrp="1"/>
          </p:cNvSpPr>
          <p:nvPr/>
        </p:nvSpPr>
        <p:spPr>
          <a:xfrm>
            <a:off x="458276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7" name="12_small_8543">
            <a:extLst>
              <a:ext uri="{FF2B5EF4-FFF2-40B4-BE49-F238E27FC236}">
                <a16:creationId xmlns:a16="http://schemas.microsoft.com/office/drawing/2014/main" id="{C8B86B68-271E-4D83-91AA-BB04F17FF2D6}"/>
              </a:ext>
            </a:extLst>
          </p:cNvPr>
          <p:cNvSpPr>
            <a:spLocks noGrp="1"/>
          </p:cNvSpPr>
          <p:nvPr/>
        </p:nvSpPr>
        <p:spPr>
          <a:xfrm>
            <a:off x="454047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8" name="12_small_8544">
            <a:extLst>
              <a:ext uri="{FF2B5EF4-FFF2-40B4-BE49-F238E27FC236}">
                <a16:creationId xmlns:a16="http://schemas.microsoft.com/office/drawing/2014/main" id="{41A910A9-86F0-426B-BF8A-EC7DF3510ACD}"/>
              </a:ext>
            </a:extLst>
          </p:cNvPr>
          <p:cNvSpPr>
            <a:spLocks noGrp="1"/>
          </p:cNvSpPr>
          <p:nvPr/>
        </p:nvSpPr>
        <p:spPr>
          <a:xfrm>
            <a:off x="532605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79" name="12_small_8545">
            <a:extLst>
              <a:ext uri="{FF2B5EF4-FFF2-40B4-BE49-F238E27FC236}">
                <a16:creationId xmlns:a16="http://schemas.microsoft.com/office/drawing/2014/main" id="{F825D450-1B1F-46E0-9DDE-39CFAE87152C}"/>
              </a:ext>
            </a:extLst>
          </p:cNvPr>
          <p:cNvSpPr>
            <a:spLocks noGrp="1"/>
          </p:cNvSpPr>
          <p:nvPr/>
        </p:nvSpPr>
        <p:spPr>
          <a:xfrm>
            <a:off x="543033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0" name="12_small_8546">
            <a:extLst>
              <a:ext uri="{FF2B5EF4-FFF2-40B4-BE49-F238E27FC236}">
                <a16:creationId xmlns:a16="http://schemas.microsoft.com/office/drawing/2014/main" id="{57302F52-ABF5-4121-B0B0-77E22A4E9C1E}"/>
              </a:ext>
            </a:extLst>
          </p:cNvPr>
          <p:cNvSpPr>
            <a:spLocks noGrp="1"/>
          </p:cNvSpPr>
          <p:nvPr/>
        </p:nvSpPr>
        <p:spPr>
          <a:xfrm>
            <a:off x="542877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1" name="12_small_8547">
            <a:extLst>
              <a:ext uri="{FF2B5EF4-FFF2-40B4-BE49-F238E27FC236}">
                <a16:creationId xmlns:a16="http://schemas.microsoft.com/office/drawing/2014/main" id="{CAA0246A-788D-46E2-9FC2-F8383E1FE42C}"/>
              </a:ext>
            </a:extLst>
          </p:cNvPr>
          <p:cNvSpPr>
            <a:spLocks noGrp="1"/>
          </p:cNvSpPr>
          <p:nvPr/>
        </p:nvSpPr>
        <p:spPr>
          <a:xfrm>
            <a:off x="534947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2" name="12_small_8548">
            <a:extLst>
              <a:ext uri="{FF2B5EF4-FFF2-40B4-BE49-F238E27FC236}">
                <a16:creationId xmlns:a16="http://schemas.microsoft.com/office/drawing/2014/main" id="{4E54E4A7-6CC6-4636-8E5F-4ED67F683107}"/>
              </a:ext>
            </a:extLst>
          </p:cNvPr>
          <p:cNvSpPr>
            <a:spLocks noGrp="1"/>
          </p:cNvSpPr>
          <p:nvPr/>
        </p:nvSpPr>
        <p:spPr>
          <a:xfrm>
            <a:off x="543165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3" name="12_small_8549">
            <a:extLst>
              <a:ext uri="{FF2B5EF4-FFF2-40B4-BE49-F238E27FC236}">
                <a16:creationId xmlns:a16="http://schemas.microsoft.com/office/drawing/2014/main" id="{59804BBB-5386-4DCC-83E5-4BE0F569EE2F}"/>
              </a:ext>
            </a:extLst>
          </p:cNvPr>
          <p:cNvSpPr>
            <a:spLocks noGrp="1"/>
          </p:cNvSpPr>
          <p:nvPr/>
        </p:nvSpPr>
        <p:spPr>
          <a:xfrm>
            <a:off x="5401273" y="5272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4" name="12_small_8550">
            <a:extLst>
              <a:ext uri="{FF2B5EF4-FFF2-40B4-BE49-F238E27FC236}">
                <a16:creationId xmlns:a16="http://schemas.microsoft.com/office/drawing/2014/main" id="{D67D9AF5-A618-4E22-8E2E-43E804AB7C71}"/>
              </a:ext>
            </a:extLst>
          </p:cNvPr>
          <p:cNvSpPr>
            <a:spLocks noGrp="1"/>
          </p:cNvSpPr>
          <p:nvPr/>
        </p:nvSpPr>
        <p:spPr>
          <a:xfrm>
            <a:off x="530871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5" name="12_small_8551">
            <a:extLst>
              <a:ext uri="{FF2B5EF4-FFF2-40B4-BE49-F238E27FC236}">
                <a16:creationId xmlns:a16="http://schemas.microsoft.com/office/drawing/2014/main" id="{07FE9BC2-7925-406E-A9AA-2C9DB258983F}"/>
              </a:ext>
            </a:extLst>
          </p:cNvPr>
          <p:cNvSpPr>
            <a:spLocks noGrp="1"/>
          </p:cNvSpPr>
          <p:nvPr/>
        </p:nvSpPr>
        <p:spPr>
          <a:xfrm>
            <a:off x="5340985" y="591221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6" name="12_small_8552">
            <a:extLst>
              <a:ext uri="{FF2B5EF4-FFF2-40B4-BE49-F238E27FC236}">
                <a16:creationId xmlns:a16="http://schemas.microsoft.com/office/drawing/2014/main" id="{950D85B1-AC06-4C56-9083-CA996BDBA908}"/>
              </a:ext>
            </a:extLst>
          </p:cNvPr>
          <p:cNvSpPr>
            <a:spLocks noGrp="1"/>
          </p:cNvSpPr>
          <p:nvPr/>
        </p:nvSpPr>
        <p:spPr>
          <a:xfrm>
            <a:off x="5357897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7" name="12_small_8553">
            <a:extLst>
              <a:ext uri="{FF2B5EF4-FFF2-40B4-BE49-F238E27FC236}">
                <a16:creationId xmlns:a16="http://schemas.microsoft.com/office/drawing/2014/main" id="{A5CCC9BF-D9E4-44FF-B4CA-BE197E2D2538}"/>
              </a:ext>
            </a:extLst>
          </p:cNvPr>
          <p:cNvSpPr>
            <a:spLocks noGrp="1"/>
          </p:cNvSpPr>
          <p:nvPr/>
        </p:nvSpPr>
        <p:spPr>
          <a:xfrm>
            <a:off x="5342714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8" name="12_small_8554">
            <a:extLst>
              <a:ext uri="{FF2B5EF4-FFF2-40B4-BE49-F238E27FC236}">
                <a16:creationId xmlns:a16="http://schemas.microsoft.com/office/drawing/2014/main" id="{F0A6755F-9D0F-421D-8696-186414DEC37B}"/>
              </a:ext>
            </a:extLst>
          </p:cNvPr>
          <p:cNvSpPr>
            <a:spLocks noGrp="1"/>
          </p:cNvSpPr>
          <p:nvPr/>
        </p:nvSpPr>
        <p:spPr>
          <a:xfrm>
            <a:off x="539656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89" name="12_small_8555">
            <a:extLst>
              <a:ext uri="{FF2B5EF4-FFF2-40B4-BE49-F238E27FC236}">
                <a16:creationId xmlns:a16="http://schemas.microsoft.com/office/drawing/2014/main" id="{62E906AC-AF8E-477B-9A4F-1E811727545F}"/>
              </a:ext>
            </a:extLst>
          </p:cNvPr>
          <p:cNvSpPr>
            <a:spLocks noGrp="1"/>
          </p:cNvSpPr>
          <p:nvPr/>
        </p:nvSpPr>
        <p:spPr>
          <a:xfrm>
            <a:off x="530147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0" name="12_small_8556">
            <a:extLst>
              <a:ext uri="{FF2B5EF4-FFF2-40B4-BE49-F238E27FC236}">
                <a16:creationId xmlns:a16="http://schemas.microsoft.com/office/drawing/2014/main" id="{8DC29280-EC2F-4587-9D94-AFA457553B11}"/>
              </a:ext>
            </a:extLst>
          </p:cNvPr>
          <p:cNvSpPr>
            <a:spLocks noGrp="1"/>
          </p:cNvSpPr>
          <p:nvPr/>
        </p:nvSpPr>
        <p:spPr>
          <a:xfrm>
            <a:off x="534187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1" name="12_small_8557">
            <a:extLst>
              <a:ext uri="{FF2B5EF4-FFF2-40B4-BE49-F238E27FC236}">
                <a16:creationId xmlns:a16="http://schemas.microsoft.com/office/drawing/2014/main" id="{7FAC3640-B3DD-4762-928B-BE873DDEAFB4}"/>
              </a:ext>
            </a:extLst>
          </p:cNvPr>
          <p:cNvSpPr>
            <a:spLocks noGrp="1"/>
          </p:cNvSpPr>
          <p:nvPr/>
        </p:nvSpPr>
        <p:spPr>
          <a:xfrm>
            <a:off x="529607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2" name="12_small_8558">
            <a:extLst>
              <a:ext uri="{FF2B5EF4-FFF2-40B4-BE49-F238E27FC236}">
                <a16:creationId xmlns:a16="http://schemas.microsoft.com/office/drawing/2014/main" id="{270DF063-BDB2-4246-8743-CB4AC54DF51A}"/>
              </a:ext>
            </a:extLst>
          </p:cNvPr>
          <p:cNvSpPr>
            <a:spLocks noGrp="1"/>
          </p:cNvSpPr>
          <p:nvPr/>
        </p:nvSpPr>
        <p:spPr>
          <a:xfrm>
            <a:off x="54258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3" name="12_small_8559">
            <a:extLst>
              <a:ext uri="{FF2B5EF4-FFF2-40B4-BE49-F238E27FC236}">
                <a16:creationId xmlns:a16="http://schemas.microsoft.com/office/drawing/2014/main" id="{81219E98-19F4-4A50-AFC0-19F64C63BB68}"/>
              </a:ext>
            </a:extLst>
          </p:cNvPr>
          <p:cNvSpPr>
            <a:spLocks noGrp="1"/>
          </p:cNvSpPr>
          <p:nvPr/>
        </p:nvSpPr>
        <p:spPr>
          <a:xfrm>
            <a:off x="5318672" y="58610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4" name="12_small_8560">
            <a:extLst>
              <a:ext uri="{FF2B5EF4-FFF2-40B4-BE49-F238E27FC236}">
                <a16:creationId xmlns:a16="http://schemas.microsoft.com/office/drawing/2014/main" id="{171EB4F5-85E1-4134-A126-6029BF4B3CDF}"/>
              </a:ext>
            </a:extLst>
          </p:cNvPr>
          <p:cNvSpPr>
            <a:spLocks noGrp="1"/>
          </p:cNvSpPr>
          <p:nvPr/>
        </p:nvSpPr>
        <p:spPr>
          <a:xfrm>
            <a:off x="5313338" y="57381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5" name="12_small_8561">
            <a:extLst>
              <a:ext uri="{FF2B5EF4-FFF2-40B4-BE49-F238E27FC236}">
                <a16:creationId xmlns:a16="http://schemas.microsoft.com/office/drawing/2014/main" id="{4568040F-F978-4931-8DE8-5F3D2A3E9F1A}"/>
              </a:ext>
            </a:extLst>
          </p:cNvPr>
          <p:cNvSpPr>
            <a:spLocks noGrp="1"/>
          </p:cNvSpPr>
          <p:nvPr/>
        </p:nvSpPr>
        <p:spPr>
          <a:xfrm>
            <a:off x="5362102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6" name="12_small_8562">
            <a:extLst>
              <a:ext uri="{FF2B5EF4-FFF2-40B4-BE49-F238E27FC236}">
                <a16:creationId xmlns:a16="http://schemas.microsoft.com/office/drawing/2014/main" id="{00D7A9A4-393D-4C08-A494-E5164E6D325D}"/>
              </a:ext>
            </a:extLst>
          </p:cNvPr>
          <p:cNvSpPr>
            <a:spLocks noGrp="1"/>
          </p:cNvSpPr>
          <p:nvPr/>
        </p:nvSpPr>
        <p:spPr>
          <a:xfrm>
            <a:off x="531917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7" name="12_small_8563">
            <a:extLst>
              <a:ext uri="{FF2B5EF4-FFF2-40B4-BE49-F238E27FC236}">
                <a16:creationId xmlns:a16="http://schemas.microsoft.com/office/drawing/2014/main" id="{8A919452-813E-49CF-9336-FC47DBEC97D3}"/>
              </a:ext>
            </a:extLst>
          </p:cNvPr>
          <p:cNvSpPr>
            <a:spLocks noGrp="1"/>
          </p:cNvSpPr>
          <p:nvPr/>
        </p:nvSpPr>
        <p:spPr>
          <a:xfrm>
            <a:off x="529012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8" name="12_small_8564">
            <a:extLst>
              <a:ext uri="{FF2B5EF4-FFF2-40B4-BE49-F238E27FC236}">
                <a16:creationId xmlns:a16="http://schemas.microsoft.com/office/drawing/2014/main" id="{3A38A011-D591-4B8D-AE21-2E676CD5F626}"/>
              </a:ext>
            </a:extLst>
          </p:cNvPr>
          <p:cNvSpPr>
            <a:spLocks noGrp="1"/>
          </p:cNvSpPr>
          <p:nvPr/>
        </p:nvSpPr>
        <p:spPr>
          <a:xfrm>
            <a:off x="535454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599" name="12_small_8565">
            <a:extLst>
              <a:ext uri="{FF2B5EF4-FFF2-40B4-BE49-F238E27FC236}">
                <a16:creationId xmlns:a16="http://schemas.microsoft.com/office/drawing/2014/main" id="{E940B4AF-409B-4147-8669-E1B7DD82DA5D}"/>
              </a:ext>
            </a:extLst>
          </p:cNvPr>
          <p:cNvSpPr>
            <a:spLocks noGrp="1"/>
          </p:cNvSpPr>
          <p:nvPr/>
        </p:nvSpPr>
        <p:spPr>
          <a:xfrm>
            <a:off x="5345573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0" name="12_small_8566">
            <a:extLst>
              <a:ext uri="{FF2B5EF4-FFF2-40B4-BE49-F238E27FC236}">
                <a16:creationId xmlns:a16="http://schemas.microsoft.com/office/drawing/2014/main" id="{474B5F76-E943-439A-A2B3-0EDFDF500D3F}"/>
              </a:ext>
            </a:extLst>
          </p:cNvPr>
          <p:cNvSpPr>
            <a:spLocks noGrp="1"/>
          </p:cNvSpPr>
          <p:nvPr/>
        </p:nvSpPr>
        <p:spPr>
          <a:xfrm>
            <a:off x="528802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1" name="12_small_8567">
            <a:extLst>
              <a:ext uri="{FF2B5EF4-FFF2-40B4-BE49-F238E27FC236}">
                <a16:creationId xmlns:a16="http://schemas.microsoft.com/office/drawing/2014/main" id="{04BC0F4F-6B19-4B74-8DE2-840C081D9225}"/>
              </a:ext>
            </a:extLst>
          </p:cNvPr>
          <p:cNvSpPr>
            <a:spLocks noGrp="1"/>
          </p:cNvSpPr>
          <p:nvPr/>
        </p:nvSpPr>
        <p:spPr>
          <a:xfrm>
            <a:off x="539474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2" name="12_small_8568">
            <a:extLst>
              <a:ext uri="{FF2B5EF4-FFF2-40B4-BE49-F238E27FC236}">
                <a16:creationId xmlns:a16="http://schemas.microsoft.com/office/drawing/2014/main" id="{46BA0BC6-CDF1-4014-9EA8-EF0B3BC0C36D}"/>
              </a:ext>
            </a:extLst>
          </p:cNvPr>
          <p:cNvSpPr>
            <a:spLocks noGrp="1"/>
          </p:cNvSpPr>
          <p:nvPr/>
        </p:nvSpPr>
        <p:spPr>
          <a:xfrm>
            <a:off x="533890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3" name="12_small_8569">
            <a:extLst>
              <a:ext uri="{FF2B5EF4-FFF2-40B4-BE49-F238E27FC236}">
                <a16:creationId xmlns:a16="http://schemas.microsoft.com/office/drawing/2014/main" id="{5AFE7CE6-6541-48C1-AEF7-F767E55E07C0}"/>
              </a:ext>
            </a:extLst>
          </p:cNvPr>
          <p:cNvSpPr>
            <a:spLocks noGrp="1"/>
          </p:cNvSpPr>
          <p:nvPr/>
        </p:nvSpPr>
        <p:spPr>
          <a:xfrm>
            <a:off x="542052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4" name="12_small_8570">
            <a:extLst>
              <a:ext uri="{FF2B5EF4-FFF2-40B4-BE49-F238E27FC236}">
                <a16:creationId xmlns:a16="http://schemas.microsoft.com/office/drawing/2014/main" id="{FF6F91B6-D299-49DC-9A44-C6F87D329438}"/>
              </a:ext>
            </a:extLst>
          </p:cNvPr>
          <p:cNvSpPr>
            <a:spLocks noGrp="1"/>
          </p:cNvSpPr>
          <p:nvPr/>
        </p:nvSpPr>
        <p:spPr>
          <a:xfrm>
            <a:off x="533296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5" name="12_small_8571">
            <a:extLst>
              <a:ext uri="{FF2B5EF4-FFF2-40B4-BE49-F238E27FC236}">
                <a16:creationId xmlns:a16="http://schemas.microsoft.com/office/drawing/2014/main" id="{EBE618BB-2F98-4C3A-9301-8E7FF278A194}"/>
              </a:ext>
            </a:extLst>
          </p:cNvPr>
          <p:cNvSpPr>
            <a:spLocks noGrp="1"/>
          </p:cNvSpPr>
          <p:nvPr/>
        </p:nvSpPr>
        <p:spPr>
          <a:xfrm>
            <a:off x="539038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6" name="12_small_8572">
            <a:extLst>
              <a:ext uri="{FF2B5EF4-FFF2-40B4-BE49-F238E27FC236}">
                <a16:creationId xmlns:a16="http://schemas.microsoft.com/office/drawing/2014/main" id="{FAF0C905-058D-4244-BCBC-8B4FE8FCBA57}"/>
              </a:ext>
            </a:extLst>
          </p:cNvPr>
          <p:cNvSpPr>
            <a:spLocks noGrp="1"/>
          </p:cNvSpPr>
          <p:nvPr/>
        </p:nvSpPr>
        <p:spPr>
          <a:xfrm>
            <a:off x="533124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7" name="12_small_8573">
            <a:extLst>
              <a:ext uri="{FF2B5EF4-FFF2-40B4-BE49-F238E27FC236}">
                <a16:creationId xmlns:a16="http://schemas.microsoft.com/office/drawing/2014/main" id="{87C70527-1995-493F-A319-07D731489296}"/>
              </a:ext>
            </a:extLst>
          </p:cNvPr>
          <p:cNvSpPr>
            <a:spLocks noGrp="1"/>
          </p:cNvSpPr>
          <p:nvPr/>
        </p:nvSpPr>
        <p:spPr>
          <a:xfrm>
            <a:off x="533643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8" name="12_small_8574">
            <a:extLst>
              <a:ext uri="{FF2B5EF4-FFF2-40B4-BE49-F238E27FC236}">
                <a16:creationId xmlns:a16="http://schemas.microsoft.com/office/drawing/2014/main" id="{723FEF59-0003-4547-9DC8-61E3CD04EB00}"/>
              </a:ext>
            </a:extLst>
          </p:cNvPr>
          <p:cNvSpPr>
            <a:spLocks noGrp="1"/>
          </p:cNvSpPr>
          <p:nvPr/>
        </p:nvSpPr>
        <p:spPr>
          <a:xfrm>
            <a:off x="539496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09" name="12_small_8575">
            <a:extLst>
              <a:ext uri="{FF2B5EF4-FFF2-40B4-BE49-F238E27FC236}">
                <a16:creationId xmlns:a16="http://schemas.microsoft.com/office/drawing/2014/main" id="{7EE3DCAF-CE0D-4916-94FD-AA0713BE4495}"/>
              </a:ext>
            </a:extLst>
          </p:cNvPr>
          <p:cNvSpPr>
            <a:spLocks noGrp="1"/>
          </p:cNvSpPr>
          <p:nvPr/>
        </p:nvSpPr>
        <p:spPr>
          <a:xfrm>
            <a:off x="52952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0" name="12_small_8576">
            <a:extLst>
              <a:ext uri="{FF2B5EF4-FFF2-40B4-BE49-F238E27FC236}">
                <a16:creationId xmlns:a16="http://schemas.microsoft.com/office/drawing/2014/main" id="{756B0A38-4D99-4C9D-9144-4628B053A0BD}"/>
              </a:ext>
            </a:extLst>
          </p:cNvPr>
          <p:cNvSpPr>
            <a:spLocks noGrp="1"/>
          </p:cNvSpPr>
          <p:nvPr/>
        </p:nvSpPr>
        <p:spPr>
          <a:xfrm>
            <a:off x="529182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1" name="12_small_8577">
            <a:extLst>
              <a:ext uri="{FF2B5EF4-FFF2-40B4-BE49-F238E27FC236}">
                <a16:creationId xmlns:a16="http://schemas.microsoft.com/office/drawing/2014/main" id="{01C85B78-66C9-464A-A9B0-9DCCB0A7ACE6}"/>
              </a:ext>
            </a:extLst>
          </p:cNvPr>
          <p:cNvSpPr>
            <a:spLocks noGrp="1"/>
          </p:cNvSpPr>
          <p:nvPr/>
        </p:nvSpPr>
        <p:spPr>
          <a:xfrm>
            <a:off x="54163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2" name="12_small_8578">
            <a:extLst>
              <a:ext uri="{FF2B5EF4-FFF2-40B4-BE49-F238E27FC236}">
                <a16:creationId xmlns:a16="http://schemas.microsoft.com/office/drawing/2014/main" id="{0869CA8A-5CF2-4840-B6D5-AB73DB98B08F}"/>
              </a:ext>
            </a:extLst>
          </p:cNvPr>
          <p:cNvSpPr>
            <a:spLocks noGrp="1"/>
          </p:cNvSpPr>
          <p:nvPr/>
        </p:nvSpPr>
        <p:spPr>
          <a:xfrm>
            <a:off x="529117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3" name="12_small_8579">
            <a:extLst>
              <a:ext uri="{FF2B5EF4-FFF2-40B4-BE49-F238E27FC236}">
                <a16:creationId xmlns:a16="http://schemas.microsoft.com/office/drawing/2014/main" id="{63FE3490-9556-44F1-AB29-1B765C4BDF09}"/>
              </a:ext>
            </a:extLst>
          </p:cNvPr>
          <p:cNvSpPr>
            <a:spLocks noGrp="1"/>
          </p:cNvSpPr>
          <p:nvPr/>
        </p:nvSpPr>
        <p:spPr>
          <a:xfrm>
            <a:off x="533804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4" name="12_small_8580">
            <a:extLst>
              <a:ext uri="{FF2B5EF4-FFF2-40B4-BE49-F238E27FC236}">
                <a16:creationId xmlns:a16="http://schemas.microsoft.com/office/drawing/2014/main" id="{A9278FBE-FB4E-43AF-8153-D004D97E13A5}"/>
              </a:ext>
            </a:extLst>
          </p:cNvPr>
          <p:cNvSpPr>
            <a:spLocks noGrp="1"/>
          </p:cNvSpPr>
          <p:nvPr/>
        </p:nvSpPr>
        <p:spPr>
          <a:xfrm>
            <a:off x="535488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5" name="12_small_8581">
            <a:extLst>
              <a:ext uri="{FF2B5EF4-FFF2-40B4-BE49-F238E27FC236}">
                <a16:creationId xmlns:a16="http://schemas.microsoft.com/office/drawing/2014/main" id="{23F3FBFB-C578-4080-A73B-AB250C4D0EA8}"/>
              </a:ext>
            </a:extLst>
          </p:cNvPr>
          <p:cNvSpPr>
            <a:spLocks noGrp="1"/>
          </p:cNvSpPr>
          <p:nvPr/>
        </p:nvSpPr>
        <p:spPr>
          <a:xfrm>
            <a:off x="530627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6" name="12_small_8582">
            <a:extLst>
              <a:ext uri="{FF2B5EF4-FFF2-40B4-BE49-F238E27FC236}">
                <a16:creationId xmlns:a16="http://schemas.microsoft.com/office/drawing/2014/main" id="{9FA6EAD9-D831-4BBF-9DD1-88B105828A1A}"/>
              </a:ext>
            </a:extLst>
          </p:cNvPr>
          <p:cNvSpPr>
            <a:spLocks noGrp="1"/>
          </p:cNvSpPr>
          <p:nvPr/>
        </p:nvSpPr>
        <p:spPr>
          <a:xfrm>
            <a:off x="533777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7" name="12_small_8583">
            <a:extLst>
              <a:ext uri="{FF2B5EF4-FFF2-40B4-BE49-F238E27FC236}">
                <a16:creationId xmlns:a16="http://schemas.microsoft.com/office/drawing/2014/main" id="{598414D3-5163-4050-9B77-131C322E20F6}"/>
              </a:ext>
            </a:extLst>
          </p:cNvPr>
          <p:cNvSpPr>
            <a:spLocks noGrp="1"/>
          </p:cNvSpPr>
          <p:nvPr/>
        </p:nvSpPr>
        <p:spPr>
          <a:xfrm>
            <a:off x="533022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8" name="12_small_8584">
            <a:extLst>
              <a:ext uri="{FF2B5EF4-FFF2-40B4-BE49-F238E27FC236}">
                <a16:creationId xmlns:a16="http://schemas.microsoft.com/office/drawing/2014/main" id="{635354A3-A9D0-4AFD-964E-A7496A9EDC12}"/>
              </a:ext>
            </a:extLst>
          </p:cNvPr>
          <p:cNvSpPr>
            <a:spLocks noGrp="1"/>
          </p:cNvSpPr>
          <p:nvPr/>
        </p:nvSpPr>
        <p:spPr>
          <a:xfrm>
            <a:off x="542075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19" name="12_small_8585">
            <a:extLst>
              <a:ext uri="{FF2B5EF4-FFF2-40B4-BE49-F238E27FC236}">
                <a16:creationId xmlns:a16="http://schemas.microsoft.com/office/drawing/2014/main" id="{AFAF5610-1135-49EA-9C32-CAD132A6EE32}"/>
              </a:ext>
            </a:extLst>
          </p:cNvPr>
          <p:cNvSpPr>
            <a:spLocks noGrp="1"/>
          </p:cNvSpPr>
          <p:nvPr/>
        </p:nvSpPr>
        <p:spPr>
          <a:xfrm>
            <a:off x="537146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0" name="12_small_8586">
            <a:extLst>
              <a:ext uri="{FF2B5EF4-FFF2-40B4-BE49-F238E27FC236}">
                <a16:creationId xmlns:a16="http://schemas.microsoft.com/office/drawing/2014/main" id="{FDF484CD-ABC6-4CD1-B94C-FEEA466128B1}"/>
              </a:ext>
            </a:extLst>
          </p:cNvPr>
          <p:cNvSpPr>
            <a:spLocks noGrp="1"/>
          </p:cNvSpPr>
          <p:nvPr/>
        </p:nvSpPr>
        <p:spPr>
          <a:xfrm>
            <a:off x="5368348" y="545140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1" name="12_small_8587">
            <a:extLst>
              <a:ext uri="{FF2B5EF4-FFF2-40B4-BE49-F238E27FC236}">
                <a16:creationId xmlns:a16="http://schemas.microsoft.com/office/drawing/2014/main" id="{6ACA3E77-00C6-4381-8726-EB973F030139}"/>
              </a:ext>
            </a:extLst>
          </p:cNvPr>
          <p:cNvSpPr>
            <a:spLocks noGrp="1"/>
          </p:cNvSpPr>
          <p:nvPr/>
        </p:nvSpPr>
        <p:spPr>
          <a:xfrm>
            <a:off x="540887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2" name="12_small_8588">
            <a:extLst>
              <a:ext uri="{FF2B5EF4-FFF2-40B4-BE49-F238E27FC236}">
                <a16:creationId xmlns:a16="http://schemas.microsoft.com/office/drawing/2014/main" id="{4F1644EB-D506-4386-B2F0-6B87C76F35F0}"/>
              </a:ext>
            </a:extLst>
          </p:cNvPr>
          <p:cNvSpPr>
            <a:spLocks noGrp="1"/>
          </p:cNvSpPr>
          <p:nvPr/>
        </p:nvSpPr>
        <p:spPr>
          <a:xfrm>
            <a:off x="534863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3" name="12_small_8589">
            <a:extLst>
              <a:ext uri="{FF2B5EF4-FFF2-40B4-BE49-F238E27FC236}">
                <a16:creationId xmlns:a16="http://schemas.microsoft.com/office/drawing/2014/main" id="{E1527157-1415-4890-9702-EC7CBE15CCD6}"/>
              </a:ext>
            </a:extLst>
          </p:cNvPr>
          <p:cNvSpPr>
            <a:spLocks noGrp="1"/>
          </p:cNvSpPr>
          <p:nvPr/>
        </p:nvSpPr>
        <p:spPr>
          <a:xfrm>
            <a:off x="542394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4" name="12_small_8590">
            <a:extLst>
              <a:ext uri="{FF2B5EF4-FFF2-40B4-BE49-F238E27FC236}">
                <a16:creationId xmlns:a16="http://schemas.microsoft.com/office/drawing/2014/main" id="{264C9B74-4CDC-474F-AF88-897B29AC2D77}"/>
              </a:ext>
            </a:extLst>
          </p:cNvPr>
          <p:cNvSpPr>
            <a:spLocks noGrp="1"/>
          </p:cNvSpPr>
          <p:nvPr/>
        </p:nvSpPr>
        <p:spPr>
          <a:xfrm>
            <a:off x="539129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5" name="12_small_8591">
            <a:extLst>
              <a:ext uri="{FF2B5EF4-FFF2-40B4-BE49-F238E27FC236}">
                <a16:creationId xmlns:a16="http://schemas.microsoft.com/office/drawing/2014/main" id="{F09D978B-59BF-4E48-BED0-03F572BC5C06}"/>
              </a:ext>
            </a:extLst>
          </p:cNvPr>
          <p:cNvSpPr>
            <a:spLocks noGrp="1"/>
          </p:cNvSpPr>
          <p:nvPr/>
        </p:nvSpPr>
        <p:spPr>
          <a:xfrm>
            <a:off x="532319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6" name="12_small_8592">
            <a:extLst>
              <a:ext uri="{FF2B5EF4-FFF2-40B4-BE49-F238E27FC236}">
                <a16:creationId xmlns:a16="http://schemas.microsoft.com/office/drawing/2014/main" id="{6ACD03EE-79F4-4C4B-9A28-82007FF98965}"/>
              </a:ext>
            </a:extLst>
          </p:cNvPr>
          <p:cNvSpPr>
            <a:spLocks noGrp="1"/>
          </p:cNvSpPr>
          <p:nvPr/>
        </p:nvSpPr>
        <p:spPr>
          <a:xfrm>
            <a:off x="528585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7" name="12_small_8593">
            <a:extLst>
              <a:ext uri="{FF2B5EF4-FFF2-40B4-BE49-F238E27FC236}">
                <a16:creationId xmlns:a16="http://schemas.microsoft.com/office/drawing/2014/main" id="{6F4F742F-AB27-492B-989E-E9EE29B68E16}"/>
              </a:ext>
            </a:extLst>
          </p:cNvPr>
          <p:cNvSpPr>
            <a:spLocks noGrp="1"/>
          </p:cNvSpPr>
          <p:nvPr/>
        </p:nvSpPr>
        <p:spPr>
          <a:xfrm>
            <a:off x="541133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8" name="12_small_8594">
            <a:extLst>
              <a:ext uri="{FF2B5EF4-FFF2-40B4-BE49-F238E27FC236}">
                <a16:creationId xmlns:a16="http://schemas.microsoft.com/office/drawing/2014/main" id="{F665742E-76F8-4B2C-8534-3B3A86018671}"/>
              </a:ext>
            </a:extLst>
          </p:cNvPr>
          <p:cNvSpPr>
            <a:spLocks noGrp="1"/>
          </p:cNvSpPr>
          <p:nvPr/>
        </p:nvSpPr>
        <p:spPr>
          <a:xfrm>
            <a:off x="542715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29" name="12_small_8595">
            <a:extLst>
              <a:ext uri="{FF2B5EF4-FFF2-40B4-BE49-F238E27FC236}">
                <a16:creationId xmlns:a16="http://schemas.microsoft.com/office/drawing/2014/main" id="{43252508-DFFB-45BF-89E3-AC643FB60AE2}"/>
              </a:ext>
            </a:extLst>
          </p:cNvPr>
          <p:cNvSpPr>
            <a:spLocks noGrp="1"/>
          </p:cNvSpPr>
          <p:nvPr/>
        </p:nvSpPr>
        <p:spPr>
          <a:xfrm>
            <a:off x="536246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0" name="12_small_8596">
            <a:extLst>
              <a:ext uri="{FF2B5EF4-FFF2-40B4-BE49-F238E27FC236}">
                <a16:creationId xmlns:a16="http://schemas.microsoft.com/office/drawing/2014/main" id="{FED8D97F-4EBE-4EE4-9CBB-4F18A6F7AA12}"/>
              </a:ext>
            </a:extLst>
          </p:cNvPr>
          <p:cNvSpPr>
            <a:spLocks noGrp="1"/>
          </p:cNvSpPr>
          <p:nvPr/>
        </p:nvSpPr>
        <p:spPr>
          <a:xfrm>
            <a:off x="540655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1" name="12_small_8597">
            <a:extLst>
              <a:ext uri="{FF2B5EF4-FFF2-40B4-BE49-F238E27FC236}">
                <a16:creationId xmlns:a16="http://schemas.microsoft.com/office/drawing/2014/main" id="{7781DFC5-80B9-4EEE-B606-3E62CFC88C1C}"/>
              </a:ext>
            </a:extLst>
          </p:cNvPr>
          <p:cNvSpPr>
            <a:spLocks noGrp="1"/>
          </p:cNvSpPr>
          <p:nvPr/>
        </p:nvSpPr>
        <p:spPr>
          <a:xfrm>
            <a:off x="540120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2" name="12_small_8598">
            <a:extLst>
              <a:ext uri="{FF2B5EF4-FFF2-40B4-BE49-F238E27FC236}">
                <a16:creationId xmlns:a16="http://schemas.microsoft.com/office/drawing/2014/main" id="{E6B21402-A65B-4CC1-9686-37311B9A6906}"/>
              </a:ext>
            </a:extLst>
          </p:cNvPr>
          <p:cNvSpPr>
            <a:spLocks noGrp="1"/>
          </p:cNvSpPr>
          <p:nvPr/>
        </p:nvSpPr>
        <p:spPr>
          <a:xfrm>
            <a:off x="5308994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3" name="12_small_8599">
            <a:extLst>
              <a:ext uri="{FF2B5EF4-FFF2-40B4-BE49-F238E27FC236}">
                <a16:creationId xmlns:a16="http://schemas.microsoft.com/office/drawing/2014/main" id="{9662D523-0752-470E-8353-D9E1259B35C2}"/>
              </a:ext>
            </a:extLst>
          </p:cNvPr>
          <p:cNvSpPr>
            <a:spLocks noGrp="1"/>
          </p:cNvSpPr>
          <p:nvPr/>
        </p:nvSpPr>
        <p:spPr>
          <a:xfrm>
            <a:off x="536973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4" name="12_small_8600">
            <a:extLst>
              <a:ext uri="{FF2B5EF4-FFF2-40B4-BE49-F238E27FC236}">
                <a16:creationId xmlns:a16="http://schemas.microsoft.com/office/drawing/2014/main" id="{4CDA30F6-8861-4D6A-B8B3-B8AA05AAF565}"/>
              </a:ext>
            </a:extLst>
          </p:cNvPr>
          <p:cNvSpPr>
            <a:spLocks noGrp="1"/>
          </p:cNvSpPr>
          <p:nvPr/>
        </p:nvSpPr>
        <p:spPr>
          <a:xfrm>
            <a:off x="537401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5" name="12_small_8601">
            <a:extLst>
              <a:ext uri="{FF2B5EF4-FFF2-40B4-BE49-F238E27FC236}">
                <a16:creationId xmlns:a16="http://schemas.microsoft.com/office/drawing/2014/main" id="{784F5A7A-F777-4061-A677-5BC3A903E57E}"/>
              </a:ext>
            </a:extLst>
          </p:cNvPr>
          <p:cNvSpPr>
            <a:spLocks noGrp="1"/>
          </p:cNvSpPr>
          <p:nvPr/>
        </p:nvSpPr>
        <p:spPr>
          <a:xfrm>
            <a:off x="54104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6" name="12_small_8602">
            <a:extLst>
              <a:ext uri="{FF2B5EF4-FFF2-40B4-BE49-F238E27FC236}">
                <a16:creationId xmlns:a16="http://schemas.microsoft.com/office/drawing/2014/main" id="{01BCD831-5D20-47D5-B1AA-D64DD843051B}"/>
              </a:ext>
            </a:extLst>
          </p:cNvPr>
          <p:cNvSpPr>
            <a:spLocks noGrp="1"/>
          </p:cNvSpPr>
          <p:nvPr/>
        </p:nvSpPr>
        <p:spPr>
          <a:xfrm>
            <a:off x="542242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7" name="12_small_8603">
            <a:extLst>
              <a:ext uri="{FF2B5EF4-FFF2-40B4-BE49-F238E27FC236}">
                <a16:creationId xmlns:a16="http://schemas.microsoft.com/office/drawing/2014/main" id="{800C2156-3FD3-4A04-B0AD-BA7C9F551BFE}"/>
              </a:ext>
            </a:extLst>
          </p:cNvPr>
          <p:cNvSpPr>
            <a:spLocks noGrp="1"/>
          </p:cNvSpPr>
          <p:nvPr/>
        </p:nvSpPr>
        <p:spPr>
          <a:xfrm>
            <a:off x="5415425" y="58610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8" name="12_small_8604">
            <a:extLst>
              <a:ext uri="{FF2B5EF4-FFF2-40B4-BE49-F238E27FC236}">
                <a16:creationId xmlns:a16="http://schemas.microsoft.com/office/drawing/2014/main" id="{D2B93963-CDBD-4D28-BFF8-5D7F7613D74F}"/>
              </a:ext>
            </a:extLst>
          </p:cNvPr>
          <p:cNvSpPr>
            <a:spLocks noGrp="1"/>
          </p:cNvSpPr>
          <p:nvPr/>
        </p:nvSpPr>
        <p:spPr>
          <a:xfrm>
            <a:off x="535718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39" name="12_small_8605">
            <a:extLst>
              <a:ext uri="{FF2B5EF4-FFF2-40B4-BE49-F238E27FC236}">
                <a16:creationId xmlns:a16="http://schemas.microsoft.com/office/drawing/2014/main" id="{A17F1134-6AAE-448A-8014-AE854CFB7445}"/>
              </a:ext>
            </a:extLst>
          </p:cNvPr>
          <p:cNvSpPr>
            <a:spLocks noGrp="1"/>
          </p:cNvSpPr>
          <p:nvPr/>
        </p:nvSpPr>
        <p:spPr>
          <a:xfrm>
            <a:off x="540140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0" name="12_small_8606">
            <a:extLst>
              <a:ext uri="{FF2B5EF4-FFF2-40B4-BE49-F238E27FC236}">
                <a16:creationId xmlns:a16="http://schemas.microsoft.com/office/drawing/2014/main" id="{A7466487-3ECD-46B4-B4FA-E71FAB44CA8A}"/>
              </a:ext>
            </a:extLst>
          </p:cNvPr>
          <p:cNvSpPr>
            <a:spLocks noGrp="1"/>
          </p:cNvSpPr>
          <p:nvPr/>
        </p:nvSpPr>
        <p:spPr>
          <a:xfrm>
            <a:off x="5382009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1" name="12_small_8607">
            <a:extLst>
              <a:ext uri="{FF2B5EF4-FFF2-40B4-BE49-F238E27FC236}">
                <a16:creationId xmlns:a16="http://schemas.microsoft.com/office/drawing/2014/main" id="{99ABF53A-920A-4C2B-BCB2-8C8E37D6101A}"/>
              </a:ext>
            </a:extLst>
          </p:cNvPr>
          <p:cNvSpPr>
            <a:spLocks noGrp="1"/>
          </p:cNvSpPr>
          <p:nvPr/>
        </p:nvSpPr>
        <p:spPr>
          <a:xfrm>
            <a:off x="532185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2" name="12_small_8608">
            <a:extLst>
              <a:ext uri="{FF2B5EF4-FFF2-40B4-BE49-F238E27FC236}">
                <a16:creationId xmlns:a16="http://schemas.microsoft.com/office/drawing/2014/main" id="{5C17E04A-81F4-4B3E-B0EF-BFAB0668A382}"/>
              </a:ext>
            </a:extLst>
          </p:cNvPr>
          <p:cNvSpPr>
            <a:spLocks noGrp="1"/>
          </p:cNvSpPr>
          <p:nvPr/>
        </p:nvSpPr>
        <p:spPr>
          <a:xfrm>
            <a:off x="53046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3" name="12_small_8609">
            <a:extLst>
              <a:ext uri="{FF2B5EF4-FFF2-40B4-BE49-F238E27FC236}">
                <a16:creationId xmlns:a16="http://schemas.microsoft.com/office/drawing/2014/main" id="{2BEBC67D-9CF8-4760-8A8B-442080EF8551}"/>
              </a:ext>
            </a:extLst>
          </p:cNvPr>
          <p:cNvSpPr>
            <a:spLocks noGrp="1"/>
          </p:cNvSpPr>
          <p:nvPr/>
        </p:nvSpPr>
        <p:spPr>
          <a:xfrm>
            <a:off x="536583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4" name="12_small_8610">
            <a:extLst>
              <a:ext uri="{FF2B5EF4-FFF2-40B4-BE49-F238E27FC236}">
                <a16:creationId xmlns:a16="http://schemas.microsoft.com/office/drawing/2014/main" id="{556261B4-7ED1-4F6B-9354-C9F80C8D0427}"/>
              </a:ext>
            </a:extLst>
          </p:cNvPr>
          <p:cNvSpPr>
            <a:spLocks noGrp="1"/>
          </p:cNvSpPr>
          <p:nvPr/>
        </p:nvSpPr>
        <p:spPr>
          <a:xfrm>
            <a:off x="5384844" y="545140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5" name="12_small_8611">
            <a:extLst>
              <a:ext uri="{FF2B5EF4-FFF2-40B4-BE49-F238E27FC236}">
                <a16:creationId xmlns:a16="http://schemas.microsoft.com/office/drawing/2014/main" id="{AA7FED1C-78BF-42F4-AE21-DA3F8D040F2C}"/>
              </a:ext>
            </a:extLst>
          </p:cNvPr>
          <p:cNvSpPr>
            <a:spLocks noGrp="1"/>
          </p:cNvSpPr>
          <p:nvPr/>
        </p:nvSpPr>
        <p:spPr>
          <a:xfrm>
            <a:off x="539961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6" name="12_small_8612">
            <a:extLst>
              <a:ext uri="{FF2B5EF4-FFF2-40B4-BE49-F238E27FC236}">
                <a16:creationId xmlns:a16="http://schemas.microsoft.com/office/drawing/2014/main" id="{7D30DF4B-16DE-4B32-85BE-6A69DC929E75}"/>
              </a:ext>
            </a:extLst>
          </p:cNvPr>
          <p:cNvSpPr>
            <a:spLocks noGrp="1"/>
          </p:cNvSpPr>
          <p:nvPr/>
        </p:nvSpPr>
        <p:spPr>
          <a:xfrm>
            <a:off x="536900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7" name="12_small_8613">
            <a:extLst>
              <a:ext uri="{FF2B5EF4-FFF2-40B4-BE49-F238E27FC236}">
                <a16:creationId xmlns:a16="http://schemas.microsoft.com/office/drawing/2014/main" id="{F8EC2E1D-8998-43B7-B826-0792F97883E5}"/>
              </a:ext>
            </a:extLst>
          </p:cNvPr>
          <p:cNvSpPr>
            <a:spLocks noGrp="1"/>
          </p:cNvSpPr>
          <p:nvPr/>
        </p:nvSpPr>
        <p:spPr>
          <a:xfrm>
            <a:off x="532926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8" name="12_small_8614">
            <a:extLst>
              <a:ext uri="{FF2B5EF4-FFF2-40B4-BE49-F238E27FC236}">
                <a16:creationId xmlns:a16="http://schemas.microsoft.com/office/drawing/2014/main" id="{89784E7E-0027-489F-BC62-100135F9D20B}"/>
              </a:ext>
            </a:extLst>
          </p:cNvPr>
          <p:cNvSpPr>
            <a:spLocks noGrp="1"/>
          </p:cNvSpPr>
          <p:nvPr/>
        </p:nvSpPr>
        <p:spPr>
          <a:xfrm>
            <a:off x="54229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49" name="12_small_8615">
            <a:extLst>
              <a:ext uri="{FF2B5EF4-FFF2-40B4-BE49-F238E27FC236}">
                <a16:creationId xmlns:a16="http://schemas.microsoft.com/office/drawing/2014/main" id="{FDDC0C3F-3A0D-4DEE-93D5-4ABC74F39C1D}"/>
              </a:ext>
            </a:extLst>
          </p:cNvPr>
          <p:cNvSpPr>
            <a:spLocks noGrp="1"/>
          </p:cNvSpPr>
          <p:nvPr/>
        </p:nvSpPr>
        <p:spPr>
          <a:xfrm>
            <a:off x="54024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0" name="12_small_8616">
            <a:extLst>
              <a:ext uri="{FF2B5EF4-FFF2-40B4-BE49-F238E27FC236}">
                <a16:creationId xmlns:a16="http://schemas.microsoft.com/office/drawing/2014/main" id="{EF9D111B-1782-4FA2-8C2B-BA4B9E891E57}"/>
              </a:ext>
            </a:extLst>
          </p:cNvPr>
          <p:cNvSpPr>
            <a:spLocks noGrp="1"/>
          </p:cNvSpPr>
          <p:nvPr/>
        </p:nvSpPr>
        <p:spPr>
          <a:xfrm>
            <a:off x="543085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1" name="12_small_8617">
            <a:extLst>
              <a:ext uri="{FF2B5EF4-FFF2-40B4-BE49-F238E27FC236}">
                <a16:creationId xmlns:a16="http://schemas.microsoft.com/office/drawing/2014/main" id="{DEF0C962-B2DF-47C7-B426-5FA54D071EDB}"/>
              </a:ext>
            </a:extLst>
          </p:cNvPr>
          <p:cNvSpPr>
            <a:spLocks noGrp="1"/>
          </p:cNvSpPr>
          <p:nvPr/>
        </p:nvSpPr>
        <p:spPr>
          <a:xfrm>
            <a:off x="543084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2" name="12_small_8618">
            <a:extLst>
              <a:ext uri="{FF2B5EF4-FFF2-40B4-BE49-F238E27FC236}">
                <a16:creationId xmlns:a16="http://schemas.microsoft.com/office/drawing/2014/main" id="{956F36B2-3D0E-4B1F-8CCD-35D75A188A5D}"/>
              </a:ext>
            </a:extLst>
          </p:cNvPr>
          <p:cNvSpPr>
            <a:spLocks noGrp="1"/>
          </p:cNvSpPr>
          <p:nvPr/>
        </p:nvSpPr>
        <p:spPr>
          <a:xfrm>
            <a:off x="535050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3" name="12_small_8619">
            <a:extLst>
              <a:ext uri="{FF2B5EF4-FFF2-40B4-BE49-F238E27FC236}">
                <a16:creationId xmlns:a16="http://schemas.microsoft.com/office/drawing/2014/main" id="{8D90ABCC-5DC8-46D9-BE23-83C8B7A9CF8F}"/>
              </a:ext>
            </a:extLst>
          </p:cNvPr>
          <p:cNvSpPr>
            <a:spLocks noGrp="1"/>
          </p:cNvSpPr>
          <p:nvPr/>
        </p:nvSpPr>
        <p:spPr>
          <a:xfrm>
            <a:off x="536401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4" name="12_small_8620">
            <a:extLst>
              <a:ext uri="{FF2B5EF4-FFF2-40B4-BE49-F238E27FC236}">
                <a16:creationId xmlns:a16="http://schemas.microsoft.com/office/drawing/2014/main" id="{22C94D27-5E3D-44DE-B39E-637D414C57CE}"/>
              </a:ext>
            </a:extLst>
          </p:cNvPr>
          <p:cNvSpPr>
            <a:spLocks noGrp="1"/>
          </p:cNvSpPr>
          <p:nvPr/>
        </p:nvSpPr>
        <p:spPr>
          <a:xfrm>
            <a:off x="532172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5" name="12_small_8621">
            <a:extLst>
              <a:ext uri="{FF2B5EF4-FFF2-40B4-BE49-F238E27FC236}">
                <a16:creationId xmlns:a16="http://schemas.microsoft.com/office/drawing/2014/main" id="{0DF474BF-BD80-42B2-A57E-E897E666F3FA}"/>
              </a:ext>
            </a:extLst>
          </p:cNvPr>
          <p:cNvSpPr>
            <a:spLocks noGrp="1"/>
          </p:cNvSpPr>
          <p:nvPr/>
        </p:nvSpPr>
        <p:spPr>
          <a:xfrm>
            <a:off x="610730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6" name="12_small_8622">
            <a:extLst>
              <a:ext uri="{FF2B5EF4-FFF2-40B4-BE49-F238E27FC236}">
                <a16:creationId xmlns:a16="http://schemas.microsoft.com/office/drawing/2014/main" id="{C93A79F7-CB2C-4C99-8E7C-8837DD9B452F}"/>
              </a:ext>
            </a:extLst>
          </p:cNvPr>
          <p:cNvSpPr>
            <a:spLocks noGrp="1"/>
          </p:cNvSpPr>
          <p:nvPr/>
        </p:nvSpPr>
        <p:spPr>
          <a:xfrm>
            <a:off x="621158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7" name="12_small_8623">
            <a:extLst>
              <a:ext uri="{FF2B5EF4-FFF2-40B4-BE49-F238E27FC236}">
                <a16:creationId xmlns:a16="http://schemas.microsoft.com/office/drawing/2014/main" id="{91C3FC8F-B6CB-44C3-91BC-9E3A54CB16FC}"/>
              </a:ext>
            </a:extLst>
          </p:cNvPr>
          <p:cNvSpPr>
            <a:spLocks noGrp="1"/>
          </p:cNvSpPr>
          <p:nvPr/>
        </p:nvSpPr>
        <p:spPr>
          <a:xfrm>
            <a:off x="621002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8" name="12_small_8624">
            <a:extLst>
              <a:ext uri="{FF2B5EF4-FFF2-40B4-BE49-F238E27FC236}">
                <a16:creationId xmlns:a16="http://schemas.microsoft.com/office/drawing/2014/main" id="{3A564C32-3B6E-4F77-9E27-3A063D19B867}"/>
              </a:ext>
            </a:extLst>
          </p:cNvPr>
          <p:cNvSpPr>
            <a:spLocks noGrp="1"/>
          </p:cNvSpPr>
          <p:nvPr/>
        </p:nvSpPr>
        <p:spPr>
          <a:xfrm>
            <a:off x="613072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59" name="12_small_8625">
            <a:extLst>
              <a:ext uri="{FF2B5EF4-FFF2-40B4-BE49-F238E27FC236}">
                <a16:creationId xmlns:a16="http://schemas.microsoft.com/office/drawing/2014/main" id="{1B01F227-CD44-4E3C-9525-AACE5DFEDD94}"/>
              </a:ext>
            </a:extLst>
          </p:cNvPr>
          <p:cNvSpPr>
            <a:spLocks noGrp="1"/>
          </p:cNvSpPr>
          <p:nvPr/>
        </p:nvSpPr>
        <p:spPr>
          <a:xfrm>
            <a:off x="621290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0" name="12_small_8626">
            <a:extLst>
              <a:ext uri="{FF2B5EF4-FFF2-40B4-BE49-F238E27FC236}">
                <a16:creationId xmlns:a16="http://schemas.microsoft.com/office/drawing/2014/main" id="{345D0EB1-570B-404B-9283-44CABEF1485A}"/>
              </a:ext>
            </a:extLst>
          </p:cNvPr>
          <p:cNvSpPr>
            <a:spLocks noGrp="1"/>
          </p:cNvSpPr>
          <p:nvPr/>
        </p:nvSpPr>
        <p:spPr>
          <a:xfrm>
            <a:off x="6182523" y="527266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1" name="12_small_8627">
            <a:extLst>
              <a:ext uri="{FF2B5EF4-FFF2-40B4-BE49-F238E27FC236}">
                <a16:creationId xmlns:a16="http://schemas.microsoft.com/office/drawing/2014/main" id="{AC937682-972A-48B1-81A5-CB67836DDC78}"/>
              </a:ext>
            </a:extLst>
          </p:cNvPr>
          <p:cNvSpPr>
            <a:spLocks noGrp="1"/>
          </p:cNvSpPr>
          <p:nvPr/>
        </p:nvSpPr>
        <p:spPr>
          <a:xfrm>
            <a:off x="608996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2" name="12_small_8628">
            <a:extLst>
              <a:ext uri="{FF2B5EF4-FFF2-40B4-BE49-F238E27FC236}">
                <a16:creationId xmlns:a16="http://schemas.microsoft.com/office/drawing/2014/main" id="{25E1AF1F-3EDB-4051-B574-3C5BEAE8305B}"/>
              </a:ext>
            </a:extLst>
          </p:cNvPr>
          <p:cNvSpPr>
            <a:spLocks noGrp="1"/>
          </p:cNvSpPr>
          <p:nvPr/>
        </p:nvSpPr>
        <p:spPr>
          <a:xfrm>
            <a:off x="6122235" y="591221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3" name="12_small_8629">
            <a:extLst>
              <a:ext uri="{FF2B5EF4-FFF2-40B4-BE49-F238E27FC236}">
                <a16:creationId xmlns:a16="http://schemas.microsoft.com/office/drawing/2014/main" id="{05B9952B-3F55-41D2-A2AE-0388D1A54FB8}"/>
              </a:ext>
            </a:extLst>
          </p:cNvPr>
          <p:cNvSpPr>
            <a:spLocks noGrp="1"/>
          </p:cNvSpPr>
          <p:nvPr/>
        </p:nvSpPr>
        <p:spPr>
          <a:xfrm>
            <a:off x="6139147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4" name="12_small_8630">
            <a:extLst>
              <a:ext uri="{FF2B5EF4-FFF2-40B4-BE49-F238E27FC236}">
                <a16:creationId xmlns:a16="http://schemas.microsoft.com/office/drawing/2014/main" id="{BDD3829C-BE79-4089-B899-CB4976FCF31B}"/>
              </a:ext>
            </a:extLst>
          </p:cNvPr>
          <p:cNvSpPr>
            <a:spLocks noGrp="1"/>
          </p:cNvSpPr>
          <p:nvPr/>
        </p:nvSpPr>
        <p:spPr>
          <a:xfrm>
            <a:off x="6123964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5" name="12_small_8631">
            <a:extLst>
              <a:ext uri="{FF2B5EF4-FFF2-40B4-BE49-F238E27FC236}">
                <a16:creationId xmlns:a16="http://schemas.microsoft.com/office/drawing/2014/main" id="{9CD7F603-18DB-4354-8FD3-80F46721D223}"/>
              </a:ext>
            </a:extLst>
          </p:cNvPr>
          <p:cNvSpPr>
            <a:spLocks noGrp="1"/>
          </p:cNvSpPr>
          <p:nvPr/>
        </p:nvSpPr>
        <p:spPr>
          <a:xfrm>
            <a:off x="6177813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6" name="12_small_8632">
            <a:extLst>
              <a:ext uri="{FF2B5EF4-FFF2-40B4-BE49-F238E27FC236}">
                <a16:creationId xmlns:a16="http://schemas.microsoft.com/office/drawing/2014/main" id="{9FF90C50-E55E-4BCC-8AFE-00D8E3362145}"/>
              </a:ext>
            </a:extLst>
          </p:cNvPr>
          <p:cNvSpPr>
            <a:spLocks noGrp="1"/>
          </p:cNvSpPr>
          <p:nvPr/>
        </p:nvSpPr>
        <p:spPr>
          <a:xfrm>
            <a:off x="6082728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7" name="12_small_8633">
            <a:extLst>
              <a:ext uri="{FF2B5EF4-FFF2-40B4-BE49-F238E27FC236}">
                <a16:creationId xmlns:a16="http://schemas.microsoft.com/office/drawing/2014/main" id="{9219F9DF-C5A2-4C63-AE34-248BD03ABF73}"/>
              </a:ext>
            </a:extLst>
          </p:cNvPr>
          <p:cNvSpPr>
            <a:spLocks noGrp="1"/>
          </p:cNvSpPr>
          <p:nvPr/>
        </p:nvSpPr>
        <p:spPr>
          <a:xfrm>
            <a:off x="612312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8" name="12_small_8634">
            <a:extLst>
              <a:ext uri="{FF2B5EF4-FFF2-40B4-BE49-F238E27FC236}">
                <a16:creationId xmlns:a16="http://schemas.microsoft.com/office/drawing/2014/main" id="{AF0C2A10-BD1E-4557-9DD3-A4AD1FB8BC4E}"/>
              </a:ext>
            </a:extLst>
          </p:cNvPr>
          <p:cNvSpPr>
            <a:spLocks noGrp="1"/>
          </p:cNvSpPr>
          <p:nvPr/>
        </p:nvSpPr>
        <p:spPr>
          <a:xfrm>
            <a:off x="607732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69" name="12_small_8635">
            <a:extLst>
              <a:ext uri="{FF2B5EF4-FFF2-40B4-BE49-F238E27FC236}">
                <a16:creationId xmlns:a16="http://schemas.microsoft.com/office/drawing/2014/main" id="{400A3ED8-AF6B-4BE9-ABEC-FBC2FB7D36A3}"/>
              </a:ext>
            </a:extLst>
          </p:cNvPr>
          <p:cNvSpPr>
            <a:spLocks noGrp="1"/>
          </p:cNvSpPr>
          <p:nvPr/>
        </p:nvSpPr>
        <p:spPr>
          <a:xfrm>
            <a:off x="62070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0" name="12_small_8636">
            <a:extLst>
              <a:ext uri="{FF2B5EF4-FFF2-40B4-BE49-F238E27FC236}">
                <a16:creationId xmlns:a16="http://schemas.microsoft.com/office/drawing/2014/main" id="{57A1A40B-7BB3-4855-9903-FB58A5B61E90}"/>
              </a:ext>
            </a:extLst>
          </p:cNvPr>
          <p:cNvSpPr>
            <a:spLocks noGrp="1"/>
          </p:cNvSpPr>
          <p:nvPr/>
        </p:nvSpPr>
        <p:spPr>
          <a:xfrm>
            <a:off x="6099922" y="58610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1" name="12_small_8637">
            <a:extLst>
              <a:ext uri="{FF2B5EF4-FFF2-40B4-BE49-F238E27FC236}">
                <a16:creationId xmlns:a16="http://schemas.microsoft.com/office/drawing/2014/main" id="{1F98B7C8-FD58-4949-8182-B3345973C401}"/>
              </a:ext>
            </a:extLst>
          </p:cNvPr>
          <p:cNvSpPr>
            <a:spLocks noGrp="1"/>
          </p:cNvSpPr>
          <p:nvPr/>
        </p:nvSpPr>
        <p:spPr>
          <a:xfrm>
            <a:off x="6094588" y="5738131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2" name="12_small_8638">
            <a:extLst>
              <a:ext uri="{FF2B5EF4-FFF2-40B4-BE49-F238E27FC236}">
                <a16:creationId xmlns:a16="http://schemas.microsoft.com/office/drawing/2014/main" id="{FA07FD62-1A3B-4D0E-89AD-88CE1A29D714}"/>
              </a:ext>
            </a:extLst>
          </p:cNvPr>
          <p:cNvSpPr>
            <a:spLocks noGrp="1"/>
          </p:cNvSpPr>
          <p:nvPr/>
        </p:nvSpPr>
        <p:spPr>
          <a:xfrm>
            <a:off x="6143352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3" name="12_small_8639">
            <a:extLst>
              <a:ext uri="{FF2B5EF4-FFF2-40B4-BE49-F238E27FC236}">
                <a16:creationId xmlns:a16="http://schemas.microsoft.com/office/drawing/2014/main" id="{631D5C42-721A-49C0-9A5E-D7E6B029DAD5}"/>
              </a:ext>
            </a:extLst>
          </p:cNvPr>
          <p:cNvSpPr>
            <a:spLocks noGrp="1"/>
          </p:cNvSpPr>
          <p:nvPr/>
        </p:nvSpPr>
        <p:spPr>
          <a:xfrm>
            <a:off x="610042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4" name="12_small_8640">
            <a:extLst>
              <a:ext uri="{FF2B5EF4-FFF2-40B4-BE49-F238E27FC236}">
                <a16:creationId xmlns:a16="http://schemas.microsoft.com/office/drawing/2014/main" id="{5095794B-5D8A-4233-9AFB-D85488D45B6C}"/>
              </a:ext>
            </a:extLst>
          </p:cNvPr>
          <p:cNvSpPr>
            <a:spLocks noGrp="1"/>
          </p:cNvSpPr>
          <p:nvPr/>
        </p:nvSpPr>
        <p:spPr>
          <a:xfrm>
            <a:off x="607137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5" name="12_small_8641">
            <a:extLst>
              <a:ext uri="{FF2B5EF4-FFF2-40B4-BE49-F238E27FC236}">
                <a16:creationId xmlns:a16="http://schemas.microsoft.com/office/drawing/2014/main" id="{76344FD2-9294-4579-8799-3548CC617B29}"/>
              </a:ext>
            </a:extLst>
          </p:cNvPr>
          <p:cNvSpPr>
            <a:spLocks noGrp="1"/>
          </p:cNvSpPr>
          <p:nvPr/>
        </p:nvSpPr>
        <p:spPr>
          <a:xfrm>
            <a:off x="613579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6" name="12_small_8642">
            <a:extLst>
              <a:ext uri="{FF2B5EF4-FFF2-40B4-BE49-F238E27FC236}">
                <a16:creationId xmlns:a16="http://schemas.microsoft.com/office/drawing/2014/main" id="{EA88A0F9-90FC-4391-8AC7-49C8C91F21F8}"/>
              </a:ext>
            </a:extLst>
          </p:cNvPr>
          <p:cNvSpPr>
            <a:spLocks noGrp="1"/>
          </p:cNvSpPr>
          <p:nvPr/>
        </p:nvSpPr>
        <p:spPr>
          <a:xfrm>
            <a:off x="6126823" y="5697170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7" name="12_small_8643">
            <a:extLst>
              <a:ext uri="{FF2B5EF4-FFF2-40B4-BE49-F238E27FC236}">
                <a16:creationId xmlns:a16="http://schemas.microsoft.com/office/drawing/2014/main" id="{04BDDC56-68E7-4EEB-BF10-0326D75AA991}"/>
              </a:ext>
            </a:extLst>
          </p:cNvPr>
          <p:cNvSpPr>
            <a:spLocks noGrp="1"/>
          </p:cNvSpPr>
          <p:nvPr/>
        </p:nvSpPr>
        <p:spPr>
          <a:xfrm>
            <a:off x="6069271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8" name="12_small_8644">
            <a:extLst>
              <a:ext uri="{FF2B5EF4-FFF2-40B4-BE49-F238E27FC236}">
                <a16:creationId xmlns:a16="http://schemas.microsoft.com/office/drawing/2014/main" id="{C1EFAEF0-F827-4DB8-9CBF-CDB8D1216950}"/>
              </a:ext>
            </a:extLst>
          </p:cNvPr>
          <p:cNvSpPr>
            <a:spLocks noGrp="1"/>
          </p:cNvSpPr>
          <p:nvPr/>
        </p:nvSpPr>
        <p:spPr>
          <a:xfrm>
            <a:off x="617599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79" name="12_small_8645">
            <a:extLst>
              <a:ext uri="{FF2B5EF4-FFF2-40B4-BE49-F238E27FC236}">
                <a16:creationId xmlns:a16="http://schemas.microsoft.com/office/drawing/2014/main" id="{8B12DC23-EEB1-4AF2-BE6A-61E8343E4E54}"/>
              </a:ext>
            </a:extLst>
          </p:cNvPr>
          <p:cNvSpPr>
            <a:spLocks noGrp="1"/>
          </p:cNvSpPr>
          <p:nvPr/>
        </p:nvSpPr>
        <p:spPr>
          <a:xfrm>
            <a:off x="612015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0" name="12_small_8646">
            <a:extLst>
              <a:ext uri="{FF2B5EF4-FFF2-40B4-BE49-F238E27FC236}">
                <a16:creationId xmlns:a16="http://schemas.microsoft.com/office/drawing/2014/main" id="{23E250DF-8EF1-43DA-A4DA-C3BD0E54623A}"/>
              </a:ext>
            </a:extLst>
          </p:cNvPr>
          <p:cNvSpPr>
            <a:spLocks noGrp="1"/>
          </p:cNvSpPr>
          <p:nvPr/>
        </p:nvSpPr>
        <p:spPr>
          <a:xfrm>
            <a:off x="620177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1" name="12_small_8647">
            <a:extLst>
              <a:ext uri="{FF2B5EF4-FFF2-40B4-BE49-F238E27FC236}">
                <a16:creationId xmlns:a16="http://schemas.microsoft.com/office/drawing/2014/main" id="{B6088A35-A6C2-4307-B0FF-3D7727E25A2C}"/>
              </a:ext>
            </a:extLst>
          </p:cNvPr>
          <p:cNvSpPr>
            <a:spLocks noGrp="1"/>
          </p:cNvSpPr>
          <p:nvPr/>
        </p:nvSpPr>
        <p:spPr>
          <a:xfrm>
            <a:off x="611421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2" name="12_small_8648">
            <a:extLst>
              <a:ext uri="{FF2B5EF4-FFF2-40B4-BE49-F238E27FC236}">
                <a16:creationId xmlns:a16="http://schemas.microsoft.com/office/drawing/2014/main" id="{434E7BF9-F3E9-417E-A5FF-AA830E5BE959}"/>
              </a:ext>
            </a:extLst>
          </p:cNvPr>
          <p:cNvSpPr>
            <a:spLocks noGrp="1"/>
          </p:cNvSpPr>
          <p:nvPr/>
        </p:nvSpPr>
        <p:spPr>
          <a:xfrm>
            <a:off x="617163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3" name="12_small_8649">
            <a:extLst>
              <a:ext uri="{FF2B5EF4-FFF2-40B4-BE49-F238E27FC236}">
                <a16:creationId xmlns:a16="http://schemas.microsoft.com/office/drawing/2014/main" id="{3B7162AE-9B15-4508-9431-6EDAEB60934C}"/>
              </a:ext>
            </a:extLst>
          </p:cNvPr>
          <p:cNvSpPr>
            <a:spLocks noGrp="1"/>
          </p:cNvSpPr>
          <p:nvPr/>
        </p:nvSpPr>
        <p:spPr>
          <a:xfrm>
            <a:off x="611249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4" name="12_small_8650">
            <a:extLst>
              <a:ext uri="{FF2B5EF4-FFF2-40B4-BE49-F238E27FC236}">
                <a16:creationId xmlns:a16="http://schemas.microsoft.com/office/drawing/2014/main" id="{4AA157E9-5A11-4145-9B4C-F182E927B01E}"/>
              </a:ext>
            </a:extLst>
          </p:cNvPr>
          <p:cNvSpPr>
            <a:spLocks noGrp="1"/>
          </p:cNvSpPr>
          <p:nvPr/>
        </p:nvSpPr>
        <p:spPr>
          <a:xfrm>
            <a:off x="611768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5" name="12_small_8651">
            <a:extLst>
              <a:ext uri="{FF2B5EF4-FFF2-40B4-BE49-F238E27FC236}">
                <a16:creationId xmlns:a16="http://schemas.microsoft.com/office/drawing/2014/main" id="{086DEB66-F888-4BDD-A036-C4AFA7911A6E}"/>
              </a:ext>
            </a:extLst>
          </p:cNvPr>
          <p:cNvSpPr>
            <a:spLocks noGrp="1"/>
          </p:cNvSpPr>
          <p:nvPr/>
        </p:nvSpPr>
        <p:spPr>
          <a:xfrm>
            <a:off x="617621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6" name="12_small_8652">
            <a:extLst>
              <a:ext uri="{FF2B5EF4-FFF2-40B4-BE49-F238E27FC236}">
                <a16:creationId xmlns:a16="http://schemas.microsoft.com/office/drawing/2014/main" id="{927E6ABE-0138-4600-B54D-2EB65AAE6868}"/>
              </a:ext>
            </a:extLst>
          </p:cNvPr>
          <p:cNvSpPr>
            <a:spLocks noGrp="1"/>
          </p:cNvSpPr>
          <p:nvPr/>
        </p:nvSpPr>
        <p:spPr>
          <a:xfrm>
            <a:off x="607653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7" name="12_small_8653">
            <a:extLst>
              <a:ext uri="{FF2B5EF4-FFF2-40B4-BE49-F238E27FC236}">
                <a16:creationId xmlns:a16="http://schemas.microsoft.com/office/drawing/2014/main" id="{54462388-E1CA-492F-BEBA-9DD6959805B4}"/>
              </a:ext>
            </a:extLst>
          </p:cNvPr>
          <p:cNvSpPr>
            <a:spLocks noGrp="1"/>
          </p:cNvSpPr>
          <p:nvPr/>
        </p:nvSpPr>
        <p:spPr>
          <a:xfrm>
            <a:off x="607307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8" name="12_small_8654">
            <a:extLst>
              <a:ext uri="{FF2B5EF4-FFF2-40B4-BE49-F238E27FC236}">
                <a16:creationId xmlns:a16="http://schemas.microsoft.com/office/drawing/2014/main" id="{DAD8E4AC-AB9A-46C6-B196-833230A2BDFC}"/>
              </a:ext>
            </a:extLst>
          </p:cNvPr>
          <p:cNvSpPr>
            <a:spLocks noGrp="1"/>
          </p:cNvSpPr>
          <p:nvPr/>
        </p:nvSpPr>
        <p:spPr>
          <a:xfrm>
            <a:off x="61975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89" name="12_small_8655">
            <a:extLst>
              <a:ext uri="{FF2B5EF4-FFF2-40B4-BE49-F238E27FC236}">
                <a16:creationId xmlns:a16="http://schemas.microsoft.com/office/drawing/2014/main" id="{E3FB656B-2D08-4CF3-AD30-C86D52BBC898}"/>
              </a:ext>
            </a:extLst>
          </p:cNvPr>
          <p:cNvSpPr>
            <a:spLocks noGrp="1"/>
          </p:cNvSpPr>
          <p:nvPr/>
        </p:nvSpPr>
        <p:spPr>
          <a:xfrm>
            <a:off x="6072421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0" name="12_small_8656">
            <a:extLst>
              <a:ext uri="{FF2B5EF4-FFF2-40B4-BE49-F238E27FC236}">
                <a16:creationId xmlns:a16="http://schemas.microsoft.com/office/drawing/2014/main" id="{8CB61E7A-CFC0-401B-9F2E-0533749C9005}"/>
              </a:ext>
            </a:extLst>
          </p:cNvPr>
          <p:cNvSpPr>
            <a:spLocks noGrp="1"/>
          </p:cNvSpPr>
          <p:nvPr/>
        </p:nvSpPr>
        <p:spPr>
          <a:xfrm>
            <a:off x="611929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1" name="12_small_8657">
            <a:extLst>
              <a:ext uri="{FF2B5EF4-FFF2-40B4-BE49-F238E27FC236}">
                <a16:creationId xmlns:a16="http://schemas.microsoft.com/office/drawing/2014/main" id="{1AED8BCC-C359-41FF-B5A5-7508AFC652BB}"/>
              </a:ext>
            </a:extLst>
          </p:cNvPr>
          <p:cNvSpPr>
            <a:spLocks noGrp="1"/>
          </p:cNvSpPr>
          <p:nvPr/>
        </p:nvSpPr>
        <p:spPr>
          <a:xfrm>
            <a:off x="613613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2" name="12_small_8658">
            <a:extLst>
              <a:ext uri="{FF2B5EF4-FFF2-40B4-BE49-F238E27FC236}">
                <a16:creationId xmlns:a16="http://schemas.microsoft.com/office/drawing/2014/main" id="{EFAD41B4-56DA-429E-82D3-545BA7E48EBA}"/>
              </a:ext>
            </a:extLst>
          </p:cNvPr>
          <p:cNvSpPr>
            <a:spLocks noGrp="1"/>
          </p:cNvSpPr>
          <p:nvPr/>
        </p:nvSpPr>
        <p:spPr>
          <a:xfrm>
            <a:off x="6087522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3" name="12_small_8659">
            <a:extLst>
              <a:ext uri="{FF2B5EF4-FFF2-40B4-BE49-F238E27FC236}">
                <a16:creationId xmlns:a16="http://schemas.microsoft.com/office/drawing/2014/main" id="{BA03B2D4-AAA2-4B0E-8AC6-536DE49A7D13}"/>
              </a:ext>
            </a:extLst>
          </p:cNvPr>
          <p:cNvSpPr>
            <a:spLocks noGrp="1"/>
          </p:cNvSpPr>
          <p:nvPr/>
        </p:nvSpPr>
        <p:spPr>
          <a:xfrm>
            <a:off x="611902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4" name="12_small_8660">
            <a:extLst>
              <a:ext uri="{FF2B5EF4-FFF2-40B4-BE49-F238E27FC236}">
                <a16:creationId xmlns:a16="http://schemas.microsoft.com/office/drawing/2014/main" id="{BF3AC941-A5FB-461F-9420-B0BD005AF8D8}"/>
              </a:ext>
            </a:extLst>
          </p:cNvPr>
          <p:cNvSpPr>
            <a:spLocks noGrp="1"/>
          </p:cNvSpPr>
          <p:nvPr/>
        </p:nvSpPr>
        <p:spPr>
          <a:xfrm>
            <a:off x="6111479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5" name="12_small_8661">
            <a:extLst>
              <a:ext uri="{FF2B5EF4-FFF2-40B4-BE49-F238E27FC236}">
                <a16:creationId xmlns:a16="http://schemas.microsoft.com/office/drawing/2014/main" id="{C324D962-F7BE-4955-BDF6-5D99957D8112}"/>
              </a:ext>
            </a:extLst>
          </p:cNvPr>
          <p:cNvSpPr>
            <a:spLocks noGrp="1"/>
          </p:cNvSpPr>
          <p:nvPr/>
        </p:nvSpPr>
        <p:spPr>
          <a:xfrm>
            <a:off x="620200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6" name="12_small_8662">
            <a:extLst>
              <a:ext uri="{FF2B5EF4-FFF2-40B4-BE49-F238E27FC236}">
                <a16:creationId xmlns:a16="http://schemas.microsoft.com/office/drawing/2014/main" id="{81176984-D34A-437B-9B3F-E6DDBF0109A1}"/>
              </a:ext>
            </a:extLst>
          </p:cNvPr>
          <p:cNvSpPr>
            <a:spLocks noGrp="1"/>
          </p:cNvSpPr>
          <p:nvPr/>
        </p:nvSpPr>
        <p:spPr>
          <a:xfrm>
            <a:off x="6152713" y="5574288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7" name="12_small_8663">
            <a:extLst>
              <a:ext uri="{FF2B5EF4-FFF2-40B4-BE49-F238E27FC236}">
                <a16:creationId xmlns:a16="http://schemas.microsoft.com/office/drawing/2014/main" id="{06886174-985A-4ACB-8C77-C98ADBFFB34E}"/>
              </a:ext>
            </a:extLst>
          </p:cNvPr>
          <p:cNvSpPr>
            <a:spLocks noGrp="1"/>
          </p:cNvSpPr>
          <p:nvPr/>
        </p:nvSpPr>
        <p:spPr>
          <a:xfrm>
            <a:off x="6149598" y="532852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8" name="12_small_8664">
            <a:extLst>
              <a:ext uri="{FF2B5EF4-FFF2-40B4-BE49-F238E27FC236}">
                <a16:creationId xmlns:a16="http://schemas.microsoft.com/office/drawing/2014/main" id="{40CD9465-99C7-4801-9855-E9B9D015BF4B}"/>
              </a:ext>
            </a:extLst>
          </p:cNvPr>
          <p:cNvSpPr>
            <a:spLocks noGrp="1"/>
          </p:cNvSpPr>
          <p:nvPr/>
        </p:nvSpPr>
        <p:spPr>
          <a:xfrm>
            <a:off x="619012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699" name="12_small_8665">
            <a:extLst>
              <a:ext uri="{FF2B5EF4-FFF2-40B4-BE49-F238E27FC236}">
                <a16:creationId xmlns:a16="http://schemas.microsoft.com/office/drawing/2014/main" id="{B1CCFEAD-C1B5-4A83-A540-D2FFE76C3653}"/>
              </a:ext>
            </a:extLst>
          </p:cNvPr>
          <p:cNvSpPr>
            <a:spLocks noGrp="1"/>
          </p:cNvSpPr>
          <p:nvPr/>
        </p:nvSpPr>
        <p:spPr>
          <a:xfrm>
            <a:off x="612988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0" name="12_small_8666">
            <a:extLst>
              <a:ext uri="{FF2B5EF4-FFF2-40B4-BE49-F238E27FC236}">
                <a16:creationId xmlns:a16="http://schemas.microsoft.com/office/drawing/2014/main" id="{5902879F-F638-47C9-BBFF-38205CB267BC}"/>
              </a:ext>
            </a:extLst>
          </p:cNvPr>
          <p:cNvSpPr>
            <a:spLocks noGrp="1"/>
          </p:cNvSpPr>
          <p:nvPr/>
        </p:nvSpPr>
        <p:spPr>
          <a:xfrm>
            <a:off x="6205197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1" name="12_small_8667">
            <a:extLst>
              <a:ext uri="{FF2B5EF4-FFF2-40B4-BE49-F238E27FC236}">
                <a16:creationId xmlns:a16="http://schemas.microsoft.com/office/drawing/2014/main" id="{A71BDDF1-6473-4629-B07F-88DEB3345D43}"/>
              </a:ext>
            </a:extLst>
          </p:cNvPr>
          <p:cNvSpPr>
            <a:spLocks noGrp="1"/>
          </p:cNvSpPr>
          <p:nvPr/>
        </p:nvSpPr>
        <p:spPr>
          <a:xfrm>
            <a:off x="617254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2" name="12_small_8668">
            <a:extLst>
              <a:ext uri="{FF2B5EF4-FFF2-40B4-BE49-F238E27FC236}">
                <a16:creationId xmlns:a16="http://schemas.microsoft.com/office/drawing/2014/main" id="{1CA4E1A1-BF59-44C0-8D08-E60F3AF5B61D}"/>
              </a:ext>
            </a:extLst>
          </p:cNvPr>
          <p:cNvSpPr>
            <a:spLocks noGrp="1"/>
          </p:cNvSpPr>
          <p:nvPr/>
        </p:nvSpPr>
        <p:spPr>
          <a:xfrm>
            <a:off x="6104441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3" name="12_small_8669">
            <a:extLst>
              <a:ext uri="{FF2B5EF4-FFF2-40B4-BE49-F238E27FC236}">
                <a16:creationId xmlns:a16="http://schemas.microsoft.com/office/drawing/2014/main" id="{E2DBB534-2C5B-43F1-8D16-A8F6C69405F6}"/>
              </a:ext>
            </a:extLst>
          </p:cNvPr>
          <p:cNvSpPr>
            <a:spLocks noGrp="1"/>
          </p:cNvSpPr>
          <p:nvPr/>
        </p:nvSpPr>
        <p:spPr>
          <a:xfrm>
            <a:off x="6067103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4" name="12_small_8670">
            <a:extLst>
              <a:ext uri="{FF2B5EF4-FFF2-40B4-BE49-F238E27FC236}">
                <a16:creationId xmlns:a16="http://schemas.microsoft.com/office/drawing/2014/main" id="{440CFA66-0438-468D-8321-B58FCC195F08}"/>
              </a:ext>
            </a:extLst>
          </p:cNvPr>
          <p:cNvSpPr>
            <a:spLocks noGrp="1"/>
          </p:cNvSpPr>
          <p:nvPr/>
        </p:nvSpPr>
        <p:spPr>
          <a:xfrm>
            <a:off x="619258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5" name="12_small_8671">
            <a:extLst>
              <a:ext uri="{FF2B5EF4-FFF2-40B4-BE49-F238E27FC236}">
                <a16:creationId xmlns:a16="http://schemas.microsoft.com/office/drawing/2014/main" id="{9FA4185E-A8E6-425D-AB63-EF7CC33709AC}"/>
              </a:ext>
            </a:extLst>
          </p:cNvPr>
          <p:cNvSpPr>
            <a:spLocks noGrp="1"/>
          </p:cNvSpPr>
          <p:nvPr/>
        </p:nvSpPr>
        <p:spPr>
          <a:xfrm>
            <a:off x="620840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6" name="12_small_8672">
            <a:extLst>
              <a:ext uri="{FF2B5EF4-FFF2-40B4-BE49-F238E27FC236}">
                <a16:creationId xmlns:a16="http://schemas.microsoft.com/office/drawing/2014/main" id="{95F15A78-79A9-4B1C-BF69-F8A568A57028}"/>
              </a:ext>
            </a:extLst>
          </p:cNvPr>
          <p:cNvSpPr>
            <a:spLocks noGrp="1"/>
          </p:cNvSpPr>
          <p:nvPr/>
        </p:nvSpPr>
        <p:spPr>
          <a:xfrm>
            <a:off x="614371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7" name="12_small_8673">
            <a:extLst>
              <a:ext uri="{FF2B5EF4-FFF2-40B4-BE49-F238E27FC236}">
                <a16:creationId xmlns:a16="http://schemas.microsoft.com/office/drawing/2014/main" id="{9BB8A18B-6995-404E-B6A4-DD1A00ADABF5}"/>
              </a:ext>
            </a:extLst>
          </p:cNvPr>
          <p:cNvSpPr>
            <a:spLocks noGrp="1"/>
          </p:cNvSpPr>
          <p:nvPr/>
        </p:nvSpPr>
        <p:spPr>
          <a:xfrm>
            <a:off x="618780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8" name="12_small_8674">
            <a:extLst>
              <a:ext uri="{FF2B5EF4-FFF2-40B4-BE49-F238E27FC236}">
                <a16:creationId xmlns:a16="http://schemas.microsoft.com/office/drawing/2014/main" id="{D1B01905-687E-4268-BA04-87110BEA2116}"/>
              </a:ext>
            </a:extLst>
          </p:cNvPr>
          <p:cNvSpPr>
            <a:spLocks noGrp="1"/>
          </p:cNvSpPr>
          <p:nvPr/>
        </p:nvSpPr>
        <p:spPr>
          <a:xfrm>
            <a:off x="6182452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09" name="12_small_8675">
            <a:extLst>
              <a:ext uri="{FF2B5EF4-FFF2-40B4-BE49-F238E27FC236}">
                <a16:creationId xmlns:a16="http://schemas.microsoft.com/office/drawing/2014/main" id="{0E732216-30F9-4DA7-93D8-022AE9DC95FC}"/>
              </a:ext>
            </a:extLst>
          </p:cNvPr>
          <p:cNvSpPr>
            <a:spLocks noGrp="1"/>
          </p:cNvSpPr>
          <p:nvPr/>
        </p:nvSpPr>
        <p:spPr>
          <a:xfrm>
            <a:off x="609024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0" name="12_small_8676">
            <a:extLst>
              <a:ext uri="{FF2B5EF4-FFF2-40B4-BE49-F238E27FC236}">
                <a16:creationId xmlns:a16="http://schemas.microsoft.com/office/drawing/2014/main" id="{64AC8E65-6F2E-45B0-9313-CA3D85280340}"/>
              </a:ext>
            </a:extLst>
          </p:cNvPr>
          <p:cNvSpPr>
            <a:spLocks noGrp="1"/>
          </p:cNvSpPr>
          <p:nvPr/>
        </p:nvSpPr>
        <p:spPr>
          <a:xfrm>
            <a:off x="615098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1" name="12_small_8677">
            <a:extLst>
              <a:ext uri="{FF2B5EF4-FFF2-40B4-BE49-F238E27FC236}">
                <a16:creationId xmlns:a16="http://schemas.microsoft.com/office/drawing/2014/main" id="{DA05C795-3018-4008-B1DE-693099E9D644}"/>
              </a:ext>
            </a:extLst>
          </p:cNvPr>
          <p:cNvSpPr>
            <a:spLocks noGrp="1"/>
          </p:cNvSpPr>
          <p:nvPr/>
        </p:nvSpPr>
        <p:spPr>
          <a:xfrm>
            <a:off x="615526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2" name="12_small_8678">
            <a:extLst>
              <a:ext uri="{FF2B5EF4-FFF2-40B4-BE49-F238E27FC236}">
                <a16:creationId xmlns:a16="http://schemas.microsoft.com/office/drawing/2014/main" id="{F63B90C9-1878-4D80-8420-EE3B6F46DD7C}"/>
              </a:ext>
            </a:extLst>
          </p:cNvPr>
          <p:cNvSpPr>
            <a:spLocks noGrp="1"/>
          </p:cNvSpPr>
          <p:nvPr/>
        </p:nvSpPr>
        <p:spPr>
          <a:xfrm>
            <a:off x="619173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3" name="12_small_8679">
            <a:extLst>
              <a:ext uri="{FF2B5EF4-FFF2-40B4-BE49-F238E27FC236}">
                <a16:creationId xmlns:a16="http://schemas.microsoft.com/office/drawing/2014/main" id="{01894E19-DBDF-4AFF-BF7F-B230539EC664}"/>
              </a:ext>
            </a:extLst>
          </p:cNvPr>
          <p:cNvSpPr>
            <a:spLocks noGrp="1"/>
          </p:cNvSpPr>
          <p:nvPr/>
        </p:nvSpPr>
        <p:spPr>
          <a:xfrm>
            <a:off x="6203675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4" name="12_small_8680">
            <a:extLst>
              <a:ext uri="{FF2B5EF4-FFF2-40B4-BE49-F238E27FC236}">
                <a16:creationId xmlns:a16="http://schemas.microsoft.com/office/drawing/2014/main" id="{4D39CF78-26E3-4DE9-BF37-BB7D16DC0ECD}"/>
              </a:ext>
            </a:extLst>
          </p:cNvPr>
          <p:cNvSpPr>
            <a:spLocks noGrp="1"/>
          </p:cNvSpPr>
          <p:nvPr/>
        </p:nvSpPr>
        <p:spPr>
          <a:xfrm>
            <a:off x="6196675" y="5861014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5" name="12_small_8681">
            <a:extLst>
              <a:ext uri="{FF2B5EF4-FFF2-40B4-BE49-F238E27FC236}">
                <a16:creationId xmlns:a16="http://schemas.microsoft.com/office/drawing/2014/main" id="{94DD5AEF-6A56-4118-87A8-9DE44A6C7671}"/>
              </a:ext>
            </a:extLst>
          </p:cNvPr>
          <p:cNvSpPr>
            <a:spLocks noGrp="1"/>
          </p:cNvSpPr>
          <p:nvPr/>
        </p:nvSpPr>
        <p:spPr>
          <a:xfrm>
            <a:off x="613843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6" name="12_small_8682">
            <a:extLst>
              <a:ext uri="{FF2B5EF4-FFF2-40B4-BE49-F238E27FC236}">
                <a16:creationId xmlns:a16="http://schemas.microsoft.com/office/drawing/2014/main" id="{70D023DE-5CB9-4FBD-A12D-825F74F84B19}"/>
              </a:ext>
            </a:extLst>
          </p:cNvPr>
          <p:cNvSpPr>
            <a:spLocks noGrp="1"/>
          </p:cNvSpPr>
          <p:nvPr/>
        </p:nvSpPr>
        <p:spPr>
          <a:xfrm>
            <a:off x="6182656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7" name="12_small_8683">
            <a:extLst>
              <a:ext uri="{FF2B5EF4-FFF2-40B4-BE49-F238E27FC236}">
                <a16:creationId xmlns:a16="http://schemas.microsoft.com/office/drawing/2014/main" id="{ECCE64CC-85B1-42D7-8ED2-7F098E5C4B36}"/>
              </a:ext>
            </a:extLst>
          </p:cNvPr>
          <p:cNvSpPr>
            <a:spLocks noGrp="1"/>
          </p:cNvSpPr>
          <p:nvPr/>
        </p:nvSpPr>
        <p:spPr>
          <a:xfrm>
            <a:off x="6163259" y="5758612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8" name="12_small_8684">
            <a:extLst>
              <a:ext uri="{FF2B5EF4-FFF2-40B4-BE49-F238E27FC236}">
                <a16:creationId xmlns:a16="http://schemas.microsoft.com/office/drawing/2014/main" id="{FC0D1E77-6F2A-4A47-AEA9-D0AC8A3216F0}"/>
              </a:ext>
            </a:extLst>
          </p:cNvPr>
          <p:cNvSpPr>
            <a:spLocks noGrp="1"/>
          </p:cNvSpPr>
          <p:nvPr/>
        </p:nvSpPr>
        <p:spPr>
          <a:xfrm>
            <a:off x="610310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19" name="12_small_8685">
            <a:extLst>
              <a:ext uri="{FF2B5EF4-FFF2-40B4-BE49-F238E27FC236}">
                <a16:creationId xmlns:a16="http://schemas.microsoft.com/office/drawing/2014/main" id="{DF51EDC5-66EC-4A54-A0A3-A19C8D225828}"/>
              </a:ext>
            </a:extLst>
          </p:cNvPr>
          <p:cNvSpPr>
            <a:spLocks noGrp="1"/>
          </p:cNvSpPr>
          <p:nvPr/>
        </p:nvSpPr>
        <p:spPr>
          <a:xfrm>
            <a:off x="60858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0" name="12_small_8686">
            <a:extLst>
              <a:ext uri="{FF2B5EF4-FFF2-40B4-BE49-F238E27FC236}">
                <a16:creationId xmlns:a16="http://schemas.microsoft.com/office/drawing/2014/main" id="{795F0452-DFBE-422F-B16A-2B4568447381}"/>
              </a:ext>
            </a:extLst>
          </p:cNvPr>
          <p:cNvSpPr>
            <a:spLocks noGrp="1"/>
          </p:cNvSpPr>
          <p:nvPr/>
        </p:nvSpPr>
        <p:spPr>
          <a:xfrm>
            <a:off x="614708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1" name="12_small_8687">
            <a:extLst>
              <a:ext uri="{FF2B5EF4-FFF2-40B4-BE49-F238E27FC236}">
                <a16:creationId xmlns:a16="http://schemas.microsoft.com/office/drawing/2014/main" id="{775B43B6-5748-4AF0-B4B5-F54C052AF017}"/>
              </a:ext>
            </a:extLst>
          </p:cNvPr>
          <p:cNvSpPr>
            <a:spLocks noGrp="1"/>
          </p:cNvSpPr>
          <p:nvPr/>
        </p:nvSpPr>
        <p:spPr>
          <a:xfrm>
            <a:off x="6166094" y="5451405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2" name="12_small_8688">
            <a:extLst>
              <a:ext uri="{FF2B5EF4-FFF2-40B4-BE49-F238E27FC236}">
                <a16:creationId xmlns:a16="http://schemas.microsoft.com/office/drawing/2014/main" id="{2BAEA851-8B99-42F9-A415-169664381903}"/>
              </a:ext>
            </a:extLst>
          </p:cNvPr>
          <p:cNvSpPr>
            <a:spLocks noGrp="1"/>
          </p:cNvSpPr>
          <p:nvPr/>
        </p:nvSpPr>
        <p:spPr>
          <a:xfrm>
            <a:off x="6180869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3" name="12_small_8689">
            <a:extLst>
              <a:ext uri="{FF2B5EF4-FFF2-40B4-BE49-F238E27FC236}">
                <a16:creationId xmlns:a16="http://schemas.microsoft.com/office/drawing/2014/main" id="{6BDF2028-361C-42E9-B607-3B67D1E1110F}"/>
              </a:ext>
            </a:extLst>
          </p:cNvPr>
          <p:cNvSpPr>
            <a:spLocks noGrp="1"/>
          </p:cNvSpPr>
          <p:nvPr/>
        </p:nvSpPr>
        <p:spPr>
          <a:xfrm>
            <a:off x="6150255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4" name="12_small_8690">
            <a:extLst>
              <a:ext uri="{FF2B5EF4-FFF2-40B4-BE49-F238E27FC236}">
                <a16:creationId xmlns:a16="http://schemas.microsoft.com/office/drawing/2014/main" id="{FE1F2C49-C80C-489D-AA9C-05EC05BF0443}"/>
              </a:ext>
            </a:extLst>
          </p:cNvPr>
          <p:cNvSpPr>
            <a:spLocks noGrp="1"/>
          </p:cNvSpPr>
          <p:nvPr/>
        </p:nvSpPr>
        <p:spPr>
          <a:xfrm>
            <a:off x="611051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5" name="12_small_8691">
            <a:extLst>
              <a:ext uri="{FF2B5EF4-FFF2-40B4-BE49-F238E27FC236}">
                <a16:creationId xmlns:a16="http://schemas.microsoft.com/office/drawing/2014/main" id="{97ECB38D-66EF-4343-B455-D919A6D802E9}"/>
              </a:ext>
            </a:extLst>
          </p:cNvPr>
          <p:cNvSpPr>
            <a:spLocks noGrp="1"/>
          </p:cNvSpPr>
          <p:nvPr/>
        </p:nvSpPr>
        <p:spPr>
          <a:xfrm>
            <a:off x="620421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6" name="12_small_8692">
            <a:extLst>
              <a:ext uri="{FF2B5EF4-FFF2-40B4-BE49-F238E27FC236}">
                <a16:creationId xmlns:a16="http://schemas.microsoft.com/office/drawing/2014/main" id="{405C4C45-BE15-4252-9980-C33BB2D99CDC}"/>
              </a:ext>
            </a:extLst>
          </p:cNvPr>
          <p:cNvSpPr>
            <a:spLocks noGrp="1"/>
          </p:cNvSpPr>
          <p:nvPr/>
        </p:nvSpPr>
        <p:spPr>
          <a:xfrm>
            <a:off x="6183667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7" name="12_small_8693">
            <a:extLst>
              <a:ext uri="{FF2B5EF4-FFF2-40B4-BE49-F238E27FC236}">
                <a16:creationId xmlns:a16="http://schemas.microsoft.com/office/drawing/2014/main" id="{BE49A51C-7F0B-486B-8AC3-B94B1F43216B}"/>
              </a:ext>
            </a:extLst>
          </p:cNvPr>
          <p:cNvSpPr>
            <a:spLocks noGrp="1"/>
          </p:cNvSpPr>
          <p:nvPr/>
        </p:nvSpPr>
        <p:spPr>
          <a:xfrm>
            <a:off x="6212104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8" name="12_small_8694">
            <a:extLst>
              <a:ext uri="{FF2B5EF4-FFF2-40B4-BE49-F238E27FC236}">
                <a16:creationId xmlns:a16="http://schemas.microsoft.com/office/drawing/2014/main" id="{D6F41FBF-932C-413B-A9CB-AB683AF22707}"/>
              </a:ext>
            </a:extLst>
          </p:cNvPr>
          <p:cNvSpPr>
            <a:spLocks noGrp="1"/>
          </p:cNvSpPr>
          <p:nvPr/>
        </p:nvSpPr>
        <p:spPr>
          <a:xfrm>
            <a:off x="6212094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29" name="12_small_8695">
            <a:extLst>
              <a:ext uri="{FF2B5EF4-FFF2-40B4-BE49-F238E27FC236}">
                <a16:creationId xmlns:a16="http://schemas.microsoft.com/office/drawing/2014/main" id="{5CB57DCD-635B-459F-8CBC-3D6771F938C6}"/>
              </a:ext>
            </a:extLst>
          </p:cNvPr>
          <p:cNvSpPr>
            <a:spLocks noGrp="1"/>
          </p:cNvSpPr>
          <p:nvPr/>
        </p:nvSpPr>
        <p:spPr>
          <a:xfrm>
            <a:off x="6131750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0" name="12_small_8696">
            <a:extLst>
              <a:ext uri="{FF2B5EF4-FFF2-40B4-BE49-F238E27FC236}">
                <a16:creationId xmlns:a16="http://schemas.microsoft.com/office/drawing/2014/main" id="{98D632C7-213E-4EDB-83A8-FAF163560F69}"/>
              </a:ext>
            </a:extLst>
          </p:cNvPr>
          <p:cNvSpPr>
            <a:spLocks noGrp="1"/>
          </p:cNvSpPr>
          <p:nvPr/>
        </p:nvSpPr>
        <p:spPr>
          <a:xfrm>
            <a:off x="6145268" y="5205639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1" name="12_small_8697">
            <a:extLst>
              <a:ext uri="{FF2B5EF4-FFF2-40B4-BE49-F238E27FC236}">
                <a16:creationId xmlns:a16="http://schemas.microsoft.com/office/drawing/2014/main" id="{43EE8806-AA4A-43E8-8C35-A6CCE6EEEE96}"/>
              </a:ext>
            </a:extLst>
          </p:cNvPr>
          <p:cNvSpPr>
            <a:spLocks noGrp="1"/>
          </p:cNvSpPr>
          <p:nvPr/>
        </p:nvSpPr>
        <p:spPr>
          <a:xfrm>
            <a:off x="6102973" y="5942936"/>
            <a:ext cx="28398" cy="28398"/>
          </a:xfrm>
          <a:prstGeom prst="ellipse">
            <a:avLst/>
          </a:prstGeom>
          <a:solidFill>
            <a:srgbClr val="7F8C97">
              <a:alpha val="48000"/>
            </a:srgbClr>
          </a:solidFill>
          <a:ln w="0">
            <a:noFill/>
            <a:prstDash val="solid"/>
          </a:ln>
        </p:spPr>
      </p:sp>
      <p:sp>
        <p:nvSpPr>
          <p:cNvPr id="2732" name="12_small_8698">
            <a:extLst>
              <a:ext uri="{FF2B5EF4-FFF2-40B4-BE49-F238E27FC236}">
                <a16:creationId xmlns:a16="http://schemas.microsoft.com/office/drawing/2014/main" id="{89485FAE-DB08-48F3-A93E-7FEE5FD48B1D}"/>
              </a:ext>
            </a:extLst>
          </p:cNvPr>
          <p:cNvSpPr>
            <a:spLocks noGrp="1"/>
          </p:cNvSpPr>
          <p:nvPr/>
        </p:nvSpPr>
        <p:spPr>
          <a:xfrm>
            <a:off x="3786750" y="5182973"/>
            <a:ext cx="191" cy="811027"/>
          </a:xfrm>
          <a:custGeom>
            <a:avLst/>
            <a:gdLst/>
            <a:ahLst/>
            <a:cxnLst/>
            <a:rect l="0" t="0" r="0" b="0"/>
            <a:pathLst>
              <a:path w="191" h="811027">
                <a:moveTo>
                  <a:pt x="0" y="811027"/>
                </a:moveTo>
                <a:lnTo>
                  <a:pt x="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2733" name="12_small_8699">
            <a:extLst>
              <a:ext uri="{FF2B5EF4-FFF2-40B4-BE49-F238E27FC236}">
                <a16:creationId xmlns:a16="http://schemas.microsoft.com/office/drawing/2014/main" id="{5FCCE6F1-C0DE-41F2-926C-118F1255A572}"/>
              </a:ext>
            </a:extLst>
          </p:cNvPr>
          <p:cNvSpPr>
            <a:spLocks noGrp="1"/>
          </p:cNvSpPr>
          <p:nvPr/>
        </p:nvSpPr>
        <p:spPr>
          <a:xfrm>
            <a:off x="3786750" y="5994000"/>
            <a:ext cx="2531250" cy="191"/>
          </a:xfrm>
          <a:custGeom>
            <a:avLst/>
            <a:gdLst/>
            <a:ahLst/>
            <a:cxnLst/>
            <a:rect l="0" t="0" r="0" b="0"/>
            <a:pathLst>
              <a:path w="2531250" h="191">
                <a:moveTo>
                  <a:pt x="0" y="0"/>
                </a:moveTo>
                <a:lnTo>
                  <a:pt x="2531250" y="0"/>
                </a:lnTo>
              </a:path>
            </a:pathLst>
          </a:custGeom>
          <a:noFill/>
          <a:ln w="8890">
            <a:solidFill>
              <a:srgbClr val="000000"/>
            </a:solidFill>
            <a:prstDash val="solid"/>
          </a:ln>
        </p:spPr>
      </p:sp>
      <p:sp>
        <p:nvSpPr>
          <p:cNvPr id="2734" name="text_8700">
            <a:extLst>
              <a:ext uri="{FF2B5EF4-FFF2-40B4-BE49-F238E27FC236}">
                <a16:creationId xmlns:a16="http://schemas.microsoft.com/office/drawing/2014/main" id="{A426556E-1DE6-4840-B7AA-C4296C1F0B99}"/>
              </a:ext>
            </a:extLst>
          </p:cNvPr>
          <p:cNvSpPr>
            <a:spLocks noGrp="1"/>
          </p:cNvSpPr>
          <p:nvPr/>
        </p:nvSpPr>
        <p:spPr>
          <a:xfrm>
            <a:off x="3432375" y="5068114"/>
            <a:ext cx="90297" cy="158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0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0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2735" name="text_8701">
            <a:extLst>
              <a:ext uri="{FF2B5EF4-FFF2-40B4-BE49-F238E27FC236}">
                <a16:creationId xmlns:a16="http://schemas.microsoft.com/office/drawing/2014/main" id="{1F3A10DF-C41F-492E-9DB5-FEA3F8B703CD}"/>
              </a:ext>
            </a:extLst>
          </p:cNvPr>
          <p:cNvSpPr>
            <a:spLocks noGrp="1"/>
          </p:cNvSpPr>
          <p:nvPr/>
        </p:nvSpPr>
        <p:spPr>
          <a:xfrm>
            <a:off x="3786750" y="4983393"/>
            <a:ext cx="1485462" cy="1349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8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8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Best-of-50 · RMSD &lt;3 Å · CA2</a:t>
            </a:r>
          </a:p>
        </p:txBody>
      </p:sp>
      <p:sp>
        <p:nvSpPr>
          <p:cNvPr id="2736" name="12_small_8702">
            <a:extLst>
              <a:ext uri="{FF2B5EF4-FFF2-40B4-BE49-F238E27FC236}">
                <a16:creationId xmlns:a16="http://schemas.microsoft.com/office/drawing/2014/main" id="{5508758F-60F8-46A8-BC50-AB809D5BA943}"/>
              </a:ext>
            </a:extLst>
          </p:cNvPr>
          <p:cNvSpPr>
            <a:spLocks noGrp="1"/>
          </p:cNvSpPr>
          <p:nvPr/>
        </p:nvSpPr>
        <p:spPr>
          <a:xfrm>
            <a:off x="3810188" y="5494003"/>
            <a:ext cx="2343750" cy="463132"/>
          </a:xfrm>
          <a:custGeom>
            <a:avLst/>
            <a:gdLst/>
            <a:ahLst/>
            <a:cxnLst/>
            <a:rect l="0" t="0" r="0" b="0"/>
            <a:pathLst>
              <a:path w="2343750" h="463132">
                <a:moveTo>
                  <a:pt x="0" y="463132"/>
                </a:moveTo>
                <a:lnTo>
                  <a:pt x="55804" y="461986"/>
                </a:lnTo>
                <a:lnTo>
                  <a:pt x="55804" y="461302"/>
                </a:lnTo>
                <a:lnTo>
                  <a:pt x="71023" y="460259"/>
                </a:lnTo>
                <a:lnTo>
                  <a:pt x="71023" y="458518"/>
                </a:lnTo>
                <a:lnTo>
                  <a:pt x="86806" y="457437"/>
                </a:lnTo>
                <a:lnTo>
                  <a:pt x="86806" y="456905"/>
                </a:lnTo>
                <a:lnTo>
                  <a:pt x="111607" y="456138"/>
                </a:lnTo>
                <a:lnTo>
                  <a:pt x="111607" y="455454"/>
                </a:lnTo>
                <a:lnTo>
                  <a:pt x="130208" y="455332"/>
                </a:lnTo>
                <a:lnTo>
                  <a:pt x="130208" y="444836"/>
                </a:lnTo>
                <a:lnTo>
                  <a:pt x="142045" y="444713"/>
                </a:lnTo>
                <a:lnTo>
                  <a:pt x="142045" y="442972"/>
                </a:lnTo>
                <a:lnTo>
                  <a:pt x="156250" y="442849"/>
                </a:lnTo>
                <a:lnTo>
                  <a:pt x="156250" y="436146"/>
                </a:lnTo>
                <a:lnTo>
                  <a:pt x="195312" y="434971"/>
                </a:lnTo>
                <a:lnTo>
                  <a:pt x="195312" y="420608"/>
                </a:lnTo>
                <a:lnTo>
                  <a:pt x="213068" y="420363"/>
                </a:lnTo>
                <a:lnTo>
                  <a:pt x="213068" y="418622"/>
                </a:lnTo>
                <a:lnTo>
                  <a:pt x="223214" y="417967"/>
                </a:lnTo>
                <a:lnTo>
                  <a:pt x="223214" y="415915"/>
                </a:lnTo>
                <a:lnTo>
                  <a:pt x="260417" y="414590"/>
                </a:lnTo>
                <a:lnTo>
                  <a:pt x="260417" y="401168"/>
                </a:lnTo>
                <a:lnTo>
                  <a:pt x="284091" y="400238"/>
                </a:lnTo>
                <a:lnTo>
                  <a:pt x="284091" y="399368"/>
                </a:lnTo>
                <a:lnTo>
                  <a:pt x="312500" y="399000"/>
                </a:lnTo>
                <a:lnTo>
                  <a:pt x="312500" y="392297"/>
                </a:lnTo>
                <a:lnTo>
                  <a:pt x="334821" y="392051"/>
                </a:lnTo>
                <a:lnTo>
                  <a:pt x="334821" y="390000"/>
                </a:lnTo>
                <a:lnTo>
                  <a:pt x="355114" y="389222"/>
                </a:lnTo>
                <a:lnTo>
                  <a:pt x="355114" y="387481"/>
                </a:lnTo>
                <a:lnTo>
                  <a:pt x="390625" y="387113"/>
                </a:lnTo>
                <a:lnTo>
                  <a:pt x="390625" y="326301"/>
                </a:lnTo>
                <a:lnTo>
                  <a:pt x="426136" y="325933"/>
                </a:lnTo>
                <a:lnTo>
                  <a:pt x="426136" y="324192"/>
                </a:lnTo>
                <a:lnTo>
                  <a:pt x="446429" y="323946"/>
                </a:lnTo>
                <a:lnTo>
                  <a:pt x="446429" y="321894"/>
                </a:lnTo>
                <a:lnTo>
                  <a:pt x="468750" y="320851"/>
                </a:lnTo>
                <a:lnTo>
                  <a:pt x="468750" y="314148"/>
                </a:lnTo>
                <a:lnTo>
                  <a:pt x="497159" y="313780"/>
                </a:lnTo>
                <a:lnTo>
                  <a:pt x="497159" y="312039"/>
                </a:lnTo>
                <a:lnTo>
                  <a:pt x="520833" y="311109"/>
                </a:lnTo>
                <a:lnTo>
                  <a:pt x="520833" y="294496"/>
                </a:lnTo>
                <a:lnTo>
                  <a:pt x="558036" y="293170"/>
                </a:lnTo>
                <a:lnTo>
                  <a:pt x="558036" y="291118"/>
                </a:lnTo>
                <a:lnTo>
                  <a:pt x="568182" y="290996"/>
                </a:lnTo>
                <a:lnTo>
                  <a:pt x="568182" y="289255"/>
                </a:lnTo>
                <a:lnTo>
                  <a:pt x="585937" y="289009"/>
                </a:lnTo>
                <a:lnTo>
                  <a:pt x="585937" y="279434"/>
                </a:lnTo>
                <a:lnTo>
                  <a:pt x="625000" y="278259"/>
                </a:lnTo>
                <a:lnTo>
                  <a:pt x="625000" y="273471"/>
                </a:lnTo>
                <a:lnTo>
                  <a:pt x="639205" y="273348"/>
                </a:lnTo>
                <a:lnTo>
                  <a:pt x="639205" y="271607"/>
                </a:lnTo>
                <a:lnTo>
                  <a:pt x="651042" y="271485"/>
                </a:lnTo>
                <a:lnTo>
                  <a:pt x="651042" y="264978"/>
                </a:lnTo>
                <a:lnTo>
                  <a:pt x="703125" y="263681"/>
                </a:lnTo>
                <a:lnTo>
                  <a:pt x="703125" y="262723"/>
                </a:lnTo>
                <a:lnTo>
                  <a:pt x="710227" y="262723"/>
                </a:lnTo>
                <a:lnTo>
                  <a:pt x="711138" y="260859"/>
                </a:lnTo>
                <a:lnTo>
                  <a:pt x="771234" y="259562"/>
                </a:lnTo>
                <a:lnTo>
                  <a:pt x="771234" y="259439"/>
                </a:lnTo>
                <a:lnTo>
                  <a:pt x="781250" y="259439"/>
                </a:lnTo>
                <a:lnTo>
                  <a:pt x="781250" y="59781"/>
                </a:lnTo>
                <a:lnTo>
                  <a:pt x="892857" y="58911"/>
                </a:lnTo>
                <a:lnTo>
                  <a:pt x="892857" y="57543"/>
                </a:lnTo>
                <a:lnTo>
                  <a:pt x="911458" y="57543"/>
                </a:lnTo>
                <a:lnTo>
                  <a:pt x="911458" y="55947"/>
                </a:lnTo>
                <a:lnTo>
                  <a:pt x="937500" y="55947"/>
                </a:lnTo>
                <a:lnTo>
                  <a:pt x="937500" y="54032"/>
                </a:lnTo>
                <a:lnTo>
                  <a:pt x="1041667" y="54032"/>
                </a:lnTo>
                <a:lnTo>
                  <a:pt x="1041667" y="47648"/>
                </a:lnTo>
                <a:lnTo>
                  <a:pt x="1562500" y="46281"/>
                </a:lnTo>
                <a:lnTo>
                  <a:pt x="1562500" y="25534"/>
                </a:lnTo>
                <a:lnTo>
                  <a:pt x="1692708" y="25534"/>
                </a:lnTo>
                <a:lnTo>
                  <a:pt x="1692708" y="23938"/>
                </a:lnTo>
                <a:lnTo>
                  <a:pt x="1757812" y="23938"/>
                </a:lnTo>
                <a:lnTo>
                  <a:pt x="1757812" y="21544"/>
                </a:lnTo>
                <a:lnTo>
                  <a:pt x="2343750" y="21544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2737" name="12_small_8703">
            <a:extLst>
              <a:ext uri="{FF2B5EF4-FFF2-40B4-BE49-F238E27FC236}">
                <a16:creationId xmlns:a16="http://schemas.microsoft.com/office/drawing/2014/main" id="{1F4B263E-5E55-4B09-A2C2-C706062479E3}"/>
              </a:ext>
            </a:extLst>
          </p:cNvPr>
          <p:cNvSpPr>
            <a:spLocks noGrp="1"/>
          </p:cNvSpPr>
          <p:nvPr/>
        </p:nvSpPr>
        <p:spPr>
          <a:xfrm>
            <a:off x="3810188" y="5219838"/>
            <a:ext cx="2343750" cy="737297"/>
          </a:xfrm>
          <a:custGeom>
            <a:avLst/>
            <a:gdLst/>
            <a:ahLst/>
            <a:cxnLst/>
            <a:rect l="0" t="0" r="0" b="0"/>
            <a:pathLst>
              <a:path w="2343750" h="737297">
                <a:moveTo>
                  <a:pt x="0" y="737297"/>
                </a:moveTo>
                <a:lnTo>
                  <a:pt x="781250" y="737297"/>
                </a:lnTo>
                <a:lnTo>
                  <a:pt x="781250" y="245766"/>
                </a:lnTo>
                <a:lnTo>
                  <a:pt x="1562500" y="245766"/>
                </a:lnTo>
                <a:lnTo>
                  <a:pt x="1562500" y="0"/>
                </a:lnTo>
                <a:lnTo>
                  <a:pt x="2343750" y="0"/>
                </a:lnTo>
                <a:lnTo>
                  <a:pt x="23437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2738" name="12_small_8704">
            <a:extLst>
              <a:ext uri="{FF2B5EF4-FFF2-40B4-BE49-F238E27FC236}">
                <a16:creationId xmlns:a16="http://schemas.microsoft.com/office/drawing/2014/main" id="{B2960EDC-6F6A-4540-96C7-9484CFFA4DE9}"/>
              </a:ext>
            </a:extLst>
          </p:cNvPr>
          <p:cNvSpPr>
            <a:spLocks noGrp="1"/>
          </p:cNvSpPr>
          <p:nvPr/>
        </p:nvSpPr>
        <p:spPr>
          <a:xfrm>
            <a:off x="4179223" y="5798714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739" name="12_small_8705">
            <a:extLst>
              <a:ext uri="{FF2B5EF4-FFF2-40B4-BE49-F238E27FC236}">
                <a16:creationId xmlns:a16="http://schemas.microsoft.com/office/drawing/2014/main" id="{82EC7553-618E-4F17-ABA8-290665A01FC7}"/>
              </a:ext>
            </a:extLst>
          </p:cNvPr>
          <p:cNvSpPr>
            <a:spLocks noGrp="1"/>
          </p:cNvSpPr>
          <p:nvPr/>
        </p:nvSpPr>
        <p:spPr>
          <a:xfrm>
            <a:off x="4569848" y="5532195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740" name="12_small_8706">
            <a:extLst>
              <a:ext uri="{FF2B5EF4-FFF2-40B4-BE49-F238E27FC236}">
                <a16:creationId xmlns:a16="http://schemas.microsoft.com/office/drawing/2014/main" id="{2FB20FE4-FA24-4994-8ED4-510E30F662E2}"/>
              </a:ext>
            </a:extLst>
          </p:cNvPr>
          <p:cNvSpPr>
            <a:spLocks noGrp="1"/>
          </p:cNvSpPr>
          <p:nvPr/>
        </p:nvSpPr>
        <p:spPr>
          <a:xfrm>
            <a:off x="5351098" y="5497947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741" name="12_small_8707">
            <a:extLst>
              <a:ext uri="{FF2B5EF4-FFF2-40B4-BE49-F238E27FC236}">
                <a16:creationId xmlns:a16="http://schemas.microsoft.com/office/drawing/2014/main" id="{DA7A919E-DD10-410B-BD4A-3FC152D08F29}"/>
              </a:ext>
            </a:extLst>
          </p:cNvPr>
          <p:cNvSpPr>
            <a:spLocks noGrp="1"/>
          </p:cNvSpPr>
          <p:nvPr/>
        </p:nvSpPr>
        <p:spPr>
          <a:xfrm>
            <a:off x="6132348" y="5472413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742" name="12_small_8708">
            <a:extLst>
              <a:ext uri="{FF2B5EF4-FFF2-40B4-BE49-F238E27FC236}">
                <a16:creationId xmlns:a16="http://schemas.microsoft.com/office/drawing/2014/main" id="{C45D8B33-5E3B-4620-84E8-CD709557F7DE}"/>
              </a:ext>
            </a:extLst>
          </p:cNvPr>
          <p:cNvSpPr>
            <a:spLocks noGrp="1"/>
          </p:cNvSpPr>
          <p:nvPr/>
        </p:nvSpPr>
        <p:spPr>
          <a:xfrm>
            <a:off x="4164891" y="5921214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743" name="12_small_8709">
            <a:extLst>
              <a:ext uri="{FF2B5EF4-FFF2-40B4-BE49-F238E27FC236}">
                <a16:creationId xmlns:a16="http://schemas.microsoft.com/office/drawing/2014/main" id="{E8C3FC27-E0B3-4E47-A58B-35E36D30AB2D}"/>
              </a:ext>
            </a:extLst>
          </p:cNvPr>
          <p:cNvSpPr>
            <a:spLocks noGrp="1"/>
          </p:cNvSpPr>
          <p:nvPr/>
        </p:nvSpPr>
        <p:spPr>
          <a:xfrm>
            <a:off x="4555516" y="5429683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744" name="12_small_8710">
            <a:extLst>
              <a:ext uri="{FF2B5EF4-FFF2-40B4-BE49-F238E27FC236}">
                <a16:creationId xmlns:a16="http://schemas.microsoft.com/office/drawing/2014/main" id="{2EE2D66A-AD6A-4F71-82E7-C0F0FA440BF3}"/>
              </a:ext>
            </a:extLst>
          </p:cNvPr>
          <p:cNvSpPr>
            <a:spLocks noGrp="1"/>
          </p:cNvSpPr>
          <p:nvPr/>
        </p:nvSpPr>
        <p:spPr>
          <a:xfrm>
            <a:off x="5336766" y="518391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745" name="12_small_8711">
            <a:extLst>
              <a:ext uri="{FF2B5EF4-FFF2-40B4-BE49-F238E27FC236}">
                <a16:creationId xmlns:a16="http://schemas.microsoft.com/office/drawing/2014/main" id="{8F47FF71-5FAE-45E4-AD10-40F2191B6A67}"/>
              </a:ext>
            </a:extLst>
          </p:cNvPr>
          <p:cNvSpPr>
            <a:spLocks noGrp="1"/>
          </p:cNvSpPr>
          <p:nvPr/>
        </p:nvSpPr>
        <p:spPr>
          <a:xfrm>
            <a:off x="6118016" y="5183917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746" name="text_8712">
            <a:extLst>
              <a:ext uri="{FF2B5EF4-FFF2-40B4-BE49-F238E27FC236}">
                <a16:creationId xmlns:a16="http://schemas.microsoft.com/office/drawing/2014/main" id="{25F242E4-F38F-4136-8EBA-B2840FC01F49}"/>
              </a:ext>
            </a:extLst>
          </p:cNvPr>
          <p:cNvSpPr>
            <a:spLocks noGrp="1"/>
          </p:cNvSpPr>
          <p:nvPr/>
        </p:nvSpPr>
        <p:spPr>
          <a:xfrm>
            <a:off x="648000" y="1179728"/>
            <a:ext cx="3606216" cy="16668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050" b="1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73744"/>
                </a:solidFill>
                <a:latin typeface="Arial"/>
                <a:ea typeface="Arial"/>
                <a:cs typeface="Arial"/>
              </a:rPr>
              <a:t>Completion of end-to-end small-molecule reconstruction</a:t>
            </a:r>
          </a:p>
        </p:txBody>
      </p:sp>
      <p:sp>
        <p:nvSpPr>
          <p:cNvPr id="2747" name="12_small_8713">
            <a:extLst>
              <a:ext uri="{FF2B5EF4-FFF2-40B4-BE49-F238E27FC236}">
                <a16:creationId xmlns:a16="http://schemas.microsoft.com/office/drawing/2014/main" id="{18094E3F-D118-4430-9B26-6DD2FB1B5DAE}"/>
              </a:ext>
            </a:extLst>
          </p:cNvPr>
          <p:cNvSpPr>
            <a:spLocks noGrp="1"/>
          </p:cNvSpPr>
          <p:nvPr/>
        </p:nvSpPr>
        <p:spPr>
          <a:xfrm>
            <a:off x="668925" y="147056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22860">
            <a:solidFill>
              <a:srgbClr val="00878B"/>
            </a:solidFill>
            <a:prstDash val="solid"/>
          </a:ln>
        </p:spPr>
      </p:sp>
      <p:sp>
        <p:nvSpPr>
          <p:cNvPr id="2748" name="12_small_8714">
            <a:extLst>
              <a:ext uri="{FF2B5EF4-FFF2-40B4-BE49-F238E27FC236}">
                <a16:creationId xmlns:a16="http://schemas.microsoft.com/office/drawing/2014/main" id="{81130B90-828A-405F-9DA8-3503A69E0B08}"/>
              </a:ext>
            </a:extLst>
          </p:cNvPr>
          <p:cNvSpPr>
            <a:spLocks noGrp="1"/>
          </p:cNvSpPr>
          <p:nvPr/>
        </p:nvSpPr>
        <p:spPr>
          <a:xfrm>
            <a:off x="752110" y="1448976"/>
            <a:ext cx="43180" cy="43180"/>
          </a:xfrm>
          <a:prstGeom prst="ellipse">
            <a:avLst/>
          </a:prstGeom>
          <a:solidFill>
            <a:srgbClr val="00878B"/>
          </a:solidFill>
          <a:ln w="4445">
            <a:solidFill>
              <a:srgbClr val="FFFFFF"/>
            </a:solidFill>
            <a:prstDash val="solid"/>
          </a:ln>
        </p:spPr>
      </p:sp>
      <p:sp>
        <p:nvSpPr>
          <p:cNvPr id="2749" name="text_8715">
            <a:extLst>
              <a:ext uri="{FF2B5EF4-FFF2-40B4-BE49-F238E27FC236}">
                <a16:creationId xmlns:a16="http://schemas.microsoft.com/office/drawing/2014/main" id="{2A978B3C-EF6A-4985-A058-094524DCB38E}"/>
              </a:ext>
            </a:extLst>
          </p:cNvPr>
          <p:cNvSpPr>
            <a:spLocks noGrp="1"/>
          </p:cNvSpPr>
          <p:nvPr/>
        </p:nvSpPr>
        <p:spPr>
          <a:xfrm>
            <a:off x="954675" y="1428656"/>
            <a:ext cx="250920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Mean</a:t>
            </a:r>
          </a:p>
        </p:txBody>
      </p:sp>
      <p:sp>
        <p:nvSpPr>
          <p:cNvPr id="2750" name="12_small_8716">
            <a:extLst>
              <a:ext uri="{FF2B5EF4-FFF2-40B4-BE49-F238E27FC236}">
                <a16:creationId xmlns:a16="http://schemas.microsoft.com/office/drawing/2014/main" id="{96A17876-7C16-42C5-9C34-1A11BE23F150}"/>
              </a:ext>
            </a:extLst>
          </p:cNvPr>
          <p:cNvSpPr>
            <a:spLocks noGrp="1"/>
          </p:cNvSpPr>
          <p:nvPr/>
        </p:nvSpPr>
        <p:spPr>
          <a:xfrm>
            <a:off x="1364369" y="1470566"/>
            <a:ext cx="209550" cy="191"/>
          </a:xfrm>
          <a:custGeom>
            <a:avLst/>
            <a:gdLst/>
            <a:ahLst/>
            <a:cxnLst/>
            <a:rect l="0" t="0" r="0" b="0"/>
            <a:pathLst>
              <a:path w="209550" h="191">
                <a:moveTo>
                  <a:pt x="0" y="0"/>
                </a:moveTo>
                <a:lnTo>
                  <a:pt x="104775" y="0"/>
                </a:lnTo>
                <a:lnTo>
                  <a:pt x="209550" y="0"/>
                </a:lnTo>
              </a:path>
            </a:pathLst>
          </a:custGeom>
          <a:noFill/>
          <a:ln w="13335">
            <a:solidFill>
              <a:srgbClr val="3A64C8"/>
            </a:solidFill>
            <a:prstDash val="solid"/>
          </a:ln>
        </p:spPr>
      </p:sp>
      <p:sp>
        <p:nvSpPr>
          <p:cNvPr id="2751" name="12_small_8717">
            <a:extLst>
              <a:ext uri="{FF2B5EF4-FFF2-40B4-BE49-F238E27FC236}">
                <a16:creationId xmlns:a16="http://schemas.microsoft.com/office/drawing/2014/main" id="{C4294AF9-A53B-440D-A26F-A56CF1389A9A}"/>
              </a:ext>
            </a:extLst>
          </p:cNvPr>
          <p:cNvSpPr>
            <a:spLocks noGrp="1"/>
          </p:cNvSpPr>
          <p:nvPr/>
        </p:nvSpPr>
        <p:spPr>
          <a:xfrm>
            <a:off x="1433223" y="1434645"/>
            <a:ext cx="71842" cy="71842"/>
          </a:xfrm>
          <a:custGeom>
            <a:avLst/>
            <a:gdLst/>
            <a:ahLst/>
            <a:cxnLst/>
            <a:rect l="0" t="0" r="0" b="0"/>
            <a:pathLst>
              <a:path w="71842" h="71842">
                <a:moveTo>
                  <a:pt x="35921" y="71842"/>
                </a:moveTo>
                <a:lnTo>
                  <a:pt x="71842" y="35921"/>
                </a:lnTo>
                <a:lnTo>
                  <a:pt x="35921" y="0"/>
                </a:lnTo>
                <a:lnTo>
                  <a:pt x="0" y="35921"/>
                </a:lnTo>
                <a:lnTo>
                  <a:pt x="35921" y="71842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1430">
            <a:solidFill>
              <a:srgbClr val="3A64C8"/>
            </a:solidFill>
            <a:prstDash val="solid"/>
          </a:ln>
        </p:spPr>
      </p:sp>
      <p:sp>
        <p:nvSpPr>
          <p:cNvPr id="2752" name="text_8718">
            <a:extLst>
              <a:ext uri="{FF2B5EF4-FFF2-40B4-BE49-F238E27FC236}">
                <a16:creationId xmlns:a16="http://schemas.microsoft.com/office/drawing/2014/main" id="{9BEAE916-6935-4DAF-9229-9B0326E08EC7}"/>
              </a:ext>
            </a:extLst>
          </p:cNvPr>
          <p:cNvSpPr>
            <a:spLocks noGrp="1"/>
          </p:cNvSpPr>
          <p:nvPr/>
        </p:nvSpPr>
        <p:spPr>
          <a:xfrm>
            <a:off x="1650119" y="1428656"/>
            <a:ext cx="325025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Median</a:t>
            </a:r>
          </a:p>
        </p:txBody>
      </p:sp>
      <p:sp>
        <p:nvSpPr>
          <p:cNvPr id="2753" name="12_small_8719">
            <a:extLst>
              <a:ext uri="{FF2B5EF4-FFF2-40B4-BE49-F238E27FC236}">
                <a16:creationId xmlns:a16="http://schemas.microsoft.com/office/drawing/2014/main" id="{11A82D3E-A85B-40EC-B9FE-0FE74DE34BAA}"/>
              </a:ext>
            </a:extLst>
          </p:cNvPr>
          <p:cNvSpPr>
            <a:spLocks noGrp="1"/>
          </p:cNvSpPr>
          <p:nvPr/>
        </p:nvSpPr>
        <p:spPr>
          <a:xfrm>
            <a:off x="2219669" y="1451516"/>
            <a:ext cx="38100" cy="38100"/>
          </a:xfrm>
          <a:prstGeom prst="ellipse">
            <a:avLst/>
          </a:prstGeom>
          <a:solidFill>
            <a:srgbClr val="7F8C97"/>
          </a:solidFill>
          <a:ln w="12700">
            <a:solidFill>
              <a:srgbClr val="7F8C97"/>
            </a:solidFill>
            <a:prstDash val="solid"/>
          </a:ln>
        </p:spPr>
      </p:sp>
      <p:sp>
        <p:nvSpPr>
          <p:cNvPr id="2754" name="text_8720">
            <a:extLst>
              <a:ext uri="{FF2B5EF4-FFF2-40B4-BE49-F238E27FC236}">
                <a16:creationId xmlns:a16="http://schemas.microsoft.com/office/drawing/2014/main" id="{E98A027C-7144-4908-864B-40D0FC0B05E4}"/>
              </a:ext>
            </a:extLst>
          </p:cNvPr>
          <p:cNvSpPr>
            <a:spLocks noGrp="1"/>
          </p:cNvSpPr>
          <p:nvPr/>
        </p:nvSpPr>
        <p:spPr>
          <a:xfrm>
            <a:off x="2419694" y="1428656"/>
            <a:ext cx="637349" cy="119063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750" b="0">
                <a:solidFill>
                  <a:srgbClr val="273744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273744"/>
                </a:solidFill>
                <a:latin typeface="Arial"/>
                <a:ea typeface="Arial"/>
                <a:cs typeface="Arial"/>
              </a:rPr>
              <a:t>Individual PDB</a:t>
            </a:r>
          </a:p>
        </p:txBody>
      </p:sp>
    </p:spTree>
    <p:extLst>
      <p:ext uri="{BB962C8B-B14F-4D97-AF65-F5344CB8AC3E}">
        <p14:creationId xmlns:p14="http://schemas.microsoft.com/office/powerpoint/2010/main" val="9308656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2910</TotalTime>
  <Words>4545</Words>
  <Application>Microsoft Office PowerPoint</Application>
  <DocSecurity>0</DocSecurity>
  <PresentationFormat>自定义</PresentationFormat>
  <Paragraphs>271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Aptos</vt:lpstr>
      <vt:lpstr>Arial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Hongen Peng</cp:lastModifiedBy>
  <cp:revision>12</cp:revision>
  <dcterms:created xsi:type="dcterms:W3CDTF">2026-10-12T02:21:17Z</dcterms:created>
  <dcterms:modified xsi:type="dcterms:W3CDTF">2026-10-20T14:51:07Z</dcterms:modified>
</cp:coreProperties>
</file>