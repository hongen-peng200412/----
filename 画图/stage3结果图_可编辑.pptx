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comments/modernComment_102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413500"/>
  <p:notesSz cx="64135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CBF9EA-D520-4B74-93D7-4BAF5EEF5C44}" authorId="{D3F71A66-0C34-DF1A-5236-FECDBC820DCB}" created="2026-10-02T08:00:05.712">
    <pc:sldMkLst xmlns:pc="http://schemas.microsoft.com/office/powerpoint/2013/main/command">
      <pc:docMk/>
      <pc:sldMk cId="0" sldId="256"/>
    </pc:sldMkLst>
    <p188:pos x="101600" y="101600"/>
    <p188:txBody>
      <a:bodyPr/>
      <a:lstStyle/>
      <a:p>
        <a:r>
          <a:rPr lang="zh-CN" altLang="en-US"/>
          <a:t>@@stage3-top1-full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6C5F5EF-2C85-4FB4-9C33-3F0E3958F784}" authorId="{D3F71A66-0C34-DF1A-5236-FECDBC820DCB}" created="2026-10-02T08:00:05.721">
    <pc:sldMkLst xmlns:pc="http://schemas.microsoft.com/office/powerpoint/2013/main/command">
      <pc:docMk/>
      <pc:sldMk cId="0" sldId="257"/>
    </pc:sldMkLst>
    <p188:pos x="101600" y="101600"/>
    <p188:txBody>
      <a:bodyPr/>
      <a:lstStyle/>
      <a:p>
        <a:r>
          <a:rPr lang="zh-CN" altLang="en-US"/>
          <a:t>@@stage3-best-full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371C67-9953-42AF-82B2-1DFEE0D9E604}" authorId="{D3F71A66-0C34-DF1A-5236-FECDBC820DCB}" created="2026-10-02T08:00:05.725">
    <pc:sldMkLst xmlns:pc="http://schemas.microsoft.com/office/powerpoint/2013/main/command">
      <pc:docMk/>
      <pc:sldMk cId="0" sldId="258"/>
    </pc:sldMkLst>
    <p188:pos x="101600" y="101600"/>
    <p188:txBody>
      <a:bodyPr/>
      <a:lstStyle/>
      <a:p>
        <a:r>
          <a:rPr lang="zh-CN" altLang="en-US"/>
          <a:t>@@stage3-find-hit-head-to-head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51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 7 | 官方与 local_cov 模型的首位配体姿态 RMSD。完整测试集包含 446 个小分子实例。左半为真实中心条件 C0，右半为真实包络条件 E；青绿色表示真实受体，蓝色表示 CryoAtom2 重建受体。每个浅色点是一个实例的 Top-1 姿态；箱体、中间横线和须分别表示第 25–75 百分位数、中位数和第 5–95 百分位数。纵轴使用对数刻度，灰色虚线标出 2 Å。官方模型在真实受体条件下有一个实例未形成可评价姿态，因此相应两组各有 445 个 RMSD；其余各组均为 446 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 8 | 官方与 local_cov 模型的 50 个候选中最佳配体姿态 RMSD。数据、C0/E 定位条件及颜色与图 7 相同。每个点是同一实例 50 个候选中最低的重原子 RMSD，表示事后可达到的精度上界，而非模型的候选排序结果。箱体、中间横线和须分别表示第 25–75 百分位数、中位数和第 5–95 百分位数；纵轴为对数刻度，虚线为 2 Å。官方模型在真实受体条件下有一个实例无可评价姿态，相应两组 n = 445；其余组 n = 446。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 9 | Find 命中实例上 local_cov-C 与 Emap2lig-Build 的配体姿态 RMSD。共同展示 237 个有可评价姿态的测试实例。a，原排序首位姿态；b，50 个候选中的最低 RMSD。local_cov-C 在真实中心 C0 下分别使用真实受体（青绿色）和 CryoAtom2 受体（蓝色），Emap2lig-Build 使用 Find 预测的原生 blob（赭色）。每点为一个实例；箱体、中间横线和须分别表示第 25–75 百分位数、中位数和第 5–95 百分位数。纵轴为对数刻度，虚线为 2 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333500" y="1181100"/>
            <a:ext cx="127" cy="3924300"/>
          </a:xfrm>
          <a:prstGeom prst="line">
            <a:avLst/>
          </a:prstGeom>
          <a:noFill/>
          <a:ln w="12700">
            <a:solidFill>
              <a:srgbClr val="26333D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333500" y="5105400"/>
            <a:ext cx="10350500" cy="127"/>
          </a:xfrm>
          <a:prstGeom prst="line">
            <a:avLst/>
          </a:prstGeom>
          <a:noFill/>
          <a:ln w="12700">
            <a:solidFill>
              <a:srgbClr val="26333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0000" y="4954022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5000" y="4801622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270000" y="4471869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000" y="4319469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270000" y="4107134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000" y="3954734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270000" y="3742400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000" y="3590000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270000" y="3260247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000" y="3107847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270000" y="2895512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000" y="2743112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270000" y="2048625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000" y="1896225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270000" y="1319156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000" y="1166756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333500" y="3742400"/>
            <a:ext cx="10350500" cy="127"/>
          </a:xfrm>
          <a:prstGeom prst="line">
            <a:avLst/>
          </a:prstGeom>
          <a:noFill/>
          <a:ln w="10160">
            <a:solidFill>
              <a:srgbClr val="A5ADB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7800" y="1892300"/>
            <a:ext cx="508000" cy="32004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Ligand heavy-atom RMSD (Å)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2387600" y="723900"/>
            <a:ext cx="31115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centre · C0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556500" y="723900"/>
            <a:ext cx="31115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pocket · E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502400" y="1181100"/>
            <a:ext cx="127" cy="3924300"/>
          </a:xfrm>
          <a:prstGeom prst="line">
            <a:avLst/>
          </a:prstGeom>
          <a:noFill/>
          <a:ln w="10160">
            <a:solidFill>
              <a:srgbClr val="B8C0C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4100" y="279400"/>
            <a:ext cx="203200" cy="114300"/>
          </a:xfrm>
          <a:prstGeom prst="rect">
            <a:avLst/>
          </a:prstGeom>
          <a:solidFill>
            <a:srgbClr val="32887D"/>
          </a:solidFill>
          <a:ln w="12700">
            <a:solidFill>
              <a:srgbClr val="32887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08900" y="190500"/>
            <a:ext cx="1625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 receptor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385300" y="279400"/>
            <a:ext cx="203200" cy="114300"/>
          </a:xfrm>
          <a:prstGeom prst="rect">
            <a:avLst/>
          </a:prstGeom>
          <a:solidFill>
            <a:srgbClr val="5575B2"/>
          </a:solidFill>
          <a:ln w="12700">
            <a:solidFill>
              <a:srgbClr val="5575B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90100" y="190500"/>
            <a:ext cx="2311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CryoAtom2 receptor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400" y="5105400"/>
            <a:ext cx="127" cy="76200"/>
          </a:xfrm>
          <a:prstGeom prst="line">
            <a:avLst/>
          </a:prstGeom>
          <a:noFill/>
          <a:ln w="10160">
            <a:solidFill>
              <a:srgbClr val="2633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76400" y="5283200"/>
            <a:ext cx="1524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4787900" y="5105400"/>
            <a:ext cx="127" cy="76200"/>
          </a:xfrm>
          <a:prstGeom prst="line">
            <a:avLst/>
          </a:prstGeom>
          <a:noFill/>
          <a:ln w="10160">
            <a:solidFill>
              <a:srgbClr val="26333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25900" y="5283200"/>
            <a:ext cx="1524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local_cov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7645400" y="5105400"/>
            <a:ext cx="127" cy="76200"/>
          </a:xfrm>
          <a:prstGeom prst="line">
            <a:avLst/>
          </a:prstGeom>
          <a:noFill/>
          <a:ln w="10160">
            <a:solidFill>
              <a:srgbClr val="2633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83400" y="5283200"/>
            <a:ext cx="1524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9994900" y="5105400"/>
            <a:ext cx="127" cy="76200"/>
          </a:xfrm>
          <a:prstGeom prst="line">
            <a:avLst/>
          </a:prstGeom>
          <a:noFill/>
          <a:ln w="10160">
            <a:solidFill>
              <a:srgbClr val="2633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32900" y="5283200"/>
            <a:ext cx="1524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local_cov</a:t>
            </a:r>
            <a:endParaRPr lang="en-US" sz="1700" dirty="0"/>
          </a:p>
        </p:txBody>
      </p:sp>
      <p:sp>
        <p:nvSpPr>
          <p:cNvPr id="38" name="Shape 35"/>
          <p:cNvSpPr/>
          <p:nvPr/>
        </p:nvSpPr>
        <p:spPr>
          <a:xfrm>
            <a:off x="2283222" y="41298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240274" y="42308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992288" y="40893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210204" y="41818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875070" y="42066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073886" y="41057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043778" y="43100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098755" y="40811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077918" y="41082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287796" y="41179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088900" y="41979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233447" y="39377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074843" y="42334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276566" y="42190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915158" y="41968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906811" y="41755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932518" y="41459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022318" y="41507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923891" y="42492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233693" y="41687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246675" y="41365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932582" y="41946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037445" y="41319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907210" y="41541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892005" y="41584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060247" y="43528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939583" y="41811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256782" y="41634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011856" y="41516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977134" y="41888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865074" y="29674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283983" y="40727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044459" y="41427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011117" y="41088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2260185" y="40829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211124" y="40707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904060" y="42349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980841" y="42353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2025107" y="41960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988159" y="42193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144859" y="40799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024108" y="40241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921741" y="42193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945273" y="41757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864238" y="39953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2070259" y="42389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2006079" y="41109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1860829" y="42192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2069445" y="40536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080633" y="41550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1988733" y="41257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1974563" y="40881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2130956" y="41794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890526" y="41736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2004831" y="43651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2217277" y="42292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2102818" y="41904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2165014" y="40711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2043085" y="42049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2242943" y="40837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923863" y="40610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2070661" y="41446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2137638" y="39877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890172" y="42026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2067447" y="41928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1995650" y="40862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1867221" y="40860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2135650" y="42232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2145071" y="42305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1973561" y="41849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2071843" y="42927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2235057" y="40850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101588" y="41079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2052386" y="41463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915225" y="42196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2082034" y="41518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2180088" y="42201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2027336" y="38844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2256166" y="31357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2095807" y="40827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1887971" y="34694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2022398" y="39383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2169352" y="42072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2250279" y="42806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1999383" y="42540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2245436" y="40484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2002367" y="41542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2118815" y="42346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2271289" y="42105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1879647" y="43112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1879841" y="43841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2267338" y="41950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1968951" y="40969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2105601" y="42059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859883" y="42102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2094337" y="36927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2054230" y="41544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2214556" y="40897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2194858" y="35916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1884819" y="42598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1982743" y="37759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2047770" y="36920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2240660" y="41588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2240649" y="32995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1893256" y="42563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2052400" y="32898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2122102" y="36992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2168558" y="32619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2074797" y="36639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2002654" y="38789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2270924" y="41370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2163828" y="32686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2174058" y="36474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2190481" y="42716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1878262" y="37961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2189394" y="32982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2144476" y="43057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2096775" y="42621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2281830" y="32338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1882407" y="32848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2282191" y="36662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2025296" y="36500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2022800" y="37598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2138496" y="35805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2072559" y="36870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2200296" y="34048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2231444" y="35278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1997164" y="35290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1942524" y="30971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2046728" y="28579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2068603" y="37599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2150748" y="29129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1872498" y="27717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2174440" y="31525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2170760" y="29805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2118497" y="28845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2262879" y="30968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1923772" y="29720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2071436" y="27829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1889305" y="30056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2176022" y="30703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2234242" y="29188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2005569" y="28599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1976779" y="32425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1992049" y="29134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2012235" y="28041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2045898" y="30638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1926642" y="28102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2023363" y="30282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1996979" y="27218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2157679" y="30200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1940002" y="25539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2051969" y="29377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2207003" y="31637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2137513" y="27865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2230414" y="27187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1922366" y="28080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2052217" y="30451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1982364" y="31735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2114527" y="30044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2282168" y="28573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2266737" y="31028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2001439" y="28289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1935873" y="27658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1971432" y="28046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1969823" y="28705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1980875" y="27931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2031767" y="25869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1954746" y="34636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2090808" y="36547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2049857" y="41485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2253060" y="30270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2241777" y="35197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2134822" y="39999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2071226" y="40076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2201119" y="38502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2172978" y="31953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2000516" y="31598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2288636" y="31281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2063304" y="32499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1927121" y="30150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2071078" y="29302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2173873" y="29199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2279754" y="34477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1966576" y="29602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1894806" y="29737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2051790" y="31591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2206548" y="29125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1953878" y="29528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2036284" y="32418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1864476" y="30931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2150471" y="32770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2141105" y="29132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2191854" y="32026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1999536" y="34478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2098682" y="29726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2094323" y="31656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2287215" y="32042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2280185" y="29533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2034397" y="27770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2235003" y="34596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2165683" y="30893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2071492" y="29884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1981547" y="38163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2128959" y="29390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2124001" y="31344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2082787" y="32058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2017798" y="31931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2275648" y="35988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2284998" y="33259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1921416" y="31238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2203756" y="30915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2110159" y="41401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1913973" y="41084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1863634" y="40894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2265393" y="36794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1972766" y="36451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2247387" y="36742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1963216" y="35315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2175459" y="36319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2223479" y="36948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2265205" y="36037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1908337" y="36763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2121304" y="37104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1998616" y="36862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2020443" y="35844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1990922" y="37476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2137147" y="41269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2213775" y="38431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2001820" y="33175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2250083" y="37637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1869954" y="38693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2271222" y="28614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1920353" y="44874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2121985" y="44648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1864000" y="45904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1967237" y="42659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2118335" y="44839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1957644" y="42585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2164498" y="41748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2083418" y="43924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2144310" y="40955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1947749" y="44264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1990958" y="42253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2075301" y="43959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1971355" y="37487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2027446" y="40768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2219297" y="37940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2140165" y="37874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2134015" y="29604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2234097" y="29479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2136378" y="29554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2056773" y="29587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2252360" y="31634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1915882" y="30346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2225104" y="36109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2117351" y="29851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2085361" y="31457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1962147" y="37742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1888091" y="37675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2240177" y="37934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2212245" y="37208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1934470" y="37633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1907202" y="37907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2044173" y="40151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2216543" y="40495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893942" y="37076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2274943" y="39691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2124109" y="28795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2120186" y="40727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859577" y="37373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970768" y="39740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2028289" y="41102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915648" y="33775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924388" y="27918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942759" y="40796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2097512" y="42693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2216220" y="44118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2041131" y="42283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2281129" y="43096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2016751" y="27071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2150187" y="30588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983031" y="39281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956558" y="35662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859073" y="29891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2222458" y="27446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977503" y="28912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2025344" y="32829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2284969" y="31709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2134039" y="32366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2205797" y="34055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2134970" y="36675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924146" y="31253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2145408" y="32691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2013334" y="32001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969779" y="33124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2161897" y="39368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2120313" y="32517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915641" y="38804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984855" y="37781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944133" y="38000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2162303" y="37870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2079921" y="37869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954788" y="37978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2112003" y="43160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916933" y="42705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2107923" y="40401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2086568" y="43166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2083332" y="31866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909773" y="36347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2140400" y="32413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934680" y="33947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2268181" y="34553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938918" y="35311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2178496" y="34353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2189265" y="34624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2160549" y="30699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878653" y="38749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2034941" y="37145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2118973" y="36855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2106282" y="37657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2174665" y="37500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911647" y="37000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2092415" y="32766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865784" y="35521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2271443" y="32113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999315" y="38060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2045680" y="32840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2131766" y="31029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2029819" y="37985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896211" y="31650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2201816" y="37588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2268393" y="37142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898213" y="35671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2033039" y="30734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2209632" y="34767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2253402" y="30116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2025227" y="29255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2041556" y="38343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988229" y="34819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922818" y="45259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2008717" y="37527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0" name="Shape 377"/>
          <p:cNvSpPr/>
          <p:nvPr/>
        </p:nvSpPr>
        <p:spPr>
          <a:xfrm>
            <a:off x="2086253" y="41487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1" name="Shape 378"/>
          <p:cNvSpPr/>
          <p:nvPr/>
        </p:nvSpPr>
        <p:spPr>
          <a:xfrm>
            <a:off x="2082410" y="34357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2" name="Shape 379"/>
          <p:cNvSpPr/>
          <p:nvPr/>
        </p:nvSpPr>
        <p:spPr>
          <a:xfrm>
            <a:off x="2129519" y="34417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3" name="Shape 380"/>
          <p:cNvSpPr/>
          <p:nvPr/>
        </p:nvSpPr>
        <p:spPr>
          <a:xfrm>
            <a:off x="1903179" y="34708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4" name="Shape 381"/>
          <p:cNvSpPr/>
          <p:nvPr/>
        </p:nvSpPr>
        <p:spPr>
          <a:xfrm>
            <a:off x="2090888" y="42636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5" name="Shape 382"/>
          <p:cNvSpPr/>
          <p:nvPr/>
        </p:nvSpPr>
        <p:spPr>
          <a:xfrm>
            <a:off x="2171386" y="37184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6" name="Shape 383"/>
          <p:cNvSpPr/>
          <p:nvPr/>
        </p:nvSpPr>
        <p:spPr>
          <a:xfrm>
            <a:off x="1883773" y="39921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7" name="Shape 384"/>
          <p:cNvSpPr/>
          <p:nvPr/>
        </p:nvSpPr>
        <p:spPr>
          <a:xfrm>
            <a:off x="2185563" y="33550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8" name="Shape 385"/>
          <p:cNvSpPr/>
          <p:nvPr/>
        </p:nvSpPr>
        <p:spPr>
          <a:xfrm>
            <a:off x="2227342" y="35664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9" name="Shape 386"/>
          <p:cNvSpPr/>
          <p:nvPr/>
        </p:nvSpPr>
        <p:spPr>
          <a:xfrm>
            <a:off x="2060112" y="35286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0" name="Shape 387"/>
          <p:cNvSpPr/>
          <p:nvPr/>
        </p:nvSpPr>
        <p:spPr>
          <a:xfrm>
            <a:off x="1913461" y="38176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1" name="Shape 388"/>
          <p:cNvSpPr/>
          <p:nvPr/>
        </p:nvSpPr>
        <p:spPr>
          <a:xfrm>
            <a:off x="2244987" y="35505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2" name="Shape 389"/>
          <p:cNvSpPr/>
          <p:nvPr/>
        </p:nvSpPr>
        <p:spPr>
          <a:xfrm>
            <a:off x="2152379" y="41518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3" name="Shape 390"/>
          <p:cNvSpPr/>
          <p:nvPr/>
        </p:nvSpPr>
        <p:spPr>
          <a:xfrm>
            <a:off x="2110514" y="34490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4" name="Shape 391"/>
          <p:cNvSpPr/>
          <p:nvPr/>
        </p:nvSpPr>
        <p:spPr>
          <a:xfrm>
            <a:off x="2161885" y="37291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5" name="Shape 392"/>
          <p:cNvSpPr/>
          <p:nvPr/>
        </p:nvSpPr>
        <p:spPr>
          <a:xfrm>
            <a:off x="2061020" y="31354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6" name="Shape 393"/>
          <p:cNvSpPr/>
          <p:nvPr/>
        </p:nvSpPr>
        <p:spPr>
          <a:xfrm>
            <a:off x="2124396" y="36429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915346" y="31100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8" name="Shape 395"/>
          <p:cNvSpPr/>
          <p:nvPr/>
        </p:nvSpPr>
        <p:spPr>
          <a:xfrm>
            <a:off x="1988524" y="35905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9" name="Shape 396"/>
          <p:cNvSpPr/>
          <p:nvPr/>
        </p:nvSpPr>
        <p:spPr>
          <a:xfrm>
            <a:off x="1879144" y="12322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0" name="Shape 397"/>
          <p:cNvSpPr/>
          <p:nvPr/>
        </p:nvSpPr>
        <p:spPr>
          <a:xfrm>
            <a:off x="2159569" y="27742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1" name="Shape 398"/>
          <p:cNvSpPr/>
          <p:nvPr/>
        </p:nvSpPr>
        <p:spPr>
          <a:xfrm>
            <a:off x="2232811" y="37493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2217019" y="33411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3" name="Shape 400"/>
          <p:cNvSpPr/>
          <p:nvPr/>
        </p:nvSpPr>
        <p:spPr>
          <a:xfrm>
            <a:off x="1926589" y="30232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4" name="Shape 401"/>
          <p:cNvSpPr/>
          <p:nvPr/>
        </p:nvSpPr>
        <p:spPr>
          <a:xfrm>
            <a:off x="1992740" y="31283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5" name="Shape 402"/>
          <p:cNvSpPr/>
          <p:nvPr/>
        </p:nvSpPr>
        <p:spPr>
          <a:xfrm>
            <a:off x="1984289" y="37765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6" name="Shape 403"/>
          <p:cNvSpPr/>
          <p:nvPr/>
        </p:nvSpPr>
        <p:spPr>
          <a:xfrm>
            <a:off x="1978397" y="29256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7" name="Shape 404"/>
          <p:cNvSpPr/>
          <p:nvPr/>
        </p:nvSpPr>
        <p:spPr>
          <a:xfrm>
            <a:off x="2179919" y="29680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8" name="Shape 405"/>
          <p:cNvSpPr/>
          <p:nvPr/>
        </p:nvSpPr>
        <p:spPr>
          <a:xfrm>
            <a:off x="2166840" y="29651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9" name="Shape 406"/>
          <p:cNvSpPr/>
          <p:nvPr/>
        </p:nvSpPr>
        <p:spPr>
          <a:xfrm>
            <a:off x="2246890" y="27644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0" name="Shape 407"/>
          <p:cNvSpPr/>
          <p:nvPr/>
        </p:nvSpPr>
        <p:spPr>
          <a:xfrm>
            <a:off x="2104616" y="28297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1" name="Shape 408"/>
          <p:cNvSpPr/>
          <p:nvPr/>
        </p:nvSpPr>
        <p:spPr>
          <a:xfrm>
            <a:off x="2265703" y="27665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2" name="Shape 409"/>
          <p:cNvSpPr/>
          <p:nvPr/>
        </p:nvSpPr>
        <p:spPr>
          <a:xfrm>
            <a:off x="2017973" y="28906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3" name="Shape 410"/>
          <p:cNvSpPr/>
          <p:nvPr/>
        </p:nvSpPr>
        <p:spPr>
          <a:xfrm>
            <a:off x="2043043" y="29166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4" name="Shape 411"/>
          <p:cNvSpPr/>
          <p:nvPr/>
        </p:nvSpPr>
        <p:spPr>
          <a:xfrm>
            <a:off x="2051422" y="33028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5" name="Shape 412"/>
          <p:cNvSpPr/>
          <p:nvPr/>
        </p:nvSpPr>
        <p:spPr>
          <a:xfrm>
            <a:off x="2055464" y="29509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6" name="Shape 413"/>
          <p:cNvSpPr/>
          <p:nvPr/>
        </p:nvSpPr>
        <p:spPr>
          <a:xfrm>
            <a:off x="2003730" y="30689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7" name="Shape 414"/>
          <p:cNvSpPr/>
          <p:nvPr/>
        </p:nvSpPr>
        <p:spPr>
          <a:xfrm>
            <a:off x="1945726" y="29646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8" name="Shape 415"/>
          <p:cNvSpPr/>
          <p:nvPr/>
        </p:nvSpPr>
        <p:spPr>
          <a:xfrm>
            <a:off x="2035804" y="28405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9" name="Shape 416"/>
          <p:cNvSpPr/>
          <p:nvPr/>
        </p:nvSpPr>
        <p:spPr>
          <a:xfrm>
            <a:off x="2183716" y="28840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0" name="Shape 417"/>
          <p:cNvSpPr/>
          <p:nvPr/>
        </p:nvSpPr>
        <p:spPr>
          <a:xfrm>
            <a:off x="1963729" y="27900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1" name="Shape 418"/>
          <p:cNvSpPr/>
          <p:nvPr/>
        </p:nvSpPr>
        <p:spPr>
          <a:xfrm>
            <a:off x="2181591" y="28932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2" name="Shape 419"/>
          <p:cNvSpPr/>
          <p:nvPr/>
        </p:nvSpPr>
        <p:spPr>
          <a:xfrm>
            <a:off x="2065930" y="35521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3" name="Shape 420"/>
          <p:cNvSpPr/>
          <p:nvPr/>
        </p:nvSpPr>
        <p:spPr>
          <a:xfrm>
            <a:off x="2095443" y="30261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4" name="Shape 421"/>
          <p:cNvSpPr/>
          <p:nvPr/>
        </p:nvSpPr>
        <p:spPr>
          <a:xfrm>
            <a:off x="2287683" y="39524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5" name="Shape 422"/>
          <p:cNvSpPr/>
          <p:nvPr/>
        </p:nvSpPr>
        <p:spPr>
          <a:xfrm>
            <a:off x="2143975" y="43913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6" name="Shape 423"/>
          <p:cNvSpPr/>
          <p:nvPr/>
        </p:nvSpPr>
        <p:spPr>
          <a:xfrm>
            <a:off x="2124024" y="34944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7" name="Shape 424"/>
          <p:cNvSpPr/>
          <p:nvPr/>
        </p:nvSpPr>
        <p:spPr>
          <a:xfrm>
            <a:off x="2211475" y="34466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8" name="Shape 425"/>
          <p:cNvSpPr/>
          <p:nvPr/>
        </p:nvSpPr>
        <p:spPr>
          <a:xfrm>
            <a:off x="2030505" y="29076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9" name="Shape 426"/>
          <p:cNvSpPr/>
          <p:nvPr/>
        </p:nvSpPr>
        <p:spPr>
          <a:xfrm>
            <a:off x="2106866" y="29486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0" name="Shape 427"/>
          <p:cNvSpPr/>
          <p:nvPr/>
        </p:nvSpPr>
        <p:spPr>
          <a:xfrm>
            <a:off x="1896907" y="34718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1" name="Shape 428"/>
          <p:cNvSpPr/>
          <p:nvPr/>
        </p:nvSpPr>
        <p:spPr>
          <a:xfrm>
            <a:off x="2119145" y="31181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2" name="Shape 429"/>
          <p:cNvSpPr/>
          <p:nvPr/>
        </p:nvSpPr>
        <p:spPr>
          <a:xfrm>
            <a:off x="2216472" y="40231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3" name="Shape 430"/>
          <p:cNvSpPr/>
          <p:nvPr/>
        </p:nvSpPr>
        <p:spPr>
          <a:xfrm>
            <a:off x="2163791" y="33799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4" name="Shape 431"/>
          <p:cNvSpPr/>
          <p:nvPr/>
        </p:nvSpPr>
        <p:spPr>
          <a:xfrm>
            <a:off x="2177205" y="38079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5" name="Shape 432"/>
          <p:cNvSpPr/>
          <p:nvPr/>
        </p:nvSpPr>
        <p:spPr>
          <a:xfrm>
            <a:off x="2169517" y="46543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6" name="Shape 433"/>
          <p:cNvSpPr/>
          <p:nvPr/>
        </p:nvSpPr>
        <p:spPr>
          <a:xfrm>
            <a:off x="1881414" y="34297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7" name="Shape 434"/>
          <p:cNvSpPr/>
          <p:nvPr/>
        </p:nvSpPr>
        <p:spPr>
          <a:xfrm>
            <a:off x="1984370" y="32926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8" name="Shape 435"/>
          <p:cNvSpPr/>
          <p:nvPr/>
        </p:nvSpPr>
        <p:spPr>
          <a:xfrm>
            <a:off x="2256956" y="28948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9" name="Shape 436"/>
          <p:cNvSpPr/>
          <p:nvPr/>
        </p:nvSpPr>
        <p:spPr>
          <a:xfrm>
            <a:off x="2102286" y="32922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0" name="Shape 437"/>
          <p:cNvSpPr/>
          <p:nvPr/>
        </p:nvSpPr>
        <p:spPr>
          <a:xfrm>
            <a:off x="2208852" y="33479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1" name="Shape 438"/>
          <p:cNvSpPr/>
          <p:nvPr/>
        </p:nvSpPr>
        <p:spPr>
          <a:xfrm>
            <a:off x="1984805" y="34445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2" name="Shape 439"/>
          <p:cNvSpPr/>
          <p:nvPr/>
        </p:nvSpPr>
        <p:spPr>
          <a:xfrm>
            <a:off x="2224770" y="33367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3" name="Shape 440"/>
          <p:cNvSpPr/>
          <p:nvPr/>
        </p:nvSpPr>
        <p:spPr>
          <a:xfrm>
            <a:off x="2185353" y="30074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4" name="Shape 441"/>
          <p:cNvSpPr/>
          <p:nvPr/>
        </p:nvSpPr>
        <p:spPr>
          <a:xfrm>
            <a:off x="2250263" y="29442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5" name="Shape 442"/>
          <p:cNvSpPr/>
          <p:nvPr/>
        </p:nvSpPr>
        <p:spPr>
          <a:xfrm>
            <a:off x="1921441" y="29878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6" name="Shape 443"/>
          <p:cNvSpPr/>
          <p:nvPr/>
        </p:nvSpPr>
        <p:spPr>
          <a:xfrm>
            <a:off x="2287761" y="29129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7" name="Shape 444"/>
          <p:cNvSpPr/>
          <p:nvPr/>
        </p:nvSpPr>
        <p:spPr>
          <a:xfrm>
            <a:off x="2123679" y="29147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8" name="Shape 445"/>
          <p:cNvSpPr/>
          <p:nvPr/>
        </p:nvSpPr>
        <p:spPr>
          <a:xfrm>
            <a:off x="2267318" y="33163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9" name="Shape 446"/>
          <p:cNvSpPr/>
          <p:nvPr/>
        </p:nvSpPr>
        <p:spPr>
          <a:xfrm>
            <a:off x="2213191" y="33350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0" name="Shape 447"/>
          <p:cNvSpPr/>
          <p:nvPr/>
        </p:nvSpPr>
        <p:spPr>
          <a:xfrm>
            <a:off x="1899860" y="40105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1" name="Shape 448"/>
          <p:cNvSpPr/>
          <p:nvPr/>
        </p:nvSpPr>
        <p:spPr>
          <a:xfrm>
            <a:off x="2112791" y="39791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2" name="Shape 449"/>
          <p:cNvSpPr/>
          <p:nvPr/>
        </p:nvSpPr>
        <p:spPr>
          <a:xfrm>
            <a:off x="1944969" y="34939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3" name="Shape 450"/>
          <p:cNvSpPr/>
          <p:nvPr/>
        </p:nvSpPr>
        <p:spPr>
          <a:xfrm>
            <a:off x="1980182" y="40902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4" name="Shape 451"/>
          <p:cNvSpPr/>
          <p:nvPr/>
        </p:nvSpPr>
        <p:spPr>
          <a:xfrm>
            <a:off x="2258095" y="42774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5" name="Shape 452"/>
          <p:cNvSpPr/>
          <p:nvPr/>
        </p:nvSpPr>
        <p:spPr>
          <a:xfrm>
            <a:off x="1903247" y="43957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6" name="Shape 453"/>
          <p:cNvSpPr/>
          <p:nvPr/>
        </p:nvSpPr>
        <p:spPr>
          <a:xfrm>
            <a:off x="2275912" y="34245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7" name="Shape 454"/>
          <p:cNvSpPr/>
          <p:nvPr/>
        </p:nvSpPr>
        <p:spPr>
          <a:xfrm>
            <a:off x="1919868" y="33134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8" name="Shape 455"/>
          <p:cNvSpPr/>
          <p:nvPr/>
        </p:nvSpPr>
        <p:spPr>
          <a:xfrm>
            <a:off x="2047761" y="33476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9" name="Shape 456"/>
          <p:cNvSpPr/>
          <p:nvPr/>
        </p:nvSpPr>
        <p:spPr>
          <a:xfrm>
            <a:off x="2155702" y="31528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0" name="Shape 457"/>
          <p:cNvSpPr/>
          <p:nvPr/>
        </p:nvSpPr>
        <p:spPr>
          <a:xfrm>
            <a:off x="2162956" y="33617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1" name="Shape 458"/>
          <p:cNvSpPr/>
          <p:nvPr/>
        </p:nvSpPr>
        <p:spPr>
          <a:xfrm>
            <a:off x="1869434" y="42193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2" name="Shape 459"/>
          <p:cNvSpPr/>
          <p:nvPr/>
        </p:nvSpPr>
        <p:spPr>
          <a:xfrm>
            <a:off x="2033406" y="35508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3" name="Shape 460"/>
          <p:cNvSpPr/>
          <p:nvPr/>
        </p:nvSpPr>
        <p:spPr>
          <a:xfrm>
            <a:off x="2197442" y="34728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4" name="Shape 461"/>
          <p:cNvSpPr/>
          <p:nvPr/>
        </p:nvSpPr>
        <p:spPr>
          <a:xfrm>
            <a:off x="1874486" y="34948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5" name="Shape 462"/>
          <p:cNvSpPr/>
          <p:nvPr/>
        </p:nvSpPr>
        <p:spPr>
          <a:xfrm>
            <a:off x="2241690" y="42756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6" name="Shape 463"/>
          <p:cNvSpPr/>
          <p:nvPr/>
        </p:nvSpPr>
        <p:spPr>
          <a:xfrm>
            <a:off x="2155914" y="42750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7" name="Shape 464"/>
          <p:cNvSpPr/>
          <p:nvPr/>
        </p:nvSpPr>
        <p:spPr>
          <a:xfrm>
            <a:off x="1949925" y="42824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8" name="Shape 465"/>
          <p:cNvSpPr/>
          <p:nvPr/>
        </p:nvSpPr>
        <p:spPr>
          <a:xfrm>
            <a:off x="2049362" y="44854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9" name="Shape 466"/>
          <p:cNvSpPr/>
          <p:nvPr/>
        </p:nvSpPr>
        <p:spPr>
          <a:xfrm>
            <a:off x="1968923" y="34512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0" name="Shape 467"/>
          <p:cNvSpPr/>
          <p:nvPr/>
        </p:nvSpPr>
        <p:spPr>
          <a:xfrm>
            <a:off x="2182967" y="33234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1" name="Shape 468"/>
          <p:cNvSpPr/>
          <p:nvPr/>
        </p:nvSpPr>
        <p:spPr>
          <a:xfrm>
            <a:off x="2161910" y="43114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2" name="Shape 469"/>
          <p:cNvSpPr/>
          <p:nvPr/>
        </p:nvSpPr>
        <p:spPr>
          <a:xfrm>
            <a:off x="1922882" y="44039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3" name="Shape 470"/>
          <p:cNvSpPr/>
          <p:nvPr/>
        </p:nvSpPr>
        <p:spPr>
          <a:xfrm>
            <a:off x="1947883" y="31642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4" name="Shape 471"/>
          <p:cNvSpPr/>
          <p:nvPr/>
        </p:nvSpPr>
        <p:spPr>
          <a:xfrm>
            <a:off x="2069170" y="41097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5" name="Shape 472"/>
          <p:cNvSpPr/>
          <p:nvPr/>
        </p:nvSpPr>
        <p:spPr>
          <a:xfrm>
            <a:off x="2067388" y="33732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6" name="Shape 473"/>
          <p:cNvSpPr/>
          <p:nvPr/>
        </p:nvSpPr>
        <p:spPr>
          <a:xfrm>
            <a:off x="2092903" y="32588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7" name="Shape 474"/>
          <p:cNvSpPr/>
          <p:nvPr/>
        </p:nvSpPr>
        <p:spPr>
          <a:xfrm>
            <a:off x="1894908" y="28539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8" name="Shape 475"/>
          <p:cNvSpPr/>
          <p:nvPr/>
        </p:nvSpPr>
        <p:spPr>
          <a:xfrm>
            <a:off x="1867077" y="30876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9" name="Shape 476"/>
          <p:cNvSpPr/>
          <p:nvPr/>
        </p:nvSpPr>
        <p:spPr>
          <a:xfrm>
            <a:off x="1983053" y="34012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80" name="Shape 477"/>
          <p:cNvSpPr/>
          <p:nvPr/>
        </p:nvSpPr>
        <p:spPr>
          <a:xfrm>
            <a:off x="2026104" y="28974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81" name="Shape 478"/>
          <p:cNvSpPr/>
          <p:nvPr/>
        </p:nvSpPr>
        <p:spPr>
          <a:xfrm>
            <a:off x="2075119" y="34271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82" name="Shape 479"/>
          <p:cNvSpPr/>
          <p:nvPr/>
        </p:nvSpPr>
        <p:spPr>
          <a:xfrm>
            <a:off x="2186467" y="31319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83" name="Shape 480"/>
          <p:cNvSpPr/>
          <p:nvPr/>
        </p:nvSpPr>
        <p:spPr>
          <a:xfrm>
            <a:off x="2095500" y="2850075"/>
            <a:ext cx="127" cy="1479739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484" name="Shape 481"/>
          <p:cNvSpPr/>
          <p:nvPr/>
        </p:nvSpPr>
        <p:spPr>
          <a:xfrm>
            <a:off x="1993900" y="4329814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485" name="Shape 482"/>
          <p:cNvSpPr/>
          <p:nvPr/>
        </p:nvSpPr>
        <p:spPr>
          <a:xfrm>
            <a:off x="1993900" y="2850075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486" name="Shape 483"/>
          <p:cNvSpPr/>
          <p:nvPr/>
        </p:nvSpPr>
        <p:spPr>
          <a:xfrm>
            <a:off x="1943100" y="3156694"/>
            <a:ext cx="304800" cy="973145"/>
          </a:xfrm>
          <a:prstGeom prst="rect">
            <a:avLst/>
          </a:prstGeom>
          <a:solidFill>
            <a:srgbClr val="FFFFFF"/>
          </a:solidFill>
          <a:ln w="19050">
            <a:solidFill>
              <a:srgbClr val="32887D"/>
            </a:solidFill>
            <a:prstDash val="solid"/>
          </a:ln>
        </p:spPr>
      </p:sp>
      <p:sp>
        <p:nvSpPr>
          <p:cNvPr id="487" name="Shape 484"/>
          <p:cNvSpPr/>
          <p:nvPr/>
        </p:nvSpPr>
        <p:spPr>
          <a:xfrm>
            <a:off x="1943100" y="3666100"/>
            <a:ext cx="304800" cy="127"/>
          </a:xfrm>
          <a:prstGeom prst="line">
            <a:avLst/>
          </a:prstGeom>
          <a:noFill/>
          <a:ln w="30480">
            <a:solidFill>
              <a:srgbClr val="32887D"/>
            </a:solidFill>
            <a:prstDash val="solid"/>
          </a:ln>
        </p:spPr>
      </p:sp>
      <p:sp>
        <p:nvSpPr>
          <p:cNvPr id="488" name="Shape 485"/>
          <p:cNvSpPr/>
          <p:nvPr/>
        </p:nvSpPr>
        <p:spPr>
          <a:xfrm>
            <a:off x="2969022" y="38726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89" name="Shape 486"/>
          <p:cNvSpPr/>
          <p:nvPr/>
        </p:nvSpPr>
        <p:spPr>
          <a:xfrm>
            <a:off x="2926074" y="39917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0" name="Shape 487"/>
          <p:cNvSpPr/>
          <p:nvPr/>
        </p:nvSpPr>
        <p:spPr>
          <a:xfrm>
            <a:off x="2678088" y="39447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1" name="Shape 488"/>
          <p:cNvSpPr/>
          <p:nvPr/>
        </p:nvSpPr>
        <p:spPr>
          <a:xfrm>
            <a:off x="2896004" y="40822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2" name="Shape 489"/>
          <p:cNvSpPr/>
          <p:nvPr/>
        </p:nvSpPr>
        <p:spPr>
          <a:xfrm>
            <a:off x="2560870" y="39881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3" name="Shape 490"/>
          <p:cNvSpPr/>
          <p:nvPr/>
        </p:nvSpPr>
        <p:spPr>
          <a:xfrm>
            <a:off x="2759686" y="39354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4" name="Shape 491"/>
          <p:cNvSpPr/>
          <p:nvPr/>
        </p:nvSpPr>
        <p:spPr>
          <a:xfrm>
            <a:off x="2729578" y="39482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5" name="Shape 492"/>
          <p:cNvSpPr/>
          <p:nvPr/>
        </p:nvSpPr>
        <p:spPr>
          <a:xfrm>
            <a:off x="2784555" y="40052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6" name="Shape 493"/>
          <p:cNvSpPr/>
          <p:nvPr/>
        </p:nvSpPr>
        <p:spPr>
          <a:xfrm>
            <a:off x="2763718" y="38289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7" name="Shape 494"/>
          <p:cNvSpPr/>
          <p:nvPr/>
        </p:nvSpPr>
        <p:spPr>
          <a:xfrm>
            <a:off x="2973596" y="36701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8" name="Shape 495"/>
          <p:cNvSpPr/>
          <p:nvPr/>
        </p:nvSpPr>
        <p:spPr>
          <a:xfrm>
            <a:off x="2774700" y="37709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9" name="Shape 496"/>
          <p:cNvSpPr/>
          <p:nvPr/>
        </p:nvSpPr>
        <p:spPr>
          <a:xfrm>
            <a:off x="2919247" y="38409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0" name="Shape 497"/>
          <p:cNvSpPr/>
          <p:nvPr/>
        </p:nvSpPr>
        <p:spPr>
          <a:xfrm>
            <a:off x="2760643" y="39039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1" name="Shape 498"/>
          <p:cNvSpPr/>
          <p:nvPr/>
        </p:nvSpPr>
        <p:spPr>
          <a:xfrm>
            <a:off x="2962366" y="39250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2" name="Shape 499"/>
          <p:cNvSpPr/>
          <p:nvPr/>
        </p:nvSpPr>
        <p:spPr>
          <a:xfrm>
            <a:off x="2600958" y="37216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3" name="Shape 500"/>
          <p:cNvSpPr/>
          <p:nvPr/>
        </p:nvSpPr>
        <p:spPr>
          <a:xfrm>
            <a:off x="2592611" y="40083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4" name="Shape 501"/>
          <p:cNvSpPr/>
          <p:nvPr/>
        </p:nvSpPr>
        <p:spPr>
          <a:xfrm>
            <a:off x="2618318" y="39518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5" name="Shape 502"/>
          <p:cNvSpPr/>
          <p:nvPr/>
        </p:nvSpPr>
        <p:spPr>
          <a:xfrm>
            <a:off x="2708118" y="38688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6" name="Shape 503"/>
          <p:cNvSpPr/>
          <p:nvPr/>
        </p:nvSpPr>
        <p:spPr>
          <a:xfrm>
            <a:off x="2609691" y="39221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7" name="Shape 504"/>
          <p:cNvSpPr/>
          <p:nvPr/>
        </p:nvSpPr>
        <p:spPr>
          <a:xfrm>
            <a:off x="2919493" y="37656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8" name="Shape 505"/>
          <p:cNvSpPr/>
          <p:nvPr/>
        </p:nvSpPr>
        <p:spPr>
          <a:xfrm>
            <a:off x="2932475" y="37768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9" name="Shape 506"/>
          <p:cNvSpPr/>
          <p:nvPr/>
        </p:nvSpPr>
        <p:spPr>
          <a:xfrm>
            <a:off x="2618382" y="39698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0" name="Shape 507"/>
          <p:cNvSpPr/>
          <p:nvPr/>
        </p:nvSpPr>
        <p:spPr>
          <a:xfrm>
            <a:off x="2723245" y="39262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1" name="Shape 508"/>
          <p:cNvSpPr/>
          <p:nvPr/>
        </p:nvSpPr>
        <p:spPr>
          <a:xfrm>
            <a:off x="2593010" y="39883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2" name="Shape 509"/>
          <p:cNvSpPr/>
          <p:nvPr/>
        </p:nvSpPr>
        <p:spPr>
          <a:xfrm>
            <a:off x="2577805" y="37784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3" name="Shape 510"/>
          <p:cNvSpPr/>
          <p:nvPr/>
        </p:nvSpPr>
        <p:spPr>
          <a:xfrm>
            <a:off x="2746047" y="40752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4" name="Shape 511"/>
          <p:cNvSpPr/>
          <p:nvPr/>
        </p:nvSpPr>
        <p:spPr>
          <a:xfrm>
            <a:off x="2625383" y="39707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5" name="Shape 512"/>
          <p:cNvSpPr/>
          <p:nvPr/>
        </p:nvSpPr>
        <p:spPr>
          <a:xfrm>
            <a:off x="2942582" y="39295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6" name="Shape 513"/>
          <p:cNvSpPr/>
          <p:nvPr/>
        </p:nvSpPr>
        <p:spPr>
          <a:xfrm>
            <a:off x="2697656" y="39180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7" name="Shape 514"/>
          <p:cNvSpPr/>
          <p:nvPr/>
        </p:nvSpPr>
        <p:spPr>
          <a:xfrm>
            <a:off x="2662934" y="40647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8" name="Shape 515"/>
          <p:cNvSpPr/>
          <p:nvPr/>
        </p:nvSpPr>
        <p:spPr>
          <a:xfrm>
            <a:off x="2550874" y="40231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9" name="Shape 516"/>
          <p:cNvSpPr/>
          <p:nvPr/>
        </p:nvSpPr>
        <p:spPr>
          <a:xfrm>
            <a:off x="2969783" y="39052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0" name="Shape 517"/>
          <p:cNvSpPr/>
          <p:nvPr/>
        </p:nvSpPr>
        <p:spPr>
          <a:xfrm>
            <a:off x="2730259" y="40420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1" name="Shape 518"/>
          <p:cNvSpPr/>
          <p:nvPr/>
        </p:nvSpPr>
        <p:spPr>
          <a:xfrm>
            <a:off x="2696917" y="39237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2" name="Shape 519"/>
          <p:cNvSpPr/>
          <p:nvPr/>
        </p:nvSpPr>
        <p:spPr>
          <a:xfrm>
            <a:off x="2945985" y="39864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3" name="Shape 520"/>
          <p:cNvSpPr/>
          <p:nvPr/>
        </p:nvSpPr>
        <p:spPr>
          <a:xfrm>
            <a:off x="2896924" y="38053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4" name="Shape 521"/>
          <p:cNvSpPr/>
          <p:nvPr/>
        </p:nvSpPr>
        <p:spPr>
          <a:xfrm>
            <a:off x="2589860" y="38940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5" name="Shape 522"/>
          <p:cNvSpPr/>
          <p:nvPr/>
        </p:nvSpPr>
        <p:spPr>
          <a:xfrm>
            <a:off x="2666641" y="38651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6" name="Shape 523"/>
          <p:cNvSpPr/>
          <p:nvPr/>
        </p:nvSpPr>
        <p:spPr>
          <a:xfrm>
            <a:off x="2710907" y="41182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7" name="Shape 524"/>
          <p:cNvSpPr/>
          <p:nvPr/>
        </p:nvSpPr>
        <p:spPr>
          <a:xfrm>
            <a:off x="2673959" y="40746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8" name="Shape 525"/>
          <p:cNvSpPr/>
          <p:nvPr/>
        </p:nvSpPr>
        <p:spPr>
          <a:xfrm>
            <a:off x="2830659" y="39098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9" name="Shape 526"/>
          <p:cNvSpPr/>
          <p:nvPr/>
        </p:nvSpPr>
        <p:spPr>
          <a:xfrm>
            <a:off x="2709908" y="38795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0" name="Shape 527"/>
          <p:cNvSpPr/>
          <p:nvPr/>
        </p:nvSpPr>
        <p:spPr>
          <a:xfrm>
            <a:off x="2607541" y="38729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1" name="Shape 528"/>
          <p:cNvSpPr/>
          <p:nvPr/>
        </p:nvSpPr>
        <p:spPr>
          <a:xfrm>
            <a:off x="2631073" y="39816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2" name="Shape 529"/>
          <p:cNvSpPr/>
          <p:nvPr/>
        </p:nvSpPr>
        <p:spPr>
          <a:xfrm>
            <a:off x="2550038" y="38097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3" name="Shape 530"/>
          <p:cNvSpPr/>
          <p:nvPr/>
        </p:nvSpPr>
        <p:spPr>
          <a:xfrm>
            <a:off x="2756059" y="39335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4" name="Shape 531"/>
          <p:cNvSpPr/>
          <p:nvPr/>
        </p:nvSpPr>
        <p:spPr>
          <a:xfrm>
            <a:off x="2691879" y="38401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5" name="Shape 532"/>
          <p:cNvSpPr/>
          <p:nvPr/>
        </p:nvSpPr>
        <p:spPr>
          <a:xfrm>
            <a:off x="2546629" y="39495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6" name="Shape 533"/>
          <p:cNvSpPr/>
          <p:nvPr/>
        </p:nvSpPr>
        <p:spPr>
          <a:xfrm>
            <a:off x="2755245" y="39039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7" name="Shape 534"/>
          <p:cNvSpPr/>
          <p:nvPr/>
        </p:nvSpPr>
        <p:spPr>
          <a:xfrm>
            <a:off x="2766433" y="38445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8" name="Shape 535"/>
          <p:cNvSpPr/>
          <p:nvPr/>
        </p:nvSpPr>
        <p:spPr>
          <a:xfrm>
            <a:off x="2674533" y="40232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9" name="Shape 536"/>
          <p:cNvSpPr/>
          <p:nvPr/>
        </p:nvSpPr>
        <p:spPr>
          <a:xfrm>
            <a:off x="2660363" y="39494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0" name="Shape 537"/>
          <p:cNvSpPr/>
          <p:nvPr/>
        </p:nvSpPr>
        <p:spPr>
          <a:xfrm>
            <a:off x="2816756" y="38176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1" name="Shape 538"/>
          <p:cNvSpPr/>
          <p:nvPr/>
        </p:nvSpPr>
        <p:spPr>
          <a:xfrm>
            <a:off x="2576326" y="36556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2" name="Shape 539"/>
          <p:cNvSpPr/>
          <p:nvPr/>
        </p:nvSpPr>
        <p:spPr>
          <a:xfrm>
            <a:off x="2690631" y="40437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3" name="Shape 540"/>
          <p:cNvSpPr/>
          <p:nvPr/>
        </p:nvSpPr>
        <p:spPr>
          <a:xfrm>
            <a:off x="2903077" y="40663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4" name="Shape 541"/>
          <p:cNvSpPr/>
          <p:nvPr/>
        </p:nvSpPr>
        <p:spPr>
          <a:xfrm>
            <a:off x="2788618" y="39430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5" name="Shape 542"/>
          <p:cNvSpPr/>
          <p:nvPr/>
        </p:nvSpPr>
        <p:spPr>
          <a:xfrm>
            <a:off x="2850814" y="40326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6" name="Shape 543"/>
          <p:cNvSpPr/>
          <p:nvPr/>
        </p:nvSpPr>
        <p:spPr>
          <a:xfrm>
            <a:off x="2728885" y="39045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7" name="Shape 544"/>
          <p:cNvSpPr/>
          <p:nvPr/>
        </p:nvSpPr>
        <p:spPr>
          <a:xfrm>
            <a:off x="2928743" y="37876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8" name="Shape 545"/>
          <p:cNvSpPr/>
          <p:nvPr/>
        </p:nvSpPr>
        <p:spPr>
          <a:xfrm>
            <a:off x="2609663" y="37382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9" name="Shape 546"/>
          <p:cNvSpPr/>
          <p:nvPr/>
        </p:nvSpPr>
        <p:spPr>
          <a:xfrm>
            <a:off x="2756461" y="39475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0" name="Shape 547"/>
          <p:cNvSpPr/>
          <p:nvPr/>
        </p:nvSpPr>
        <p:spPr>
          <a:xfrm>
            <a:off x="2823438" y="40132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1" name="Shape 548"/>
          <p:cNvSpPr/>
          <p:nvPr/>
        </p:nvSpPr>
        <p:spPr>
          <a:xfrm>
            <a:off x="2575972" y="39174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2" name="Shape 549"/>
          <p:cNvSpPr/>
          <p:nvPr/>
        </p:nvSpPr>
        <p:spPr>
          <a:xfrm>
            <a:off x="2753247" y="38907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3" name="Shape 550"/>
          <p:cNvSpPr/>
          <p:nvPr/>
        </p:nvSpPr>
        <p:spPr>
          <a:xfrm>
            <a:off x="2681450" y="38493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4" name="Shape 551"/>
          <p:cNvSpPr/>
          <p:nvPr/>
        </p:nvSpPr>
        <p:spPr>
          <a:xfrm>
            <a:off x="2553021" y="39144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5" name="Shape 552"/>
          <p:cNvSpPr/>
          <p:nvPr/>
        </p:nvSpPr>
        <p:spPr>
          <a:xfrm>
            <a:off x="2821450" y="38320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6" name="Shape 553"/>
          <p:cNvSpPr/>
          <p:nvPr/>
        </p:nvSpPr>
        <p:spPr>
          <a:xfrm>
            <a:off x="2830871" y="39808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7" name="Shape 554"/>
          <p:cNvSpPr/>
          <p:nvPr/>
        </p:nvSpPr>
        <p:spPr>
          <a:xfrm>
            <a:off x="2659361" y="40696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8" name="Shape 555"/>
          <p:cNvSpPr/>
          <p:nvPr/>
        </p:nvSpPr>
        <p:spPr>
          <a:xfrm>
            <a:off x="2757643" y="39222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9" name="Shape 556"/>
          <p:cNvSpPr/>
          <p:nvPr/>
        </p:nvSpPr>
        <p:spPr>
          <a:xfrm>
            <a:off x="2920857" y="38881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0" name="Shape 557"/>
          <p:cNvSpPr/>
          <p:nvPr/>
        </p:nvSpPr>
        <p:spPr>
          <a:xfrm>
            <a:off x="2787388" y="40956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1" name="Shape 558"/>
          <p:cNvSpPr/>
          <p:nvPr/>
        </p:nvSpPr>
        <p:spPr>
          <a:xfrm>
            <a:off x="2738186" y="39196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2" name="Shape 559"/>
          <p:cNvSpPr/>
          <p:nvPr/>
        </p:nvSpPr>
        <p:spPr>
          <a:xfrm>
            <a:off x="2601025" y="39828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3" name="Shape 560"/>
          <p:cNvSpPr/>
          <p:nvPr/>
        </p:nvSpPr>
        <p:spPr>
          <a:xfrm>
            <a:off x="2767834" y="40243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4" name="Shape 561"/>
          <p:cNvSpPr/>
          <p:nvPr/>
        </p:nvSpPr>
        <p:spPr>
          <a:xfrm>
            <a:off x="2865888" y="39730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5" name="Shape 562"/>
          <p:cNvSpPr/>
          <p:nvPr/>
        </p:nvSpPr>
        <p:spPr>
          <a:xfrm>
            <a:off x="2713136" y="38779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6" name="Shape 563"/>
          <p:cNvSpPr/>
          <p:nvPr/>
        </p:nvSpPr>
        <p:spPr>
          <a:xfrm>
            <a:off x="2941966" y="36459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7" name="Shape 564"/>
          <p:cNvSpPr/>
          <p:nvPr/>
        </p:nvSpPr>
        <p:spPr>
          <a:xfrm>
            <a:off x="2781607" y="41726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8" name="Shape 565"/>
          <p:cNvSpPr/>
          <p:nvPr/>
        </p:nvSpPr>
        <p:spPr>
          <a:xfrm>
            <a:off x="2573771" y="39648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9" name="Shape 566"/>
          <p:cNvSpPr/>
          <p:nvPr/>
        </p:nvSpPr>
        <p:spPr>
          <a:xfrm>
            <a:off x="2708198" y="39272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0" name="Shape 567"/>
          <p:cNvSpPr/>
          <p:nvPr/>
        </p:nvSpPr>
        <p:spPr>
          <a:xfrm>
            <a:off x="2855152" y="40429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1" name="Shape 568"/>
          <p:cNvSpPr/>
          <p:nvPr/>
        </p:nvSpPr>
        <p:spPr>
          <a:xfrm>
            <a:off x="2936079" y="41385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2" name="Shape 569"/>
          <p:cNvSpPr/>
          <p:nvPr/>
        </p:nvSpPr>
        <p:spPr>
          <a:xfrm>
            <a:off x="2685183" y="41436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3" name="Shape 570"/>
          <p:cNvSpPr/>
          <p:nvPr/>
        </p:nvSpPr>
        <p:spPr>
          <a:xfrm>
            <a:off x="2931236" y="40303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4" name="Shape 571"/>
          <p:cNvSpPr/>
          <p:nvPr/>
        </p:nvSpPr>
        <p:spPr>
          <a:xfrm>
            <a:off x="2688167" y="41609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5" name="Shape 572"/>
          <p:cNvSpPr/>
          <p:nvPr/>
        </p:nvSpPr>
        <p:spPr>
          <a:xfrm>
            <a:off x="2804615" y="42668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6" name="Shape 573"/>
          <p:cNvSpPr/>
          <p:nvPr/>
        </p:nvSpPr>
        <p:spPr>
          <a:xfrm>
            <a:off x="2957089" y="41539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7" name="Shape 574"/>
          <p:cNvSpPr/>
          <p:nvPr/>
        </p:nvSpPr>
        <p:spPr>
          <a:xfrm>
            <a:off x="2565447" y="43315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8" name="Shape 575"/>
          <p:cNvSpPr/>
          <p:nvPr/>
        </p:nvSpPr>
        <p:spPr>
          <a:xfrm>
            <a:off x="2565641" y="42635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9" name="Shape 576"/>
          <p:cNvSpPr/>
          <p:nvPr/>
        </p:nvSpPr>
        <p:spPr>
          <a:xfrm>
            <a:off x="2953138" y="42565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0" name="Shape 577"/>
          <p:cNvSpPr/>
          <p:nvPr/>
        </p:nvSpPr>
        <p:spPr>
          <a:xfrm>
            <a:off x="2654751" y="40358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1" name="Shape 578"/>
          <p:cNvSpPr/>
          <p:nvPr/>
        </p:nvSpPr>
        <p:spPr>
          <a:xfrm>
            <a:off x="2791401" y="42081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2" name="Shape 579"/>
          <p:cNvSpPr/>
          <p:nvPr/>
        </p:nvSpPr>
        <p:spPr>
          <a:xfrm>
            <a:off x="2545683" y="42213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3" name="Shape 580"/>
          <p:cNvSpPr/>
          <p:nvPr/>
        </p:nvSpPr>
        <p:spPr>
          <a:xfrm>
            <a:off x="2780137" y="42043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4" name="Shape 581"/>
          <p:cNvSpPr/>
          <p:nvPr/>
        </p:nvSpPr>
        <p:spPr>
          <a:xfrm>
            <a:off x="2740030" y="41075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5" name="Shape 582"/>
          <p:cNvSpPr/>
          <p:nvPr/>
        </p:nvSpPr>
        <p:spPr>
          <a:xfrm>
            <a:off x="2900356" y="40076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6" name="Shape 583"/>
          <p:cNvSpPr/>
          <p:nvPr/>
        </p:nvSpPr>
        <p:spPr>
          <a:xfrm>
            <a:off x="2880658" y="38520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7" name="Shape 584"/>
          <p:cNvSpPr/>
          <p:nvPr/>
        </p:nvSpPr>
        <p:spPr>
          <a:xfrm>
            <a:off x="2570619" y="38334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8" name="Shape 585"/>
          <p:cNvSpPr/>
          <p:nvPr/>
        </p:nvSpPr>
        <p:spPr>
          <a:xfrm>
            <a:off x="2668543" y="32444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9" name="Shape 586"/>
          <p:cNvSpPr/>
          <p:nvPr/>
        </p:nvSpPr>
        <p:spPr>
          <a:xfrm>
            <a:off x="2733570" y="32472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0" name="Shape 587"/>
          <p:cNvSpPr/>
          <p:nvPr/>
        </p:nvSpPr>
        <p:spPr>
          <a:xfrm>
            <a:off x="2926460" y="35744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1" name="Shape 588"/>
          <p:cNvSpPr/>
          <p:nvPr/>
        </p:nvSpPr>
        <p:spPr>
          <a:xfrm>
            <a:off x="2926449" y="35058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2" name="Shape 589"/>
          <p:cNvSpPr/>
          <p:nvPr/>
        </p:nvSpPr>
        <p:spPr>
          <a:xfrm>
            <a:off x="2579056" y="41565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3" name="Shape 590"/>
          <p:cNvSpPr/>
          <p:nvPr/>
        </p:nvSpPr>
        <p:spPr>
          <a:xfrm>
            <a:off x="2738200" y="33899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4" name="Shape 591"/>
          <p:cNvSpPr/>
          <p:nvPr/>
        </p:nvSpPr>
        <p:spPr>
          <a:xfrm>
            <a:off x="2807902" y="31952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5" name="Shape 592"/>
          <p:cNvSpPr/>
          <p:nvPr/>
        </p:nvSpPr>
        <p:spPr>
          <a:xfrm>
            <a:off x="2854358" y="32246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6" name="Shape 593"/>
          <p:cNvSpPr/>
          <p:nvPr/>
        </p:nvSpPr>
        <p:spPr>
          <a:xfrm>
            <a:off x="2760597" y="31686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7" name="Shape 594"/>
          <p:cNvSpPr/>
          <p:nvPr/>
        </p:nvSpPr>
        <p:spPr>
          <a:xfrm>
            <a:off x="2688454" y="34593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8" name="Shape 595"/>
          <p:cNvSpPr/>
          <p:nvPr/>
        </p:nvSpPr>
        <p:spPr>
          <a:xfrm>
            <a:off x="2956724" y="39183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9" name="Shape 596"/>
          <p:cNvSpPr/>
          <p:nvPr/>
        </p:nvSpPr>
        <p:spPr>
          <a:xfrm>
            <a:off x="2849628" y="33796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0" name="Shape 597"/>
          <p:cNvSpPr/>
          <p:nvPr/>
        </p:nvSpPr>
        <p:spPr>
          <a:xfrm>
            <a:off x="2859858" y="31461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1" name="Shape 598"/>
          <p:cNvSpPr/>
          <p:nvPr/>
        </p:nvSpPr>
        <p:spPr>
          <a:xfrm>
            <a:off x="2876281" y="39341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2" name="Shape 599"/>
          <p:cNvSpPr/>
          <p:nvPr/>
        </p:nvSpPr>
        <p:spPr>
          <a:xfrm>
            <a:off x="2564062" y="33782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3" name="Shape 600"/>
          <p:cNvSpPr/>
          <p:nvPr/>
        </p:nvSpPr>
        <p:spPr>
          <a:xfrm>
            <a:off x="2875194" y="34714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4" name="Shape 601"/>
          <p:cNvSpPr/>
          <p:nvPr/>
        </p:nvSpPr>
        <p:spPr>
          <a:xfrm>
            <a:off x="2830276" y="38606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5" name="Shape 602"/>
          <p:cNvSpPr/>
          <p:nvPr/>
        </p:nvSpPr>
        <p:spPr>
          <a:xfrm>
            <a:off x="2782575" y="37359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6" name="Shape 603"/>
          <p:cNvSpPr/>
          <p:nvPr/>
        </p:nvSpPr>
        <p:spPr>
          <a:xfrm>
            <a:off x="2967630" y="34769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7" name="Shape 604"/>
          <p:cNvSpPr/>
          <p:nvPr/>
        </p:nvSpPr>
        <p:spPr>
          <a:xfrm>
            <a:off x="2568207" y="32371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8" name="Shape 605"/>
          <p:cNvSpPr/>
          <p:nvPr/>
        </p:nvSpPr>
        <p:spPr>
          <a:xfrm>
            <a:off x="2967991" y="35731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9" name="Shape 606"/>
          <p:cNvSpPr/>
          <p:nvPr/>
        </p:nvSpPr>
        <p:spPr>
          <a:xfrm>
            <a:off x="2711096" y="34961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0" name="Shape 607"/>
          <p:cNvSpPr/>
          <p:nvPr/>
        </p:nvSpPr>
        <p:spPr>
          <a:xfrm>
            <a:off x="2708600" y="32358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1" name="Shape 608"/>
          <p:cNvSpPr/>
          <p:nvPr/>
        </p:nvSpPr>
        <p:spPr>
          <a:xfrm>
            <a:off x="2824296" y="35756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2" name="Shape 609"/>
          <p:cNvSpPr/>
          <p:nvPr/>
        </p:nvSpPr>
        <p:spPr>
          <a:xfrm>
            <a:off x="2758359" y="32343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3" name="Shape 610"/>
          <p:cNvSpPr/>
          <p:nvPr/>
        </p:nvSpPr>
        <p:spPr>
          <a:xfrm>
            <a:off x="2886096" y="32175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4" name="Shape 611"/>
          <p:cNvSpPr/>
          <p:nvPr/>
        </p:nvSpPr>
        <p:spPr>
          <a:xfrm>
            <a:off x="2917244" y="35287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5" name="Shape 612"/>
          <p:cNvSpPr/>
          <p:nvPr/>
        </p:nvSpPr>
        <p:spPr>
          <a:xfrm>
            <a:off x="2682964" y="32649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6" name="Shape 613"/>
          <p:cNvSpPr/>
          <p:nvPr/>
        </p:nvSpPr>
        <p:spPr>
          <a:xfrm>
            <a:off x="2628324" y="27556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7" name="Shape 614"/>
          <p:cNvSpPr/>
          <p:nvPr/>
        </p:nvSpPr>
        <p:spPr>
          <a:xfrm>
            <a:off x="2732528" y="32485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8" name="Shape 615"/>
          <p:cNvSpPr/>
          <p:nvPr/>
        </p:nvSpPr>
        <p:spPr>
          <a:xfrm>
            <a:off x="2754403" y="27799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9" name="Shape 616"/>
          <p:cNvSpPr/>
          <p:nvPr/>
        </p:nvSpPr>
        <p:spPr>
          <a:xfrm>
            <a:off x="2836548" y="30219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0" name="Shape 617"/>
          <p:cNvSpPr/>
          <p:nvPr/>
        </p:nvSpPr>
        <p:spPr>
          <a:xfrm>
            <a:off x="2558298" y="28379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1" name="Shape 618"/>
          <p:cNvSpPr/>
          <p:nvPr/>
        </p:nvSpPr>
        <p:spPr>
          <a:xfrm>
            <a:off x="2860240" y="32506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2" name="Shape 619"/>
          <p:cNvSpPr/>
          <p:nvPr/>
        </p:nvSpPr>
        <p:spPr>
          <a:xfrm>
            <a:off x="2856560" y="29895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3" name="Shape 620"/>
          <p:cNvSpPr/>
          <p:nvPr/>
        </p:nvSpPr>
        <p:spPr>
          <a:xfrm>
            <a:off x="2804297" y="27436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4" name="Shape 621"/>
          <p:cNvSpPr/>
          <p:nvPr/>
        </p:nvSpPr>
        <p:spPr>
          <a:xfrm>
            <a:off x="2948679" y="32352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5" name="Shape 622"/>
          <p:cNvSpPr/>
          <p:nvPr/>
        </p:nvSpPr>
        <p:spPr>
          <a:xfrm>
            <a:off x="2609572" y="29543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6" name="Shape 623"/>
          <p:cNvSpPr/>
          <p:nvPr/>
        </p:nvSpPr>
        <p:spPr>
          <a:xfrm>
            <a:off x="2757236" y="28584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7" name="Shape 624"/>
          <p:cNvSpPr/>
          <p:nvPr/>
        </p:nvSpPr>
        <p:spPr>
          <a:xfrm>
            <a:off x="2575105" y="29508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8" name="Shape 625"/>
          <p:cNvSpPr/>
          <p:nvPr/>
        </p:nvSpPr>
        <p:spPr>
          <a:xfrm>
            <a:off x="2861822" y="30261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9" name="Shape 626"/>
          <p:cNvSpPr/>
          <p:nvPr/>
        </p:nvSpPr>
        <p:spPr>
          <a:xfrm>
            <a:off x="2920042" y="29296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0" name="Shape 627"/>
          <p:cNvSpPr/>
          <p:nvPr/>
        </p:nvSpPr>
        <p:spPr>
          <a:xfrm>
            <a:off x="2691369" y="27970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1" name="Shape 628"/>
          <p:cNvSpPr/>
          <p:nvPr/>
        </p:nvSpPr>
        <p:spPr>
          <a:xfrm>
            <a:off x="2662579" y="32343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2" name="Shape 629"/>
          <p:cNvSpPr/>
          <p:nvPr/>
        </p:nvSpPr>
        <p:spPr>
          <a:xfrm>
            <a:off x="2677849" y="29278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3" name="Shape 630"/>
          <p:cNvSpPr/>
          <p:nvPr/>
        </p:nvSpPr>
        <p:spPr>
          <a:xfrm>
            <a:off x="2698035" y="27407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4" name="Shape 631"/>
          <p:cNvSpPr/>
          <p:nvPr/>
        </p:nvSpPr>
        <p:spPr>
          <a:xfrm>
            <a:off x="2731698" y="30923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5" name="Shape 632"/>
          <p:cNvSpPr/>
          <p:nvPr/>
        </p:nvSpPr>
        <p:spPr>
          <a:xfrm>
            <a:off x="2612442" y="28229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6" name="Shape 633"/>
          <p:cNvSpPr/>
          <p:nvPr/>
        </p:nvSpPr>
        <p:spPr>
          <a:xfrm>
            <a:off x="2709163" y="31200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7" name="Shape 634"/>
          <p:cNvSpPr/>
          <p:nvPr/>
        </p:nvSpPr>
        <p:spPr>
          <a:xfrm>
            <a:off x="2682779" y="27820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8" name="Shape 635"/>
          <p:cNvSpPr/>
          <p:nvPr/>
        </p:nvSpPr>
        <p:spPr>
          <a:xfrm>
            <a:off x="2843479" y="29561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9" name="Shape 636"/>
          <p:cNvSpPr/>
          <p:nvPr/>
        </p:nvSpPr>
        <p:spPr>
          <a:xfrm>
            <a:off x="2625802" y="27723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0" name="Shape 637"/>
          <p:cNvSpPr/>
          <p:nvPr/>
        </p:nvSpPr>
        <p:spPr>
          <a:xfrm>
            <a:off x="2737769" y="27602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1" name="Shape 638"/>
          <p:cNvSpPr/>
          <p:nvPr/>
        </p:nvSpPr>
        <p:spPr>
          <a:xfrm>
            <a:off x="2892803" y="31476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2" name="Shape 639"/>
          <p:cNvSpPr/>
          <p:nvPr/>
        </p:nvSpPr>
        <p:spPr>
          <a:xfrm>
            <a:off x="2823313" y="27480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3" name="Shape 640"/>
          <p:cNvSpPr/>
          <p:nvPr/>
        </p:nvSpPr>
        <p:spPr>
          <a:xfrm>
            <a:off x="2916214" y="28060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4" name="Shape 641"/>
          <p:cNvSpPr/>
          <p:nvPr/>
        </p:nvSpPr>
        <p:spPr>
          <a:xfrm>
            <a:off x="2608166" y="28109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5" name="Shape 642"/>
          <p:cNvSpPr/>
          <p:nvPr/>
        </p:nvSpPr>
        <p:spPr>
          <a:xfrm>
            <a:off x="2738017" y="30440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6" name="Shape 643"/>
          <p:cNvSpPr/>
          <p:nvPr/>
        </p:nvSpPr>
        <p:spPr>
          <a:xfrm>
            <a:off x="2668164" y="28725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7" name="Shape 644"/>
          <p:cNvSpPr/>
          <p:nvPr/>
        </p:nvSpPr>
        <p:spPr>
          <a:xfrm>
            <a:off x="2800327" y="27994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8" name="Shape 645"/>
          <p:cNvSpPr/>
          <p:nvPr/>
        </p:nvSpPr>
        <p:spPr>
          <a:xfrm>
            <a:off x="2967968" y="28143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9" name="Shape 646"/>
          <p:cNvSpPr/>
          <p:nvPr/>
        </p:nvSpPr>
        <p:spPr>
          <a:xfrm>
            <a:off x="2952537" y="30600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0" name="Shape 647"/>
          <p:cNvSpPr/>
          <p:nvPr/>
        </p:nvSpPr>
        <p:spPr>
          <a:xfrm>
            <a:off x="2687239" y="29018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1" name="Shape 648"/>
          <p:cNvSpPr/>
          <p:nvPr/>
        </p:nvSpPr>
        <p:spPr>
          <a:xfrm>
            <a:off x="2621673" y="26490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2" name="Shape 649"/>
          <p:cNvSpPr/>
          <p:nvPr/>
        </p:nvSpPr>
        <p:spPr>
          <a:xfrm>
            <a:off x="2657232" y="27992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3" name="Shape 650"/>
          <p:cNvSpPr/>
          <p:nvPr/>
        </p:nvSpPr>
        <p:spPr>
          <a:xfrm>
            <a:off x="2655623" y="28238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4" name="Shape 651"/>
          <p:cNvSpPr/>
          <p:nvPr/>
        </p:nvSpPr>
        <p:spPr>
          <a:xfrm>
            <a:off x="2666675" y="29556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5" name="Shape 652"/>
          <p:cNvSpPr/>
          <p:nvPr/>
        </p:nvSpPr>
        <p:spPr>
          <a:xfrm>
            <a:off x="2717567" y="25650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6" name="Shape 653"/>
          <p:cNvSpPr/>
          <p:nvPr/>
        </p:nvSpPr>
        <p:spPr>
          <a:xfrm>
            <a:off x="2640546" y="34327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7" name="Shape 654"/>
          <p:cNvSpPr/>
          <p:nvPr/>
        </p:nvSpPr>
        <p:spPr>
          <a:xfrm>
            <a:off x="2776608" y="36074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8" name="Shape 655"/>
          <p:cNvSpPr/>
          <p:nvPr/>
        </p:nvSpPr>
        <p:spPr>
          <a:xfrm>
            <a:off x="2735657" y="41984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9" name="Shape 656"/>
          <p:cNvSpPr/>
          <p:nvPr/>
        </p:nvSpPr>
        <p:spPr>
          <a:xfrm>
            <a:off x="2938860" y="30272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0" name="Shape 657"/>
          <p:cNvSpPr/>
          <p:nvPr/>
        </p:nvSpPr>
        <p:spPr>
          <a:xfrm>
            <a:off x="2927577" y="34307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1" name="Shape 658"/>
          <p:cNvSpPr/>
          <p:nvPr/>
        </p:nvSpPr>
        <p:spPr>
          <a:xfrm>
            <a:off x="2820622" y="39395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2" name="Shape 659"/>
          <p:cNvSpPr/>
          <p:nvPr/>
        </p:nvSpPr>
        <p:spPr>
          <a:xfrm>
            <a:off x="2757026" y="38073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3" name="Shape 660"/>
          <p:cNvSpPr/>
          <p:nvPr/>
        </p:nvSpPr>
        <p:spPr>
          <a:xfrm>
            <a:off x="2886919" y="39293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4" name="Shape 661"/>
          <p:cNvSpPr/>
          <p:nvPr/>
        </p:nvSpPr>
        <p:spPr>
          <a:xfrm>
            <a:off x="2858778" y="29490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5" name="Shape 662"/>
          <p:cNvSpPr/>
          <p:nvPr/>
        </p:nvSpPr>
        <p:spPr>
          <a:xfrm>
            <a:off x="2686316" y="30823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6" name="Shape 663"/>
          <p:cNvSpPr/>
          <p:nvPr/>
        </p:nvSpPr>
        <p:spPr>
          <a:xfrm>
            <a:off x="2974436" y="31028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7" name="Shape 664"/>
          <p:cNvSpPr/>
          <p:nvPr/>
        </p:nvSpPr>
        <p:spPr>
          <a:xfrm>
            <a:off x="2749104" y="31395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8" name="Shape 665"/>
          <p:cNvSpPr/>
          <p:nvPr/>
        </p:nvSpPr>
        <p:spPr>
          <a:xfrm>
            <a:off x="2612921" y="30044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9" name="Shape 666"/>
          <p:cNvSpPr/>
          <p:nvPr/>
        </p:nvSpPr>
        <p:spPr>
          <a:xfrm>
            <a:off x="2756878" y="37080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0" name="Shape 667"/>
          <p:cNvSpPr/>
          <p:nvPr/>
        </p:nvSpPr>
        <p:spPr>
          <a:xfrm>
            <a:off x="2859673" y="34028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1" name="Shape 668"/>
          <p:cNvSpPr/>
          <p:nvPr/>
        </p:nvSpPr>
        <p:spPr>
          <a:xfrm>
            <a:off x="2965554" y="33662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2" name="Shape 669"/>
          <p:cNvSpPr/>
          <p:nvPr/>
        </p:nvSpPr>
        <p:spPr>
          <a:xfrm>
            <a:off x="2652376" y="36518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3" name="Shape 670"/>
          <p:cNvSpPr/>
          <p:nvPr/>
        </p:nvSpPr>
        <p:spPr>
          <a:xfrm>
            <a:off x="2580606" y="32244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4" name="Shape 671"/>
          <p:cNvSpPr/>
          <p:nvPr/>
        </p:nvSpPr>
        <p:spPr>
          <a:xfrm>
            <a:off x="2737590" y="29619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5" name="Shape 672"/>
          <p:cNvSpPr/>
          <p:nvPr/>
        </p:nvSpPr>
        <p:spPr>
          <a:xfrm>
            <a:off x="2892348" y="33935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6" name="Shape 673"/>
          <p:cNvSpPr/>
          <p:nvPr/>
        </p:nvSpPr>
        <p:spPr>
          <a:xfrm>
            <a:off x="2639678" y="37557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7" name="Shape 674"/>
          <p:cNvSpPr/>
          <p:nvPr/>
        </p:nvSpPr>
        <p:spPr>
          <a:xfrm>
            <a:off x="2722084" y="29950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8" name="Shape 675"/>
          <p:cNvSpPr/>
          <p:nvPr/>
        </p:nvSpPr>
        <p:spPr>
          <a:xfrm>
            <a:off x="2550276" y="30977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9" name="Shape 676"/>
          <p:cNvSpPr/>
          <p:nvPr/>
        </p:nvSpPr>
        <p:spPr>
          <a:xfrm>
            <a:off x="2836271" y="30928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0" name="Shape 677"/>
          <p:cNvSpPr/>
          <p:nvPr/>
        </p:nvSpPr>
        <p:spPr>
          <a:xfrm>
            <a:off x="2826905" y="37572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1" name="Shape 678"/>
          <p:cNvSpPr/>
          <p:nvPr/>
        </p:nvSpPr>
        <p:spPr>
          <a:xfrm>
            <a:off x="2877654" y="29254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2" name="Shape 679"/>
          <p:cNvSpPr/>
          <p:nvPr/>
        </p:nvSpPr>
        <p:spPr>
          <a:xfrm>
            <a:off x="2685336" y="29684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3" name="Shape 680"/>
          <p:cNvSpPr/>
          <p:nvPr/>
        </p:nvSpPr>
        <p:spPr>
          <a:xfrm>
            <a:off x="2784482" y="29282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4" name="Shape 681"/>
          <p:cNvSpPr/>
          <p:nvPr/>
        </p:nvSpPr>
        <p:spPr>
          <a:xfrm>
            <a:off x="2780123" y="30725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5" name="Shape 682"/>
          <p:cNvSpPr/>
          <p:nvPr/>
        </p:nvSpPr>
        <p:spPr>
          <a:xfrm>
            <a:off x="2973015" y="28919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6" name="Shape 683"/>
          <p:cNvSpPr/>
          <p:nvPr/>
        </p:nvSpPr>
        <p:spPr>
          <a:xfrm>
            <a:off x="2965985" y="28992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7" name="Shape 684"/>
          <p:cNvSpPr/>
          <p:nvPr/>
        </p:nvSpPr>
        <p:spPr>
          <a:xfrm>
            <a:off x="2720197" y="33633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8" name="Shape 685"/>
          <p:cNvSpPr/>
          <p:nvPr/>
        </p:nvSpPr>
        <p:spPr>
          <a:xfrm>
            <a:off x="2920803" y="28833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9" name="Shape 686"/>
          <p:cNvSpPr/>
          <p:nvPr/>
        </p:nvSpPr>
        <p:spPr>
          <a:xfrm>
            <a:off x="2851483" y="31349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0" name="Shape 687"/>
          <p:cNvSpPr/>
          <p:nvPr/>
        </p:nvSpPr>
        <p:spPr>
          <a:xfrm>
            <a:off x="2757292" y="30665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1" name="Shape 688"/>
          <p:cNvSpPr/>
          <p:nvPr/>
        </p:nvSpPr>
        <p:spPr>
          <a:xfrm>
            <a:off x="2667347" y="35145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2" name="Shape 689"/>
          <p:cNvSpPr/>
          <p:nvPr/>
        </p:nvSpPr>
        <p:spPr>
          <a:xfrm>
            <a:off x="2814759" y="33722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3" name="Shape 690"/>
          <p:cNvSpPr/>
          <p:nvPr/>
        </p:nvSpPr>
        <p:spPr>
          <a:xfrm>
            <a:off x="2809801" y="31466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4" name="Shape 691"/>
          <p:cNvSpPr/>
          <p:nvPr/>
        </p:nvSpPr>
        <p:spPr>
          <a:xfrm>
            <a:off x="2768587" y="28956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5" name="Shape 692"/>
          <p:cNvSpPr/>
          <p:nvPr/>
        </p:nvSpPr>
        <p:spPr>
          <a:xfrm>
            <a:off x="2703598" y="32760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6" name="Shape 693"/>
          <p:cNvSpPr/>
          <p:nvPr/>
        </p:nvSpPr>
        <p:spPr>
          <a:xfrm>
            <a:off x="2961448" y="29894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7" name="Shape 694"/>
          <p:cNvSpPr/>
          <p:nvPr/>
        </p:nvSpPr>
        <p:spPr>
          <a:xfrm>
            <a:off x="2970798" y="34474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8" name="Shape 695"/>
          <p:cNvSpPr/>
          <p:nvPr/>
        </p:nvSpPr>
        <p:spPr>
          <a:xfrm>
            <a:off x="2607216" y="31958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9" name="Shape 696"/>
          <p:cNvSpPr/>
          <p:nvPr/>
        </p:nvSpPr>
        <p:spPr>
          <a:xfrm>
            <a:off x="2889556" y="31075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0" name="Shape 697"/>
          <p:cNvSpPr/>
          <p:nvPr/>
        </p:nvSpPr>
        <p:spPr>
          <a:xfrm>
            <a:off x="2795959" y="42221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1" name="Shape 698"/>
          <p:cNvSpPr/>
          <p:nvPr/>
        </p:nvSpPr>
        <p:spPr>
          <a:xfrm>
            <a:off x="2599773" y="40415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2" name="Shape 699"/>
          <p:cNvSpPr/>
          <p:nvPr/>
        </p:nvSpPr>
        <p:spPr>
          <a:xfrm>
            <a:off x="2549434" y="35217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3" name="Shape 700"/>
          <p:cNvSpPr/>
          <p:nvPr/>
        </p:nvSpPr>
        <p:spPr>
          <a:xfrm>
            <a:off x="2951193" y="36862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4" name="Shape 701"/>
          <p:cNvSpPr/>
          <p:nvPr/>
        </p:nvSpPr>
        <p:spPr>
          <a:xfrm>
            <a:off x="2658566" y="36390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5" name="Shape 702"/>
          <p:cNvSpPr/>
          <p:nvPr/>
        </p:nvSpPr>
        <p:spPr>
          <a:xfrm>
            <a:off x="2933187" y="36857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6" name="Shape 703"/>
          <p:cNvSpPr/>
          <p:nvPr/>
        </p:nvSpPr>
        <p:spPr>
          <a:xfrm>
            <a:off x="2649016" y="36213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7" name="Shape 704"/>
          <p:cNvSpPr/>
          <p:nvPr/>
        </p:nvSpPr>
        <p:spPr>
          <a:xfrm>
            <a:off x="2861259" y="36288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8" name="Shape 705"/>
          <p:cNvSpPr/>
          <p:nvPr/>
        </p:nvSpPr>
        <p:spPr>
          <a:xfrm>
            <a:off x="2909279" y="36728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9" name="Shape 706"/>
          <p:cNvSpPr/>
          <p:nvPr/>
        </p:nvSpPr>
        <p:spPr>
          <a:xfrm>
            <a:off x="2951005" y="36531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0" name="Shape 707"/>
          <p:cNvSpPr/>
          <p:nvPr/>
        </p:nvSpPr>
        <p:spPr>
          <a:xfrm>
            <a:off x="2594137" y="36736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1" name="Shape 708"/>
          <p:cNvSpPr/>
          <p:nvPr/>
        </p:nvSpPr>
        <p:spPr>
          <a:xfrm>
            <a:off x="2807104" y="36798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2" name="Shape 709"/>
          <p:cNvSpPr/>
          <p:nvPr/>
        </p:nvSpPr>
        <p:spPr>
          <a:xfrm>
            <a:off x="2684416" y="36601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3" name="Shape 710"/>
          <p:cNvSpPr/>
          <p:nvPr/>
        </p:nvSpPr>
        <p:spPr>
          <a:xfrm>
            <a:off x="2706243" y="35922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4" name="Shape 711"/>
          <p:cNvSpPr/>
          <p:nvPr/>
        </p:nvSpPr>
        <p:spPr>
          <a:xfrm>
            <a:off x="2676722" y="36717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5" name="Shape 712"/>
          <p:cNvSpPr/>
          <p:nvPr/>
        </p:nvSpPr>
        <p:spPr>
          <a:xfrm>
            <a:off x="2822947" y="36668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6" name="Shape 713"/>
          <p:cNvSpPr/>
          <p:nvPr/>
        </p:nvSpPr>
        <p:spPr>
          <a:xfrm>
            <a:off x="2899575" y="34147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7" name="Shape 714"/>
          <p:cNvSpPr/>
          <p:nvPr/>
        </p:nvSpPr>
        <p:spPr>
          <a:xfrm>
            <a:off x="2687620" y="32907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8" name="Shape 715"/>
          <p:cNvSpPr/>
          <p:nvPr/>
        </p:nvSpPr>
        <p:spPr>
          <a:xfrm>
            <a:off x="2935883" y="29515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9" name="Shape 716"/>
          <p:cNvSpPr/>
          <p:nvPr/>
        </p:nvSpPr>
        <p:spPr>
          <a:xfrm>
            <a:off x="2555754" y="37456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0" name="Shape 717"/>
          <p:cNvSpPr/>
          <p:nvPr/>
        </p:nvSpPr>
        <p:spPr>
          <a:xfrm>
            <a:off x="2957022" y="32646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1" name="Shape 718"/>
          <p:cNvSpPr/>
          <p:nvPr/>
        </p:nvSpPr>
        <p:spPr>
          <a:xfrm>
            <a:off x="2606153" y="43418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2" name="Shape 719"/>
          <p:cNvSpPr/>
          <p:nvPr/>
        </p:nvSpPr>
        <p:spPr>
          <a:xfrm>
            <a:off x="2807785" y="43086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3" name="Shape 720"/>
          <p:cNvSpPr/>
          <p:nvPr/>
        </p:nvSpPr>
        <p:spPr>
          <a:xfrm>
            <a:off x="2549800" y="43956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4" name="Shape 721"/>
          <p:cNvSpPr/>
          <p:nvPr/>
        </p:nvSpPr>
        <p:spPr>
          <a:xfrm>
            <a:off x="2653037" y="37375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5" name="Shape 722"/>
          <p:cNvSpPr/>
          <p:nvPr/>
        </p:nvSpPr>
        <p:spPr>
          <a:xfrm>
            <a:off x="2804135" y="43068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6" name="Shape 723"/>
          <p:cNvSpPr/>
          <p:nvPr/>
        </p:nvSpPr>
        <p:spPr>
          <a:xfrm>
            <a:off x="2643444" y="45173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7" name="Shape 724"/>
          <p:cNvSpPr/>
          <p:nvPr/>
        </p:nvSpPr>
        <p:spPr>
          <a:xfrm>
            <a:off x="2850298" y="39948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8" name="Shape 725"/>
          <p:cNvSpPr/>
          <p:nvPr/>
        </p:nvSpPr>
        <p:spPr>
          <a:xfrm>
            <a:off x="2769218" y="44680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9" name="Shape 726"/>
          <p:cNvSpPr/>
          <p:nvPr/>
        </p:nvSpPr>
        <p:spPr>
          <a:xfrm>
            <a:off x="2830110" y="37249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0" name="Shape 727"/>
          <p:cNvSpPr/>
          <p:nvPr/>
        </p:nvSpPr>
        <p:spPr>
          <a:xfrm>
            <a:off x="2633549" y="44660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1" name="Shape 728"/>
          <p:cNvSpPr/>
          <p:nvPr/>
        </p:nvSpPr>
        <p:spPr>
          <a:xfrm>
            <a:off x="2676758" y="37521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2" name="Shape 729"/>
          <p:cNvSpPr/>
          <p:nvPr/>
        </p:nvSpPr>
        <p:spPr>
          <a:xfrm>
            <a:off x="2761101" y="44784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3" name="Shape 730"/>
          <p:cNvSpPr/>
          <p:nvPr/>
        </p:nvSpPr>
        <p:spPr>
          <a:xfrm>
            <a:off x="2657155" y="30155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4" name="Shape 731"/>
          <p:cNvSpPr/>
          <p:nvPr/>
        </p:nvSpPr>
        <p:spPr>
          <a:xfrm>
            <a:off x="2713246" y="34885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5" name="Shape 732"/>
          <p:cNvSpPr/>
          <p:nvPr/>
        </p:nvSpPr>
        <p:spPr>
          <a:xfrm>
            <a:off x="2905097" y="39396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6" name="Shape 733"/>
          <p:cNvSpPr/>
          <p:nvPr/>
        </p:nvSpPr>
        <p:spPr>
          <a:xfrm>
            <a:off x="2825965" y="38922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7" name="Shape 734"/>
          <p:cNvSpPr/>
          <p:nvPr/>
        </p:nvSpPr>
        <p:spPr>
          <a:xfrm>
            <a:off x="2819815" y="29558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8" name="Shape 735"/>
          <p:cNvSpPr/>
          <p:nvPr/>
        </p:nvSpPr>
        <p:spPr>
          <a:xfrm>
            <a:off x="2919897" y="29815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9" name="Shape 736"/>
          <p:cNvSpPr/>
          <p:nvPr/>
        </p:nvSpPr>
        <p:spPr>
          <a:xfrm>
            <a:off x="2822178" y="32470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0" name="Shape 737"/>
          <p:cNvSpPr/>
          <p:nvPr/>
        </p:nvSpPr>
        <p:spPr>
          <a:xfrm>
            <a:off x="2742573" y="33532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1" name="Shape 738"/>
          <p:cNvSpPr/>
          <p:nvPr/>
        </p:nvSpPr>
        <p:spPr>
          <a:xfrm>
            <a:off x="2938160" y="29904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2" name="Shape 739"/>
          <p:cNvSpPr/>
          <p:nvPr/>
        </p:nvSpPr>
        <p:spPr>
          <a:xfrm>
            <a:off x="2601682" y="32183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3" name="Shape 740"/>
          <p:cNvSpPr/>
          <p:nvPr/>
        </p:nvSpPr>
        <p:spPr>
          <a:xfrm>
            <a:off x="2910904" y="32116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4" name="Shape 741"/>
          <p:cNvSpPr/>
          <p:nvPr/>
        </p:nvSpPr>
        <p:spPr>
          <a:xfrm>
            <a:off x="2803151" y="29144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5" name="Shape 742"/>
          <p:cNvSpPr/>
          <p:nvPr/>
        </p:nvSpPr>
        <p:spPr>
          <a:xfrm>
            <a:off x="2771161" y="30923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6" name="Shape 743"/>
          <p:cNvSpPr/>
          <p:nvPr/>
        </p:nvSpPr>
        <p:spPr>
          <a:xfrm>
            <a:off x="2647947" y="37615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7" name="Shape 744"/>
          <p:cNvSpPr/>
          <p:nvPr/>
        </p:nvSpPr>
        <p:spPr>
          <a:xfrm>
            <a:off x="2573891" y="37538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8" name="Shape 745"/>
          <p:cNvSpPr/>
          <p:nvPr/>
        </p:nvSpPr>
        <p:spPr>
          <a:xfrm>
            <a:off x="2925977" y="37871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9" name="Shape 746"/>
          <p:cNvSpPr/>
          <p:nvPr/>
        </p:nvSpPr>
        <p:spPr>
          <a:xfrm>
            <a:off x="2898045" y="37241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0" name="Shape 747"/>
          <p:cNvSpPr/>
          <p:nvPr/>
        </p:nvSpPr>
        <p:spPr>
          <a:xfrm>
            <a:off x="2620270" y="37548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1" name="Shape 748"/>
          <p:cNvSpPr/>
          <p:nvPr/>
        </p:nvSpPr>
        <p:spPr>
          <a:xfrm>
            <a:off x="2593002" y="37921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2" name="Shape 749"/>
          <p:cNvSpPr/>
          <p:nvPr/>
        </p:nvSpPr>
        <p:spPr>
          <a:xfrm>
            <a:off x="2729973" y="34751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3" name="Shape 750"/>
          <p:cNvSpPr/>
          <p:nvPr/>
        </p:nvSpPr>
        <p:spPr>
          <a:xfrm>
            <a:off x="2902343" y="37536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4" name="Shape 751"/>
          <p:cNvSpPr/>
          <p:nvPr/>
        </p:nvSpPr>
        <p:spPr>
          <a:xfrm>
            <a:off x="2579742" y="33113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5" name="Shape 752"/>
          <p:cNvSpPr/>
          <p:nvPr/>
        </p:nvSpPr>
        <p:spPr>
          <a:xfrm>
            <a:off x="2960743" y="30439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6" name="Shape 753"/>
          <p:cNvSpPr/>
          <p:nvPr/>
        </p:nvSpPr>
        <p:spPr>
          <a:xfrm>
            <a:off x="2809909" y="28537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7" name="Shape 754"/>
          <p:cNvSpPr/>
          <p:nvPr/>
        </p:nvSpPr>
        <p:spPr>
          <a:xfrm>
            <a:off x="2805986" y="40593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8" name="Shape 755"/>
          <p:cNvSpPr/>
          <p:nvPr/>
        </p:nvSpPr>
        <p:spPr>
          <a:xfrm>
            <a:off x="2545377" y="39977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9" name="Shape 756"/>
          <p:cNvSpPr/>
          <p:nvPr/>
        </p:nvSpPr>
        <p:spPr>
          <a:xfrm>
            <a:off x="2656568" y="38485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0" name="Shape 757"/>
          <p:cNvSpPr/>
          <p:nvPr/>
        </p:nvSpPr>
        <p:spPr>
          <a:xfrm>
            <a:off x="2714089" y="39246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1" name="Shape 758"/>
          <p:cNvSpPr/>
          <p:nvPr/>
        </p:nvSpPr>
        <p:spPr>
          <a:xfrm>
            <a:off x="2601448" y="32393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2" name="Shape 759"/>
          <p:cNvSpPr/>
          <p:nvPr/>
        </p:nvSpPr>
        <p:spPr>
          <a:xfrm>
            <a:off x="2610188" y="30315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3" name="Shape 760"/>
          <p:cNvSpPr/>
          <p:nvPr/>
        </p:nvSpPr>
        <p:spPr>
          <a:xfrm>
            <a:off x="2628559" y="36735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4" name="Shape 761"/>
          <p:cNvSpPr/>
          <p:nvPr/>
        </p:nvSpPr>
        <p:spPr>
          <a:xfrm>
            <a:off x="2783312" y="42880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5" name="Shape 762"/>
          <p:cNvSpPr/>
          <p:nvPr/>
        </p:nvSpPr>
        <p:spPr>
          <a:xfrm>
            <a:off x="2902020" y="43011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6" name="Shape 763"/>
          <p:cNvSpPr/>
          <p:nvPr/>
        </p:nvSpPr>
        <p:spPr>
          <a:xfrm>
            <a:off x="2726931" y="42512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7" name="Shape 764"/>
          <p:cNvSpPr/>
          <p:nvPr/>
        </p:nvSpPr>
        <p:spPr>
          <a:xfrm>
            <a:off x="2966929" y="42815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8" name="Shape 765"/>
          <p:cNvSpPr/>
          <p:nvPr/>
        </p:nvSpPr>
        <p:spPr>
          <a:xfrm>
            <a:off x="2702551" y="29162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9" name="Shape 766"/>
          <p:cNvSpPr/>
          <p:nvPr/>
        </p:nvSpPr>
        <p:spPr>
          <a:xfrm>
            <a:off x="2835987" y="27436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0" name="Shape 767"/>
          <p:cNvSpPr/>
          <p:nvPr/>
        </p:nvSpPr>
        <p:spPr>
          <a:xfrm>
            <a:off x="2668831" y="37553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1" name="Shape 768"/>
          <p:cNvSpPr/>
          <p:nvPr/>
        </p:nvSpPr>
        <p:spPr>
          <a:xfrm>
            <a:off x="2744320" y="39937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2" name="Shape 769"/>
          <p:cNvSpPr/>
          <p:nvPr/>
        </p:nvSpPr>
        <p:spPr>
          <a:xfrm>
            <a:off x="2642358" y="35636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3" name="Shape 770"/>
          <p:cNvSpPr/>
          <p:nvPr/>
        </p:nvSpPr>
        <p:spPr>
          <a:xfrm>
            <a:off x="2544873" y="29820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4" name="Shape 771"/>
          <p:cNvSpPr/>
          <p:nvPr/>
        </p:nvSpPr>
        <p:spPr>
          <a:xfrm>
            <a:off x="2908258" y="29852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5" name="Shape 772"/>
          <p:cNvSpPr/>
          <p:nvPr/>
        </p:nvSpPr>
        <p:spPr>
          <a:xfrm>
            <a:off x="2663303" y="27201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6" name="Shape 773"/>
          <p:cNvSpPr/>
          <p:nvPr/>
        </p:nvSpPr>
        <p:spPr>
          <a:xfrm>
            <a:off x="2711144" y="31104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7" name="Shape 774"/>
          <p:cNvSpPr/>
          <p:nvPr/>
        </p:nvSpPr>
        <p:spPr>
          <a:xfrm>
            <a:off x="2970769" y="32053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8" name="Shape 775"/>
          <p:cNvSpPr/>
          <p:nvPr/>
        </p:nvSpPr>
        <p:spPr>
          <a:xfrm>
            <a:off x="2819839" y="32978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9" name="Shape 776"/>
          <p:cNvSpPr/>
          <p:nvPr/>
        </p:nvSpPr>
        <p:spPr>
          <a:xfrm>
            <a:off x="2891597" y="33030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0" name="Shape 777"/>
          <p:cNvSpPr/>
          <p:nvPr/>
        </p:nvSpPr>
        <p:spPr>
          <a:xfrm>
            <a:off x="2820770" y="36252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1" name="Shape 778"/>
          <p:cNvSpPr/>
          <p:nvPr/>
        </p:nvSpPr>
        <p:spPr>
          <a:xfrm>
            <a:off x="2609946" y="36171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2" name="Shape 779"/>
          <p:cNvSpPr/>
          <p:nvPr/>
        </p:nvSpPr>
        <p:spPr>
          <a:xfrm>
            <a:off x="2831208" y="32447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3" name="Shape 780"/>
          <p:cNvSpPr/>
          <p:nvPr/>
        </p:nvSpPr>
        <p:spPr>
          <a:xfrm>
            <a:off x="2699134" y="34554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4" name="Shape 781"/>
          <p:cNvSpPr/>
          <p:nvPr/>
        </p:nvSpPr>
        <p:spPr>
          <a:xfrm>
            <a:off x="2655579" y="31811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5" name="Shape 782"/>
          <p:cNvSpPr/>
          <p:nvPr/>
        </p:nvSpPr>
        <p:spPr>
          <a:xfrm>
            <a:off x="2847697" y="41777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6" name="Shape 783"/>
          <p:cNvSpPr/>
          <p:nvPr/>
        </p:nvSpPr>
        <p:spPr>
          <a:xfrm>
            <a:off x="2806113" y="33834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7" name="Shape 784"/>
          <p:cNvSpPr/>
          <p:nvPr/>
        </p:nvSpPr>
        <p:spPr>
          <a:xfrm>
            <a:off x="2601441" y="34665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8" name="Shape 785"/>
          <p:cNvSpPr/>
          <p:nvPr/>
        </p:nvSpPr>
        <p:spPr>
          <a:xfrm>
            <a:off x="2670655" y="33872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9" name="Shape 786"/>
          <p:cNvSpPr/>
          <p:nvPr/>
        </p:nvSpPr>
        <p:spPr>
          <a:xfrm>
            <a:off x="2629933" y="34117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0" name="Shape 787"/>
          <p:cNvSpPr/>
          <p:nvPr/>
        </p:nvSpPr>
        <p:spPr>
          <a:xfrm>
            <a:off x="2848103" y="30359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1" name="Shape 788"/>
          <p:cNvSpPr/>
          <p:nvPr/>
        </p:nvSpPr>
        <p:spPr>
          <a:xfrm>
            <a:off x="2765721" y="33491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2" name="Shape 789"/>
          <p:cNvSpPr/>
          <p:nvPr/>
        </p:nvSpPr>
        <p:spPr>
          <a:xfrm>
            <a:off x="2640588" y="34531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3" name="Shape 790"/>
          <p:cNvSpPr/>
          <p:nvPr/>
        </p:nvSpPr>
        <p:spPr>
          <a:xfrm>
            <a:off x="2797803" y="42865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4" name="Shape 791"/>
          <p:cNvSpPr/>
          <p:nvPr/>
        </p:nvSpPr>
        <p:spPr>
          <a:xfrm>
            <a:off x="2602733" y="42966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5" name="Shape 792"/>
          <p:cNvSpPr/>
          <p:nvPr/>
        </p:nvSpPr>
        <p:spPr>
          <a:xfrm>
            <a:off x="2793723" y="43241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6" name="Shape 793"/>
          <p:cNvSpPr/>
          <p:nvPr/>
        </p:nvSpPr>
        <p:spPr>
          <a:xfrm>
            <a:off x="2772368" y="42854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7" name="Shape 794"/>
          <p:cNvSpPr/>
          <p:nvPr/>
        </p:nvSpPr>
        <p:spPr>
          <a:xfrm>
            <a:off x="2769132" y="31815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8" name="Shape 795"/>
          <p:cNvSpPr/>
          <p:nvPr/>
        </p:nvSpPr>
        <p:spPr>
          <a:xfrm>
            <a:off x="2595573" y="35806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9" name="Shape 796"/>
          <p:cNvSpPr/>
          <p:nvPr/>
        </p:nvSpPr>
        <p:spPr>
          <a:xfrm>
            <a:off x="2826200" y="32509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0" name="Shape 797"/>
          <p:cNvSpPr/>
          <p:nvPr/>
        </p:nvSpPr>
        <p:spPr>
          <a:xfrm>
            <a:off x="2620480" y="31195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1" name="Shape 798"/>
          <p:cNvSpPr/>
          <p:nvPr/>
        </p:nvSpPr>
        <p:spPr>
          <a:xfrm>
            <a:off x="2953981" y="34592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2" name="Shape 799"/>
          <p:cNvSpPr/>
          <p:nvPr/>
        </p:nvSpPr>
        <p:spPr>
          <a:xfrm>
            <a:off x="2624718" y="34687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3" name="Shape 800"/>
          <p:cNvSpPr/>
          <p:nvPr/>
        </p:nvSpPr>
        <p:spPr>
          <a:xfrm>
            <a:off x="2864296" y="35060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4" name="Shape 801"/>
          <p:cNvSpPr/>
          <p:nvPr/>
        </p:nvSpPr>
        <p:spPr>
          <a:xfrm>
            <a:off x="2875065" y="36531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5" name="Shape 802"/>
          <p:cNvSpPr/>
          <p:nvPr/>
        </p:nvSpPr>
        <p:spPr>
          <a:xfrm>
            <a:off x="2846349" y="32113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6" name="Shape 803"/>
          <p:cNvSpPr/>
          <p:nvPr/>
        </p:nvSpPr>
        <p:spPr>
          <a:xfrm>
            <a:off x="2564453" y="29786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7" name="Shape 804"/>
          <p:cNvSpPr/>
          <p:nvPr/>
        </p:nvSpPr>
        <p:spPr>
          <a:xfrm>
            <a:off x="2720741" y="33772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8" name="Shape 805"/>
          <p:cNvSpPr/>
          <p:nvPr/>
        </p:nvSpPr>
        <p:spPr>
          <a:xfrm>
            <a:off x="2804773" y="40057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9" name="Shape 806"/>
          <p:cNvSpPr/>
          <p:nvPr/>
        </p:nvSpPr>
        <p:spPr>
          <a:xfrm>
            <a:off x="2792082" y="29772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0" name="Shape 807"/>
          <p:cNvSpPr/>
          <p:nvPr/>
        </p:nvSpPr>
        <p:spPr>
          <a:xfrm>
            <a:off x="2860465" y="40593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1" name="Shape 808"/>
          <p:cNvSpPr/>
          <p:nvPr/>
        </p:nvSpPr>
        <p:spPr>
          <a:xfrm>
            <a:off x="2597447" y="40766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2" name="Shape 809"/>
          <p:cNvSpPr/>
          <p:nvPr/>
        </p:nvSpPr>
        <p:spPr>
          <a:xfrm>
            <a:off x="2778215" y="31733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3" name="Shape 810"/>
          <p:cNvSpPr/>
          <p:nvPr/>
        </p:nvSpPr>
        <p:spPr>
          <a:xfrm>
            <a:off x="2551584" y="35764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4" name="Shape 811"/>
          <p:cNvSpPr/>
          <p:nvPr/>
        </p:nvSpPr>
        <p:spPr>
          <a:xfrm>
            <a:off x="2957243" y="31435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5" name="Shape 812"/>
          <p:cNvSpPr/>
          <p:nvPr/>
        </p:nvSpPr>
        <p:spPr>
          <a:xfrm>
            <a:off x="2685115" y="35375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6" name="Shape 813"/>
          <p:cNvSpPr/>
          <p:nvPr/>
        </p:nvSpPr>
        <p:spPr>
          <a:xfrm>
            <a:off x="2731480" y="27896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7" name="Shape 814"/>
          <p:cNvSpPr/>
          <p:nvPr/>
        </p:nvSpPr>
        <p:spPr>
          <a:xfrm>
            <a:off x="2817566" y="30149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8" name="Shape 815"/>
          <p:cNvSpPr/>
          <p:nvPr/>
        </p:nvSpPr>
        <p:spPr>
          <a:xfrm>
            <a:off x="2715619" y="36445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9" name="Shape 816"/>
          <p:cNvSpPr/>
          <p:nvPr/>
        </p:nvSpPr>
        <p:spPr>
          <a:xfrm>
            <a:off x="2582011" y="31358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0" name="Shape 817"/>
          <p:cNvSpPr/>
          <p:nvPr/>
        </p:nvSpPr>
        <p:spPr>
          <a:xfrm>
            <a:off x="2887616" y="38102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1" name="Shape 818"/>
          <p:cNvSpPr/>
          <p:nvPr/>
        </p:nvSpPr>
        <p:spPr>
          <a:xfrm>
            <a:off x="2954193" y="32727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2" name="Shape 819"/>
          <p:cNvSpPr/>
          <p:nvPr/>
        </p:nvSpPr>
        <p:spPr>
          <a:xfrm>
            <a:off x="2584013" y="35505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3" name="Shape 820"/>
          <p:cNvSpPr/>
          <p:nvPr/>
        </p:nvSpPr>
        <p:spPr>
          <a:xfrm>
            <a:off x="2718839" y="28288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4" name="Shape 821"/>
          <p:cNvSpPr/>
          <p:nvPr/>
        </p:nvSpPr>
        <p:spPr>
          <a:xfrm>
            <a:off x="2895432" y="34471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5" name="Shape 822"/>
          <p:cNvSpPr/>
          <p:nvPr/>
        </p:nvSpPr>
        <p:spPr>
          <a:xfrm>
            <a:off x="2939202" y="30513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6" name="Shape 823"/>
          <p:cNvSpPr/>
          <p:nvPr/>
        </p:nvSpPr>
        <p:spPr>
          <a:xfrm>
            <a:off x="2711027" y="34867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7" name="Shape 824"/>
          <p:cNvSpPr/>
          <p:nvPr/>
        </p:nvSpPr>
        <p:spPr>
          <a:xfrm>
            <a:off x="2727356" y="32028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8" name="Shape 825"/>
          <p:cNvSpPr/>
          <p:nvPr/>
        </p:nvSpPr>
        <p:spPr>
          <a:xfrm>
            <a:off x="2674029" y="33747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9" name="Shape 826"/>
          <p:cNvSpPr/>
          <p:nvPr/>
        </p:nvSpPr>
        <p:spPr>
          <a:xfrm>
            <a:off x="2608618" y="43469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0" name="Shape 827"/>
          <p:cNvSpPr/>
          <p:nvPr/>
        </p:nvSpPr>
        <p:spPr>
          <a:xfrm>
            <a:off x="2694517" y="34591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1" name="Shape 828"/>
          <p:cNvSpPr/>
          <p:nvPr/>
        </p:nvSpPr>
        <p:spPr>
          <a:xfrm>
            <a:off x="2772053" y="42451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2" name="Shape 829"/>
          <p:cNvSpPr/>
          <p:nvPr/>
        </p:nvSpPr>
        <p:spPr>
          <a:xfrm>
            <a:off x="2768210" y="34692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3" name="Shape 830"/>
          <p:cNvSpPr/>
          <p:nvPr/>
        </p:nvSpPr>
        <p:spPr>
          <a:xfrm>
            <a:off x="2815319" y="34544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4" name="Shape 831"/>
          <p:cNvSpPr/>
          <p:nvPr/>
        </p:nvSpPr>
        <p:spPr>
          <a:xfrm>
            <a:off x="2588979" y="34810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5" name="Shape 832"/>
          <p:cNvSpPr/>
          <p:nvPr/>
        </p:nvSpPr>
        <p:spPr>
          <a:xfrm>
            <a:off x="2776688" y="42263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6" name="Shape 833"/>
          <p:cNvSpPr/>
          <p:nvPr/>
        </p:nvSpPr>
        <p:spPr>
          <a:xfrm>
            <a:off x="2857186" y="34671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7" name="Shape 834"/>
          <p:cNvSpPr/>
          <p:nvPr/>
        </p:nvSpPr>
        <p:spPr>
          <a:xfrm>
            <a:off x="2569573" y="40633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8" name="Shape 835"/>
          <p:cNvSpPr/>
          <p:nvPr/>
        </p:nvSpPr>
        <p:spPr>
          <a:xfrm>
            <a:off x="2871363" y="34440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9" name="Shape 836"/>
          <p:cNvSpPr/>
          <p:nvPr/>
        </p:nvSpPr>
        <p:spPr>
          <a:xfrm>
            <a:off x="2913142" y="36757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0" name="Shape 837"/>
          <p:cNvSpPr/>
          <p:nvPr/>
        </p:nvSpPr>
        <p:spPr>
          <a:xfrm>
            <a:off x="2745912" y="36025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1" name="Shape 838"/>
          <p:cNvSpPr/>
          <p:nvPr/>
        </p:nvSpPr>
        <p:spPr>
          <a:xfrm>
            <a:off x="2599261" y="35369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2" name="Shape 839"/>
          <p:cNvSpPr/>
          <p:nvPr/>
        </p:nvSpPr>
        <p:spPr>
          <a:xfrm>
            <a:off x="2930787" y="34677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3" name="Shape 840"/>
          <p:cNvSpPr/>
          <p:nvPr/>
        </p:nvSpPr>
        <p:spPr>
          <a:xfrm>
            <a:off x="2838179" y="40408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4" name="Shape 841"/>
          <p:cNvSpPr/>
          <p:nvPr/>
        </p:nvSpPr>
        <p:spPr>
          <a:xfrm>
            <a:off x="2796314" y="35613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5" name="Shape 842"/>
          <p:cNvSpPr/>
          <p:nvPr/>
        </p:nvSpPr>
        <p:spPr>
          <a:xfrm>
            <a:off x="2847685" y="40114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6" name="Shape 843"/>
          <p:cNvSpPr/>
          <p:nvPr/>
        </p:nvSpPr>
        <p:spPr>
          <a:xfrm>
            <a:off x="2746820" y="31601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7" name="Shape 844"/>
          <p:cNvSpPr/>
          <p:nvPr/>
        </p:nvSpPr>
        <p:spPr>
          <a:xfrm>
            <a:off x="2810196" y="29548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8" name="Shape 845"/>
          <p:cNvSpPr/>
          <p:nvPr/>
        </p:nvSpPr>
        <p:spPr>
          <a:xfrm>
            <a:off x="2601146" y="31047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9" name="Shape 846"/>
          <p:cNvSpPr/>
          <p:nvPr/>
        </p:nvSpPr>
        <p:spPr>
          <a:xfrm>
            <a:off x="2674324" y="28700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0" name="Shape 847"/>
          <p:cNvSpPr/>
          <p:nvPr/>
        </p:nvSpPr>
        <p:spPr>
          <a:xfrm>
            <a:off x="2564944" y="12322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1" name="Shape 848"/>
          <p:cNvSpPr/>
          <p:nvPr/>
        </p:nvSpPr>
        <p:spPr>
          <a:xfrm>
            <a:off x="2845369" y="42107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2" name="Shape 849"/>
          <p:cNvSpPr/>
          <p:nvPr/>
        </p:nvSpPr>
        <p:spPr>
          <a:xfrm>
            <a:off x="2918611" y="27289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3" name="Shape 850"/>
          <p:cNvSpPr/>
          <p:nvPr/>
        </p:nvSpPr>
        <p:spPr>
          <a:xfrm>
            <a:off x="2902819" y="32083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4" name="Shape 851"/>
          <p:cNvSpPr/>
          <p:nvPr/>
        </p:nvSpPr>
        <p:spPr>
          <a:xfrm>
            <a:off x="2612389" y="29538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5" name="Shape 852"/>
          <p:cNvSpPr/>
          <p:nvPr/>
        </p:nvSpPr>
        <p:spPr>
          <a:xfrm>
            <a:off x="2678540" y="28233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6" name="Shape 853"/>
          <p:cNvSpPr/>
          <p:nvPr/>
        </p:nvSpPr>
        <p:spPr>
          <a:xfrm>
            <a:off x="2670089" y="30586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7" name="Shape 854"/>
          <p:cNvSpPr/>
          <p:nvPr/>
        </p:nvSpPr>
        <p:spPr>
          <a:xfrm>
            <a:off x="2664197" y="32297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8" name="Shape 855"/>
          <p:cNvSpPr/>
          <p:nvPr/>
        </p:nvSpPr>
        <p:spPr>
          <a:xfrm>
            <a:off x="2865719" y="27893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9" name="Shape 856"/>
          <p:cNvSpPr/>
          <p:nvPr/>
        </p:nvSpPr>
        <p:spPr>
          <a:xfrm>
            <a:off x="2852640" y="29348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0" name="Shape 857"/>
          <p:cNvSpPr/>
          <p:nvPr/>
        </p:nvSpPr>
        <p:spPr>
          <a:xfrm>
            <a:off x="2932690" y="30444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1" name="Shape 858"/>
          <p:cNvSpPr/>
          <p:nvPr/>
        </p:nvSpPr>
        <p:spPr>
          <a:xfrm>
            <a:off x="2790416" y="26922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2" name="Shape 859"/>
          <p:cNvSpPr/>
          <p:nvPr/>
        </p:nvSpPr>
        <p:spPr>
          <a:xfrm>
            <a:off x="2951503" y="28423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3" name="Shape 860"/>
          <p:cNvSpPr/>
          <p:nvPr/>
        </p:nvSpPr>
        <p:spPr>
          <a:xfrm>
            <a:off x="2703773" y="28773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4" name="Shape 861"/>
          <p:cNvSpPr/>
          <p:nvPr/>
        </p:nvSpPr>
        <p:spPr>
          <a:xfrm>
            <a:off x="2728843" y="24850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5" name="Shape 862"/>
          <p:cNvSpPr/>
          <p:nvPr/>
        </p:nvSpPr>
        <p:spPr>
          <a:xfrm>
            <a:off x="2737222" y="32004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6" name="Shape 863"/>
          <p:cNvSpPr/>
          <p:nvPr/>
        </p:nvSpPr>
        <p:spPr>
          <a:xfrm>
            <a:off x="2741264" y="27690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7" name="Shape 864"/>
          <p:cNvSpPr/>
          <p:nvPr/>
        </p:nvSpPr>
        <p:spPr>
          <a:xfrm>
            <a:off x="2689530" y="28384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8" name="Shape 865"/>
          <p:cNvSpPr/>
          <p:nvPr/>
        </p:nvSpPr>
        <p:spPr>
          <a:xfrm>
            <a:off x="2631526" y="26780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9" name="Shape 866"/>
          <p:cNvSpPr/>
          <p:nvPr/>
        </p:nvSpPr>
        <p:spPr>
          <a:xfrm>
            <a:off x="2721604" y="28516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0" name="Shape 867"/>
          <p:cNvSpPr/>
          <p:nvPr/>
        </p:nvSpPr>
        <p:spPr>
          <a:xfrm>
            <a:off x="2869516" y="28800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1" name="Shape 868"/>
          <p:cNvSpPr/>
          <p:nvPr/>
        </p:nvSpPr>
        <p:spPr>
          <a:xfrm>
            <a:off x="2649529" y="31078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2" name="Shape 869"/>
          <p:cNvSpPr/>
          <p:nvPr/>
        </p:nvSpPr>
        <p:spPr>
          <a:xfrm>
            <a:off x="2867391" y="27529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3" name="Shape 870"/>
          <p:cNvSpPr/>
          <p:nvPr/>
        </p:nvSpPr>
        <p:spPr>
          <a:xfrm>
            <a:off x="2751730" y="29901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4" name="Shape 871"/>
          <p:cNvSpPr/>
          <p:nvPr/>
        </p:nvSpPr>
        <p:spPr>
          <a:xfrm>
            <a:off x="2781243" y="26588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5" name="Shape 872"/>
          <p:cNvSpPr/>
          <p:nvPr/>
        </p:nvSpPr>
        <p:spPr>
          <a:xfrm>
            <a:off x="2973483" y="38778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6" name="Shape 873"/>
          <p:cNvSpPr/>
          <p:nvPr/>
        </p:nvSpPr>
        <p:spPr>
          <a:xfrm>
            <a:off x="2829775" y="42839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7" name="Shape 874"/>
          <p:cNvSpPr/>
          <p:nvPr/>
        </p:nvSpPr>
        <p:spPr>
          <a:xfrm>
            <a:off x="2809824" y="29298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8" name="Shape 875"/>
          <p:cNvSpPr/>
          <p:nvPr/>
        </p:nvSpPr>
        <p:spPr>
          <a:xfrm>
            <a:off x="2897275" y="38829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9" name="Shape 876"/>
          <p:cNvSpPr/>
          <p:nvPr/>
        </p:nvSpPr>
        <p:spPr>
          <a:xfrm>
            <a:off x="2716305" y="41481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0" name="Shape 877"/>
          <p:cNvSpPr/>
          <p:nvPr/>
        </p:nvSpPr>
        <p:spPr>
          <a:xfrm>
            <a:off x="2792666" y="29234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1" name="Shape 878"/>
          <p:cNvSpPr/>
          <p:nvPr/>
        </p:nvSpPr>
        <p:spPr>
          <a:xfrm>
            <a:off x="2582707" y="34419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2" name="Shape 879"/>
          <p:cNvSpPr/>
          <p:nvPr/>
        </p:nvSpPr>
        <p:spPr>
          <a:xfrm>
            <a:off x="2804945" y="33303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3" name="Shape 880"/>
          <p:cNvSpPr/>
          <p:nvPr/>
        </p:nvSpPr>
        <p:spPr>
          <a:xfrm>
            <a:off x="2902272" y="45351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4" name="Shape 881"/>
          <p:cNvSpPr/>
          <p:nvPr/>
        </p:nvSpPr>
        <p:spPr>
          <a:xfrm>
            <a:off x="2849591" y="32852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5" name="Shape 882"/>
          <p:cNvSpPr/>
          <p:nvPr/>
        </p:nvSpPr>
        <p:spPr>
          <a:xfrm>
            <a:off x="2863005" y="36856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6" name="Shape 883"/>
          <p:cNvSpPr/>
          <p:nvPr/>
        </p:nvSpPr>
        <p:spPr>
          <a:xfrm>
            <a:off x="2855317" y="44306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7" name="Shape 884"/>
          <p:cNvSpPr/>
          <p:nvPr/>
        </p:nvSpPr>
        <p:spPr>
          <a:xfrm>
            <a:off x="2567214" y="32575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8" name="Shape 885"/>
          <p:cNvSpPr/>
          <p:nvPr/>
        </p:nvSpPr>
        <p:spPr>
          <a:xfrm>
            <a:off x="2670170" y="31006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9" name="Shape 886"/>
          <p:cNvSpPr/>
          <p:nvPr/>
        </p:nvSpPr>
        <p:spPr>
          <a:xfrm>
            <a:off x="2942756" y="28689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0" name="Shape 887"/>
          <p:cNvSpPr/>
          <p:nvPr/>
        </p:nvSpPr>
        <p:spPr>
          <a:xfrm>
            <a:off x="2788086" y="29299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1" name="Shape 888"/>
          <p:cNvSpPr/>
          <p:nvPr/>
        </p:nvSpPr>
        <p:spPr>
          <a:xfrm>
            <a:off x="2894652" y="28878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2" name="Shape 889"/>
          <p:cNvSpPr/>
          <p:nvPr/>
        </p:nvSpPr>
        <p:spPr>
          <a:xfrm>
            <a:off x="2670605" y="29012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3" name="Shape 890"/>
          <p:cNvSpPr/>
          <p:nvPr/>
        </p:nvSpPr>
        <p:spPr>
          <a:xfrm>
            <a:off x="2910570" y="30885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4" name="Shape 891"/>
          <p:cNvSpPr/>
          <p:nvPr/>
        </p:nvSpPr>
        <p:spPr>
          <a:xfrm>
            <a:off x="2871153" y="29012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5" name="Shape 892"/>
          <p:cNvSpPr/>
          <p:nvPr/>
        </p:nvSpPr>
        <p:spPr>
          <a:xfrm>
            <a:off x="2936063" y="28773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6" name="Shape 893"/>
          <p:cNvSpPr/>
          <p:nvPr/>
        </p:nvSpPr>
        <p:spPr>
          <a:xfrm>
            <a:off x="2607241" y="29989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7" name="Shape 894"/>
          <p:cNvSpPr/>
          <p:nvPr/>
        </p:nvSpPr>
        <p:spPr>
          <a:xfrm>
            <a:off x="2973561" y="29941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8" name="Shape 895"/>
          <p:cNvSpPr/>
          <p:nvPr/>
        </p:nvSpPr>
        <p:spPr>
          <a:xfrm>
            <a:off x="2809479" y="28956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9" name="Shape 896"/>
          <p:cNvSpPr/>
          <p:nvPr/>
        </p:nvSpPr>
        <p:spPr>
          <a:xfrm>
            <a:off x="2953118" y="34515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0" name="Shape 897"/>
          <p:cNvSpPr/>
          <p:nvPr/>
        </p:nvSpPr>
        <p:spPr>
          <a:xfrm>
            <a:off x="2898991" y="29092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1" name="Shape 898"/>
          <p:cNvSpPr/>
          <p:nvPr/>
        </p:nvSpPr>
        <p:spPr>
          <a:xfrm>
            <a:off x="2585660" y="40056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2" name="Shape 899"/>
          <p:cNvSpPr/>
          <p:nvPr/>
        </p:nvSpPr>
        <p:spPr>
          <a:xfrm>
            <a:off x="2798591" y="39617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3" name="Shape 900"/>
          <p:cNvSpPr/>
          <p:nvPr/>
        </p:nvSpPr>
        <p:spPr>
          <a:xfrm>
            <a:off x="2630769" y="38020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4" name="Shape 901"/>
          <p:cNvSpPr/>
          <p:nvPr/>
        </p:nvSpPr>
        <p:spPr>
          <a:xfrm>
            <a:off x="2665982" y="40885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5" name="Shape 902"/>
          <p:cNvSpPr/>
          <p:nvPr/>
        </p:nvSpPr>
        <p:spPr>
          <a:xfrm>
            <a:off x="2943895" y="43103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6" name="Shape 903"/>
          <p:cNvSpPr/>
          <p:nvPr/>
        </p:nvSpPr>
        <p:spPr>
          <a:xfrm>
            <a:off x="2589047" y="39308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7" name="Shape 904"/>
          <p:cNvSpPr/>
          <p:nvPr/>
        </p:nvSpPr>
        <p:spPr>
          <a:xfrm>
            <a:off x="2961712" y="32119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8" name="Shape 905"/>
          <p:cNvSpPr/>
          <p:nvPr/>
        </p:nvSpPr>
        <p:spPr>
          <a:xfrm>
            <a:off x="2605668" y="32626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9" name="Shape 906"/>
          <p:cNvSpPr/>
          <p:nvPr/>
        </p:nvSpPr>
        <p:spPr>
          <a:xfrm>
            <a:off x="2733561" y="32822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0" name="Shape 907"/>
          <p:cNvSpPr/>
          <p:nvPr/>
        </p:nvSpPr>
        <p:spPr>
          <a:xfrm>
            <a:off x="2841502" y="31909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1" name="Shape 908"/>
          <p:cNvSpPr/>
          <p:nvPr/>
        </p:nvSpPr>
        <p:spPr>
          <a:xfrm>
            <a:off x="2848756" y="32655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2" name="Shape 909"/>
          <p:cNvSpPr/>
          <p:nvPr/>
        </p:nvSpPr>
        <p:spPr>
          <a:xfrm>
            <a:off x="2555234" y="41641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3" name="Shape 910"/>
          <p:cNvSpPr/>
          <p:nvPr/>
        </p:nvSpPr>
        <p:spPr>
          <a:xfrm>
            <a:off x="2719206" y="35725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4" name="Shape 911"/>
          <p:cNvSpPr/>
          <p:nvPr/>
        </p:nvSpPr>
        <p:spPr>
          <a:xfrm>
            <a:off x="2883242" y="34847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5" name="Shape 912"/>
          <p:cNvSpPr/>
          <p:nvPr/>
        </p:nvSpPr>
        <p:spPr>
          <a:xfrm>
            <a:off x="2560286" y="35630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6" name="Shape 913"/>
          <p:cNvSpPr/>
          <p:nvPr/>
        </p:nvSpPr>
        <p:spPr>
          <a:xfrm>
            <a:off x="2927490" y="42514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7" name="Shape 914"/>
          <p:cNvSpPr/>
          <p:nvPr/>
        </p:nvSpPr>
        <p:spPr>
          <a:xfrm>
            <a:off x="2841714" y="43059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8" name="Shape 915"/>
          <p:cNvSpPr/>
          <p:nvPr/>
        </p:nvSpPr>
        <p:spPr>
          <a:xfrm>
            <a:off x="2635725" y="42487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9" name="Shape 916"/>
          <p:cNvSpPr/>
          <p:nvPr/>
        </p:nvSpPr>
        <p:spPr>
          <a:xfrm>
            <a:off x="2735162" y="42286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0" name="Shape 917"/>
          <p:cNvSpPr/>
          <p:nvPr/>
        </p:nvSpPr>
        <p:spPr>
          <a:xfrm>
            <a:off x="2654723" y="32363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1" name="Shape 918"/>
          <p:cNvSpPr/>
          <p:nvPr/>
        </p:nvSpPr>
        <p:spPr>
          <a:xfrm>
            <a:off x="2868767" y="31039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2" name="Shape 919"/>
          <p:cNvSpPr/>
          <p:nvPr/>
        </p:nvSpPr>
        <p:spPr>
          <a:xfrm>
            <a:off x="2847710" y="45600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3" name="Shape 920"/>
          <p:cNvSpPr/>
          <p:nvPr/>
        </p:nvSpPr>
        <p:spPr>
          <a:xfrm>
            <a:off x="2608682" y="43899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4" name="Shape 921"/>
          <p:cNvSpPr/>
          <p:nvPr/>
        </p:nvSpPr>
        <p:spPr>
          <a:xfrm>
            <a:off x="2633683" y="31252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5" name="Shape 922"/>
          <p:cNvSpPr/>
          <p:nvPr/>
        </p:nvSpPr>
        <p:spPr>
          <a:xfrm>
            <a:off x="2754970" y="40316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6" name="Shape 923"/>
          <p:cNvSpPr/>
          <p:nvPr/>
        </p:nvSpPr>
        <p:spPr>
          <a:xfrm>
            <a:off x="2753188" y="28582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7" name="Shape 924"/>
          <p:cNvSpPr/>
          <p:nvPr/>
        </p:nvSpPr>
        <p:spPr>
          <a:xfrm>
            <a:off x="2778703" y="28871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8" name="Shape 925"/>
          <p:cNvSpPr/>
          <p:nvPr/>
        </p:nvSpPr>
        <p:spPr>
          <a:xfrm>
            <a:off x="2580708" y="35557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9" name="Shape 926"/>
          <p:cNvSpPr/>
          <p:nvPr/>
        </p:nvSpPr>
        <p:spPr>
          <a:xfrm>
            <a:off x="2552877" y="28833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30" name="Shape 927"/>
          <p:cNvSpPr/>
          <p:nvPr/>
        </p:nvSpPr>
        <p:spPr>
          <a:xfrm>
            <a:off x="2668853" y="34026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31" name="Shape 928"/>
          <p:cNvSpPr/>
          <p:nvPr/>
        </p:nvSpPr>
        <p:spPr>
          <a:xfrm>
            <a:off x="2711904" y="28804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32" name="Shape 929"/>
          <p:cNvSpPr/>
          <p:nvPr/>
        </p:nvSpPr>
        <p:spPr>
          <a:xfrm>
            <a:off x="2760919" y="35055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33" name="Shape 930"/>
          <p:cNvSpPr/>
          <p:nvPr/>
        </p:nvSpPr>
        <p:spPr>
          <a:xfrm>
            <a:off x="2872267" y="28266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34" name="Shape 931"/>
          <p:cNvSpPr/>
          <p:nvPr/>
        </p:nvSpPr>
        <p:spPr>
          <a:xfrm>
            <a:off x="2781300" y="2818566"/>
            <a:ext cx="127" cy="1485709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935" name="Shape 932"/>
          <p:cNvSpPr/>
          <p:nvPr/>
        </p:nvSpPr>
        <p:spPr>
          <a:xfrm>
            <a:off x="2679700" y="4304276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936" name="Shape 933"/>
          <p:cNvSpPr/>
          <p:nvPr/>
        </p:nvSpPr>
        <p:spPr>
          <a:xfrm>
            <a:off x="2679700" y="2818566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937" name="Shape 934"/>
          <p:cNvSpPr/>
          <p:nvPr/>
        </p:nvSpPr>
        <p:spPr>
          <a:xfrm>
            <a:off x="2628900" y="3113449"/>
            <a:ext cx="304800" cy="834543"/>
          </a:xfrm>
          <a:prstGeom prst="rect">
            <a:avLst/>
          </a:prstGeom>
          <a:solidFill>
            <a:srgbClr val="FFFFFF"/>
          </a:solidFill>
          <a:ln w="19050">
            <a:solidFill>
              <a:srgbClr val="5575B2"/>
            </a:solidFill>
            <a:prstDash val="solid"/>
          </a:ln>
        </p:spPr>
      </p:sp>
      <p:sp>
        <p:nvSpPr>
          <p:cNvPr id="938" name="Shape 935"/>
          <p:cNvSpPr/>
          <p:nvPr/>
        </p:nvSpPr>
        <p:spPr>
          <a:xfrm>
            <a:off x="2628900" y="3526653"/>
            <a:ext cx="304800" cy="127"/>
          </a:xfrm>
          <a:prstGeom prst="line">
            <a:avLst/>
          </a:prstGeom>
          <a:noFill/>
          <a:ln w="30480">
            <a:solidFill>
              <a:srgbClr val="5575B2"/>
            </a:solidFill>
            <a:prstDash val="solid"/>
          </a:ln>
        </p:spPr>
      </p:sp>
      <p:sp>
        <p:nvSpPr>
          <p:cNvPr id="939" name="Shape 936"/>
          <p:cNvSpPr/>
          <p:nvPr/>
        </p:nvSpPr>
        <p:spPr>
          <a:xfrm>
            <a:off x="4632722" y="40300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0" name="Shape 937"/>
          <p:cNvSpPr/>
          <p:nvPr/>
        </p:nvSpPr>
        <p:spPr>
          <a:xfrm>
            <a:off x="4589774" y="38882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1" name="Shape 938"/>
          <p:cNvSpPr/>
          <p:nvPr/>
        </p:nvSpPr>
        <p:spPr>
          <a:xfrm>
            <a:off x="4341788" y="42299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2" name="Shape 939"/>
          <p:cNvSpPr/>
          <p:nvPr/>
        </p:nvSpPr>
        <p:spPr>
          <a:xfrm>
            <a:off x="4559704" y="38642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3" name="Shape 940"/>
          <p:cNvSpPr/>
          <p:nvPr/>
        </p:nvSpPr>
        <p:spPr>
          <a:xfrm>
            <a:off x="4224570" y="42838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4" name="Shape 941"/>
          <p:cNvSpPr/>
          <p:nvPr/>
        </p:nvSpPr>
        <p:spPr>
          <a:xfrm>
            <a:off x="4423386" y="41900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5" name="Shape 942"/>
          <p:cNvSpPr/>
          <p:nvPr/>
        </p:nvSpPr>
        <p:spPr>
          <a:xfrm>
            <a:off x="4393278" y="41397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6" name="Shape 943"/>
          <p:cNvSpPr/>
          <p:nvPr/>
        </p:nvSpPr>
        <p:spPr>
          <a:xfrm>
            <a:off x="4448255" y="41063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7" name="Shape 944"/>
          <p:cNvSpPr/>
          <p:nvPr/>
        </p:nvSpPr>
        <p:spPr>
          <a:xfrm>
            <a:off x="4427418" y="41407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8" name="Shape 945"/>
          <p:cNvSpPr/>
          <p:nvPr/>
        </p:nvSpPr>
        <p:spPr>
          <a:xfrm>
            <a:off x="4637296" y="39617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9" name="Shape 946"/>
          <p:cNvSpPr/>
          <p:nvPr/>
        </p:nvSpPr>
        <p:spPr>
          <a:xfrm>
            <a:off x="4438400" y="42270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0" name="Shape 947"/>
          <p:cNvSpPr/>
          <p:nvPr/>
        </p:nvSpPr>
        <p:spPr>
          <a:xfrm>
            <a:off x="4582947" y="39792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1" name="Shape 948"/>
          <p:cNvSpPr/>
          <p:nvPr/>
        </p:nvSpPr>
        <p:spPr>
          <a:xfrm>
            <a:off x="4424343" y="42330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2" name="Shape 949"/>
          <p:cNvSpPr/>
          <p:nvPr/>
        </p:nvSpPr>
        <p:spPr>
          <a:xfrm>
            <a:off x="4626066" y="29728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3" name="Shape 950"/>
          <p:cNvSpPr/>
          <p:nvPr/>
        </p:nvSpPr>
        <p:spPr>
          <a:xfrm>
            <a:off x="4264658" y="41301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4" name="Shape 951"/>
          <p:cNvSpPr/>
          <p:nvPr/>
        </p:nvSpPr>
        <p:spPr>
          <a:xfrm>
            <a:off x="4256311" y="43046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5" name="Shape 952"/>
          <p:cNvSpPr/>
          <p:nvPr/>
        </p:nvSpPr>
        <p:spPr>
          <a:xfrm>
            <a:off x="4282018" y="41662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6" name="Shape 953"/>
          <p:cNvSpPr/>
          <p:nvPr/>
        </p:nvSpPr>
        <p:spPr>
          <a:xfrm>
            <a:off x="4371818" y="39448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7" name="Shape 954"/>
          <p:cNvSpPr/>
          <p:nvPr/>
        </p:nvSpPr>
        <p:spPr>
          <a:xfrm>
            <a:off x="4273391" y="43356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8" name="Shape 955"/>
          <p:cNvSpPr/>
          <p:nvPr/>
        </p:nvSpPr>
        <p:spPr>
          <a:xfrm>
            <a:off x="4583193" y="38515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9" name="Shape 956"/>
          <p:cNvSpPr/>
          <p:nvPr/>
        </p:nvSpPr>
        <p:spPr>
          <a:xfrm>
            <a:off x="4596175" y="39278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0" name="Shape 957"/>
          <p:cNvSpPr/>
          <p:nvPr/>
        </p:nvSpPr>
        <p:spPr>
          <a:xfrm>
            <a:off x="4282082" y="40621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1" name="Shape 958"/>
          <p:cNvSpPr/>
          <p:nvPr/>
        </p:nvSpPr>
        <p:spPr>
          <a:xfrm>
            <a:off x="4386945" y="40991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2" name="Shape 959"/>
          <p:cNvSpPr/>
          <p:nvPr/>
        </p:nvSpPr>
        <p:spPr>
          <a:xfrm>
            <a:off x="4256710" y="40062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3" name="Shape 960"/>
          <p:cNvSpPr/>
          <p:nvPr/>
        </p:nvSpPr>
        <p:spPr>
          <a:xfrm>
            <a:off x="4241505" y="41147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4" name="Shape 961"/>
          <p:cNvSpPr/>
          <p:nvPr/>
        </p:nvSpPr>
        <p:spPr>
          <a:xfrm>
            <a:off x="4409747" y="43087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5" name="Shape 962"/>
          <p:cNvSpPr/>
          <p:nvPr/>
        </p:nvSpPr>
        <p:spPr>
          <a:xfrm>
            <a:off x="4289083" y="40803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6" name="Shape 963"/>
          <p:cNvSpPr/>
          <p:nvPr/>
        </p:nvSpPr>
        <p:spPr>
          <a:xfrm>
            <a:off x="4606282" y="41728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7" name="Shape 964"/>
          <p:cNvSpPr/>
          <p:nvPr/>
        </p:nvSpPr>
        <p:spPr>
          <a:xfrm>
            <a:off x="4361356" y="41958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8" name="Shape 965"/>
          <p:cNvSpPr/>
          <p:nvPr/>
        </p:nvSpPr>
        <p:spPr>
          <a:xfrm>
            <a:off x="4326634" y="42066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9" name="Shape 966"/>
          <p:cNvSpPr/>
          <p:nvPr/>
        </p:nvSpPr>
        <p:spPr>
          <a:xfrm>
            <a:off x="4214574" y="41292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0" name="Shape 967"/>
          <p:cNvSpPr/>
          <p:nvPr/>
        </p:nvSpPr>
        <p:spPr>
          <a:xfrm>
            <a:off x="4633483" y="38993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1" name="Shape 968"/>
          <p:cNvSpPr/>
          <p:nvPr/>
        </p:nvSpPr>
        <p:spPr>
          <a:xfrm>
            <a:off x="4393959" y="41523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2" name="Shape 969"/>
          <p:cNvSpPr/>
          <p:nvPr/>
        </p:nvSpPr>
        <p:spPr>
          <a:xfrm>
            <a:off x="4360617" y="41478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3" name="Shape 970"/>
          <p:cNvSpPr/>
          <p:nvPr/>
        </p:nvSpPr>
        <p:spPr>
          <a:xfrm>
            <a:off x="4609685" y="43770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4" name="Shape 971"/>
          <p:cNvSpPr/>
          <p:nvPr/>
        </p:nvSpPr>
        <p:spPr>
          <a:xfrm>
            <a:off x="4560624" y="41120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5" name="Shape 972"/>
          <p:cNvSpPr/>
          <p:nvPr/>
        </p:nvSpPr>
        <p:spPr>
          <a:xfrm>
            <a:off x="4253560" y="42827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6" name="Shape 973"/>
          <p:cNvSpPr/>
          <p:nvPr/>
        </p:nvSpPr>
        <p:spPr>
          <a:xfrm>
            <a:off x="4330341" y="41161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7" name="Shape 974"/>
          <p:cNvSpPr/>
          <p:nvPr/>
        </p:nvSpPr>
        <p:spPr>
          <a:xfrm>
            <a:off x="4374607" y="39135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8" name="Shape 975"/>
          <p:cNvSpPr/>
          <p:nvPr/>
        </p:nvSpPr>
        <p:spPr>
          <a:xfrm>
            <a:off x="4337659" y="41512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9" name="Shape 976"/>
          <p:cNvSpPr/>
          <p:nvPr/>
        </p:nvSpPr>
        <p:spPr>
          <a:xfrm>
            <a:off x="4494359" y="42450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0" name="Shape 977"/>
          <p:cNvSpPr/>
          <p:nvPr/>
        </p:nvSpPr>
        <p:spPr>
          <a:xfrm>
            <a:off x="4373608" y="42144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1" name="Shape 978"/>
          <p:cNvSpPr/>
          <p:nvPr/>
        </p:nvSpPr>
        <p:spPr>
          <a:xfrm>
            <a:off x="4271241" y="41289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2" name="Shape 979"/>
          <p:cNvSpPr/>
          <p:nvPr/>
        </p:nvSpPr>
        <p:spPr>
          <a:xfrm>
            <a:off x="4294773" y="41843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3" name="Shape 980"/>
          <p:cNvSpPr/>
          <p:nvPr/>
        </p:nvSpPr>
        <p:spPr>
          <a:xfrm>
            <a:off x="4213738" y="43098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4" name="Shape 981"/>
          <p:cNvSpPr/>
          <p:nvPr/>
        </p:nvSpPr>
        <p:spPr>
          <a:xfrm>
            <a:off x="4419759" y="42508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5" name="Shape 982"/>
          <p:cNvSpPr/>
          <p:nvPr/>
        </p:nvSpPr>
        <p:spPr>
          <a:xfrm>
            <a:off x="4355579" y="40827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6" name="Shape 983"/>
          <p:cNvSpPr/>
          <p:nvPr/>
        </p:nvSpPr>
        <p:spPr>
          <a:xfrm>
            <a:off x="4210329" y="41312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7" name="Shape 984"/>
          <p:cNvSpPr/>
          <p:nvPr/>
        </p:nvSpPr>
        <p:spPr>
          <a:xfrm>
            <a:off x="4418945" y="43150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8" name="Shape 985"/>
          <p:cNvSpPr/>
          <p:nvPr/>
        </p:nvSpPr>
        <p:spPr>
          <a:xfrm>
            <a:off x="4430133" y="40651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9" name="Shape 986"/>
          <p:cNvSpPr/>
          <p:nvPr/>
        </p:nvSpPr>
        <p:spPr>
          <a:xfrm>
            <a:off x="4338233" y="41893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0" name="Shape 987"/>
          <p:cNvSpPr/>
          <p:nvPr/>
        </p:nvSpPr>
        <p:spPr>
          <a:xfrm>
            <a:off x="4324063" y="41948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1" name="Shape 988"/>
          <p:cNvSpPr/>
          <p:nvPr/>
        </p:nvSpPr>
        <p:spPr>
          <a:xfrm>
            <a:off x="4480456" y="42242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2" name="Shape 989"/>
          <p:cNvSpPr/>
          <p:nvPr/>
        </p:nvSpPr>
        <p:spPr>
          <a:xfrm>
            <a:off x="4240026" y="39924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3" name="Shape 990"/>
          <p:cNvSpPr/>
          <p:nvPr/>
        </p:nvSpPr>
        <p:spPr>
          <a:xfrm>
            <a:off x="4354331" y="41995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4" name="Shape 991"/>
          <p:cNvSpPr/>
          <p:nvPr/>
        </p:nvSpPr>
        <p:spPr>
          <a:xfrm>
            <a:off x="4566777" y="43298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5" name="Shape 992"/>
          <p:cNvSpPr/>
          <p:nvPr/>
        </p:nvSpPr>
        <p:spPr>
          <a:xfrm>
            <a:off x="4452318" y="43245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6" name="Shape 993"/>
          <p:cNvSpPr/>
          <p:nvPr/>
        </p:nvSpPr>
        <p:spPr>
          <a:xfrm>
            <a:off x="4514514" y="42249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7" name="Shape 994"/>
          <p:cNvSpPr/>
          <p:nvPr/>
        </p:nvSpPr>
        <p:spPr>
          <a:xfrm>
            <a:off x="4392585" y="41253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8" name="Shape 995"/>
          <p:cNvSpPr/>
          <p:nvPr/>
        </p:nvSpPr>
        <p:spPr>
          <a:xfrm>
            <a:off x="4592443" y="39270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9" name="Shape 996"/>
          <p:cNvSpPr/>
          <p:nvPr/>
        </p:nvSpPr>
        <p:spPr>
          <a:xfrm>
            <a:off x="4273363" y="38804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0" name="Shape 997"/>
          <p:cNvSpPr/>
          <p:nvPr/>
        </p:nvSpPr>
        <p:spPr>
          <a:xfrm>
            <a:off x="4420161" y="42125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1" name="Shape 998"/>
          <p:cNvSpPr/>
          <p:nvPr/>
        </p:nvSpPr>
        <p:spPr>
          <a:xfrm>
            <a:off x="4487138" y="41562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2" name="Shape 999"/>
          <p:cNvSpPr/>
          <p:nvPr/>
        </p:nvSpPr>
        <p:spPr>
          <a:xfrm>
            <a:off x="4239672" y="39989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3" name="Shape 1000"/>
          <p:cNvSpPr/>
          <p:nvPr/>
        </p:nvSpPr>
        <p:spPr>
          <a:xfrm>
            <a:off x="4416947" y="38961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4" name="Shape 1001"/>
          <p:cNvSpPr/>
          <p:nvPr/>
        </p:nvSpPr>
        <p:spPr>
          <a:xfrm>
            <a:off x="4345150" y="40409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5" name="Shape 1002"/>
          <p:cNvSpPr/>
          <p:nvPr/>
        </p:nvSpPr>
        <p:spPr>
          <a:xfrm>
            <a:off x="4216721" y="41668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6" name="Shape 1003"/>
          <p:cNvSpPr/>
          <p:nvPr/>
        </p:nvSpPr>
        <p:spPr>
          <a:xfrm>
            <a:off x="4485150" y="41395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7" name="Shape 1004"/>
          <p:cNvSpPr/>
          <p:nvPr/>
        </p:nvSpPr>
        <p:spPr>
          <a:xfrm>
            <a:off x="4494571" y="42791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8" name="Shape 1005"/>
          <p:cNvSpPr/>
          <p:nvPr/>
        </p:nvSpPr>
        <p:spPr>
          <a:xfrm>
            <a:off x="4323061" y="42384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9" name="Shape 1006"/>
          <p:cNvSpPr/>
          <p:nvPr/>
        </p:nvSpPr>
        <p:spPr>
          <a:xfrm>
            <a:off x="4421343" y="41572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0" name="Shape 1007"/>
          <p:cNvSpPr/>
          <p:nvPr/>
        </p:nvSpPr>
        <p:spPr>
          <a:xfrm>
            <a:off x="4584557" y="42328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1" name="Shape 1008"/>
          <p:cNvSpPr/>
          <p:nvPr/>
        </p:nvSpPr>
        <p:spPr>
          <a:xfrm>
            <a:off x="4451088" y="42709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2" name="Shape 1009"/>
          <p:cNvSpPr/>
          <p:nvPr/>
        </p:nvSpPr>
        <p:spPr>
          <a:xfrm>
            <a:off x="4401886" y="42417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3" name="Shape 1010"/>
          <p:cNvSpPr/>
          <p:nvPr/>
        </p:nvSpPr>
        <p:spPr>
          <a:xfrm>
            <a:off x="4264725" y="41580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4" name="Shape 1011"/>
          <p:cNvSpPr/>
          <p:nvPr/>
        </p:nvSpPr>
        <p:spPr>
          <a:xfrm>
            <a:off x="4431534" y="40910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5" name="Shape 1012"/>
          <p:cNvSpPr/>
          <p:nvPr/>
        </p:nvSpPr>
        <p:spPr>
          <a:xfrm>
            <a:off x="4529588" y="41113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6" name="Shape 1013"/>
          <p:cNvSpPr/>
          <p:nvPr/>
        </p:nvSpPr>
        <p:spPr>
          <a:xfrm>
            <a:off x="4376836" y="41962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7" name="Shape 1014"/>
          <p:cNvSpPr/>
          <p:nvPr/>
        </p:nvSpPr>
        <p:spPr>
          <a:xfrm>
            <a:off x="4605666" y="38387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8" name="Shape 1015"/>
          <p:cNvSpPr/>
          <p:nvPr/>
        </p:nvSpPr>
        <p:spPr>
          <a:xfrm>
            <a:off x="4445307" y="41343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9" name="Shape 1016"/>
          <p:cNvSpPr/>
          <p:nvPr/>
        </p:nvSpPr>
        <p:spPr>
          <a:xfrm>
            <a:off x="4237471" y="40506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0" name="Shape 1017"/>
          <p:cNvSpPr/>
          <p:nvPr/>
        </p:nvSpPr>
        <p:spPr>
          <a:xfrm>
            <a:off x="4371898" y="40052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1" name="Shape 1018"/>
          <p:cNvSpPr/>
          <p:nvPr/>
        </p:nvSpPr>
        <p:spPr>
          <a:xfrm>
            <a:off x="4518852" y="43308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2" name="Shape 1019"/>
          <p:cNvSpPr/>
          <p:nvPr/>
        </p:nvSpPr>
        <p:spPr>
          <a:xfrm>
            <a:off x="4599779" y="42591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3" name="Shape 1020"/>
          <p:cNvSpPr/>
          <p:nvPr/>
        </p:nvSpPr>
        <p:spPr>
          <a:xfrm>
            <a:off x="4348883" y="43002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4" name="Shape 1021"/>
          <p:cNvSpPr/>
          <p:nvPr/>
        </p:nvSpPr>
        <p:spPr>
          <a:xfrm>
            <a:off x="4594936" y="42370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5" name="Shape 1022"/>
          <p:cNvSpPr/>
          <p:nvPr/>
        </p:nvSpPr>
        <p:spPr>
          <a:xfrm>
            <a:off x="4351867" y="42101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6" name="Shape 1023"/>
          <p:cNvSpPr/>
          <p:nvPr/>
        </p:nvSpPr>
        <p:spPr>
          <a:xfrm>
            <a:off x="4468315" y="43307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7" name="Shape 1024"/>
          <p:cNvSpPr/>
          <p:nvPr/>
        </p:nvSpPr>
        <p:spPr>
          <a:xfrm>
            <a:off x="4620789" y="41812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8" name="Shape 1025"/>
          <p:cNvSpPr/>
          <p:nvPr/>
        </p:nvSpPr>
        <p:spPr>
          <a:xfrm>
            <a:off x="4229147" y="43744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9" name="Shape 1026"/>
          <p:cNvSpPr/>
          <p:nvPr/>
        </p:nvSpPr>
        <p:spPr>
          <a:xfrm>
            <a:off x="4229341" y="46441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0" name="Shape 1027"/>
          <p:cNvSpPr/>
          <p:nvPr/>
        </p:nvSpPr>
        <p:spPr>
          <a:xfrm>
            <a:off x="4616838" y="41509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1" name="Shape 1028"/>
          <p:cNvSpPr/>
          <p:nvPr/>
        </p:nvSpPr>
        <p:spPr>
          <a:xfrm>
            <a:off x="4318451" y="44501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2" name="Shape 1029"/>
          <p:cNvSpPr/>
          <p:nvPr/>
        </p:nvSpPr>
        <p:spPr>
          <a:xfrm>
            <a:off x="4455101" y="43741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3" name="Shape 1030"/>
          <p:cNvSpPr/>
          <p:nvPr/>
        </p:nvSpPr>
        <p:spPr>
          <a:xfrm>
            <a:off x="4209383" y="43696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4" name="Shape 1031"/>
          <p:cNvSpPr/>
          <p:nvPr/>
        </p:nvSpPr>
        <p:spPr>
          <a:xfrm>
            <a:off x="4443837" y="45693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5" name="Shape 1032"/>
          <p:cNvSpPr/>
          <p:nvPr/>
        </p:nvSpPr>
        <p:spPr>
          <a:xfrm>
            <a:off x="4403730" y="44221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6" name="Shape 1033"/>
          <p:cNvSpPr/>
          <p:nvPr/>
        </p:nvSpPr>
        <p:spPr>
          <a:xfrm>
            <a:off x="4564056" y="40682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7" name="Shape 1034"/>
          <p:cNvSpPr/>
          <p:nvPr/>
        </p:nvSpPr>
        <p:spPr>
          <a:xfrm>
            <a:off x="4544358" y="41574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8" name="Shape 1035"/>
          <p:cNvSpPr/>
          <p:nvPr/>
        </p:nvSpPr>
        <p:spPr>
          <a:xfrm>
            <a:off x="4234319" y="40356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9" name="Shape 1036"/>
          <p:cNvSpPr/>
          <p:nvPr/>
        </p:nvSpPr>
        <p:spPr>
          <a:xfrm>
            <a:off x="4332243" y="38010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0" name="Shape 1037"/>
          <p:cNvSpPr/>
          <p:nvPr/>
        </p:nvSpPr>
        <p:spPr>
          <a:xfrm>
            <a:off x="4397270" y="41122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1" name="Shape 1038"/>
          <p:cNvSpPr/>
          <p:nvPr/>
        </p:nvSpPr>
        <p:spPr>
          <a:xfrm>
            <a:off x="4590160" y="42242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2" name="Shape 1039"/>
          <p:cNvSpPr/>
          <p:nvPr/>
        </p:nvSpPr>
        <p:spPr>
          <a:xfrm>
            <a:off x="4590149" y="33246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3" name="Shape 1040"/>
          <p:cNvSpPr/>
          <p:nvPr/>
        </p:nvSpPr>
        <p:spPr>
          <a:xfrm>
            <a:off x="4242756" y="40199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4" name="Shape 1041"/>
          <p:cNvSpPr/>
          <p:nvPr/>
        </p:nvSpPr>
        <p:spPr>
          <a:xfrm>
            <a:off x="4401900" y="32556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5" name="Shape 1042"/>
          <p:cNvSpPr/>
          <p:nvPr/>
        </p:nvSpPr>
        <p:spPr>
          <a:xfrm>
            <a:off x="4471602" y="38056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6" name="Shape 1043"/>
          <p:cNvSpPr/>
          <p:nvPr/>
        </p:nvSpPr>
        <p:spPr>
          <a:xfrm>
            <a:off x="4518058" y="38765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7" name="Shape 1044"/>
          <p:cNvSpPr/>
          <p:nvPr/>
        </p:nvSpPr>
        <p:spPr>
          <a:xfrm>
            <a:off x="4424297" y="40787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8" name="Shape 1045"/>
          <p:cNvSpPr/>
          <p:nvPr/>
        </p:nvSpPr>
        <p:spPr>
          <a:xfrm>
            <a:off x="4352154" y="38029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9" name="Shape 1046"/>
          <p:cNvSpPr/>
          <p:nvPr/>
        </p:nvSpPr>
        <p:spPr>
          <a:xfrm>
            <a:off x="4620424" y="39533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0" name="Shape 1047"/>
          <p:cNvSpPr/>
          <p:nvPr/>
        </p:nvSpPr>
        <p:spPr>
          <a:xfrm>
            <a:off x="4513328" y="31871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1" name="Shape 1048"/>
          <p:cNvSpPr/>
          <p:nvPr/>
        </p:nvSpPr>
        <p:spPr>
          <a:xfrm>
            <a:off x="4523558" y="40503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2" name="Shape 1049"/>
          <p:cNvSpPr/>
          <p:nvPr/>
        </p:nvSpPr>
        <p:spPr>
          <a:xfrm>
            <a:off x="4539981" y="43525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3" name="Shape 1050"/>
          <p:cNvSpPr/>
          <p:nvPr/>
        </p:nvSpPr>
        <p:spPr>
          <a:xfrm>
            <a:off x="4227762" y="38387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4" name="Shape 1051"/>
          <p:cNvSpPr/>
          <p:nvPr/>
        </p:nvSpPr>
        <p:spPr>
          <a:xfrm>
            <a:off x="4538894" y="32795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5" name="Shape 1052"/>
          <p:cNvSpPr/>
          <p:nvPr/>
        </p:nvSpPr>
        <p:spPr>
          <a:xfrm>
            <a:off x="4493976" y="40156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6" name="Shape 1053"/>
          <p:cNvSpPr/>
          <p:nvPr/>
        </p:nvSpPr>
        <p:spPr>
          <a:xfrm>
            <a:off x="4446275" y="38684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7" name="Shape 1054"/>
          <p:cNvSpPr/>
          <p:nvPr/>
        </p:nvSpPr>
        <p:spPr>
          <a:xfrm>
            <a:off x="4631330" y="32911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8" name="Shape 1055"/>
          <p:cNvSpPr/>
          <p:nvPr/>
        </p:nvSpPr>
        <p:spPr>
          <a:xfrm>
            <a:off x="4231907" y="32835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9" name="Shape 1056"/>
          <p:cNvSpPr/>
          <p:nvPr/>
        </p:nvSpPr>
        <p:spPr>
          <a:xfrm>
            <a:off x="4631691" y="38549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0" name="Shape 1057"/>
          <p:cNvSpPr/>
          <p:nvPr/>
        </p:nvSpPr>
        <p:spPr>
          <a:xfrm>
            <a:off x="4374796" y="38351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1" name="Shape 1058"/>
          <p:cNvSpPr/>
          <p:nvPr/>
        </p:nvSpPr>
        <p:spPr>
          <a:xfrm>
            <a:off x="4372300" y="38467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2" name="Shape 1059"/>
          <p:cNvSpPr/>
          <p:nvPr/>
        </p:nvSpPr>
        <p:spPr>
          <a:xfrm>
            <a:off x="4487996" y="37360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3" name="Shape 1060"/>
          <p:cNvSpPr/>
          <p:nvPr/>
        </p:nvSpPr>
        <p:spPr>
          <a:xfrm>
            <a:off x="4422059" y="39520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4" name="Shape 1061"/>
          <p:cNvSpPr/>
          <p:nvPr/>
        </p:nvSpPr>
        <p:spPr>
          <a:xfrm>
            <a:off x="4549796" y="35707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5" name="Shape 1062"/>
          <p:cNvSpPr/>
          <p:nvPr/>
        </p:nvSpPr>
        <p:spPr>
          <a:xfrm>
            <a:off x="4580944" y="35185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6" name="Shape 1063"/>
          <p:cNvSpPr/>
          <p:nvPr/>
        </p:nvSpPr>
        <p:spPr>
          <a:xfrm>
            <a:off x="4346664" y="42367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7" name="Shape 1064"/>
          <p:cNvSpPr/>
          <p:nvPr/>
        </p:nvSpPr>
        <p:spPr>
          <a:xfrm>
            <a:off x="4292024" y="42490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8" name="Shape 1065"/>
          <p:cNvSpPr/>
          <p:nvPr/>
        </p:nvSpPr>
        <p:spPr>
          <a:xfrm>
            <a:off x="4396228" y="37821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9" name="Shape 1066"/>
          <p:cNvSpPr/>
          <p:nvPr/>
        </p:nvSpPr>
        <p:spPr>
          <a:xfrm>
            <a:off x="4418103" y="38581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0" name="Shape 1067"/>
          <p:cNvSpPr/>
          <p:nvPr/>
        </p:nvSpPr>
        <p:spPr>
          <a:xfrm>
            <a:off x="4500248" y="37740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1" name="Shape 1068"/>
          <p:cNvSpPr/>
          <p:nvPr/>
        </p:nvSpPr>
        <p:spPr>
          <a:xfrm>
            <a:off x="4221998" y="33388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2" name="Shape 1069"/>
          <p:cNvSpPr/>
          <p:nvPr/>
        </p:nvSpPr>
        <p:spPr>
          <a:xfrm>
            <a:off x="4523940" y="35459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3" name="Shape 1070"/>
          <p:cNvSpPr/>
          <p:nvPr/>
        </p:nvSpPr>
        <p:spPr>
          <a:xfrm>
            <a:off x="4520260" y="38980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4" name="Shape 1071"/>
          <p:cNvSpPr/>
          <p:nvPr/>
        </p:nvSpPr>
        <p:spPr>
          <a:xfrm>
            <a:off x="4467997" y="38059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5" name="Shape 1072"/>
          <p:cNvSpPr/>
          <p:nvPr/>
        </p:nvSpPr>
        <p:spPr>
          <a:xfrm>
            <a:off x="4612379" y="28191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6" name="Shape 1073"/>
          <p:cNvSpPr/>
          <p:nvPr/>
        </p:nvSpPr>
        <p:spPr>
          <a:xfrm>
            <a:off x="4273272" y="39144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7" name="Shape 1074"/>
          <p:cNvSpPr/>
          <p:nvPr/>
        </p:nvSpPr>
        <p:spPr>
          <a:xfrm>
            <a:off x="4420936" y="38687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8" name="Shape 1075"/>
          <p:cNvSpPr/>
          <p:nvPr/>
        </p:nvSpPr>
        <p:spPr>
          <a:xfrm>
            <a:off x="4238805" y="41840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9" name="Shape 1076"/>
          <p:cNvSpPr/>
          <p:nvPr/>
        </p:nvSpPr>
        <p:spPr>
          <a:xfrm>
            <a:off x="4525522" y="43979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0" name="Shape 1077"/>
          <p:cNvSpPr/>
          <p:nvPr/>
        </p:nvSpPr>
        <p:spPr>
          <a:xfrm>
            <a:off x="4583742" y="43119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1" name="Shape 1078"/>
          <p:cNvSpPr/>
          <p:nvPr/>
        </p:nvSpPr>
        <p:spPr>
          <a:xfrm>
            <a:off x="4355069" y="42419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2" name="Shape 1079"/>
          <p:cNvSpPr/>
          <p:nvPr/>
        </p:nvSpPr>
        <p:spPr>
          <a:xfrm>
            <a:off x="4326279" y="41994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3" name="Shape 1080"/>
          <p:cNvSpPr/>
          <p:nvPr/>
        </p:nvSpPr>
        <p:spPr>
          <a:xfrm>
            <a:off x="4341549" y="42912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4" name="Shape 1081"/>
          <p:cNvSpPr/>
          <p:nvPr/>
        </p:nvSpPr>
        <p:spPr>
          <a:xfrm>
            <a:off x="4361735" y="28541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5" name="Shape 1082"/>
          <p:cNvSpPr/>
          <p:nvPr/>
        </p:nvSpPr>
        <p:spPr>
          <a:xfrm>
            <a:off x="4395398" y="42756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6" name="Shape 1083"/>
          <p:cNvSpPr/>
          <p:nvPr/>
        </p:nvSpPr>
        <p:spPr>
          <a:xfrm>
            <a:off x="4276142" y="42940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7" name="Shape 1084"/>
          <p:cNvSpPr/>
          <p:nvPr/>
        </p:nvSpPr>
        <p:spPr>
          <a:xfrm>
            <a:off x="4372863" y="42605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8" name="Shape 1085"/>
          <p:cNvSpPr/>
          <p:nvPr/>
        </p:nvSpPr>
        <p:spPr>
          <a:xfrm>
            <a:off x="4346479" y="36670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9" name="Shape 1086"/>
          <p:cNvSpPr/>
          <p:nvPr/>
        </p:nvSpPr>
        <p:spPr>
          <a:xfrm>
            <a:off x="4507179" y="36803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0" name="Shape 1087"/>
          <p:cNvSpPr/>
          <p:nvPr/>
        </p:nvSpPr>
        <p:spPr>
          <a:xfrm>
            <a:off x="4289502" y="35553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1" name="Shape 1088"/>
          <p:cNvSpPr/>
          <p:nvPr/>
        </p:nvSpPr>
        <p:spPr>
          <a:xfrm>
            <a:off x="4401469" y="38142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2" name="Shape 1089"/>
          <p:cNvSpPr/>
          <p:nvPr/>
        </p:nvSpPr>
        <p:spPr>
          <a:xfrm>
            <a:off x="4556503" y="37952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3" name="Shape 1090"/>
          <p:cNvSpPr/>
          <p:nvPr/>
        </p:nvSpPr>
        <p:spPr>
          <a:xfrm>
            <a:off x="4487013" y="38124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4" name="Shape 1091"/>
          <p:cNvSpPr/>
          <p:nvPr/>
        </p:nvSpPr>
        <p:spPr>
          <a:xfrm>
            <a:off x="4579914" y="35472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5" name="Shape 1092"/>
          <p:cNvSpPr/>
          <p:nvPr/>
        </p:nvSpPr>
        <p:spPr>
          <a:xfrm>
            <a:off x="4271866" y="38594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6" name="Shape 1093"/>
          <p:cNvSpPr/>
          <p:nvPr/>
        </p:nvSpPr>
        <p:spPr>
          <a:xfrm>
            <a:off x="4401717" y="42380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7" name="Shape 1094"/>
          <p:cNvSpPr/>
          <p:nvPr/>
        </p:nvSpPr>
        <p:spPr>
          <a:xfrm>
            <a:off x="4331864" y="43729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8" name="Shape 1095"/>
          <p:cNvSpPr/>
          <p:nvPr/>
        </p:nvSpPr>
        <p:spPr>
          <a:xfrm>
            <a:off x="4464027" y="37714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9" name="Shape 1096"/>
          <p:cNvSpPr/>
          <p:nvPr/>
        </p:nvSpPr>
        <p:spPr>
          <a:xfrm>
            <a:off x="4631668" y="39271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0" name="Shape 1097"/>
          <p:cNvSpPr/>
          <p:nvPr/>
        </p:nvSpPr>
        <p:spPr>
          <a:xfrm>
            <a:off x="4616237" y="43800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1" name="Shape 1098"/>
          <p:cNvSpPr/>
          <p:nvPr/>
        </p:nvSpPr>
        <p:spPr>
          <a:xfrm>
            <a:off x="4350939" y="28199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2" name="Shape 1099"/>
          <p:cNvSpPr/>
          <p:nvPr/>
        </p:nvSpPr>
        <p:spPr>
          <a:xfrm>
            <a:off x="4285373" y="37047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3" name="Shape 1100"/>
          <p:cNvSpPr/>
          <p:nvPr/>
        </p:nvSpPr>
        <p:spPr>
          <a:xfrm>
            <a:off x="4320932" y="38297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4" name="Shape 1101"/>
          <p:cNvSpPr/>
          <p:nvPr/>
        </p:nvSpPr>
        <p:spPr>
          <a:xfrm>
            <a:off x="4319323" y="37566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5" name="Shape 1102"/>
          <p:cNvSpPr/>
          <p:nvPr/>
        </p:nvSpPr>
        <p:spPr>
          <a:xfrm>
            <a:off x="4330375" y="37518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6" name="Shape 1103"/>
          <p:cNvSpPr/>
          <p:nvPr/>
        </p:nvSpPr>
        <p:spPr>
          <a:xfrm>
            <a:off x="4381267" y="30817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7" name="Shape 1104"/>
          <p:cNvSpPr/>
          <p:nvPr/>
        </p:nvSpPr>
        <p:spPr>
          <a:xfrm>
            <a:off x="4304246" y="42157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8" name="Shape 1105"/>
          <p:cNvSpPr/>
          <p:nvPr/>
        </p:nvSpPr>
        <p:spPr>
          <a:xfrm>
            <a:off x="4440308" y="29140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9" name="Shape 1106"/>
          <p:cNvSpPr/>
          <p:nvPr/>
        </p:nvSpPr>
        <p:spPr>
          <a:xfrm>
            <a:off x="4399357" y="41966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0" name="Shape 1107"/>
          <p:cNvSpPr/>
          <p:nvPr/>
        </p:nvSpPr>
        <p:spPr>
          <a:xfrm>
            <a:off x="4602560" y="41299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1" name="Shape 1108"/>
          <p:cNvSpPr/>
          <p:nvPr/>
        </p:nvSpPr>
        <p:spPr>
          <a:xfrm>
            <a:off x="4591277" y="28555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2" name="Shape 1109"/>
          <p:cNvSpPr/>
          <p:nvPr/>
        </p:nvSpPr>
        <p:spPr>
          <a:xfrm>
            <a:off x="4484322" y="43971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3" name="Shape 1110"/>
          <p:cNvSpPr/>
          <p:nvPr/>
        </p:nvSpPr>
        <p:spPr>
          <a:xfrm>
            <a:off x="4420726" y="40549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4" name="Shape 1111"/>
          <p:cNvSpPr/>
          <p:nvPr/>
        </p:nvSpPr>
        <p:spPr>
          <a:xfrm>
            <a:off x="4550619" y="39414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5" name="Shape 1112"/>
          <p:cNvSpPr/>
          <p:nvPr/>
        </p:nvSpPr>
        <p:spPr>
          <a:xfrm>
            <a:off x="4522478" y="30045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6" name="Shape 1113"/>
          <p:cNvSpPr/>
          <p:nvPr/>
        </p:nvSpPr>
        <p:spPr>
          <a:xfrm>
            <a:off x="4350016" y="28956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7" name="Shape 1114"/>
          <p:cNvSpPr/>
          <p:nvPr/>
        </p:nvSpPr>
        <p:spPr>
          <a:xfrm>
            <a:off x="4638136" y="34788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8" name="Shape 1115"/>
          <p:cNvSpPr/>
          <p:nvPr/>
        </p:nvSpPr>
        <p:spPr>
          <a:xfrm>
            <a:off x="4412804" y="35894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9" name="Shape 1116"/>
          <p:cNvSpPr/>
          <p:nvPr/>
        </p:nvSpPr>
        <p:spPr>
          <a:xfrm>
            <a:off x="4276621" y="39180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0" name="Shape 1117"/>
          <p:cNvSpPr/>
          <p:nvPr/>
        </p:nvSpPr>
        <p:spPr>
          <a:xfrm>
            <a:off x="4420578" y="39965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1" name="Shape 1118"/>
          <p:cNvSpPr/>
          <p:nvPr/>
        </p:nvSpPr>
        <p:spPr>
          <a:xfrm>
            <a:off x="4523373" y="34650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2" name="Shape 1119"/>
          <p:cNvSpPr/>
          <p:nvPr/>
        </p:nvSpPr>
        <p:spPr>
          <a:xfrm>
            <a:off x="4629254" y="34181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3" name="Shape 1120"/>
          <p:cNvSpPr/>
          <p:nvPr/>
        </p:nvSpPr>
        <p:spPr>
          <a:xfrm>
            <a:off x="4316076" y="39548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4" name="Shape 1121"/>
          <p:cNvSpPr/>
          <p:nvPr/>
        </p:nvSpPr>
        <p:spPr>
          <a:xfrm>
            <a:off x="4244306" y="26624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5" name="Shape 1122"/>
          <p:cNvSpPr/>
          <p:nvPr/>
        </p:nvSpPr>
        <p:spPr>
          <a:xfrm>
            <a:off x="4401290" y="36076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6" name="Shape 1123"/>
          <p:cNvSpPr/>
          <p:nvPr/>
        </p:nvSpPr>
        <p:spPr>
          <a:xfrm>
            <a:off x="4556048" y="34488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7" name="Shape 1124"/>
          <p:cNvSpPr/>
          <p:nvPr/>
        </p:nvSpPr>
        <p:spPr>
          <a:xfrm>
            <a:off x="4303378" y="29178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8" name="Shape 1125"/>
          <p:cNvSpPr/>
          <p:nvPr/>
        </p:nvSpPr>
        <p:spPr>
          <a:xfrm>
            <a:off x="4385784" y="28960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9" name="Shape 1126"/>
          <p:cNvSpPr/>
          <p:nvPr/>
        </p:nvSpPr>
        <p:spPr>
          <a:xfrm>
            <a:off x="4213976" y="35264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0" name="Shape 1127"/>
          <p:cNvSpPr/>
          <p:nvPr/>
        </p:nvSpPr>
        <p:spPr>
          <a:xfrm>
            <a:off x="4499971" y="40616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1" name="Shape 1128"/>
          <p:cNvSpPr/>
          <p:nvPr/>
        </p:nvSpPr>
        <p:spPr>
          <a:xfrm>
            <a:off x="4490605" y="39165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2" name="Shape 1129"/>
          <p:cNvSpPr/>
          <p:nvPr/>
        </p:nvSpPr>
        <p:spPr>
          <a:xfrm>
            <a:off x="4541354" y="33905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3" name="Shape 1130"/>
          <p:cNvSpPr/>
          <p:nvPr/>
        </p:nvSpPr>
        <p:spPr>
          <a:xfrm>
            <a:off x="4349036" y="33791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4" name="Shape 1131"/>
          <p:cNvSpPr/>
          <p:nvPr/>
        </p:nvSpPr>
        <p:spPr>
          <a:xfrm>
            <a:off x="4448182" y="28901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5" name="Shape 1132"/>
          <p:cNvSpPr/>
          <p:nvPr/>
        </p:nvSpPr>
        <p:spPr>
          <a:xfrm>
            <a:off x="4443823" y="27696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6" name="Shape 1133"/>
          <p:cNvSpPr/>
          <p:nvPr/>
        </p:nvSpPr>
        <p:spPr>
          <a:xfrm>
            <a:off x="4636715" y="32733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7" name="Shape 1134"/>
          <p:cNvSpPr/>
          <p:nvPr/>
        </p:nvSpPr>
        <p:spPr>
          <a:xfrm>
            <a:off x="4629685" y="35594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8" name="Shape 1135"/>
          <p:cNvSpPr/>
          <p:nvPr/>
        </p:nvSpPr>
        <p:spPr>
          <a:xfrm>
            <a:off x="4383897" y="27572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9" name="Shape 1136"/>
          <p:cNvSpPr/>
          <p:nvPr/>
        </p:nvSpPr>
        <p:spPr>
          <a:xfrm>
            <a:off x="4584503" y="27986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0" name="Shape 1137"/>
          <p:cNvSpPr/>
          <p:nvPr/>
        </p:nvSpPr>
        <p:spPr>
          <a:xfrm>
            <a:off x="4515183" y="33293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1" name="Shape 1138"/>
          <p:cNvSpPr/>
          <p:nvPr/>
        </p:nvSpPr>
        <p:spPr>
          <a:xfrm>
            <a:off x="4420992" y="36851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2" name="Shape 1139"/>
          <p:cNvSpPr/>
          <p:nvPr/>
        </p:nvSpPr>
        <p:spPr>
          <a:xfrm>
            <a:off x="4331047" y="34983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3" name="Shape 1140"/>
          <p:cNvSpPr/>
          <p:nvPr/>
        </p:nvSpPr>
        <p:spPr>
          <a:xfrm>
            <a:off x="4478459" y="36128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4" name="Shape 1141"/>
          <p:cNvSpPr/>
          <p:nvPr/>
        </p:nvSpPr>
        <p:spPr>
          <a:xfrm>
            <a:off x="4473501" y="27721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5" name="Shape 1142"/>
          <p:cNvSpPr/>
          <p:nvPr/>
        </p:nvSpPr>
        <p:spPr>
          <a:xfrm>
            <a:off x="4432287" y="33124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6" name="Shape 1143"/>
          <p:cNvSpPr/>
          <p:nvPr/>
        </p:nvSpPr>
        <p:spPr>
          <a:xfrm>
            <a:off x="4367298" y="35422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7" name="Shape 1144"/>
          <p:cNvSpPr/>
          <p:nvPr/>
        </p:nvSpPr>
        <p:spPr>
          <a:xfrm>
            <a:off x="4625148" y="37325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8" name="Shape 1145"/>
          <p:cNvSpPr/>
          <p:nvPr/>
        </p:nvSpPr>
        <p:spPr>
          <a:xfrm>
            <a:off x="4634498" y="34889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9" name="Shape 1146"/>
          <p:cNvSpPr/>
          <p:nvPr/>
        </p:nvSpPr>
        <p:spPr>
          <a:xfrm>
            <a:off x="4270916" y="27768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0" name="Shape 1147"/>
          <p:cNvSpPr/>
          <p:nvPr/>
        </p:nvSpPr>
        <p:spPr>
          <a:xfrm>
            <a:off x="4553256" y="36516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1" name="Shape 1148"/>
          <p:cNvSpPr/>
          <p:nvPr/>
        </p:nvSpPr>
        <p:spPr>
          <a:xfrm>
            <a:off x="4459659" y="42148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2" name="Shape 1149"/>
          <p:cNvSpPr/>
          <p:nvPr/>
        </p:nvSpPr>
        <p:spPr>
          <a:xfrm>
            <a:off x="4263473" y="37886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3" name="Shape 1150"/>
          <p:cNvSpPr/>
          <p:nvPr/>
        </p:nvSpPr>
        <p:spPr>
          <a:xfrm>
            <a:off x="4213134" y="40828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4" name="Shape 1151"/>
          <p:cNvSpPr/>
          <p:nvPr/>
        </p:nvSpPr>
        <p:spPr>
          <a:xfrm>
            <a:off x="4614893" y="37614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5" name="Shape 1152"/>
          <p:cNvSpPr/>
          <p:nvPr/>
        </p:nvSpPr>
        <p:spPr>
          <a:xfrm>
            <a:off x="4322266" y="37796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6" name="Shape 1153"/>
          <p:cNvSpPr/>
          <p:nvPr/>
        </p:nvSpPr>
        <p:spPr>
          <a:xfrm>
            <a:off x="4596887" y="37774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7" name="Shape 1154"/>
          <p:cNvSpPr/>
          <p:nvPr/>
        </p:nvSpPr>
        <p:spPr>
          <a:xfrm>
            <a:off x="4312716" y="37568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8" name="Shape 1155"/>
          <p:cNvSpPr/>
          <p:nvPr/>
        </p:nvSpPr>
        <p:spPr>
          <a:xfrm>
            <a:off x="4524959" y="37654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9" name="Shape 1156"/>
          <p:cNvSpPr/>
          <p:nvPr/>
        </p:nvSpPr>
        <p:spPr>
          <a:xfrm>
            <a:off x="4572979" y="37498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0" name="Shape 1157"/>
          <p:cNvSpPr/>
          <p:nvPr/>
        </p:nvSpPr>
        <p:spPr>
          <a:xfrm>
            <a:off x="4614705" y="37785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1" name="Shape 1158"/>
          <p:cNvSpPr/>
          <p:nvPr/>
        </p:nvSpPr>
        <p:spPr>
          <a:xfrm>
            <a:off x="4257837" y="37640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2" name="Shape 1159"/>
          <p:cNvSpPr/>
          <p:nvPr/>
        </p:nvSpPr>
        <p:spPr>
          <a:xfrm>
            <a:off x="4470804" y="37840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3" name="Shape 1160"/>
          <p:cNvSpPr/>
          <p:nvPr/>
        </p:nvSpPr>
        <p:spPr>
          <a:xfrm>
            <a:off x="4348116" y="37195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4" name="Shape 1161"/>
          <p:cNvSpPr/>
          <p:nvPr/>
        </p:nvSpPr>
        <p:spPr>
          <a:xfrm>
            <a:off x="4369943" y="37329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5" name="Shape 1162"/>
          <p:cNvSpPr/>
          <p:nvPr/>
        </p:nvSpPr>
        <p:spPr>
          <a:xfrm>
            <a:off x="4340422" y="40287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6" name="Shape 1163"/>
          <p:cNvSpPr/>
          <p:nvPr/>
        </p:nvSpPr>
        <p:spPr>
          <a:xfrm>
            <a:off x="4486647" y="39282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7" name="Shape 1164"/>
          <p:cNvSpPr/>
          <p:nvPr/>
        </p:nvSpPr>
        <p:spPr>
          <a:xfrm>
            <a:off x="4563275" y="39894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8" name="Shape 1165"/>
          <p:cNvSpPr/>
          <p:nvPr/>
        </p:nvSpPr>
        <p:spPr>
          <a:xfrm>
            <a:off x="4351320" y="40273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9" name="Shape 1166"/>
          <p:cNvSpPr/>
          <p:nvPr/>
        </p:nvSpPr>
        <p:spPr>
          <a:xfrm>
            <a:off x="4599583" y="39949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0" name="Shape 1167"/>
          <p:cNvSpPr/>
          <p:nvPr/>
        </p:nvSpPr>
        <p:spPr>
          <a:xfrm>
            <a:off x="4219454" y="39267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1" name="Shape 1168"/>
          <p:cNvSpPr/>
          <p:nvPr/>
        </p:nvSpPr>
        <p:spPr>
          <a:xfrm>
            <a:off x="4620722" y="41745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2" name="Shape 1169"/>
          <p:cNvSpPr/>
          <p:nvPr/>
        </p:nvSpPr>
        <p:spPr>
          <a:xfrm>
            <a:off x="4269853" y="44313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3" name="Shape 1170"/>
          <p:cNvSpPr/>
          <p:nvPr/>
        </p:nvSpPr>
        <p:spPr>
          <a:xfrm>
            <a:off x="4471485" y="44202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4" name="Shape 1171"/>
          <p:cNvSpPr/>
          <p:nvPr/>
        </p:nvSpPr>
        <p:spPr>
          <a:xfrm>
            <a:off x="4213500" y="43060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5" name="Shape 1172"/>
          <p:cNvSpPr/>
          <p:nvPr/>
        </p:nvSpPr>
        <p:spPr>
          <a:xfrm>
            <a:off x="4316737" y="42537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6" name="Shape 1173"/>
          <p:cNvSpPr/>
          <p:nvPr/>
        </p:nvSpPr>
        <p:spPr>
          <a:xfrm>
            <a:off x="4467835" y="42226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7" name="Shape 1174"/>
          <p:cNvSpPr/>
          <p:nvPr/>
        </p:nvSpPr>
        <p:spPr>
          <a:xfrm>
            <a:off x="4307144" y="46047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8" name="Shape 1175"/>
          <p:cNvSpPr/>
          <p:nvPr/>
        </p:nvSpPr>
        <p:spPr>
          <a:xfrm>
            <a:off x="4513998" y="45381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9" name="Shape 1176"/>
          <p:cNvSpPr/>
          <p:nvPr/>
        </p:nvSpPr>
        <p:spPr>
          <a:xfrm>
            <a:off x="4432918" y="45083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0" name="Shape 1177"/>
          <p:cNvSpPr/>
          <p:nvPr/>
        </p:nvSpPr>
        <p:spPr>
          <a:xfrm>
            <a:off x="4493810" y="44883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1" name="Shape 1178"/>
          <p:cNvSpPr/>
          <p:nvPr/>
        </p:nvSpPr>
        <p:spPr>
          <a:xfrm>
            <a:off x="4297249" y="43354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2" name="Shape 1179"/>
          <p:cNvSpPr/>
          <p:nvPr/>
        </p:nvSpPr>
        <p:spPr>
          <a:xfrm>
            <a:off x="4340458" y="43783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3" name="Shape 1180"/>
          <p:cNvSpPr/>
          <p:nvPr/>
        </p:nvSpPr>
        <p:spPr>
          <a:xfrm>
            <a:off x="4424801" y="45972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4" name="Shape 1181"/>
          <p:cNvSpPr/>
          <p:nvPr/>
        </p:nvSpPr>
        <p:spPr>
          <a:xfrm>
            <a:off x="4320855" y="38146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5" name="Shape 1182"/>
          <p:cNvSpPr/>
          <p:nvPr/>
        </p:nvSpPr>
        <p:spPr>
          <a:xfrm>
            <a:off x="4376946" y="40763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6" name="Shape 1183"/>
          <p:cNvSpPr/>
          <p:nvPr/>
        </p:nvSpPr>
        <p:spPr>
          <a:xfrm>
            <a:off x="4568797" y="40940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7" name="Shape 1184"/>
          <p:cNvSpPr/>
          <p:nvPr/>
        </p:nvSpPr>
        <p:spPr>
          <a:xfrm>
            <a:off x="4489665" y="39816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8" name="Shape 1185"/>
          <p:cNvSpPr/>
          <p:nvPr/>
        </p:nvSpPr>
        <p:spPr>
          <a:xfrm>
            <a:off x="4483515" y="31639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9" name="Shape 1186"/>
          <p:cNvSpPr/>
          <p:nvPr/>
        </p:nvSpPr>
        <p:spPr>
          <a:xfrm>
            <a:off x="4583597" y="29007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0" name="Shape 1187"/>
          <p:cNvSpPr/>
          <p:nvPr/>
        </p:nvSpPr>
        <p:spPr>
          <a:xfrm>
            <a:off x="4485878" y="38962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1" name="Shape 1188"/>
          <p:cNvSpPr/>
          <p:nvPr/>
        </p:nvSpPr>
        <p:spPr>
          <a:xfrm>
            <a:off x="4406273" y="40176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2" name="Shape 1189"/>
          <p:cNvSpPr/>
          <p:nvPr/>
        </p:nvSpPr>
        <p:spPr>
          <a:xfrm>
            <a:off x="4601860" y="29002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3" name="Shape 1190"/>
          <p:cNvSpPr/>
          <p:nvPr/>
        </p:nvSpPr>
        <p:spPr>
          <a:xfrm>
            <a:off x="4265382" y="38658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4" name="Shape 1191"/>
          <p:cNvSpPr/>
          <p:nvPr/>
        </p:nvSpPr>
        <p:spPr>
          <a:xfrm>
            <a:off x="4574604" y="37100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5" name="Shape 1192"/>
          <p:cNvSpPr/>
          <p:nvPr/>
        </p:nvSpPr>
        <p:spPr>
          <a:xfrm>
            <a:off x="4466851" y="33095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6" name="Shape 1193"/>
          <p:cNvSpPr/>
          <p:nvPr/>
        </p:nvSpPr>
        <p:spPr>
          <a:xfrm>
            <a:off x="4434861" y="28997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7" name="Shape 1194"/>
          <p:cNvSpPr/>
          <p:nvPr/>
        </p:nvSpPr>
        <p:spPr>
          <a:xfrm>
            <a:off x="4311647" y="38239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8" name="Shape 1195"/>
          <p:cNvSpPr/>
          <p:nvPr/>
        </p:nvSpPr>
        <p:spPr>
          <a:xfrm>
            <a:off x="4237591" y="37811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9" name="Shape 1196"/>
          <p:cNvSpPr/>
          <p:nvPr/>
        </p:nvSpPr>
        <p:spPr>
          <a:xfrm>
            <a:off x="4589677" y="37800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0" name="Shape 1197"/>
          <p:cNvSpPr/>
          <p:nvPr/>
        </p:nvSpPr>
        <p:spPr>
          <a:xfrm>
            <a:off x="4561745" y="38054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1" name="Shape 1198"/>
          <p:cNvSpPr/>
          <p:nvPr/>
        </p:nvSpPr>
        <p:spPr>
          <a:xfrm>
            <a:off x="4283970" y="38068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2" name="Shape 1199"/>
          <p:cNvSpPr/>
          <p:nvPr/>
        </p:nvSpPr>
        <p:spPr>
          <a:xfrm>
            <a:off x="4256702" y="37839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3" name="Shape 1200"/>
          <p:cNvSpPr/>
          <p:nvPr/>
        </p:nvSpPr>
        <p:spPr>
          <a:xfrm>
            <a:off x="4393673" y="42148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4" name="Shape 1201"/>
          <p:cNvSpPr/>
          <p:nvPr/>
        </p:nvSpPr>
        <p:spPr>
          <a:xfrm>
            <a:off x="4566043" y="42624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5" name="Shape 1202"/>
          <p:cNvSpPr/>
          <p:nvPr/>
        </p:nvSpPr>
        <p:spPr>
          <a:xfrm>
            <a:off x="4243442" y="41467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6" name="Shape 1203"/>
          <p:cNvSpPr/>
          <p:nvPr/>
        </p:nvSpPr>
        <p:spPr>
          <a:xfrm>
            <a:off x="4624443" y="38858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7" name="Shape 1204"/>
          <p:cNvSpPr/>
          <p:nvPr/>
        </p:nvSpPr>
        <p:spPr>
          <a:xfrm>
            <a:off x="4473609" y="37593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8" name="Shape 1205"/>
          <p:cNvSpPr/>
          <p:nvPr/>
        </p:nvSpPr>
        <p:spPr>
          <a:xfrm>
            <a:off x="4469686" y="42063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9" name="Shape 1206"/>
          <p:cNvSpPr/>
          <p:nvPr/>
        </p:nvSpPr>
        <p:spPr>
          <a:xfrm>
            <a:off x="4209077" y="43047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0" name="Shape 1207"/>
          <p:cNvSpPr/>
          <p:nvPr/>
        </p:nvSpPr>
        <p:spPr>
          <a:xfrm>
            <a:off x="4320268" y="42790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1" name="Shape 1208"/>
          <p:cNvSpPr/>
          <p:nvPr/>
        </p:nvSpPr>
        <p:spPr>
          <a:xfrm>
            <a:off x="4377789" y="41124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2" name="Shape 1209"/>
          <p:cNvSpPr/>
          <p:nvPr/>
        </p:nvSpPr>
        <p:spPr>
          <a:xfrm>
            <a:off x="4265148" y="42334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3" name="Shape 1210"/>
          <p:cNvSpPr/>
          <p:nvPr/>
        </p:nvSpPr>
        <p:spPr>
          <a:xfrm>
            <a:off x="4273888" y="39039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4" name="Shape 1211"/>
          <p:cNvSpPr/>
          <p:nvPr/>
        </p:nvSpPr>
        <p:spPr>
          <a:xfrm>
            <a:off x="4292259" y="43660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5" name="Shape 1212"/>
          <p:cNvSpPr/>
          <p:nvPr/>
        </p:nvSpPr>
        <p:spPr>
          <a:xfrm>
            <a:off x="4447012" y="42532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6" name="Shape 1213"/>
          <p:cNvSpPr/>
          <p:nvPr/>
        </p:nvSpPr>
        <p:spPr>
          <a:xfrm>
            <a:off x="4565720" y="43765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7" name="Shape 1214"/>
          <p:cNvSpPr/>
          <p:nvPr/>
        </p:nvSpPr>
        <p:spPr>
          <a:xfrm>
            <a:off x="4390631" y="42377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8" name="Shape 1215"/>
          <p:cNvSpPr/>
          <p:nvPr/>
        </p:nvSpPr>
        <p:spPr>
          <a:xfrm>
            <a:off x="4630629" y="42550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9" name="Shape 1216"/>
          <p:cNvSpPr/>
          <p:nvPr/>
        </p:nvSpPr>
        <p:spPr>
          <a:xfrm>
            <a:off x="4366251" y="28075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0" name="Shape 1217"/>
          <p:cNvSpPr/>
          <p:nvPr/>
        </p:nvSpPr>
        <p:spPr>
          <a:xfrm>
            <a:off x="4499687" y="27666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1" name="Shape 1218"/>
          <p:cNvSpPr/>
          <p:nvPr/>
        </p:nvSpPr>
        <p:spPr>
          <a:xfrm>
            <a:off x="4332531" y="40865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2" name="Shape 1219"/>
          <p:cNvSpPr/>
          <p:nvPr/>
        </p:nvSpPr>
        <p:spPr>
          <a:xfrm>
            <a:off x="4408020" y="41078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3" name="Shape 1220"/>
          <p:cNvSpPr/>
          <p:nvPr/>
        </p:nvSpPr>
        <p:spPr>
          <a:xfrm>
            <a:off x="4306058" y="43814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4" name="Shape 1221"/>
          <p:cNvSpPr/>
          <p:nvPr/>
        </p:nvSpPr>
        <p:spPr>
          <a:xfrm>
            <a:off x="4208573" y="38231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5" name="Shape 1222"/>
          <p:cNvSpPr/>
          <p:nvPr/>
        </p:nvSpPr>
        <p:spPr>
          <a:xfrm>
            <a:off x="4571958" y="26419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6" name="Shape 1223"/>
          <p:cNvSpPr/>
          <p:nvPr/>
        </p:nvSpPr>
        <p:spPr>
          <a:xfrm>
            <a:off x="4327003" y="27186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7" name="Shape 1224"/>
          <p:cNvSpPr/>
          <p:nvPr/>
        </p:nvSpPr>
        <p:spPr>
          <a:xfrm>
            <a:off x="4374844" y="27408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8" name="Shape 1225"/>
          <p:cNvSpPr/>
          <p:nvPr/>
        </p:nvSpPr>
        <p:spPr>
          <a:xfrm>
            <a:off x="4634469" y="40610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9" name="Shape 1226"/>
          <p:cNvSpPr/>
          <p:nvPr/>
        </p:nvSpPr>
        <p:spPr>
          <a:xfrm>
            <a:off x="4483539" y="37913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0" name="Shape 1227"/>
          <p:cNvSpPr/>
          <p:nvPr/>
        </p:nvSpPr>
        <p:spPr>
          <a:xfrm>
            <a:off x="4555297" y="32954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1" name="Shape 1228"/>
          <p:cNvSpPr/>
          <p:nvPr/>
        </p:nvSpPr>
        <p:spPr>
          <a:xfrm>
            <a:off x="4484470" y="33174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2" name="Shape 1229"/>
          <p:cNvSpPr/>
          <p:nvPr/>
        </p:nvSpPr>
        <p:spPr>
          <a:xfrm>
            <a:off x="4273646" y="43040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3" name="Shape 1230"/>
          <p:cNvSpPr/>
          <p:nvPr/>
        </p:nvSpPr>
        <p:spPr>
          <a:xfrm>
            <a:off x="4494908" y="41992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4" name="Shape 1231"/>
          <p:cNvSpPr/>
          <p:nvPr/>
        </p:nvSpPr>
        <p:spPr>
          <a:xfrm>
            <a:off x="4362834" y="33631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5" name="Shape 1232"/>
          <p:cNvSpPr/>
          <p:nvPr/>
        </p:nvSpPr>
        <p:spPr>
          <a:xfrm>
            <a:off x="4319279" y="32134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6" name="Shape 1233"/>
          <p:cNvSpPr/>
          <p:nvPr/>
        </p:nvSpPr>
        <p:spPr>
          <a:xfrm>
            <a:off x="4511397" y="39785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7" name="Shape 1234"/>
          <p:cNvSpPr/>
          <p:nvPr/>
        </p:nvSpPr>
        <p:spPr>
          <a:xfrm>
            <a:off x="4469813" y="33081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8" name="Shape 1235"/>
          <p:cNvSpPr/>
          <p:nvPr/>
        </p:nvSpPr>
        <p:spPr>
          <a:xfrm>
            <a:off x="4265141" y="37662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9" name="Shape 1236"/>
          <p:cNvSpPr/>
          <p:nvPr/>
        </p:nvSpPr>
        <p:spPr>
          <a:xfrm>
            <a:off x="4334355" y="37195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0" name="Shape 1237"/>
          <p:cNvSpPr/>
          <p:nvPr/>
        </p:nvSpPr>
        <p:spPr>
          <a:xfrm>
            <a:off x="4293633" y="37593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1" name="Shape 1238"/>
          <p:cNvSpPr/>
          <p:nvPr/>
        </p:nvSpPr>
        <p:spPr>
          <a:xfrm>
            <a:off x="4511803" y="37886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2" name="Shape 1239"/>
          <p:cNvSpPr/>
          <p:nvPr/>
        </p:nvSpPr>
        <p:spPr>
          <a:xfrm>
            <a:off x="4429421" y="37984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3" name="Shape 1240"/>
          <p:cNvSpPr/>
          <p:nvPr/>
        </p:nvSpPr>
        <p:spPr>
          <a:xfrm>
            <a:off x="4304288" y="37759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4" name="Shape 1241"/>
          <p:cNvSpPr/>
          <p:nvPr/>
        </p:nvSpPr>
        <p:spPr>
          <a:xfrm>
            <a:off x="4461503" y="42692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5" name="Shape 1242"/>
          <p:cNvSpPr/>
          <p:nvPr/>
        </p:nvSpPr>
        <p:spPr>
          <a:xfrm>
            <a:off x="4266433" y="43046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6" name="Shape 1243"/>
          <p:cNvSpPr/>
          <p:nvPr/>
        </p:nvSpPr>
        <p:spPr>
          <a:xfrm>
            <a:off x="4457423" y="42752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7" name="Shape 1244"/>
          <p:cNvSpPr/>
          <p:nvPr/>
        </p:nvSpPr>
        <p:spPr>
          <a:xfrm>
            <a:off x="4436068" y="43169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8" name="Shape 1245"/>
          <p:cNvSpPr/>
          <p:nvPr/>
        </p:nvSpPr>
        <p:spPr>
          <a:xfrm>
            <a:off x="4432832" y="38758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9" name="Shape 1246"/>
          <p:cNvSpPr/>
          <p:nvPr/>
        </p:nvSpPr>
        <p:spPr>
          <a:xfrm>
            <a:off x="4259273" y="36246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0" name="Shape 1247"/>
          <p:cNvSpPr/>
          <p:nvPr/>
        </p:nvSpPr>
        <p:spPr>
          <a:xfrm>
            <a:off x="4489900" y="40191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1" name="Shape 1248"/>
          <p:cNvSpPr/>
          <p:nvPr/>
        </p:nvSpPr>
        <p:spPr>
          <a:xfrm>
            <a:off x="4284180" y="36692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2" name="Shape 1249"/>
          <p:cNvSpPr/>
          <p:nvPr/>
        </p:nvSpPr>
        <p:spPr>
          <a:xfrm>
            <a:off x="4617681" y="35172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3" name="Shape 1250"/>
          <p:cNvSpPr/>
          <p:nvPr/>
        </p:nvSpPr>
        <p:spPr>
          <a:xfrm>
            <a:off x="4288418" y="40706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4" name="Shape 1251"/>
          <p:cNvSpPr/>
          <p:nvPr/>
        </p:nvSpPr>
        <p:spPr>
          <a:xfrm>
            <a:off x="4527996" y="37250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5" name="Shape 1252"/>
          <p:cNvSpPr/>
          <p:nvPr/>
        </p:nvSpPr>
        <p:spPr>
          <a:xfrm>
            <a:off x="4538765" y="36761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6" name="Shape 1253"/>
          <p:cNvSpPr/>
          <p:nvPr/>
        </p:nvSpPr>
        <p:spPr>
          <a:xfrm>
            <a:off x="4510049" y="36895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7" name="Shape 1254"/>
          <p:cNvSpPr/>
          <p:nvPr/>
        </p:nvSpPr>
        <p:spPr>
          <a:xfrm>
            <a:off x="4228153" y="41669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8" name="Shape 1255"/>
          <p:cNvSpPr/>
          <p:nvPr/>
        </p:nvSpPr>
        <p:spPr>
          <a:xfrm>
            <a:off x="4384441" y="41416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9" name="Shape 1256"/>
          <p:cNvSpPr/>
          <p:nvPr/>
        </p:nvSpPr>
        <p:spPr>
          <a:xfrm>
            <a:off x="4468473" y="39188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0" name="Shape 1257"/>
          <p:cNvSpPr/>
          <p:nvPr/>
        </p:nvSpPr>
        <p:spPr>
          <a:xfrm>
            <a:off x="4455782" y="40703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1" name="Shape 1258"/>
          <p:cNvSpPr/>
          <p:nvPr/>
        </p:nvSpPr>
        <p:spPr>
          <a:xfrm>
            <a:off x="4524165" y="40236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2" name="Shape 1259"/>
          <p:cNvSpPr/>
          <p:nvPr/>
        </p:nvSpPr>
        <p:spPr>
          <a:xfrm>
            <a:off x="4261147" y="42065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3" name="Shape 1260"/>
          <p:cNvSpPr/>
          <p:nvPr/>
        </p:nvSpPr>
        <p:spPr>
          <a:xfrm>
            <a:off x="4441915" y="40782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4" name="Shape 1261"/>
          <p:cNvSpPr/>
          <p:nvPr/>
        </p:nvSpPr>
        <p:spPr>
          <a:xfrm>
            <a:off x="4215284" y="36947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5" name="Shape 1262"/>
          <p:cNvSpPr/>
          <p:nvPr/>
        </p:nvSpPr>
        <p:spPr>
          <a:xfrm>
            <a:off x="4620943" y="40482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6" name="Shape 1263"/>
          <p:cNvSpPr/>
          <p:nvPr/>
        </p:nvSpPr>
        <p:spPr>
          <a:xfrm>
            <a:off x="4348815" y="40011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7" name="Shape 1264"/>
          <p:cNvSpPr/>
          <p:nvPr/>
        </p:nvSpPr>
        <p:spPr>
          <a:xfrm>
            <a:off x="4395180" y="36764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8" name="Shape 1265"/>
          <p:cNvSpPr/>
          <p:nvPr/>
        </p:nvSpPr>
        <p:spPr>
          <a:xfrm>
            <a:off x="4481266" y="36983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9" name="Shape 1266"/>
          <p:cNvSpPr/>
          <p:nvPr/>
        </p:nvSpPr>
        <p:spPr>
          <a:xfrm>
            <a:off x="4379319" y="36680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0" name="Shape 1267"/>
          <p:cNvSpPr/>
          <p:nvPr/>
        </p:nvSpPr>
        <p:spPr>
          <a:xfrm>
            <a:off x="4245711" y="35836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1" name="Shape 1268"/>
          <p:cNvSpPr/>
          <p:nvPr/>
        </p:nvSpPr>
        <p:spPr>
          <a:xfrm>
            <a:off x="4551316" y="41133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2" name="Shape 1269"/>
          <p:cNvSpPr/>
          <p:nvPr/>
        </p:nvSpPr>
        <p:spPr>
          <a:xfrm>
            <a:off x="4617893" y="39341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3" name="Shape 1270"/>
          <p:cNvSpPr/>
          <p:nvPr/>
        </p:nvSpPr>
        <p:spPr>
          <a:xfrm>
            <a:off x="4247713" y="39076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4" name="Shape 1271"/>
          <p:cNvSpPr/>
          <p:nvPr/>
        </p:nvSpPr>
        <p:spPr>
          <a:xfrm>
            <a:off x="4382539" y="36438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5" name="Shape 1272"/>
          <p:cNvSpPr/>
          <p:nvPr/>
        </p:nvSpPr>
        <p:spPr>
          <a:xfrm>
            <a:off x="4559132" y="34890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6" name="Shape 1273"/>
          <p:cNvSpPr/>
          <p:nvPr/>
        </p:nvSpPr>
        <p:spPr>
          <a:xfrm>
            <a:off x="4602902" y="29121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7" name="Shape 1274"/>
          <p:cNvSpPr/>
          <p:nvPr/>
        </p:nvSpPr>
        <p:spPr>
          <a:xfrm>
            <a:off x="4374727" y="29066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8" name="Shape 1275"/>
          <p:cNvSpPr/>
          <p:nvPr/>
        </p:nvSpPr>
        <p:spPr>
          <a:xfrm>
            <a:off x="4391056" y="39599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9" name="Shape 1276"/>
          <p:cNvSpPr/>
          <p:nvPr/>
        </p:nvSpPr>
        <p:spPr>
          <a:xfrm>
            <a:off x="4337729" y="44163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0" name="Shape 1277"/>
          <p:cNvSpPr/>
          <p:nvPr/>
        </p:nvSpPr>
        <p:spPr>
          <a:xfrm>
            <a:off x="4272318" y="42488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1" name="Shape 1278"/>
          <p:cNvSpPr/>
          <p:nvPr/>
        </p:nvSpPr>
        <p:spPr>
          <a:xfrm>
            <a:off x="4358217" y="42717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2" name="Shape 1279"/>
          <p:cNvSpPr/>
          <p:nvPr/>
        </p:nvSpPr>
        <p:spPr>
          <a:xfrm>
            <a:off x="4435753" y="42844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3" name="Shape 1280"/>
          <p:cNvSpPr/>
          <p:nvPr/>
        </p:nvSpPr>
        <p:spPr>
          <a:xfrm>
            <a:off x="4431910" y="46666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4" name="Shape 1281"/>
          <p:cNvSpPr/>
          <p:nvPr/>
        </p:nvSpPr>
        <p:spPr>
          <a:xfrm>
            <a:off x="4479019" y="44454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5" name="Shape 1282"/>
          <p:cNvSpPr/>
          <p:nvPr/>
        </p:nvSpPr>
        <p:spPr>
          <a:xfrm>
            <a:off x="4252679" y="44122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6" name="Shape 1283"/>
          <p:cNvSpPr/>
          <p:nvPr/>
        </p:nvSpPr>
        <p:spPr>
          <a:xfrm>
            <a:off x="4440388" y="44762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7" name="Shape 1284"/>
          <p:cNvSpPr/>
          <p:nvPr/>
        </p:nvSpPr>
        <p:spPr>
          <a:xfrm>
            <a:off x="4520886" y="43116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8" name="Shape 1285"/>
          <p:cNvSpPr/>
          <p:nvPr/>
        </p:nvSpPr>
        <p:spPr>
          <a:xfrm>
            <a:off x="4233273" y="42297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9" name="Shape 1286"/>
          <p:cNvSpPr/>
          <p:nvPr/>
        </p:nvSpPr>
        <p:spPr>
          <a:xfrm>
            <a:off x="4535063" y="36274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0" name="Shape 1287"/>
          <p:cNvSpPr/>
          <p:nvPr/>
        </p:nvSpPr>
        <p:spPr>
          <a:xfrm>
            <a:off x="4576842" y="37729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1" name="Shape 1288"/>
          <p:cNvSpPr/>
          <p:nvPr/>
        </p:nvSpPr>
        <p:spPr>
          <a:xfrm>
            <a:off x="4409612" y="37168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2" name="Shape 1289"/>
          <p:cNvSpPr/>
          <p:nvPr/>
        </p:nvSpPr>
        <p:spPr>
          <a:xfrm>
            <a:off x="4262961" y="41063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3" name="Shape 1290"/>
          <p:cNvSpPr/>
          <p:nvPr/>
        </p:nvSpPr>
        <p:spPr>
          <a:xfrm>
            <a:off x="4594487" y="36797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4" name="Shape 1291"/>
          <p:cNvSpPr/>
          <p:nvPr/>
        </p:nvSpPr>
        <p:spPr>
          <a:xfrm>
            <a:off x="4501879" y="36569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5" name="Shape 1292"/>
          <p:cNvSpPr/>
          <p:nvPr/>
        </p:nvSpPr>
        <p:spPr>
          <a:xfrm>
            <a:off x="4460014" y="38581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6" name="Shape 1293"/>
          <p:cNvSpPr/>
          <p:nvPr/>
        </p:nvSpPr>
        <p:spPr>
          <a:xfrm>
            <a:off x="4511385" y="43421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7" name="Shape 1294"/>
          <p:cNvSpPr/>
          <p:nvPr/>
        </p:nvSpPr>
        <p:spPr>
          <a:xfrm>
            <a:off x="4410520" y="28829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8" name="Shape 1295"/>
          <p:cNvSpPr/>
          <p:nvPr/>
        </p:nvSpPr>
        <p:spPr>
          <a:xfrm>
            <a:off x="4473896" y="42831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9" name="Shape 1296"/>
          <p:cNvSpPr/>
          <p:nvPr/>
        </p:nvSpPr>
        <p:spPr>
          <a:xfrm>
            <a:off x="4264846" y="35876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0" name="Shape 1297"/>
          <p:cNvSpPr/>
          <p:nvPr/>
        </p:nvSpPr>
        <p:spPr>
          <a:xfrm>
            <a:off x="4338024" y="41997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1" name="Shape 1298"/>
          <p:cNvSpPr/>
          <p:nvPr/>
        </p:nvSpPr>
        <p:spPr>
          <a:xfrm>
            <a:off x="4228644" y="31368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2" name="Shape 1299"/>
          <p:cNvSpPr/>
          <p:nvPr/>
        </p:nvSpPr>
        <p:spPr>
          <a:xfrm>
            <a:off x="4509069" y="42518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3" name="Shape 1300"/>
          <p:cNvSpPr/>
          <p:nvPr/>
        </p:nvSpPr>
        <p:spPr>
          <a:xfrm>
            <a:off x="4582311" y="42183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4" name="Shape 1301"/>
          <p:cNvSpPr/>
          <p:nvPr/>
        </p:nvSpPr>
        <p:spPr>
          <a:xfrm>
            <a:off x="4566519" y="37563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5" name="Shape 1302"/>
          <p:cNvSpPr/>
          <p:nvPr/>
        </p:nvSpPr>
        <p:spPr>
          <a:xfrm>
            <a:off x="4276089" y="35924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6" name="Shape 1303"/>
          <p:cNvSpPr/>
          <p:nvPr/>
        </p:nvSpPr>
        <p:spPr>
          <a:xfrm>
            <a:off x="4342240" y="35561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7" name="Shape 1304"/>
          <p:cNvSpPr/>
          <p:nvPr/>
        </p:nvSpPr>
        <p:spPr>
          <a:xfrm>
            <a:off x="4333789" y="41572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8" name="Shape 1305"/>
          <p:cNvSpPr/>
          <p:nvPr/>
        </p:nvSpPr>
        <p:spPr>
          <a:xfrm>
            <a:off x="4327897" y="30193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9" name="Shape 1306"/>
          <p:cNvSpPr/>
          <p:nvPr/>
        </p:nvSpPr>
        <p:spPr>
          <a:xfrm>
            <a:off x="4529419" y="37472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0" name="Shape 1307"/>
          <p:cNvSpPr/>
          <p:nvPr/>
        </p:nvSpPr>
        <p:spPr>
          <a:xfrm>
            <a:off x="4516340" y="35785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1" name="Shape 1308"/>
          <p:cNvSpPr/>
          <p:nvPr/>
        </p:nvSpPr>
        <p:spPr>
          <a:xfrm>
            <a:off x="4596390" y="35450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2" name="Shape 1309"/>
          <p:cNvSpPr/>
          <p:nvPr/>
        </p:nvSpPr>
        <p:spPr>
          <a:xfrm>
            <a:off x="4454116" y="29206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3" name="Shape 1310"/>
          <p:cNvSpPr/>
          <p:nvPr/>
        </p:nvSpPr>
        <p:spPr>
          <a:xfrm>
            <a:off x="4615203" y="31565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4" name="Shape 1311"/>
          <p:cNvSpPr/>
          <p:nvPr/>
        </p:nvSpPr>
        <p:spPr>
          <a:xfrm>
            <a:off x="4367473" y="32779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5" name="Shape 1312"/>
          <p:cNvSpPr/>
          <p:nvPr/>
        </p:nvSpPr>
        <p:spPr>
          <a:xfrm>
            <a:off x="4392543" y="31587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6" name="Shape 1313"/>
          <p:cNvSpPr/>
          <p:nvPr/>
        </p:nvSpPr>
        <p:spPr>
          <a:xfrm>
            <a:off x="4400922" y="36767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7" name="Shape 1314"/>
          <p:cNvSpPr/>
          <p:nvPr/>
        </p:nvSpPr>
        <p:spPr>
          <a:xfrm>
            <a:off x="4404964" y="36512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8" name="Shape 1315"/>
          <p:cNvSpPr/>
          <p:nvPr/>
        </p:nvSpPr>
        <p:spPr>
          <a:xfrm>
            <a:off x="4353230" y="32979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9" name="Shape 1316"/>
          <p:cNvSpPr/>
          <p:nvPr/>
        </p:nvSpPr>
        <p:spPr>
          <a:xfrm>
            <a:off x="4295226" y="29571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0" name="Shape 1317"/>
          <p:cNvSpPr/>
          <p:nvPr/>
        </p:nvSpPr>
        <p:spPr>
          <a:xfrm>
            <a:off x="4385304" y="29867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1" name="Shape 1318"/>
          <p:cNvSpPr/>
          <p:nvPr/>
        </p:nvSpPr>
        <p:spPr>
          <a:xfrm>
            <a:off x="4533216" y="30252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2" name="Shape 1319"/>
          <p:cNvSpPr/>
          <p:nvPr/>
        </p:nvSpPr>
        <p:spPr>
          <a:xfrm>
            <a:off x="4313229" y="32129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3" name="Shape 1320"/>
          <p:cNvSpPr/>
          <p:nvPr/>
        </p:nvSpPr>
        <p:spPr>
          <a:xfrm>
            <a:off x="4531091" y="36075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4" name="Shape 1321"/>
          <p:cNvSpPr/>
          <p:nvPr/>
        </p:nvSpPr>
        <p:spPr>
          <a:xfrm>
            <a:off x="4415430" y="34708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5" name="Shape 1322"/>
          <p:cNvSpPr/>
          <p:nvPr/>
        </p:nvSpPr>
        <p:spPr>
          <a:xfrm>
            <a:off x="4444943" y="26728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6" name="Shape 1323"/>
          <p:cNvSpPr/>
          <p:nvPr/>
        </p:nvSpPr>
        <p:spPr>
          <a:xfrm>
            <a:off x="4637183" y="39764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7" name="Shape 1324"/>
          <p:cNvSpPr/>
          <p:nvPr/>
        </p:nvSpPr>
        <p:spPr>
          <a:xfrm>
            <a:off x="4493475" y="42108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8" name="Shape 1325"/>
          <p:cNvSpPr/>
          <p:nvPr/>
        </p:nvSpPr>
        <p:spPr>
          <a:xfrm>
            <a:off x="4473524" y="38564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9" name="Shape 1326"/>
          <p:cNvSpPr/>
          <p:nvPr/>
        </p:nvSpPr>
        <p:spPr>
          <a:xfrm>
            <a:off x="4560975" y="38850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0" name="Shape 1327"/>
          <p:cNvSpPr/>
          <p:nvPr/>
        </p:nvSpPr>
        <p:spPr>
          <a:xfrm>
            <a:off x="4380005" y="39067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1" name="Shape 1328"/>
          <p:cNvSpPr/>
          <p:nvPr/>
        </p:nvSpPr>
        <p:spPr>
          <a:xfrm>
            <a:off x="4456366" y="38862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2" name="Shape 1329"/>
          <p:cNvSpPr/>
          <p:nvPr/>
        </p:nvSpPr>
        <p:spPr>
          <a:xfrm>
            <a:off x="4246407" y="38408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3" name="Shape 1330"/>
          <p:cNvSpPr/>
          <p:nvPr/>
        </p:nvSpPr>
        <p:spPr>
          <a:xfrm>
            <a:off x="4468645" y="39071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4" name="Shape 1331"/>
          <p:cNvSpPr/>
          <p:nvPr/>
        </p:nvSpPr>
        <p:spPr>
          <a:xfrm>
            <a:off x="4565972" y="43283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5" name="Shape 1332"/>
          <p:cNvSpPr/>
          <p:nvPr/>
        </p:nvSpPr>
        <p:spPr>
          <a:xfrm>
            <a:off x="4513291" y="44311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6" name="Shape 1333"/>
          <p:cNvSpPr/>
          <p:nvPr/>
        </p:nvSpPr>
        <p:spPr>
          <a:xfrm>
            <a:off x="4526705" y="27700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7" name="Shape 1334"/>
          <p:cNvSpPr/>
          <p:nvPr/>
        </p:nvSpPr>
        <p:spPr>
          <a:xfrm>
            <a:off x="4519017" y="46808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8" name="Shape 1335"/>
          <p:cNvSpPr/>
          <p:nvPr/>
        </p:nvSpPr>
        <p:spPr>
          <a:xfrm>
            <a:off x="4230914" y="38362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9" name="Shape 1336"/>
          <p:cNvSpPr/>
          <p:nvPr/>
        </p:nvSpPr>
        <p:spPr>
          <a:xfrm>
            <a:off x="4333870" y="38541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0" name="Shape 1337"/>
          <p:cNvSpPr/>
          <p:nvPr/>
        </p:nvSpPr>
        <p:spPr>
          <a:xfrm>
            <a:off x="4606456" y="39396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1" name="Shape 1338"/>
          <p:cNvSpPr/>
          <p:nvPr/>
        </p:nvSpPr>
        <p:spPr>
          <a:xfrm>
            <a:off x="4451786" y="38739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2" name="Shape 1339"/>
          <p:cNvSpPr/>
          <p:nvPr/>
        </p:nvSpPr>
        <p:spPr>
          <a:xfrm>
            <a:off x="4558352" y="40249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3" name="Shape 1340"/>
          <p:cNvSpPr/>
          <p:nvPr/>
        </p:nvSpPr>
        <p:spPr>
          <a:xfrm>
            <a:off x="4334305" y="39377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4" name="Shape 1341"/>
          <p:cNvSpPr/>
          <p:nvPr/>
        </p:nvSpPr>
        <p:spPr>
          <a:xfrm>
            <a:off x="4574270" y="39704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5" name="Shape 1342"/>
          <p:cNvSpPr/>
          <p:nvPr/>
        </p:nvSpPr>
        <p:spPr>
          <a:xfrm>
            <a:off x="4534853" y="39966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6" name="Shape 1343"/>
          <p:cNvSpPr/>
          <p:nvPr/>
        </p:nvSpPr>
        <p:spPr>
          <a:xfrm>
            <a:off x="4599763" y="39398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7" name="Shape 1344"/>
          <p:cNvSpPr/>
          <p:nvPr/>
        </p:nvSpPr>
        <p:spPr>
          <a:xfrm>
            <a:off x="4270941" y="40268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8" name="Shape 1345"/>
          <p:cNvSpPr/>
          <p:nvPr/>
        </p:nvSpPr>
        <p:spPr>
          <a:xfrm>
            <a:off x="4637261" y="39198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9" name="Shape 1346"/>
          <p:cNvSpPr/>
          <p:nvPr/>
        </p:nvSpPr>
        <p:spPr>
          <a:xfrm>
            <a:off x="4473179" y="39214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0" name="Shape 1347"/>
          <p:cNvSpPr/>
          <p:nvPr/>
        </p:nvSpPr>
        <p:spPr>
          <a:xfrm>
            <a:off x="4616818" y="39307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1" name="Shape 1348"/>
          <p:cNvSpPr/>
          <p:nvPr/>
        </p:nvSpPr>
        <p:spPr>
          <a:xfrm>
            <a:off x="4562691" y="39232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2" name="Shape 1349"/>
          <p:cNvSpPr/>
          <p:nvPr/>
        </p:nvSpPr>
        <p:spPr>
          <a:xfrm>
            <a:off x="4249360" y="42266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3" name="Shape 1350"/>
          <p:cNvSpPr/>
          <p:nvPr/>
        </p:nvSpPr>
        <p:spPr>
          <a:xfrm>
            <a:off x="4462291" y="42768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4" name="Shape 1351"/>
          <p:cNvSpPr/>
          <p:nvPr/>
        </p:nvSpPr>
        <p:spPr>
          <a:xfrm>
            <a:off x="4294469" y="41925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5" name="Shape 1352"/>
          <p:cNvSpPr/>
          <p:nvPr/>
        </p:nvSpPr>
        <p:spPr>
          <a:xfrm>
            <a:off x="4329682" y="41536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6" name="Shape 1353"/>
          <p:cNvSpPr/>
          <p:nvPr/>
        </p:nvSpPr>
        <p:spPr>
          <a:xfrm>
            <a:off x="4607595" y="43997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7" name="Shape 1354"/>
          <p:cNvSpPr/>
          <p:nvPr/>
        </p:nvSpPr>
        <p:spPr>
          <a:xfrm>
            <a:off x="4252747" y="42475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8" name="Shape 1355"/>
          <p:cNvSpPr/>
          <p:nvPr/>
        </p:nvSpPr>
        <p:spPr>
          <a:xfrm>
            <a:off x="4625412" y="27802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9" name="Shape 1356"/>
          <p:cNvSpPr/>
          <p:nvPr/>
        </p:nvSpPr>
        <p:spPr>
          <a:xfrm>
            <a:off x="4269368" y="37507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0" name="Shape 1357"/>
          <p:cNvSpPr/>
          <p:nvPr/>
        </p:nvSpPr>
        <p:spPr>
          <a:xfrm>
            <a:off x="4397261" y="40252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1" name="Shape 1358"/>
          <p:cNvSpPr/>
          <p:nvPr/>
        </p:nvSpPr>
        <p:spPr>
          <a:xfrm>
            <a:off x="4505202" y="30931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2" name="Shape 1359"/>
          <p:cNvSpPr/>
          <p:nvPr/>
        </p:nvSpPr>
        <p:spPr>
          <a:xfrm>
            <a:off x="4512456" y="42453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3" name="Shape 1360"/>
          <p:cNvSpPr/>
          <p:nvPr/>
        </p:nvSpPr>
        <p:spPr>
          <a:xfrm>
            <a:off x="4218934" y="42040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4" name="Shape 1361"/>
          <p:cNvSpPr/>
          <p:nvPr/>
        </p:nvSpPr>
        <p:spPr>
          <a:xfrm>
            <a:off x="4382906" y="42015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5" name="Shape 1362"/>
          <p:cNvSpPr/>
          <p:nvPr/>
        </p:nvSpPr>
        <p:spPr>
          <a:xfrm>
            <a:off x="4546942" y="44768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6" name="Shape 1363"/>
          <p:cNvSpPr/>
          <p:nvPr/>
        </p:nvSpPr>
        <p:spPr>
          <a:xfrm>
            <a:off x="4223986" y="42708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7" name="Shape 1364"/>
          <p:cNvSpPr/>
          <p:nvPr/>
        </p:nvSpPr>
        <p:spPr>
          <a:xfrm>
            <a:off x="4591190" y="44444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8" name="Shape 1365"/>
          <p:cNvSpPr/>
          <p:nvPr/>
        </p:nvSpPr>
        <p:spPr>
          <a:xfrm>
            <a:off x="4505414" y="43783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9" name="Shape 1366"/>
          <p:cNvSpPr/>
          <p:nvPr/>
        </p:nvSpPr>
        <p:spPr>
          <a:xfrm>
            <a:off x="4299425" y="42260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0" name="Shape 1367"/>
          <p:cNvSpPr/>
          <p:nvPr/>
        </p:nvSpPr>
        <p:spPr>
          <a:xfrm>
            <a:off x="4398862" y="44855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1" name="Shape 1368"/>
          <p:cNvSpPr/>
          <p:nvPr/>
        </p:nvSpPr>
        <p:spPr>
          <a:xfrm>
            <a:off x="4318423" y="34248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2" name="Shape 1369"/>
          <p:cNvSpPr/>
          <p:nvPr/>
        </p:nvSpPr>
        <p:spPr>
          <a:xfrm>
            <a:off x="4532467" y="34307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3" name="Shape 1370"/>
          <p:cNvSpPr/>
          <p:nvPr/>
        </p:nvSpPr>
        <p:spPr>
          <a:xfrm>
            <a:off x="4511410" y="42943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4" name="Shape 1371"/>
          <p:cNvSpPr/>
          <p:nvPr/>
        </p:nvSpPr>
        <p:spPr>
          <a:xfrm>
            <a:off x="4272382" y="44328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5" name="Shape 1372"/>
          <p:cNvSpPr/>
          <p:nvPr/>
        </p:nvSpPr>
        <p:spPr>
          <a:xfrm>
            <a:off x="4297383" y="35603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6" name="Shape 1373"/>
          <p:cNvSpPr/>
          <p:nvPr/>
        </p:nvSpPr>
        <p:spPr>
          <a:xfrm>
            <a:off x="4418670" y="42889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7" name="Shape 1374"/>
          <p:cNvSpPr/>
          <p:nvPr/>
        </p:nvSpPr>
        <p:spPr>
          <a:xfrm>
            <a:off x="4416888" y="38184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8" name="Shape 1375"/>
          <p:cNvSpPr/>
          <p:nvPr/>
        </p:nvSpPr>
        <p:spPr>
          <a:xfrm>
            <a:off x="4442403" y="38614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9" name="Shape 1376"/>
          <p:cNvSpPr/>
          <p:nvPr/>
        </p:nvSpPr>
        <p:spPr>
          <a:xfrm>
            <a:off x="4244408" y="38440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0" name="Shape 1377"/>
          <p:cNvSpPr/>
          <p:nvPr/>
        </p:nvSpPr>
        <p:spPr>
          <a:xfrm>
            <a:off x="4216577" y="39813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1" name="Shape 1378"/>
          <p:cNvSpPr/>
          <p:nvPr/>
        </p:nvSpPr>
        <p:spPr>
          <a:xfrm>
            <a:off x="4332553" y="38033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2" name="Shape 1379"/>
          <p:cNvSpPr/>
          <p:nvPr/>
        </p:nvSpPr>
        <p:spPr>
          <a:xfrm>
            <a:off x="4375604" y="38638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3" name="Shape 1380"/>
          <p:cNvSpPr/>
          <p:nvPr/>
        </p:nvSpPr>
        <p:spPr>
          <a:xfrm>
            <a:off x="4424619" y="37609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4" name="Shape 1381"/>
          <p:cNvSpPr/>
          <p:nvPr/>
        </p:nvSpPr>
        <p:spPr>
          <a:xfrm>
            <a:off x="4535967" y="30081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5" name="Shape 1382"/>
          <p:cNvSpPr/>
          <p:nvPr/>
        </p:nvSpPr>
        <p:spPr>
          <a:xfrm>
            <a:off x="4445000" y="2920806"/>
            <a:ext cx="127" cy="1499464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1386" name="Shape 1383"/>
          <p:cNvSpPr/>
          <p:nvPr/>
        </p:nvSpPr>
        <p:spPr>
          <a:xfrm>
            <a:off x="4343400" y="4420270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1387" name="Shape 1384"/>
          <p:cNvSpPr/>
          <p:nvPr/>
        </p:nvSpPr>
        <p:spPr>
          <a:xfrm>
            <a:off x="4343400" y="2920806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1388" name="Shape 1385"/>
          <p:cNvSpPr/>
          <p:nvPr/>
        </p:nvSpPr>
        <p:spPr>
          <a:xfrm>
            <a:off x="4292600" y="3720931"/>
            <a:ext cx="304800" cy="512124"/>
          </a:xfrm>
          <a:prstGeom prst="rect">
            <a:avLst/>
          </a:prstGeom>
          <a:solidFill>
            <a:srgbClr val="FFFFFF"/>
          </a:solidFill>
          <a:ln w="19050">
            <a:solidFill>
              <a:srgbClr val="32887D"/>
            </a:solidFill>
            <a:prstDash val="solid"/>
          </a:ln>
        </p:spPr>
      </p:sp>
      <p:sp>
        <p:nvSpPr>
          <p:cNvPr id="1389" name="Shape 1386"/>
          <p:cNvSpPr/>
          <p:nvPr/>
        </p:nvSpPr>
        <p:spPr>
          <a:xfrm>
            <a:off x="4292600" y="3973646"/>
            <a:ext cx="304800" cy="127"/>
          </a:xfrm>
          <a:prstGeom prst="line">
            <a:avLst/>
          </a:prstGeom>
          <a:noFill/>
          <a:ln w="30480">
            <a:solidFill>
              <a:srgbClr val="32887D"/>
            </a:solidFill>
            <a:prstDash val="solid"/>
          </a:ln>
        </p:spPr>
      </p:sp>
      <p:sp>
        <p:nvSpPr>
          <p:cNvPr id="1390" name="Shape 1387"/>
          <p:cNvSpPr/>
          <p:nvPr/>
        </p:nvSpPr>
        <p:spPr>
          <a:xfrm>
            <a:off x="5318522" y="42635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1" name="Shape 1388"/>
          <p:cNvSpPr/>
          <p:nvPr/>
        </p:nvSpPr>
        <p:spPr>
          <a:xfrm>
            <a:off x="5275574" y="41494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2" name="Shape 1389"/>
          <p:cNvSpPr/>
          <p:nvPr/>
        </p:nvSpPr>
        <p:spPr>
          <a:xfrm>
            <a:off x="5027588" y="40845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3" name="Shape 1390"/>
          <p:cNvSpPr/>
          <p:nvPr/>
        </p:nvSpPr>
        <p:spPr>
          <a:xfrm>
            <a:off x="5245504" y="38758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4" name="Shape 1391"/>
          <p:cNvSpPr/>
          <p:nvPr/>
        </p:nvSpPr>
        <p:spPr>
          <a:xfrm>
            <a:off x="4910370" y="41023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5" name="Shape 1392"/>
          <p:cNvSpPr/>
          <p:nvPr/>
        </p:nvSpPr>
        <p:spPr>
          <a:xfrm>
            <a:off x="5109186" y="40160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6" name="Shape 1393"/>
          <p:cNvSpPr/>
          <p:nvPr/>
        </p:nvSpPr>
        <p:spPr>
          <a:xfrm>
            <a:off x="5079078" y="41965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7" name="Shape 1394"/>
          <p:cNvSpPr/>
          <p:nvPr/>
        </p:nvSpPr>
        <p:spPr>
          <a:xfrm>
            <a:off x="5134055" y="42544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8" name="Shape 1395"/>
          <p:cNvSpPr/>
          <p:nvPr/>
        </p:nvSpPr>
        <p:spPr>
          <a:xfrm>
            <a:off x="5113218" y="29540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9" name="Shape 1396"/>
          <p:cNvSpPr/>
          <p:nvPr/>
        </p:nvSpPr>
        <p:spPr>
          <a:xfrm>
            <a:off x="5323096" y="39285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0" name="Shape 1397"/>
          <p:cNvSpPr/>
          <p:nvPr/>
        </p:nvSpPr>
        <p:spPr>
          <a:xfrm>
            <a:off x="5124200" y="38899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1" name="Shape 1398"/>
          <p:cNvSpPr/>
          <p:nvPr/>
        </p:nvSpPr>
        <p:spPr>
          <a:xfrm>
            <a:off x="5268747" y="40817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2" name="Shape 1399"/>
          <p:cNvSpPr/>
          <p:nvPr/>
        </p:nvSpPr>
        <p:spPr>
          <a:xfrm>
            <a:off x="5110143" y="38908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3" name="Shape 1400"/>
          <p:cNvSpPr/>
          <p:nvPr/>
        </p:nvSpPr>
        <p:spPr>
          <a:xfrm>
            <a:off x="5311866" y="42055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4" name="Shape 1401"/>
          <p:cNvSpPr/>
          <p:nvPr/>
        </p:nvSpPr>
        <p:spPr>
          <a:xfrm>
            <a:off x="4950458" y="40785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5" name="Shape 1402"/>
          <p:cNvSpPr/>
          <p:nvPr/>
        </p:nvSpPr>
        <p:spPr>
          <a:xfrm>
            <a:off x="4942111" y="42995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6" name="Shape 1403"/>
          <p:cNvSpPr/>
          <p:nvPr/>
        </p:nvSpPr>
        <p:spPr>
          <a:xfrm>
            <a:off x="4967818" y="40650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7" name="Shape 1404"/>
          <p:cNvSpPr/>
          <p:nvPr/>
        </p:nvSpPr>
        <p:spPr>
          <a:xfrm>
            <a:off x="5057618" y="41146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8" name="Shape 1405"/>
          <p:cNvSpPr/>
          <p:nvPr/>
        </p:nvSpPr>
        <p:spPr>
          <a:xfrm>
            <a:off x="4959191" y="38512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9" name="Shape 1406"/>
          <p:cNvSpPr/>
          <p:nvPr/>
        </p:nvSpPr>
        <p:spPr>
          <a:xfrm>
            <a:off x="5268993" y="40574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0" name="Shape 1407"/>
          <p:cNvSpPr/>
          <p:nvPr/>
        </p:nvSpPr>
        <p:spPr>
          <a:xfrm>
            <a:off x="5281975" y="40034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1" name="Shape 1408"/>
          <p:cNvSpPr/>
          <p:nvPr/>
        </p:nvSpPr>
        <p:spPr>
          <a:xfrm>
            <a:off x="4967882" y="39805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2" name="Shape 1409"/>
          <p:cNvSpPr/>
          <p:nvPr/>
        </p:nvSpPr>
        <p:spPr>
          <a:xfrm>
            <a:off x="5072745" y="40084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3" name="Shape 1410"/>
          <p:cNvSpPr/>
          <p:nvPr/>
        </p:nvSpPr>
        <p:spPr>
          <a:xfrm>
            <a:off x="4942510" y="38371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4" name="Shape 1411"/>
          <p:cNvSpPr/>
          <p:nvPr/>
        </p:nvSpPr>
        <p:spPr>
          <a:xfrm>
            <a:off x="4927305" y="42176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5" name="Shape 1412"/>
          <p:cNvSpPr/>
          <p:nvPr/>
        </p:nvSpPr>
        <p:spPr>
          <a:xfrm>
            <a:off x="5095547" y="41988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6" name="Shape 1413"/>
          <p:cNvSpPr/>
          <p:nvPr/>
        </p:nvSpPr>
        <p:spPr>
          <a:xfrm>
            <a:off x="4974883" y="41681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7" name="Shape 1414"/>
          <p:cNvSpPr/>
          <p:nvPr/>
        </p:nvSpPr>
        <p:spPr>
          <a:xfrm>
            <a:off x="5292082" y="40928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8" name="Shape 1415"/>
          <p:cNvSpPr/>
          <p:nvPr/>
        </p:nvSpPr>
        <p:spPr>
          <a:xfrm>
            <a:off x="5047156" y="41887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9" name="Shape 1416"/>
          <p:cNvSpPr/>
          <p:nvPr/>
        </p:nvSpPr>
        <p:spPr>
          <a:xfrm>
            <a:off x="5012434" y="41433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0" name="Shape 1417"/>
          <p:cNvSpPr/>
          <p:nvPr/>
        </p:nvSpPr>
        <p:spPr>
          <a:xfrm>
            <a:off x="4900374" y="41153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1" name="Shape 1418"/>
          <p:cNvSpPr/>
          <p:nvPr/>
        </p:nvSpPr>
        <p:spPr>
          <a:xfrm>
            <a:off x="5319283" y="41035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2" name="Shape 1419"/>
          <p:cNvSpPr/>
          <p:nvPr/>
        </p:nvSpPr>
        <p:spPr>
          <a:xfrm>
            <a:off x="5079759" y="40305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3" name="Shape 1420"/>
          <p:cNvSpPr/>
          <p:nvPr/>
        </p:nvSpPr>
        <p:spPr>
          <a:xfrm>
            <a:off x="5046417" y="41956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4" name="Shape 1421"/>
          <p:cNvSpPr/>
          <p:nvPr/>
        </p:nvSpPr>
        <p:spPr>
          <a:xfrm>
            <a:off x="5295485" y="42124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5" name="Shape 1422"/>
          <p:cNvSpPr/>
          <p:nvPr/>
        </p:nvSpPr>
        <p:spPr>
          <a:xfrm>
            <a:off x="5246424" y="41336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6" name="Shape 1423"/>
          <p:cNvSpPr/>
          <p:nvPr/>
        </p:nvSpPr>
        <p:spPr>
          <a:xfrm>
            <a:off x="4939360" y="42556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7" name="Shape 1424"/>
          <p:cNvSpPr/>
          <p:nvPr/>
        </p:nvSpPr>
        <p:spPr>
          <a:xfrm>
            <a:off x="5016141" y="41006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8" name="Shape 1425"/>
          <p:cNvSpPr/>
          <p:nvPr/>
        </p:nvSpPr>
        <p:spPr>
          <a:xfrm>
            <a:off x="5060407" y="39078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9" name="Shape 1426"/>
          <p:cNvSpPr/>
          <p:nvPr/>
        </p:nvSpPr>
        <p:spPr>
          <a:xfrm>
            <a:off x="5023459" y="40587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0" name="Shape 1427"/>
          <p:cNvSpPr/>
          <p:nvPr/>
        </p:nvSpPr>
        <p:spPr>
          <a:xfrm>
            <a:off x="5180159" y="41835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1" name="Shape 1428"/>
          <p:cNvSpPr/>
          <p:nvPr/>
        </p:nvSpPr>
        <p:spPr>
          <a:xfrm>
            <a:off x="5059408" y="38749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2" name="Shape 1429"/>
          <p:cNvSpPr/>
          <p:nvPr/>
        </p:nvSpPr>
        <p:spPr>
          <a:xfrm>
            <a:off x="4957041" y="41281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3" name="Shape 1430"/>
          <p:cNvSpPr/>
          <p:nvPr/>
        </p:nvSpPr>
        <p:spPr>
          <a:xfrm>
            <a:off x="4980573" y="41952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4" name="Shape 1431"/>
          <p:cNvSpPr/>
          <p:nvPr/>
        </p:nvSpPr>
        <p:spPr>
          <a:xfrm>
            <a:off x="4899538" y="38157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5" name="Shape 1432"/>
          <p:cNvSpPr/>
          <p:nvPr/>
        </p:nvSpPr>
        <p:spPr>
          <a:xfrm>
            <a:off x="5105559" y="41276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6" name="Shape 1433"/>
          <p:cNvSpPr/>
          <p:nvPr/>
        </p:nvSpPr>
        <p:spPr>
          <a:xfrm>
            <a:off x="5041379" y="42285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7" name="Shape 1434"/>
          <p:cNvSpPr/>
          <p:nvPr/>
        </p:nvSpPr>
        <p:spPr>
          <a:xfrm>
            <a:off x="4896129" y="38994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8" name="Shape 1435"/>
          <p:cNvSpPr/>
          <p:nvPr/>
        </p:nvSpPr>
        <p:spPr>
          <a:xfrm>
            <a:off x="5104745" y="38961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9" name="Shape 1436"/>
          <p:cNvSpPr/>
          <p:nvPr/>
        </p:nvSpPr>
        <p:spPr>
          <a:xfrm>
            <a:off x="5115933" y="41436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0" name="Shape 1437"/>
          <p:cNvSpPr/>
          <p:nvPr/>
        </p:nvSpPr>
        <p:spPr>
          <a:xfrm>
            <a:off x="5024033" y="41766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1" name="Shape 1438"/>
          <p:cNvSpPr/>
          <p:nvPr/>
        </p:nvSpPr>
        <p:spPr>
          <a:xfrm>
            <a:off x="5009863" y="39719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2" name="Shape 1439"/>
          <p:cNvSpPr/>
          <p:nvPr/>
        </p:nvSpPr>
        <p:spPr>
          <a:xfrm>
            <a:off x="5166256" y="38972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3" name="Shape 1440"/>
          <p:cNvSpPr/>
          <p:nvPr/>
        </p:nvSpPr>
        <p:spPr>
          <a:xfrm>
            <a:off x="4925826" y="43937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4" name="Shape 1441"/>
          <p:cNvSpPr/>
          <p:nvPr/>
        </p:nvSpPr>
        <p:spPr>
          <a:xfrm>
            <a:off x="5040131" y="41380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5" name="Shape 1442"/>
          <p:cNvSpPr/>
          <p:nvPr/>
        </p:nvSpPr>
        <p:spPr>
          <a:xfrm>
            <a:off x="5252577" y="40871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6" name="Shape 1443"/>
          <p:cNvSpPr/>
          <p:nvPr/>
        </p:nvSpPr>
        <p:spPr>
          <a:xfrm>
            <a:off x="5138118" y="29654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7" name="Shape 1444"/>
          <p:cNvSpPr/>
          <p:nvPr/>
        </p:nvSpPr>
        <p:spPr>
          <a:xfrm>
            <a:off x="5200314" y="39005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8" name="Shape 1445"/>
          <p:cNvSpPr/>
          <p:nvPr/>
        </p:nvSpPr>
        <p:spPr>
          <a:xfrm>
            <a:off x="5078385" y="41666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9" name="Shape 1446"/>
          <p:cNvSpPr/>
          <p:nvPr/>
        </p:nvSpPr>
        <p:spPr>
          <a:xfrm>
            <a:off x="5278243" y="40317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0" name="Shape 1447"/>
          <p:cNvSpPr/>
          <p:nvPr/>
        </p:nvSpPr>
        <p:spPr>
          <a:xfrm>
            <a:off x="4959163" y="37893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1" name="Shape 1448"/>
          <p:cNvSpPr/>
          <p:nvPr/>
        </p:nvSpPr>
        <p:spPr>
          <a:xfrm>
            <a:off x="5105961" y="42846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2" name="Shape 1449"/>
          <p:cNvSpPr/>
          <p:nvPr/>
        </p:nvSpPr>
        <p:spPr>
          <a:xfrm>
            <a:off x="5172938" y="42396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3" name="Shape 1450"/>
          <p:cNvSpPr/>
          <p:nvPr/>
        </p:nvSpPr>
        <p:spPr>
          <a:xfrm>
            <a:off x="4925472" y="41985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4" name="Shape 1451"/>
          <p:cNvSpPr/>
          <p:nvPr/>
        </p:nvSpPr>
        <p:spPr>
          <a:xfrm>
            <a:off x="5102747" y="38352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5" name="Shape 1452"/>
          <p:cNvSpPr/>
          <p:nvPr/>
        </p:nvSpPr>
        <p:spPr>
          <a:xfrm>
            <a:off x="5030950" y="43048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6" name="Shape 1453"/>
          <p:cNvSpPr/>
          <p:nvPr/>
        </p:nvSpPr>
        <p:spPr>
          <a:xfrm>
            <a:off x="4902521" y="40399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7" name="Shape 1454"/>
          <p:cNvSpPr/>
          <p:nvPr/>
        </p:nvSpPr>
        <p:spPr>
          <a:xfrm>
            <a:off x="5170950" y="42489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8" name="Shape 1455"/>
          <p:cNvSpPr/>
          <p:nvPr/>
        </p:nvSpPr>
        <p:spPr>
          <a:xfrm>
            <a:off x="5180371" y="41528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9" name="Shape 1456"/>
          <p:cNvSpPr/>
          <p:nvPr/>
        </p:nvSpPr>
        <p:spPr>
          <a:xfrm>
            <a:off x="5008861" y="41174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0" name="Shape 1457"/>
          <p:cNvSpPr/>
          <p:nvPr/>
        </p:nvSpPr>
        <p:spPr>
          <a:xfrm>
            <a:off x="5107143" y="40735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1" name="Shape 1458"/>
          <p:cNvSpPr/>
          <p:nvPr/>
        </p:nvSpPr>
        <p:spPr>
          <a:xfrm>
            <a:off x="5270357" y="40457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2" name="Shape 1459"/>
          <p:cNvSpPr/>
          <p:nvPr/>
        </p:nvSpPr>
        <p:spPr>
          <a:xfrm>
            <a:off x="5136888" y="41974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3" name="Shape 1460"/>
          <p:cNvSpPr/>
          <p:nvPr/>
        </p:nvSpPr>
        <p:spPr>
          <a:xfrm>
            <a:off x="5087686" y="41301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4" name="Shape 1461"/>
          <p:cNvSpPr/>
          <p:nvPr/>
        </p:nvSpPr>
        <p:spPr>
          <a:xfrm>
            <a:off x="4950525" y="40422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5" name="Shape 1462"/>
          <p:cNvSpPr/>
          <p:nvPr/>
        </p:nvSpPr>
        <p:spPr>
          <a:xfrm>
            <a:off x="5117334" y="40806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6" name="Shape 1463"/>
          <p:cNvSpPr/>
          <p:nvPr/>
        </p:nvSpPr>
        <p:spPr>
          <a:xfrm>
            <a:off x="5215388" y="41784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7" name="Shape 1464"/>
          <p:cNvSpPr/>
          <p:nvPr/>
        </p:nvSpPr>
        <p:spPr>
          <a:xfrm>
            <a:off x="5062636" y="38568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8" name="Shape 1465"/>
          <p:cNvSpPr/>
          <p:nvPr/>
        </p:nvSpPr>
        <p:spPr>
          <a:xfrm>
            <a:off x="5291466" y="38268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9" name="Shape 1466"/>
          <p:cNvSpPr/>
          <p:nvPr/>
        </p:nvSpPr>
        <p:spPr>
          <a:xfrm>
            <a:off x="5131107" y="40517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0" name="Shape 1467"/>
          <p:cNvSpPr/>
          <p:nvPr/>
        </p:nvSpPr>
        <p:spPr>
          <a:xfrm>
            <a:off x="4923271" y="40578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1" name="Shape 1468"/>
          <p:cNvSpPr/>
          <p:nvPr/>
        </p:nvSpPr>
        <p:spPr>
          <a:xfrm>
            <a:off x="5057698" y="40326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2" name="Shape 1469"/>
          <p:cNvSpPr/>
          <p:nvPr/>
        </p:nvSpPr>
        <p:spPr>
          <a:xfrm>
            <a:off x="5204652" y="41221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3" name="Shape 1470"/>
          <p:cNvSpPr/>
          <p:nvPr/>
        </p:nvSpPr>
        <p:spPr>
          <a:xfrm>
            <a:off x="5285579" y="42604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4" name="Shape 1471"/>
          <p:cNvSpPr/>
          <p:nvPr/>
        </p:nvSpPr>
        <p:spPr>
          <a:xfrm>
            <a:off x="5034683" y="41728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5" name="Shape 1472"/>
          <p:cNvSpPr/>
          <p:nvPr/>
        </p:nvSpPr>
        <p:spPr>
          <a:xfrm>
            <a:off x="5280736" y="40815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6" name="Shape 1473"/>
          <p:cNvSpPr/>
          <p:nvPr/>
        </p:nvSpPr>
        <p:spPr>
          <a:xfrm>
            <a:off x="5037667" y="42413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7" name="Shape 1474"/>
          <p:cNvSpPr/>
          <p:nvPr/>
        </p:nvSpPr>
        <p:spPr>
          <a:xfrm>
            <a:off x="5154115" y="41867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8" name="Shape 1475"/>
          <p:cNvSpPr/>
          <p:nvPr/>
        </p:nvSpPr>
        <p:spPr>
          <a:xfrm>
            <a:off x="5306589" y="41650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9" name="Shape 1476"/>
          <p:cNvSpPr/>
          <p:nvPr/>
        </p:nvSpPr>
        <p:spPr>
          <a:xfrm>
            <a:off x="4914947" y="44138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0" name="Shape 1477"/>
          <p:cNvSpPr/>
          <p:nvPr/>
        </p:nvSpPr>
        <p:spPr>
          <a:xfrm>
            <a:off x="4915141" y="46169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1" name="Shape 1478"/>
          <p:cNvSpPr/>
          <p:nvPr/>
        </p:nvSpPr>
        <p:spPr>
          <a:xfrm>
            <a:off x="5302638" y="43035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2" name="Shape 1479"/>
          <p:cNvSpPr/>
          <p:nvPr/>
        </p:nvSpPr>
        <p:spPr>
          <a:xfrm>
            <a:off x="5004251" y="44136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3" name="Shape 1480"/>
          <p:cNvSpPr/>
          <p:nvPr/>
        </p:nvSpPr>
        <p:spPr>
          <a:xfrm>
            <a:off x="5140901" y="44951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4" name="Shape 1481"/>
          <p:cNvSpPr/>
          <p:nvPr/>
        </p:nvSpPr>
        <p:spPr>
          <a:xfrm>
            <a:off x="4895183" y="43576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5" name="Shape 1482"/>
          <p:cNvSpPr/>
          <p:nvPr/>
        </p:nvSpPr>
        <p:spPr>
          <a:xfrm>
            <a:off x="5129637" y="45376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6" name="Shape 1483"/>
          <p:cNvSpPr/>
          <p:nvPr/>
        </p:nvSpPr>
        <p:spPr>
          <a:xfrm>
            <a:off x="5089530" y="41717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7" name="Shape 1484"/>
          <p:cNvSpPr/>
          <p:nvPr/>
        </p:nvSpPr>
        <p:spPr>
          <a:xfrm>
            <a:off x="5249856" y="40218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8" name="Shape 1485"/>
          <p:cNvSpPr/>
          <p:nvPr/>
        </p:nvSpPr>
        <p:spPr>
          <a:xfrm>
            <a:off x="5230158" y="41627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9" name="Shape 1486"/>
          <p:cNvSpPr/>
          <p:nvPr/>
        </p:nvSpPr>
        <p:spPr>
          <a:xfrm>
            <a:off x="4920119" y="40111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0" name="Shape 1487"/>
          <p:cNvSpPr/>
          <p:nvPr/>
        </p:nvSpPr>
        <p:spPr>
          <a:xfrm>
            <a:off x="5018043" y="27883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1" name="Shape 1488"/>
          <p:cNvSpPr/>
          <p:nvPr/>
        </p:nvSpPr>
        <p:spPr>
          <a:xfrm>
            <a:off x="5083070" y="38780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2" name="Shape 1489"/>
          <p:cNvSpPr/>
          <p:nvPr/>
        </p:nvSpPr>
        <p:spPr>
          <a:xfrm>
            <a:off x="5275960" y="36064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3" name="Shape 1490"/>
          <p:cNvSpPr/>
          <p:nvPr/>
        </p:nvSpPr>
        <p:spPr>
          <a:xfrm>
            <a:off x="5275949" y="32226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4" name="Shape 1491"/>
          <p:cNvSpPr/>
          <p:nvPr/>
        </p:nvSpPr>
        <p:spPr>
          <a:xfrm>
            <a:off x="4928556" y="42740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5" name="Shape 1492"/>
          <p:cNvSpPr/>
          <p:nvPr/>
        </p:nvSpPr>
        <p:spPr>
          <a:xfrm>
            <a:off x="5087700" y="32592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6" name="Shape 1493"/>
          <p:cNvSpPr/>
          <p:nvPr/>
        </p:nvSpPr>
        <p:spPr>
          <a:xfrm>
            <a:off x="5157402" y="33330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7" name="Shape 1494"/>
          <p:cNvSpPr/>
          <p:nvPr/>
        </p:nvSpPr>
        <p:spPr>
          <a:xfrm>
            <a:off x="5203858" y="34963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8" name="Shape 1495"/>
          <p:cNvSpPr/>
          <p:nvPr/>
        </p:nvSpPr>
        <p:spPr>
          <a:xfrm>
            <a:off x="5110097" y="34002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9" name="Shape 1496"/>
          <p:cNvSpPr/>
          <p:nvPr/>
        </p:nvSpPr>
        <p:spPr>
          <a:xfrm>
            <a:off x="5037954" y="34866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0" name="Shape 1497"/>
          <p:cNvSpPr/>
          <p:nvPr/>
        </p:nvSpPr>
        <p:spPr>
          <a:xfrm>
            <a:off x="5306224" y="40643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1" name="Shape 1498"/>
          <p:cNvSpPr/>
          <p:nvPr/>
        </p:nvSpPr>
        <p:spPr>
          <a:xfrm>
            <a:off x="5199128" y="32982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2" name="Shape 1499"/>
          <p:cNvSpPr/>
          <p:nvPr/>
        </p:nvSpPr>
        <p:spPr>
          <a:xfrm>
            <a:off x="5209358" y="31320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3" name="Shape 1500"/>
          <p:cNvSpPr/>
          <p:nvPr/>
        </p:nvSpPr>
        <p:spPr>
          <a:xfrm>
            <a:off x="5225781" y="41692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4" name="Shape 1501"/>
          <p:cNvSpPr/>
          <p:nvPr/>
        </p:nvSpPr>
        <p:spPr>
          <a:xfrm>
            <a:off x="4913562" y="34082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5" name="Shape 1502"/>
          <p:cNvSpPr/>
          <p:nvPr/>
        </p:nvSpPr>
        <p:spPr>
          <a:xfrm>
            <a:off x="5224694" y="32802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6" name="Shape 1503"/>
          <p:cNvSpPr/>
          <p:nvPr/>
        </p:nvSpPr>
        <p:spPr>
          <a:xfrm>
            <a:off x="5179776" y="38974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7" name="Shape 1504"/>
          <p:cNvSpPr/>
          <p:nvPr/>
        </p:nvSpPr>
        <p:spPr>
          <a:xfrm>
            <a:off x="5132075" y="38083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8" name="Shape 1505"/>
          <p:cNvSpPr/>
          <p:nvPr/>
        </p:nvSpPr>
        <p:spPr>
          <a:xfrm>
            <a:off x="5317130" y="32318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9" name="Shape 1506"/>
          <p:cNvSpPr/>
          <p:nvPr/>
        </p:nvSpPr>
        <p:spPr>
          <a:xfrm>
            <a:off x="4917707" y="32238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0" name="Shape 1507"/>
          <p:cNvSpPr/>
          <p:nvPr/>
        </p:nvSpPr>
        <p:spPr>
          <a:xfrm>
            <a:off x="5317491" y="37003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1" name="Shape 1508"/>
          <p:cNvSpPr/>
          <p:nvPr/>
        </p:nvSpPr>
        <p:spPr>
          <a:xfrm>
            <a:off x="5060596" y="32854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2" name="Shape 1509"/>
          <p:cNvSpPr/>
          <p:nvPr/>
        </p:nvSpPr>
        <p:spPr>
          <a:xfrm>
            <a:off x="5058100" y="30835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3" name="Shape 1510"/>
          <p:cNvSpPr/>
          <p:nvPr/>
        </p:nvSpPr>
        <p:spPr>
          <a:xfrm>
            <a:off x="5173796" y="36356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4" name="Shape 1511"/>
          <p:cNvSpPr/>
          <p:nvPr/>
        </p:nvSpPr>
        <p:spPr>
          <a:xfrm>
            <a:off x="5107859" y="37208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5" name="Shape 1512"/>
          <p:cNvSpPr/>
          <p:nvPr/>
        </p:nvSpPr>
        <p:spPr>
          <a:xfrm>
            <a:off x="5235596" y="31182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6" name="Shape 1513"/>
          <p:cNvSpPr/>
          <p:nvPr/>
        </p:nvSpPr>
        <p:spPr>
          <a:xfrm>
            <a:off x="5266744" y="35233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7" name="Shape 1514"/>
          <p:cNvSpPr/>
          <p:nvPr/>
        </p:nvSpPr>
        <p:spPr>
          <a:xfrm>
            <a:off x="5032464" y="35262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8" name="Shape 1515"/>
          <p:cNvSpPr/>
          <p:nvPr/>
        </p:nvSpPr>
        <p:spPr>
          <a:xfrm>
            <a:off x="4977824" y="31864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9" name="Shape 1516"/>
          <p:cNvSpPr/>
          <p:nvPr/>
        </p:nvSpPr>
        <p:spPr>
          <a:xfrm>
            <a:off x="5082028" y="27709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0" name="Shape 1517"/>
          <p:cNvSpPr/>
          <p:nvPr/>
        </p:nvSpPr>
        <p:spPr>
          <a:xfrm>
            <a:off x="5103903" y="27681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1" name="Shape 1518"/>
          <p:cNvSpPr/>
          <p:nvPr/>
        </p:nvSpPr>
        <p:spPr>
          <a:xfrm>
            <a:off x="5186048" y="38033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2" name="Shape 1519"/>
          <p:cNvSpPr/>
          <p:nvPr/>
        </p:nvSpPr>
        <p:spPr>
          <a:xfrm>
            <a:off x="4907798" y="29038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3" name="Shape 1520"/>
          <p:cNvSpPr/>
          <p:nvPr/>
        </p:nvSpPr>
        <p:spPr>
          <a:xfrm>
            <a:off x="5209740" y="35512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4" name="Shape 1521"/>
          <p:cNvSpPr/>
          <p:nvPr/>
        </p:nvSpPr>
        <p:spPr>
          <a:xfrm>
            <a:off x="5206060" y="36596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5" name="Shape 1522"/>
          <p:cNvSpPr/>
          <p:nvPr/>
        </p:nvSpPr>
        <p:spPr>
          <a:xfrm>
            <a:off x="5153797" y="38085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6" name="Shape 1523"/>
          <p:cNvSpPr/>
          <p:nvPr/>
        </p:nvSpPr>
        <p:spPr>
          <a:xfrm>
            <a:off x="5298179" y="28213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7" name="Shape 1524"/>
          <p:cNvSpPr/>
          <p:nvPr/>
        </p:nvSpPr>
        <p:spPr>
          <a:xfrm>
            <a:off x="4959072" y="39264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8" name="Shape 1525"/>
          <p:cNvSpPr/>
          <p:nvPr/>
        </p:nvSpPr>
        <p:spPr>
          <a:xfrm>
            <a:off x="5106736" y="38613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9" name="Shape 1526"/>
          <p:cNvSpPr/>
          <p:nvPr/>
        </p:nvSpPr>
        <p:spPr>
          <a:xfrm>
            <a:off x="4924605" y="41947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0" name="Shape 1527"/>
          <p:cNvSpPr/>
          <p:nvPr/>
        </p:nvSpPr>
        <p:spPr>
          <a:xfrm>
            <a:off x="5211322" y="42174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1" name="Shape 1528"/>
          <p:cNvSpPr/>
          <p:nvPr/>
        </p:nvSpPr>
        <p:spPr>
          <a:xfrm>
            <a:off x="5269542" y="42714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2" name="Shape 1529"/>
          <p:cNvSpPr/>
          <p:nvPr/>
        </p:nvSpPr>
        <p:spPr>
          <a:xfrm>
            <a:off x="5040869" y="42466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3" name="Shape 1530"/>
          <p:cNvSpPr/>
          <p:nvPr/>
        </p:nvSpPr>
        <p:spPr>
          <a:xfrm>
            <a:off x="5012079" y="38400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4" name="Shape 1531"/>
          <p:cNvSpPr/>
          <p:nvPr/>
        </p:nvSpPr>
        <p:spPr>
          <a:xfrm>
            <a:off x="5027349" y="42529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5" name="Shape 1532"/>
          <p:cNvSpPr/>
          <p:nvPr/>
        </p:nvSpPr>
        <p:spPr>
          <a:xfrm>
            <a:off x="5047535" y="37174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6" name="Shape 1533"/>
          <p:cNvSpPr/>
          <p:nvPr/>
        </p:nvSpPr>
        <p:spPr>
          <a:xfrm>
            <a:off x="5081198" y="42902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7" name="Shape 1534"/>
          <p:cNvSpPr/>
          <p:nvPr/>
        </p:nvSpPr>
        <p:spPr>
          <a:xfrm>
            <a:off x="4961942" y="42850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8" name="Shape 1535"/>
          <p:cNvSpPr/>
          <p:nvPr/>
        </p:nvSpPr>
        <p:spPr>
          <a:xfrm>
            <a:off x="5058663" y="42374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9" name="Shape 1536"/>
          <p:cNvSpPr/>
          <p:nvPr/>
        </p:nvSpPr>
        <p:spPr>
          <a:xfrm>
            <a:off x="5032279" y="38022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0" name="Shape 1537"/>
          <p:cNvSpPr/>
          <p:nvPr/>
        </p:nvSpPr>
        <p:spPr>
          <a:xfrm>
            <a:off x="5192979" y="30428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1" name="Shape 1538"/>
          <p:cNvSpPr/>
          <p:nvPr/>
        </p:nvSpPr>
        <p:spPr>
          <a:xfrm>
            <a:off x="4975302" y="35597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2" name="Shape 1539"/>
          <p:cNvSpPr/>
          <p:nvPr/>
        </p:nvSpPr>
        <p:spPr>
          <a:xfrm>
            <a:off x="5087269" y="36458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3" name="Shape 1540"/>
          <p:cNvSpPr/>
          <p:nvPr/>
        </p:nvSpPr>
        <p:spPr>
          <a:xfrm>
            <a:off x="5242303" y="37622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4" name="Shape 1541"/>
          <p:cNvSpPr/>
          <p:nvPr/>
        </p:nvSpPr>
        <p:spPr>
          <a:xfrm>
            <a:off x="5172813" y="41299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5" name="Shape 1542"/>
          <p:cNvSpPr/>
          <p:nvPr/>
        </p:nvSpPr>
        <p:spPr>
          <a:xfrm>
            <a:off x="5265714" y="36174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6" name="Shape 1543"/>
          <p:cNvSpPr/>
          <p:nvPr/>
        </p:nvSpPr>
        <p:spPr>
          <a:xfrm>
            <a:off x="4957666" y="38716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7" name="Shape 1544"/>
          <p:cNvSpPr/>
          <p:nvPr/>
        </p:nvSpPr>
        <p:spPr>
          <a:xfrm>
            <a:off x="5087517" y="41898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8" name="Shape 1545"/>
          <p:cNvSpPr/>
          <p:nvPr/>
        </p:nvSpPr>
        <p:spPr>
          <a:xfrm>
            <a:off x="5017664" y="41668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9" name="Shape 1546"/>
          <p:cNvSpPr/>
          <p:nvPr/>
        </p:nvSpPr>
        <p:spPr>
          <a:xfrm>
            <a:off x="5149827" y="37715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0" name="Shape 1547"/>
          <p:cNvSpPr/>
          <p:nvPr/>
        </p:nvSpPr>
        <p:spPr>
          <a:xfrm>
            <a:off x="5317468" y="38755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1" name="Shape 1548"/>
          <p:cNvSpPr/>
          <p:nvPr/>
        </p:nvSpPr>
        <p:spPr>
          <a:xfrm>
            <a:off x="5302037" y="44325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2" name="Shape 1549"/>
          <p:cNvSpPr/>
          <p:nvPr/>
        </p:nvSpPr>
        <p:spPr>
          <a:xfrm>
            <a:off x="5036739" y="28125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3" name="Shape 1550"/>
          <p:cNvSpPr/>
          <p:nvPr/>
        </p:nvSpPr>
        <p:spPr>
          <a:xfrm>
            <a:off x="4971173" y="36905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4" name="Shape 1551"/>
          <p:cNvSpPr/>
          <p:nvPr/>
        </p:nvSpPr>
        <p:spPr>
          <a:xfrm>
            <a:off x="5006732" y="38260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5" name="Shape 1552"/>
          <p:cNvSpPr/>
          <p:nvPr/>
        </p:nvSpPr>
        <p:spPr>
          <a:xfrm>
            <a:off x="5005123" y="38132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6" name="Shape 1553"/>
          <p:cNvSpPr/>
          <p:nvPr/>
        </p:nvSpPr>
        <p:spPr>
          <a:xfrm>
            <a:off x="5016175" y="40562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7" name="Shape 1554"/>
          <p:cNvSpPr/>
          <p:nvPr/>
        </p:nvSpPr>
        <p:spPr>
          <a:xfrm>
            <a:off x="5067067" y="30946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8" name="Shape 1555"/>
          <p:cNvSpPr/>
          <p:nvPr/>
        </p:nvSpPr>
        <p:spPr>
          <a:xfrm>
            <a:off x="4990046" y="37033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9" name="Shape 1556"/>
          <p:cNvSpPr/>
          <p:nvPr/>
        </p:nvSpPr>
        <p:spPr>
          <a:xfrm>
            <a:off x="5126108" y="35672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0" name="Shape 1557"/>
          <p:cNvSpPr/>
          <p:nvPr/>
        </p:nvSpPr>
        <p:spPr>
          <a:xfrm>
            <a:off x="5085157" y="42155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1" name="Shape 1558"/>
          <p:cNvSpPr/>
          <p:nvPr/>
        </p:nvSpPr>
        <p:spPr>
          <a:xfrm>
            <a:off x="5288360" y="39628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2" name="Shape 1559"/>
          <p:cNvSpPr/>
          <p:nvPr/>
        </p:nvSpPr>
        <p:spPr>
          <a:xfrm>
            <a:off x="5277077" y="28711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3" name="Shape 1560"/>
          <p:cNvSpPr/>
          <p:nvPr/>
        </p:nvSpPr>
        <p:spPr>
          <a:xfrm>
            <a:off x="5170122" y="41002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4" name="Shape 1561"/>
          <p:cNvSpPr/>
          <p:nvPr/>
        </p:nvSpPr>
        <p:spPr>
          <a:xfrm>
            <a:off x="5106526" y="39851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5" name="Shape 1562"/>
          <p:cNvSpPr/>
          <p:nvPr/>
        </p:nvSpPr>
        <p:spPr>
          <a:xfrm>
            <a:off x="5236419" y="40141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6" name="Shape 1563"/>
          <p:cNvSpPr/>
          <p:nvPr/>
        </p:nvSpPr>
        <p:spPr>
          <a:xfrm>
            <a:off x="5208278" y="26785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7" name="Shape 1564"/>
          <p:cNvSpPr/>
          <p:nvPr/>
        </p:nvSpPr>
        <p:spPr>
          <a:xfrm>
            <a:off x="5035816" y="28891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8" name="Shape 1565"/>
          <p:cNvSpPr/>
          <p:nvPr/>
        </p:nvSpPr>
        <p:spPr>
          <a:xfrm>
            <a:off x="5323936" y="30327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9" name="Shape 1566"/>
          <p:cNvSpPr/>
          <p:nvPr/>
        </p:nvSpPr>
        <p:spPr>
          <a:xfrm>
            <a:off x="5098604" y="35779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0" name="Shape 1567"/>
          <p:cNvSpPr/>
          <p:nvPr/>
        </p:nvSpPr>
        <p:spPr>
          <a:xfrm>
            <a:off x="4962421" y="38192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1" name="Shape 1568"/>
          <p:cNvSpPr/>
          <p:nvPr/>
        </p:nvSpPr>
        <p:spPr>
          <a:xfrm>
            <a:off x="5106378" y="39380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2" name="Shape 1569"/>
          <p:cNvSpPr/>
          <p:nvPr/>
        </p:nvSpPr>
        <p:spPr>
          <a:xfrm>
            <a:off x="5209173" y="29374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3" name="Shape 1570"/>
          <p:cNvSpPr/>
          <p:nvPr/>
        </p:nvSpPr>
        <p:spPr>
          <a:xfrm>
            <a:off x="5315054" y="35517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4" name="Shape 1571"/>
          <p:cNvSpPr/>
          <p:nvPr/>
        </p:nvSpPr>
        <p:spPr>
          <a:xfrm>
            <a:off x="5001876" y="29090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5" name="Shape 1572"/>
          <p:cNvSpPr/>
          <p:nvPr/>
        </p:nvSpPr>
        <p:spPr>
          <a:xfrm>
            <a:off x="4930106" y="30024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6" name="Shape 1573"/>
          <p:cNvSpPr/>
          <p:nvPr/>
        </p:nvSpPr>
        <p:spPr>
          <a:xfrm>
            <a:off x="5087090" y="38181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7" name="Shape 1574"/>
          <p:cNvSpPr/>
          <p:nvPr/>
        </p:nvSpPr>
        <p:spPr>
          <a:xfrm>
            <a:off x="5241848" y="34969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8" name="Shape 1575"/>
          <p:cNvSpPr/>
          <p:nvPr/>
        </p:nvSpPr>
        <p:spPr>
          <a:xfrm>
            <a:off x="4989178" y="29192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9" name="Shape 1576"/>
          <p:cNvSpPr/>
          <p:nvPr/>
        </p:nvSpPr>
        <p:spPr>
          <a:xfrm>
            <a:off x="5071584" y="28942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0" name="Shape 1577"/>
          <p:cNvSpPr/>
          <p:nvPr/>
        </p:nvSpPr>
        <p:spPr>
          <a:xfrm>
            <a:off x="4899776" y="35569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1" name="Shape 1578"/>
          <p:cNvSpPr/>
          <p:nvPr/>
        </p:nvSpPr>
        <p:spPr>
          <a:xfrm>
            <a:off x="5185771" y="29159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2" name="Shape 1579"/>
          <p:cNvSpPr/>
          <p:nvPr/>
        </p:nvSpPr>
        <p:spPr>
          <a:xfrm>
            <a:off x="5176405" y="38901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3" name="Shape 1580"/>
          <p:cNvSpPr/>
          <p:nvPr/>
        </p:nvSpPr>
        <p:spPr>
          <a:xfrm>
            <a:off x="5227154" y="33886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4" name="Shape 1581"/>
          <p:cNvSpPr/>
          <p:nvPr/>
        </p:nvSpPr>
        <p:spPr>
          <a:xfrm>
            <a:off x="5034836" y="35236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5" name="Shape 1582"/>
          <p:cNvSpPr/>
          <p:nvPr/>
        </p:nvSpPr>
        <p:spPr>
          <a:xfrm>
            <a:off x="5133982" y="28865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6" name="Shape 1583"/>
          <p:cNvSpPr/>
          <p:nvPr/>
        </p:nvSpPr>
        <p:spPr>
          <a:xfrm>
            <a:off x="5129623" y="37833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7" name="Shape 1584"/>
          <p:cNvSpPr/>
          <p:nvPr/>
        </p:nvSpPr>
        <p:spPr>
          <a:xfrm>
            <a:off x="5322515" y="34503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8" name="Shape 1585"/>
          <p:cNvSpPr/>
          <p:nvPr/>
        </p:nvSpPr>
        <p:spPr>
          <a:xfrm>
            <a:off x="5315485" y="37335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9" name="Shape 1586"/>
          <p:cNvSpPr/>
          <p:nvPr/>
        </p:nvSpPr>
        <p:spPr>
          <a:xfrm>
            <a:off x="5069697" y="27656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0" name="Shape 1587"/>
          <p:cNvSpPr/>
          <p:nvPr/>
        </p:nvSpPr>
        <p:spPr>
          <a:xfrm>
            <a:off x="5270303" y="34582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1" name="Shape 1588"/>
          <p:cNvSpPr/>
          <p:nvPr/>
        </p:nvSpPr>
        <p:spPr>
          <a:xfrm>
            <a:off x="5200983" y="38156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2" name="Shape 1589"/>
          <p:cNvSpPr/>
          <p:nvPr/>
        </p:nvSpPr>
        <p:spPr>
          <a:xfrm>
            <a:off x="5106792" y="32507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3" name="Shape 1590"/>
          <p:cNvSpPr/>
          <p:nvPr/>
        </p:nvSpPr>
        <p:spPr>
          <a:xfrm>
            <a:off x="5016847" y="34897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4" name="Shape 1591"/>
          <p:cNvSpPr/>
          <p:nvPr/>
        </p:nvSpPr>
        <p:spPr>
          <a:xfrm>
            <a:off x="5164259" y="35746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5" name="Shape 1592"/>
          <p:cNvSpPr/>
          <p:nvPr/>
        </p:nvSpPr>
        <p:spPr>
          <a:xfrm>
            <a:off x="5159301" y="38487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6" name="Shape 1593"/>
          <p:cNvSpPr/>
          <p:nvPr/>
        </p:nvSpPr>
        <p:spPr>
          <a:xfrm>
            <a:off x="5118087" y="35213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7" name="Shape 1594"/>
          <p:cNvSpPr/>
          <p:nvPr/>
        </p:nvSpPr>
        <p:spPr>
          <a:xfrm>
            <a:off x="5053098" y="35600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8" name="Shape 1595"/>
          <p:cNvSpPr/>
          <p:nvPr/>
        </p:nvSpPr>
        <p:spPr>
          <a:xfrm>
            <a:off x="5310948" y="38790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9" name="Shape 1596"/>
          <p:cNvSpPr/>
          <p:nvPr/>
        </p:nvSpPr>
        <p:spPr>
          <a:xfrm>
            <a:off x="5320298" y="34609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0" name="Shape 1597"/>
          <p:cNvSpPr/>
          <p:nvPr/>
        </p:nvSpPr>
        <p:spPr>
          <a:xfrm>
            <a:off x="4956716" y="37348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1" name="Shape 1598"/>
          <p:cNvSpPr/>
          <p:nvPr/>
        </p:nvSpPr>
        <p:spPr>
          <a:xfrm>
            <a:off x="5239056" y="35909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2" name="Shape 1599"/>
          <p:cNvSpPr/>
          <p:nvPr/>
        </p:nvSpPr>
        <p:spPr>
          <a:xfrm>
            <a:off x="5145459" y="43171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3" name="Shape 1600"/>
          <p:cNvSpPr/>
          <p:nvPr/>
        </p:nvSpPr>
        <p:spPr>
          <a:xfrm>
            <a:off x="4949273" y="38863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4" name="Shape 1601"/>
          <p:cNvSpPr/>
          <p:nvPr/>
        </p:nvSpPr>
        <p:spPr>
          <a:xfrm>
            <a:off x="4898934" y="40039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5" name="Shape 1602"/>
          <p:cNvSpPr/>
          <p:nvPr/>
        </p:nvSpPr>
        <p:spPr>
          <a:xfrm>
            <a:off x="5300693" y="37256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6" name="Shape 1603"/>
          <p:cNvSpPr/>
          <p:nvPr/>
        </p:nvSpPr>
        <p:spPr>
          <a:xfrm>
            <a:off x="5008066" y="37566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7" name="Shape 1604"/>
          <p:cNvSpPr/>
          <p:nvPr/>
        </p:nvSpPr>
        <p:spPr>
          <a:xfrm>
            <a:off x="5282687" y="37696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8" name="Shape 1605"/>
          <p:cNvSpPr/>
          <p:nvPr/>
        </p:nvSpPr>
        <p:spPr>
          <a:xfrm>
            <a:off x="4998516" y="37170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9" name="Shape 1606"/>
          <p:cNvSpPr/>
          <p:nvPr/>
        </p:nvSpPr>
        <p:spPr>
          <a:xfrm>
            <a:off x="5210759" y="37698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0" name="Shape 1607"/>
          <p:cNvSpPr/>
          <p:nvPr/>
        </p:nvSpPr>
        <p:spPr>
          <a:xfrm>
            <a:off x="5258779" y="36962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1" name="Shape 1608"/>
          <p:cNvSpPr/>
          <p:nvPr/>
        </p:nvSpPr>
        <p:spPr>
          <a:xfrm>
            <a:off x="5300505" y="37753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2" name="Shape 1609"/>
          <p:cNvSpPr/>
          <p:nvPr/>
        </p:nvSpPr>
        <p:spPr>
          <a:xfrm>
            <a:off x="4943637" y="37534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3" name="Shape 1610"/>
          <p:cNvSpPr/>
          <p:nvPr/>
        </p:nvSpPr>
        <p:spPr>
          <a:xfrm>
            <a:off x="5156604" y="36987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4" name="Shape 1611"/>
          <p:cNvSpPr/>
          <p:nvPr/>
        </p:nvSpPr>
        <p:spPr>
          <a:xfrm>
            <a:off x="5033916" y="36911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5" name="Shape 1612"/>
          <p:cNvSpPr/>
          <p:nvPr/>
        </p:nvSpPr>
        <p:spPr>
          <a:xfrm>
            <a:off x="5055743" y="36226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6" name="Shape 1613"/>
          <p:cNvSpPr/>
          <p:nvPr/>
        </p:nvSpPr>
        <p:spPr>
          <a:xfrm>
            <a:off x="5026222" y="38875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7" name="Shape 1614"/>
          <p:cNvSpPr/>
          <p:nvPr/>
        </p:nvSpPr>
        <p:spPr>
          <a:xfrm>
            <a:off x="5172447" y="38039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8" name="Shape 1615"/>
          <p:cNvSpPr/>
          <p:nvPr/>
        </p:nvSpPr>
        <p:spPr>
          <a:xfrm>
            <a:off x="5249075" y="39685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9" name="Shape 1616"/>
          <p:cNvSpPr/>
          <p:nvPr/>
        </p:nvSpPr>
        <p:spPr>
          <a:xfrm>
            <a:off x="5037120" y="40472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0" name="Shape 1617"/>
          <p:cNvSpPr/>
          <p:nvPr/>
        </p:nvSpPr>
        <p:spPr>
          <a:xfrm>
            <a:off x="5285383" y="40011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1" name="Shape 1618"/>
          <p:cNvSpPr/>
          <p:nvPr/>
        </p:nvSpPr>
        <p:spPr>
          <a:xfrm>
            <a:off x="4905254" y="40501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2" name="Shape 1619"/>
          <p:cNvSpPr/>
          <p:nvPr/>
        </p:nvSpPr>
        <p:spPr>
          <a:xfrm>
            <a:off x="5306522" y="40468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3" name="Shape 1620"/>
          <p:cNvSpPr/>
          <p:nvPr/>
        </p:nvSpPr>
        <p:spPr>
          <a:xfrm>
            <a:off x="4955653" y="43016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4" name="Shape 1621"/>
          <p:cNvSpPr/>
          <p:nvPr/>
        </p:nvSpPr>
        <p:spPr>
          <a:xfrm>
            <a:off x="5157285" y="42535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5" name="Shape 1622"/>
          <p:cNvSpPr/>
          <p:nvPr/>
        </p:nvSpPr>
        <p:spPr>
          <a:xfrm>
            <a:off x="4899300" y="43173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6" name="Shape 1623"/>
          <p:cNvSpPr/>
          <p:nvPr/>
        </p:nvSpPr>
        <p:spPr>
          <a:xfrm>
            <a:off x="5002537" y="42495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7" name="Shape 1624"/>
          <p:cNvSpPr/>
          <p:nvPr/>
        </p:nvSpPr>
        <p:spPr>
          <a:xfrm>
            <a:off x="5153635" y="42935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8" name="Shape 1625"/>
          <p:cNvSpPr/>
          <p:nvPr/>
        </p:nvSpPr>
        <p:spPr>
          <a:xfrm>
            <a:off x="4992944" y="44278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9" name="Shape 1626"/>
          <p:cNvSpPr/>
          <p:nvPr/>
        </p:nvSpPr>
        <p:spPr>
          <a:xfrm>
            <a:off x="5199798" y="41308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0" name="Shape 1627"/>
          <p:cNvSpPr/>
          <p:nvPr/>
        </p:nvSpPr>
        <p:spPr>
          <a:xfrm>
            <a:off x="5118718" y="43402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1" name="Shape 1628"/>
          <p:cNvSpPr/>
          <p:nvPr/>
        </p:nvSpPr>
        <p:spPr>
          <a:xfrm>
            <a:off x="5179610" y="42791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2" name="Shape 1629"/>
          <p:cNvSpPr/>
          <p:nvPr/>
        </p:nvSpPr>
        <p:spPr>
          <a:xfrm>
            <a:off x="4983049" y="44558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3" name="Shape 1630"/>
          <p:cNvSpPr/>
          <p:nvPr/>
        </p:nvSpPr>
        <p:spPr>
          <a:xfrm>
            <a:off x="5026258" y="42546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4" name="Shape 1631"/>
          <p:cNvSpPr/>
          <p:nvPr/>
        </p:nvSpPr>
        <p:spPr>
          <a:xfrm>
            <a:off x="5110601" y="43524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5" name="Shape 1632"/>
          <p:cNvSpPr/>
          <p:nvPr/>
        </p:nvSpPr>
        <p:spPr>
          <a:xfrm>
            <a:off x="5006655" y="29595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6" name="Shape 1633"/>
          <p:cNvSpPr/>
          <p:nvPr/>
        </p:nvSpPr>
        <p:spPr>
          <a:xfrm>
            <a:off x="5062746" y="36715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7" name="Shape 1634"/>
          <p:cNvSpPr/>
          <p:nvPr/>
        </p:nvSpPr>
        <p:spPr>
          <a:xfrm>
            <a:off x="5254597" y="41596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8" name="Shape 1635"/>
          <p:cNvSpPr/>
          <p:nvPr/>
        </p:nvSpPr>
        <p:spPr>
          <a:xfrm>
            <a:off x="5175465" y="41644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9" name="Shape 1636"/>
          <p:cNvSpPr/>
          <p:nvPr/>
        </p:nvSpPr>
        <p:spPr>
          <a:xfrm>
            <a:off x="5169315" y="31634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0" name="Shape 1637"/>
          <p:cNvSpPr/>
          <p:nvPr/>
        </p:nvSpPr>
        <p:spPr>
          <a:xfrm>
            <a:off x="5269397" y="29015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1" name="Shape 1638"/>
          <p:cNvSpPr/>
          <p:nvPr/>
        </p:nvSpPr>
        <p:spPr>
          <a:xfrm>
            <a:off x="5171678" y="39162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2" name="Shape 1639"/>
          <p:cNvSpPr/>
          <p:nvPr/>
        </p:nvSpPr>
        <p:spPr>
          <a:xfrm>
            <a:off x="5092073" y="37215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3" name="Shape 1640"/>
          <p:cNvSpPr/>
          <p:nvPr/>
        </p:nvSpPr>
        <p:spPr>
          <a:xfrm>
            <a:off x="5287660" y="29011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4" name="Shape 1641"/>
          <p:cNvSpPr/>
          <p:nvPr/>
        </p:nvSpPr>
        <p:spPr>
          <a:xfrm>
            <a:off x="4951182" y="38478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5" name="Shape 1642"/>
          <p:cNvSpPr/>
          <p:nvPr/>
        </p:nvSpPr>
        <p:spPr>
          <a:xfrm>
            <a:off x="5260404" y="37063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6" name="Shape 1643"/>
          <p:cNvSpPr/>
          <p:nvPr/>
        </p:nvSpPr>
        <p:spPr>
          <a:xfrm>
            <a:off x="5152651" y="33360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7" name="Shape 1644"/>
          <p:cNvSpPr/>
          <p:nvPr/>
        </p:nvSpPr>
        <p:spPr>
          <a:xfrm>
            <a:off x="5120661" y="28989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8" name="Shape 1645"/>
          <p:cNvSpPr/>
          <p:nvPr/>
        </p:nvSpPr>
        <p:spPr>
          <a:xfrm>
            <a:off x="4997447" y="37930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9" name="Shape 1646"/>
          <p:cNvSpPr/>
          <p:nvPr/>
        </p:nvSpPr>
        <p:spPr>
          <a:xfrm>
            <a:off x="4923391" y="37630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0" name="Shape 1647"/>
          <p:cNvSpPr/>
          <p:nvPr/>
        </p:nvSpPr>
        <p:spPr>
          <a:xfrm>
            <a:off x="5275477" y="37909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1" name="Shape 1648"/>
          <p:cNvSpPr/>
          <p:nvPr/>
        </p:nvSpPr>
        <p:spPr>
          <a:xfrm>
            <a:off x="5247545" y="38079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2" name="Shape 1649"/>
          <p:cNvSpPr/>
          <p:nvPr/>
        </p:nvSpPr>
        <p:spPr>
          <a:xfrm>
            <a:off x="4969770" y="38154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3" name="Shape 1650"/>
          <p:cNvSpPr/>
          <p:nvPr/>
        </p:nvSpPr>
        <p:spPr>
          <a:xfrm>
            <a:off x="4942502" y="37875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4" name="Shape 1651"/>
          <p:cNvSpPr/>
          <p:nvPr/>
        </p:nvSpPr>
        <p:spPr>
          <a:xfrm>
            <a:off x="5079473" y="27117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5" name="Shape 1652"/>
          <p:cNvSpPr/>
          <p:nvPr/>
        </p:nvSpPr>
        <p:spPr>
          <a:xfrm>
            <a:off x="5251843" y="39149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6" name="Shape 1653"/>
          <p:cNvSpPr/>
          <p:nvPr/>
        </p:nvSpPr>
        <p:spPr>
          <a:xfrm>
            <a:off x="4929242" y="40856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7" name="Shape 1654"/>
          <p:cNvSpPr/>
          <p:nvPr/>
        </p:nvSpPr>
        <p:spPr>
          <a:xfrm>
            <a:off x="5310243" y="38965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8" name="Shape 1655"/>
          <p:cNvSpPr/>
          <p:nvPr/>
        </p:nvSpPr>
        <p:spPr>
          <a:xfrm>
            <a:off x="5159409" y="37414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9" name="Shape 1656"/>
          <p:cNvSpPr/>
          <p:nvPr/>
        </p:nvSpPr>
        <p:spPr>
          <a:xfrm>
            <a:off x="5155486" y="42603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0" name="Shape 1657"/>
          <p:cNvSpPr/>
          <p:nvPr/>
        </p:nvSpPr>
        <p:spPr>
          <a:xfrm>
            <a:off x="4894877" y="41691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1" name="Shape 1658"/>
          <p:cNvSpPr/>
          <p:nvPr/>
        </p:nvSpPr>
        <p:spPr>
          <a:xfrm>
            <a:off x="5006068" y="42046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2" name="Shape 1659"/>
          <p:cNvSpPr/>
          <p:nvPr/>
        </p:nvSpPr>
        <p:spPr>
          <a:xfrm>
            <a:off x="5063589" y="40429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3" name="Shape 1660"/>
          <p:cNvSpPr/>
          <p:nvPr/>
        </p:nvSpPr>
        <p:spPr>
          <a:xfrm>
            <a:off x="4950948" y="31674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4" name="Shape 1661"/>
          <p:cNvSpPr/>
          <p:nvPr/>
        </p:nvSpPr>
        <p:spPr>
          <a:xfrm>
            <a:off x="4959688" y="39457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5" name="Shape 1662"/>
          <p:cNvSpPr/>
          <p:nvPr/>
        </p:nvSpPr>
        <p:spPr>
          <a:xfrm>
            <a:off x="4978059" y="41798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6" name="Shape 1663"/>
          <p:cNvSpPr/>
          <p:nvPr/>
        </p:nvSpPr>
        <p:spPr>
          <a:xfrm>
            <a:off x="5132812" y="42323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7" name="Shape 1664"/>
          <p:cNvSpPr/>
          <p:nvPr/>
        </p:nvSpPr>
        <p:spPr>
          <a:xfrm>
            <a:off x="5251520" y="43404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8" name="Shape 1665"/>
          <p:cNvSpPr/>
          <p:nvPr/>
        </p:nvSpPr>
        <p:spPr>
          <a:xfrm>
            <a:off x="5076431" y="44018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9" name="Shape 1666"/>
          <p:cNvSpPr/>
          <p:nvPr/>
        </p:nvSpPr>
        <p:spPr>
          <a:xfrm>
            <a:off x="5316429" y="42374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0" name="Shape 1667"/>
          <p:cNvSpPr/>
          <p:nvPr/>
        </p:nvSpPr>
        <p:spPr>
          <a:xfrm>
            <a:off x="5052051" y="26897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1" name="Shape 1668"/>
          <p:cNvSpPr/>
          <p:nvPr/>
        </p:nvSpPr>
        <p:spPr>
          <a:xfrm>
            <a:off x="5185487" y="28065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2" name="Shape 1669"/>
          <p:cNvSpPr/>
          <p:nvPr/>
        </p:nvSpPr>
        <p:spPr>
          <a:xfrm>
            <a:off x="5018331" y="39175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3" name="Shape 1670"/>
          <p:cNvSpPr/>
          <p:nvPr/>
        </p:nvSpPr>
        <p:spPr>
          <a:xfrm>
            <a:off x="5093820" y="41745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4" name="Shape 1671"/>
          <p:cNvSpPr/>
          <p:nvPr/>
        </p:nvSpPr>
        <p:spPr>
          <a:xfrm>
            <a:off x="4991858" y="43891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5" name="Shape 1672"/>
          <p:cNvSpPr/>
          <p:nvPr/>
        </p:nvSpPr>
        <p:spPr>
          <a:xfrm>
            <a:off x="4894373" y="38348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6" name="Shape 1673"/>
          <p:cNvSpPr/>
          <p:nvPr/>
        </p:nvSpPr>
        <p:spPr>
          <a:xfrm>
            <a:off x="5257758" y="37631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7" name="Shape 1674"/>
          <p:cNvSpPr/>
          <p:nvPr/>
        </p:nvSpPr>
        <p:spPr>
          <a:xfrm>
            <a:off x="5012803" y="27116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8" name="Shape 1675"/>
          <p:cNvSpPr/>
          <p:nvPr/>
        </p:nvSpPr>
        <p:spPr>
          <a:xfrm>
            <a:off x="5060644" y="27582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9" name="Shape 1676"/>
          <p:cNvSpPr/>
          <p:nvPr/>
        </p:nvSpPr>
        <p:spPr>
          <a:xfrm>
            <a:off x="5320269" y="32243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0" name="Shape 1677"/>
          <p:cNvSpPr/>
          <p:nvPr/>
        </p:nvSpPr>
        <p:spPr>
          <a:xfrm>
            <a:off x="5169339" y="32439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1" name="Shape 1678"/>
          <p:cNvSpPr/>
          <p:nvPr/>
        </p:nvSpPr>
        <p:spPr>
          <a:xfrm>
            <a:off x="5241097" y="36155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2" name="Shape 1679"/>
          <p:cNvSpPr/>
          <p:nvPr/>
        </p:nvSpPr>
        <p:spPr>
          <a:xfrm>
            <a:off x="5170270" y="39886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3" name="Shape 1680"/>
          <p:cNvSpPr/>
          <p:nvPr/>
        </p:nvSpPr>
        <p:spPr>
          <a:xfrm>
            <a:off x="4959446" y="33301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4" name="Shape 1681"/>
          <p:cNvSpPr/>
          <p:nvPr/>
        </p:nvSpPr>
        <p:spPr>
          <a:xfrm>
            <a:off x="5180708" y="40418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5" name="Shape 1682"/>
          <p:cNvSpPr/>
          <p:nvPr/>
        </p:nvSpPr>
        <p:spPr>
          <a:xfrm>
            <a:off x="5048634" y="33100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6" name="Shape 1683"/>
          <p:cNvSpPr/>
          <p:nvPr/>
        </p:nvSpPr>
        <p:spPr>
          <a:xfrm>
            <a:off x="5005079" y="32160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7" name="Shape 1684"/>
          <p:cNvSpPr/>
          <p:nvPr/>
        </p:nvSpPr>
        <p:spPr>
          <a:xfrm>
            <a:off x="5197197" y="42031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8" name="Shape 1685"/>
          <p:cNvSpPr/>
          <p:nvPr/>
        </p:nvSpPr>
        <p:spPr>
          <a:xfrm>
            <a:off x="5155613" y="33278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9" name="Shape 1686"/>
          <p:cNvSpPr/>
          <p:nvPr/>
        </p:nvSpPr>
        <p:spPr>
          <a:xfrm>
            <a:off x="4950941" y="40048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0" name="Shape 1687"/>
          <p:cNvSpPr/>
          <p:nvPr/>
        </p:nvSpPr>
        <p:spPr>
          <a:xfrm>
            <a:off x="5020155" y="36533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1" name="Shape 1688"/>
          <p:cNvSpPr/>
          <p:nvPr/>
        </p:nvSpPr>
        <p:spPr>
          <a:xfrm>
            <a:off x="4979433" y="36215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2" name="Shape 1689"/>
          <p:cNvSpPr/>
          <p:nvPr/>
        </p:nvSpPr>
        <p:spPr>
          <a:xfrm>
            <a:off x="5197603" y="37699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3" name="Shape 1690"/>
          <p:cNvSpPr/>
          <p:nvPr/>
        </p:nvSpPr>
        <p:spPr>
          <a:xfrm>
            <a:off x="5115221" y="39913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4" name="Shape 1691"/>
          <p:cNvSpPr/>
          <p:nvPr/>
        </p:nvSpPr>
        <p:spPr>
          <a:xfrm>
            <a:off x="4990088" y="37303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5" name="Shape 1692"/>
          <p:cNvSpPr/>
          <p:nvPr/>
        </p:nvSpPr>
        <p:spPr>
          <a:xfrm>
            <a:off x="5147303" y="43274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6" name="Shape 1693"/>
          <p:cNvSpPr/>
          <p:nvPr/>
        </p:nvSpPr>
        <p:spPr>
          <a:xfrm>
            <a:off x="4952233" y="41363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7" name="Shape 1694"/>
          <p:cNvSpPr/>
          <p:nvPr/>
        </p:nvSpPr>
        <p:spPr>
          <a:xfrm>
            <a:off x="5143223" y="42941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8" name="Shape 1695"/>
          <p:cNvSpPr/>
          <p:nvPr/>
        </p:nvSpPr>
        <p:spPr>
          <a:xfrm>
            <a:off x="5121868" y="42554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9" name="Shape 1696"/>
          <p:cNvSpPr/>
          <p:nvPr/>
        </p:nvSpPr>
        <p:spPr>
          <a:xfrm>
            <a:off x="5118632" y="30569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0" name="Shape 1697"/>
          <p:cNvSpPr/>
          <p:nvPr/>
        </p:nvSpPr>
        <p:spPr>
          <a:xfrm>
            <a:off x="4945073" y="36758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1" name="Shape 1698"/>
          <p:cNvSpPr/>
          <p:nvPr/>
        </p:nvSpPr>
        <p:spPr>
          <a:xfrm>
            <a:off x="5175700" y="40418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2" name="Shape 1699"/>
          <p:cNvSpPr/>
          <p:nvPr/>
        </p:nvSpPr>
        <p:spPr>
          <a:xfrm>
            <a:off x="4969980" y="35985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3" name="Shape 1700"/>
          <p:cNvSpPr/>
          <p:nvPr/>
        </p:nvSpPr>
        <p:spPr>
          <a:xfrm>
            <a:off x="5303481" y="33377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4" name="Shape 1701"/>
          <p:cNvSpPr/>
          <p:nvPr/>
        </p:nvSpPr>
        <p:spPr>
          <a:xfrm>
            <a:off x="4974218" y="37523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5" name="Shape 1702"/>
          <p:cNvSpPr/>
          <p:nvPr/>
        </p:nvSpPr>
        <p:spPr>
          <a:xfrm>
            <a:off x="5213796" y="36994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6" name="Shape 1703"/>
          <p:cNvSpPr/>
          <p:nvPr/>
        </p:nvSpPr>
        <p:spPr>
          <a:xfrm>
            <a:off x="5224565" y="36566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7" name="Shape 1704"/>
          <p:cNvSpPr/>
          <p:nvPr/>
        </p:nvSpPr>
        <p:spPr>
          <a:xfrm>
            <a:off x="5195849" y="36127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8" name="Shape 1705"/>
          <p:cNvSpPr/>
          <p:nvPr/>
        </p:nvSpPr>
        <p:spPr>
          <a:xfrm>
            <a:off x="4913953" y="41967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9" name="Shape 1706"/>
          <p:cNvSpPr/>
          <p:nvPr/>
        </p:nvSpPr>
        <p:spPr>
          <a:xfrm>
            <a:off x="5070241" y="41668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0" name="Shape 1707"/>
          <p:cNvSpPr/>
          <p:nvPr/>
        </p:nvSpPr>
        <p:spPr>
          <a:xfrm>
            <a:off x="5154273" y="40783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1" name="Shape 1708"/>
          <p:cNvSpPr/>
          <p:nvPr/>
        </p:nvSpPr>
        <p:spPr>
          <a:xfrm>
            <a:off x="5141582" y="41699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2" name="Shape 1709"/>
          <p:cNvSpPr/>
          <p:nvPr/>
        </p:nvSpPr>
        <p:spPr>
          <a:xfrm>
            <a:off x="5209965" y="41850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3" name="Shape 1710"/>
          <p:cNvSpPr/>
          <p:nvPr/>
        </p:nvSpPr>
        <p:spPr>
          <a:xfrm>
            <a:off x="4946947" y="40835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4" name="Shape 1711"/>
          <p:cNvSpPr/>
          <p:nvPr/>
        </p:nvSpPr>
        <p:spPr>
          <a:xfrm>
            <a:off x="5127715" y="27730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5" name="Shape 1712"/>
          <p:cNvSpPr/>
          <p:nvPr/>
        </p:nvSpPr>
        <p:spPr>
          <a:xfrm>
            <a:off x="4901084" y="32661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6" name="Shape 1713"/>
          <p:cNvSpPr/>
          <p:nvPr/>
        </p:nvSpPr>
        <p:spPr>
          <a:xfrm>
            <a:off x="5306743" y="39552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7" name="Shape 1714"/>
          <p:cNvSpPr/>
          <p:nvPr/>
        </p:nvSpPr>
        <p:spPr>
          <a:xfrm>
            <a:off x="5034615" y="37745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8" name="Shape 1715"/>
          <p:cNvSpPr/>
          <p:nvPr/>
        </p:nvSpPr>
        <p:spPr>
          <a:xfrm>
            <a:off x="5080980" y="27851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9" name="Shape 1716"/>
          <p:cNvSpPr/>
          <p:nvPr/>
        </p:nvSpPr>
        <p:spPr>
          <a:xfrm>
            <a:off x="5167066" y="35973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0" name="Shape 1717"/>
          <p:cNvSpPr/>
          <p:nvPr/>
        </p:nvSpPr>
        <p:spPr>
          <a:xfrm>
            <a:off x="5065119" y="37509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1" name="Shape 1718"/>
          <p:cNvSpPr/>
          <p:nvPr/>
        </p:nvSpPr>
        <p:spPr>
          <a:xfrm>
            <a:off x="4931511" y="32945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2" name="Shape 1719"/>
          <p:cNvSpPr/>
          <p:nvPr/>
        </p:nvSpPr>
        <p:spPr>
          <a:xfrm>
            <a:off x="5237116" y="41599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3" name="Shape 1720"/>
          <p:cNvSpPr/>
          <p:nvPr/>
        </p:nvSpPr>
        <p:spPr>
          <a:xfrm>
            <a:off x="5303693" y="38251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4" name="Shape 1721"/>
          <p:cNvSpPr/>
          <p:nvPr/>
        </p:nvSpPr>
        <p:spPr>
          <a:xfrm>
            <a:off x="4933513" y="41107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5" name="Shape 1722"/>
          <p:cNvSpPr/>
          <p:nvPr/>
        </p:nvSpPr>
        <p:spPr>
          <a:xfrm>
            <a:off x="5068339" y="36564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6" name="Shape 1723"/>
          <p:cNvSpPr/>
          <p:nvPr/>
        </p:nvSpPr>
        <p:spPr>
          <a:xfrm>
            <a:off x="5244932" y="33440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7" name="Shape 1724"/>
          <p:cNvSpPr/>
          <p:nvPr/>
        </p:nvSpPr>
        <p:spPr>
          <a:xfrm>
            <a:off x="5288702" y="37545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8" name="Shape 1725"/>
          <p:cNvSpPr/>
          <p:nvPr/>
        </p:nvSpPr>
        <p:spPr>
          <a:xfrm>
            <a:off x="5060527" y="28995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9" name="Shape 1726"/>
          <p:cNvSpPr/>
          <p:nvPr/>
        </p:nvSpPr>
        <p:spPr>
          <a:xfrm>
            <a:off x="5076856" y="40060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0" name="Shape 1727"/>
          <p:cNvSpPr/>
          <p:nvPr/>
        </p:nvSpPr>
        <p:spPr>
          <a:xfrm>
            <a:off x="5023529" y="43108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1" name="Shape 1728"/>
          <p:cNvSpPr/>
          <p:nvPr/>
        </p:nvSpPr>
        <p:spPr>
          <a:xfrm>
            <a:off x="4958118" y="44528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2" name="Shape 1729"/>
          <p:cNvSpPr/>
          <p:nvPr/>
        </p:nvSpPr>
        <p:spPr>
          <a:xfrm>
            <a:off x="5044017" y="41969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3" name="Shape 1730"/>
          <p:cNvSpPr/>
          <p:nvPr/>
        </p:nvSpPr>
        <p:spPr>
          <a:xfrm>
            <a:off x="5121553" y="43040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4" name="Shape 1731"/>
          <p:cNvSpPr/>
          <p:nvPr/>
        </p:nvSpPr>
        <p:spPr>
          <a:xfrm>
            <a:off x="5117710" y="43955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5" name="Shape 1732"/>
          <p:cNvSpPr/>
          <p:nvPr/>
        </p:nvSpPr>
        <p:spPr>
          <a:xfrm>
            <a:off x="5164819" y="43464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6" name="Shape 1733"/>
          <p:cNvSpPr/>
          <p:nvPr/>
        </p:nvSpPr>
        <p:spPr>
          <a:xfrm>
            <a:off x="4938479" y="42339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7" name="Shape 1734"/>
          <p:cNvSpPr/>
          <p:nvPr/>
        </p:nvSpPr>
        <p:spPr>
          <a:xfrm>
            <a:off x="5126188" y="43603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8" name="Shape 1735"/>
          <p:cNvSpPr/>
          <p:nvPr/>
        </p:nvSpPr>
        <p:spPr>
          <a:xfrm>
            <a:off x="5206686" y="43092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9" name="Shape 1736"/>
          <p:cNvSpPr/>
          <p:nvPr/>
        </p:nvSpPr>
        <p:spPr>
          <a:xfrm>
            <a:off x="4919073" y="42616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0" name="Shape 1737"/>
          <p:cNvSpPr/>
          <p:nvPr/>
        </p:nvSpPr>
        <p:spPr>
          <a:xfrm>
            <a:off x="5220863" y="35122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1" name="Shape 1738"/>
          <p:cNvSpPr/>
          <p:nvPr/>
        </p:nvSpPr>
        <p:spPr>
          <a:xfrm>
            <a:off x="5262642" y="38880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2" name="Shape 1739"/>
          <p:cNvSpPr/>
          <p:nvPr/>
        </p:nvSpPr>
        <p:spPr>
          <a:xfrm>
            <a:off x="5095412" y="37505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3" name="Shape 1740"/>
          <p:cNvSpPr/>
          <p:nvPr/>
        </p:nvSpPr>
        <p:spPr>
          <a:xfrm>
            <a:off x="4948761" y="40266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4" name="Shape 1741"/>
          <p:cNvSpPr/>
          <p:nvPr/>
        </p:nvSpPr>
        <p:spPr>
          <a:xfrm>
            <a:off x="5280287" y="38937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5" name="Shape 1742"/>
          <p:cNvSpPr/>
          <p:nvPr/>
        </p:nvSpPr>
        <p:spPr>
          <a:xfrm>
            <a:off x="5187679" y="37096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6" name="Shape 1743"/>
          <p:cNvSpPr/>
          <p:nvPr/>
        </p:nvSpPr>
        <p:spPr>
          <a:xfrm>
            <a:off x="5145814" y="35626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7" name="Shape 1744"/>
          <p:cNvSpPr/>
          <p:nvPr/>
        </p:nvSpPr>
        <p:spPr>
          <a:xfrm>
            <a:off x="5197185" y="42193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8" name="Shape 1745"/>
          <p:cNvSpPr/>
          <p:nvPr/>
        </p:nvSpPr>
        <p:spPr>
          <a:xfrm>
            <a:off x="5096320" y="39555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9" name="Shape 1746"/>
          <p:cNvSpPr/>
          <p:nvPr/>
        </p:nvSpPr>
        <p:spPr>
          <a:xfrm>
            <a:off x="5159696" y="35666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0" name="Shape 1747"/>
          <p:cNvSpPr/>
          <p:nvPr/>
        </p:nvSpPr>
        <p:spPr>
          <a:xfrm>
            <a:off x="4950646" y="35860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1" name="Shape 1748"/>
          <p:cNvSpPr/>
          <p:nvPr/>
        </p:nvSpPr>
        <p:spPr>
          <a:xfrm>
            <a:off x="5023824" y="42039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2" name="Shape 1749"/>
          <p:cNvSpPr/>
          <p:nvPr/>
        </p:nvSpPr>
        <p:spPr>
          <a:xfrm>
            <a:off x="4914444" y="32971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3" name="Shape 1750"/>
          <p:cNvSpPr/>
          <p:nvPr/>
        </p:nvSpPr>
        <p:spPr>
          <a:xfrm>
            <a:off x="5194869" y="42668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4" name="Shape 1751"/>
          <p:cNvSpPr/>
          <p:nvPr/>
        </p:nvSpPr>
        <p:spPr>
          <a:xfrm>
            <a:off x="5268111" y="42404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5" name="Shape 1752"/>
          <p:cNvSpPr/>
          <p:nvPr/>
        </p:nvSpPr>
        <p:spPr>
          <a:xfrm>
            <a:off x="5252319" y="38163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6" name="Shape 1753"/>
          <p:cNvSpPr/>
          <p:nvPr/>
        </p:nvSpPr>
        <p:spPr>
          <a:xfrm>
            <a:off x="4961889" y="36465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7" name="Shape 1754"/>
          <p:cNvSpPr/>
          <p:nvPr/>
        </p:nvSpPr>
        <p:spPr>
          <a:xfrm>
            <a:off x="5028040" y="35387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8" name="Shape 1755"/>
          <p:cNvSpPr/>
          <p:nvPr/>
        </p:nvSpPr>
        <p:spPr>
          <a:xfrm>
            <a:off x="5019589" y="30301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9" name="Shape 1756"/>
          <p:cNvSpPr/>
          <p:nvPr/>
        </p:nvSpPr>
        <p:spPr>
          <a:xfrm>
            <a:off x="5013697" y="31474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0" name="Shape 1757"/>
          <p:cNvSpPr/>
          <p:nvPr/>
        </p:nvSpPr>
        <p:spPr>
          <a:xfrm>
            <a:off x="5215219" y="31406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1" name="Shape 1758"/>
          <p:cNvSpPr/>
          <p:nvPr/>
        </p:nvSpPr>
        <p:spPr>
          <a:xfrm>
            <a:off x="5202140" y="37665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2" name="Shape 1759"/>
          <p:cNvSpPr/>
          <p:nvPr/>
        </p:nvSpPr>
        <p:spPr>
          <a:xfrm>
            <a:off x="5282190" y="35175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3" name="Shape 1760"/>
          <p:cNvSpPr/>
          <p:nvPr/>
        </p:nvSpPr>
        <p:spPr>
          <a:xfrm>
            <a:off x="5139916" y="26700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4" name="Shape 1761"/>
          <p:cNvSpPr/>
          <p:nvPr/>
        </p:nvSpPr>
        <p:spPr>
          <a:xfrm>
            <a:off x="5301003" y="31757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5" name="Shape 1762"/>
          <p:cNvSpPr/>
          <p:nvPr/>
        </p:nvSpPr>
        <p:spPr>
          <a:xfrm>
            <a:off x="5053273" y="30768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6" name="Shape 1763"/>
          <p:cNvSpPr/>
          <p:nvPr/>
        </p:nvSpPr>
        <p:spPr>
          <a:xfrm>
            <a:off x="5078343" y="29110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7" name="Shape 1764"/>
          <p:cNvSpPr/>
          <p:nvPr/>
        </p:nvSpPr>
        <p:spPr>
          <a:xfrm>
            <a:off x="5086722" y="36410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8" name="Shape 1765"/>
          <p:cNvSpPr/>
          <p:nvPr/>
        </p:nvSpPr>
        <p:spPr>
          <a:xfrm>
            <a:off x="5090764" y="34776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9" name="Shape 1766"/>
          <p:cNvSpPr/>
          <p:nvPr/>
        </p:nvSpPr>
        <p:spPr>
          <a:xfrm>
            <a:off x="5039030" y="32735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0" name="Shape 1767"/>
          <p:cNvSpPr/>
          <p:nvPr/>
        </p:nvSpPr>
        <p:spPr>
          <a:xfrm>
            <a:off x="4981026" y="37892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1" name="Shape 1768"/>
          <p:cNvSpPr/>
          <p:nvPr/>
        </p:nvSpPr>
        <p:spPr>
          <a:xfrm>
            <a:off x="5071104" y="31165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2" name="Shape 1769"/>
          <p:cNvSpPr/>
          <p:nvPr/>
        </p:nvSpPr>
        <p:spPr>
          <a:xfrm>
            <a:off x="5219016" y="30348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3" name="Shape 1770"/>
          <p:cNvSpPr/>
          <p:nvPr/>
        </p:nvSpPr>
        <p:spPr>
          <a:xfrm>
            <a:off x="4999029" y="31717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4" name="Shape 1771"/>
          <p:cNvSpPr/>
          <p:nvPr/>
        </p:nvSpPr>
        <p:spPr>
          <a:xfrm>
            <a:off x="5216891" y="36878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5" name="Shape 1772"/>
          <p:cNvSpPr/>
          <p:nvPr/>
        </p:nvSpPr>
        <p:spPr>
          <a:xfrm>
            <a:off x="5101230" y="29726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6" name="Shape 1773"/>
          <p:cNvSpPr/>
          <p:nvPr/>
        </p:nvSpPr>
        <p:spPr>
          <a:xfrm>
            <a:off x="5130743" y="31604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7" name="Shape 1774"/>
          <p:cNvSpPr/>
          <p:nvPr/>
        </p:nvSpPr>
        <p:spPr>
          <a:xfrm>
            <a:off x="5322983" y="39047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8" name="Shape 1775"/>
          <p:cNvSpPr/>
          <p:nvPr/>
        </p:nvSpPr>
        <p:spPr>
          <a:xfrm>
            <a:off x="5179275" y="42539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9" name="Shape 1776"/>
          <p:cNvSpPr/>
          <p:nvPr/>
        </p:nvSpPr>
        <p:spPr>
          <a:xfrm>
            <a:off x="5159324" y="38563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0" name="Shape 1777"/>
          <p:cNvSpPr/>
          <p:nvPr/>
        </p:nvSpPr>
        <p:spPr>
          <a:xfrm>
            <a:off x="5246775" y="39286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1" name="Shape 1778"/>
          <p:cNvSpPr/>
          <p:nvPr/>
        </p:nvSpPr>
        <p:spPr>
          <a:xfrm>
            <a:off x="5065805" y="36728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2" name="Shape 1779"/>
          <p:cNvSpPr/>
          <p:nvPr/>
        </p:nvSpPr>
        <p:spPr>
          <a:xfrm>
            <a:off x="5142166" y="38888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3" name="Shape 1780"/>
          <p:cNvSpPr/>
          <p:nvPr/>
        </p:nvSpPr>
        <p:spPr>
          <a:xfrm>
            <a:off x="4932207" y="39056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4" name="Shape 1781"/>
          <p:cNvSpPr/>
          <p:nvPr/>
        </p:nvSpPr>
        <p:spPr>
          <a:xfrm>
            <a:off x="5154445" y="36761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5" name="Shape 1782"/>
          <p:cNvSpPr/>
          <p:nvPr/>
        </p:nvSpPr>
        <p:spPr>
          <a:xfrm>
            <a:off x="5251772" y="44794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6" name="Shape 1783"/>
          <p:cNvSpPr/>
          <p:nvPr/>
        </p:nvSpPr>
        <p:spPr>
          <a:xfrm>
            <a:off x="5199091" y="41308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7" name="Shape 1784"/>
          <p:cNvSpPr/>
          <p:nvPr/>
        </p:nvSpPr>
        <p:spPr>
          <a:xfrm>
            <a:off x="5212505" y="34322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8" name="Shape 1785"/>
          <p:cNvSpPr/>
          <p:nvPr/>
        </p:nvSpPr>
        <p:spPr>
          <a:xfrm>
            <a:off x="5204817" y="47271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9" name="Shape 1786"/>
          <p:cNvSpPr/>
          <p:nvPr/>
        </p:nvSpPr>
        <p:spPr>
          <a:xfrm>
            <a:off x="4916714" y="28284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0" name="Shape 1787"/>
          <p:cNvSpPr/>
          <p:nvPr/>
        </p:nvSpPr>
        <p:spPr>
          <a:xfrm>
            <a:off x="5019670" y="39674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1" name="Shape 1788"/>
          <p:cNvSpPr/>
          <p:nvPr/>
        </p:nvSpPr>
        <p:spPr>
          <a:xfrm>
            <a:off x="5292256" y="39046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2" name="Shape 1789"/>
          <p:cNvSpPr/>
          <p:nvPr/>
        </p:nvSpPr>
        <p:spPr>
          <a:xfrm>
            <a:off x="5137586" y="38886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3" name="Shape 1790"/>
          <p:cNvSpPr/>
          <p:nvPr/>
        </p:nvSpPr>
        <p:spPr>
          <a:xfrm>
            <a:off x="5244152" y="28287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4" name="Shape 1791"/>
          <p:cNvSpPr/>
          <p:nvPr/>
        </p:nvSpPr>
        <p:spPr>
          <a:xfrm>
            <a:off x="5020105" y="39330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5" name="Shape 1792"/>
          <p:cNvSpPr/>
          <p:nvPr/>
        </p:nvSpPr>
        <p:spPr>
          <a:xfrm>
            <a:off x="5260070" y="39887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6" name="Shape 1793"/>
          <p:cNvSpPr/>
          <p:nvPr/>
        </p:nvSpPr>
        <p:spPr>
          <a:xfrm>
            <a:off x="5220653" y="39948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7" name="Shape 1794"/>
          <p:cNvSpPr/>
          <p:nvPr/>
        </p:nvSpPr>
        <p:spPr>
          <a:xfrm>
            <a:off x="5285563" y="39208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8" name="Shape 1795"/>
          <p:cNvSpPr/>
          <p:nvPr/>
        </p:nvSpPr>
        <p:spPr>
          <a:xfrm>
            <a:off x="4956741" y="39417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9" name="Shape 1796"/>
          <p:cNvSpPr/>
          <p:nvPr/>
        </p:nvSpPr>
        <p:spPr>
          <a:xfrm>
            <a:off x="5323061" y="38281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0" name="Shape 1797"/>
          <p:cNvSpPr/>
          <p:nvPr/>
        </p:nvSpPr>
        <p:spPr>
          <a:xfrm>
            <a:off x="5158979" y="39665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1" name="Shape 1798"/>
          <p:cNvSpPr/>
          <p:nvPr/>
        </p:nvSpPr>
        <p:spPr>
          <a:xfrm>
            <a:off x="5302618" y="39157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2" name="Shape 1799"/>
          <p:cNvSpPr/>
          <p:nvPr/>
        </p:nvSpPr>
        <p:spPr>
          <a:xfrm>
            <a:off x="5248491" y="39795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3" name="Shape 1800"/>
          <p:cNvSpPr/>
          <p:nvPr/>
        </p:nvSpPr>
        <p:spPr>
          <a:xfrm>
            <a:off x="4935160" y="41845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4" name="Shape 1801"/>
          <p:cNvSpPr/>
          <p:nvPr/>
        </p:nvSpPr>
        <p:spPr>
          <a:xfrm>
            <a:off x="5148091" y="41666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5" name="Shape 1802"/>
          <p:cNvSpPr/>
          <p:nvPr/>
        </p:nvSpPr>
        <p:spPr>
          <a:xfrm>
            <a:off x="4980269" y="39487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6" name="Shape 1803"/>
          <p:cNvSpPr/>
          <p:nvPr/>
        </p:nvSpPr>
        <p:spPr>
          <a:xfrm>
            <a:off x="5015482" y="41385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7" name="Shape 1804"/>
          <p:cNvSpPr/>
          <p:nvPr/>
        </p:nvSpPr>
        <p:spPr>
          <a:xfrm>
            <a:off x="5293395" y="43800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8" name="Shape 1805"/>
          <p:cNvSpPr/>
          <p:nvPr/>
        </p:nvSpPr>
        <p:spPr>
          <a:xfrm>
            <a:off x="4938547" y="42067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9" name="Shape 1806"/>
          <p:cNvSpPr/>
          <p:nvPr/>
        </p:nvSpPr>
        <p:spPr>
          <a:xfrm>
            <a:off x="5311212" y="37859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0" name="Shape 1807"/>
          <p:cNvSpPr/>
          <p:nvPr/>
        </p:nvSpPr>
        <p:spPr>
          <a:xfrm>
            <a:off x="4955168" y="38418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1" name="Shape 1808"/>
          <p:cNvSpPr/>
          <p:nvPr/>
        </p:nvSpPr>
        <p:spPr>
          <a:xfrm>
            <a:off x="5083061" y="35637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2" name="Shape 1809"/>
          <p:cNvSpPr/>
          <p:nvPr/>
        </p:nvSpPr>
        <p:spPr>
          <a:xfrm>
            <a:off x="5191002" y="37285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3" name="Shape 1810"/>
          <p:cNvSpPr/>
          <p:nvPr/>
        </p:nvSpPr>
        <p:spPr>
          <a:xfrm>
            <a:off x="5198256" y="43834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4" name="Shape 1811"/>
          <p:cNvSpPr/>
          <p:nvPr/>
        </p:nvSpPr>
        <p:spPr>
          <a:xfrm>
            <a:off x="4904734" y="41029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5" name="Shape 1812"/>
          <p:cNvSpPr/>
          <p:nvPr/>
        </p:nvSpPr>
        <p:spPr>
          <a:xfrm>
            <a:off x="5068706" y="43713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6" name="Shape 1813"/>
          <p:cNvSpPr/>
          <p:nvPr/>
        </p:nvSpPr>
        <p:spPr>
          <a:xfrm>
            <a:off x="5232742" y="43646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7" name="Shape 1814"/>
          <p:cNvSpPr/>
          <p:nvPr/>
        </p:nvSpPr>
        <p:spPr>
          <a:xfrm>
            <a:off x="4909786" y="43304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8" name="Shape 1815"/>
          <p:cNvSpPr/>
          <p:nvPr/>
        </p:nvSpPr>
        <p:spPr>
          <a:xfrm>
            <a:off x="5276990" y="45663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9" name="Shape 1816"/>
          <p:cNvSpPr/>
          <p:nvPr/>
        </p:nvSpPr>
        <p:spPr>
          <a:xfrm>
            <a:off x="5191214" y="42820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0" name="Shape 1817"/>
          <p:cNvSpPr/>
          <p:nvPr/>
        </p:nvSpPr>
        <p:spPr>
          <a:xfrm>
            <a:off x="4985225" y="42092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1" name="Shape 1818"/>
          <p:cNvSpPr/>
          <p:nvPr/>
        </p:nvSpPr>
        <p:spPr>
          <a:xfrm>
            <a:off x="5084662" y="42878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2" name="Shape 1819"/>
          <p:cNvSpPr/>
          <p:nvPr/>
        </p:nvSpPr>
        <p:spPr>
          <a:xfrm>
            <a:off x="5004223" y="31318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3" name="Shape 1820"/>
          <p:cNvSpPr/>
          <p:nvPr/>
        </p:nvSpPr>
        <p:spPr>
          <a:xfrm>
            <a:off x="5218267" y="34253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4" name="Shape 1821"/>
          <p:cNvSpPr/>
          <p:nvPr/>
        </p:nvSpPr>
        <p:spPr>
          <a:xfrm>
            <a:off x="5197210" y="42983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5" name="Shape 1822"/>
          <p:cNvSpPr/>
          <p:nvPr/>
        </p:nvSpPr>
        <p:spPr>
          <a:xfrm>
            <a:off x="4958182" y="44383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6" name="Shape 1823"/>
          <p:cNvSpPr/>
          <p:nvPr/>
        </p:nvSpPr>
        <p:spPr>
          <a:xfrm>
            <a:off x="4983183" y="35923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7" name="Shape 1824"/>
          <p:cNvSpPr/>
          <p:nvPr/>
        </p:nvSpPr>
        <p:spPr>
          <a:xfrm>
            <a:off x="5104470" y="42140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8" name="Shape 1825"/>
          <p:cNvSpPr/>
          <p:nvPr/>
        </p:nvSpPr>
        <p:spPr>
          <a:xfrm>
            <a:off x="5102688" y="37309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9" name="Shape 1826"/>
          <p:cNvSpPr/>
          <p:nvPr/>
        </p:nvSpPr>
        <p:spPr>
          <a:xfrm>
            <a:off x="5128203" y="39983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30" name="Shape 1827"/>
          <p:cNvSpPr/>
          <p:nvPr/>
        </p:nvSpPr>
        <p:spPr>
          <a:xfrm>
            <a:off x="4930208" y="38575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31" name="Shape 1828"/>
          <p:cNvSpPr/>
          <p:nvPr/>
        </p:nvSpPr>
        <p:spPr>
          <a:xfrm>
            <a:off x="4902377" y="39859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32" name="Shape 1829"/>
          <p:cNvSpPr/>
          <p:nvPr/>
        </p:nvSpPr>
        <p:spPr>
          <a:xfrm>
            <a:off x="5018353" y="38192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33" name="Shape 1830"/>
          <p:cNvSpPr/>
          <p:nvPr/>
        </p:nvSpPr>
        <p:spPr>
          <a:xfrm>
            <a:off x="5061404" y="39295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34" name="Shape 1831"/>
          <p:cNvSpPr/>
          <p:nvPr/>
        </p:nvSpPr>
        <p:spPr>
          <a:xfrm>
            <a:off x="5110419" y="37873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35" name="Shape 1832"/>
          <p:cNvSpPr/>
          <p:nvPr/>
        </p:nvSpPr>
        <p:spPr>
          <a:xfrm>
            <a:off x="5221767" y="38433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36" name="Shape 1833"/>
          <p:cNvSpPr/>
          <p:nvPr/>
        </p:nvSpPr>
        <p:spPr>
          <a:xfrm>
            <a:off x="5130800" y="2920918"/>
            <a:ext cx="127" cy="1456424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1837" name="Shape 1834"/>
          <p:cNvSpPr/>
          <p:nvPr/>
        </p:nvSpPr>
        <p:spPr>
          <a:xfrm>
            <a:off x="5029200" y="4377342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1838" name="Shape 1835"/>
          <p:cNvSpPr/>
          <p:nvPr/>
        </p:nvSpPr>
        <p:spPr>
          <a:xfrm>
            <a:off x="5029200" y="2920918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1839" name="Shape 1836"/>
          <p:cNvSpPr/>
          <p:nvPr/>
        </p:nvSpPr>
        <p:spPr>
          <a:xfrm>
            <a:off x="4978400" y="3614541"/>
            <a:ext cx="304800" cy="573074"/>
          </a:xfrm>
          <a:prstGeom prst="rect">
            <a:avLst/>
          </a:prstGeom>
          <a:solidFill>
            <a:srgbClr val="FFFFFF"/>
          </a:solidFill>
          <a:ln w="19050">
            <a:solidFill>
              <a:srgbClr val="5575B2"/>
            </a:solidFill>
            <a:prstDash val="solid"/>
          </a:ln>
        </p:spPr>
      </p:sp>
      <p:sp>
        <p:nvSpPr>
          <p:cNvPr id="1840" name="Shape 1837"/>
          <p:cNvSpPr/>
          <p:nvPr/>
        </p:nvSpPr>
        <p:spPr>
          <a:xfrm>
            <a:off x="4978400" y="3915902"/>
            <a:ext cx="304800" cy="127"/>
          </a:xfrm>
          <a:prstGeom prst="line">
            <a:avLst/>
          </a:prstGeom>
          <a:noFill/>
          <a:ln w="30480">
            <a:solidFill>
              <a:srgbClr val="5575B2"/>
            </a:solidFill>
            <a:prstDash val="solid"/>
          </a:ln>
        </p:spPr>
      </p:sp>
      <p:sp>
        <p:nvSpPr>
          <p:cNvPr id="1841" name="Shape 1838"/>
          <p:cNvSpPr/>
          <p:nvPr/>
        </p:nvSpPr>
        <p:spPr>
          <a:xfrm>
            <a:off x="7490222" y="40802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2" name="Shape 1839"/>
          <p:cNvSpPr/>
          <p:nvPr/>
        </p:nvSpPr>
        <p:spPr>
          <a:xfrm>
            <a:off x="7447274" y="41723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3" name="Shape 1840"/>
          <p:cNvSpPr/>
          <p:nvPr/>
        </p:nvSpPr>
        <p:spPr>
          <a:xfrm>
            <a:off x="7199288" y="42432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4" name="Shape 1841"/>
          <p:cNvSpPr/>
          <p:nvPr/>
        </p:nvSpPr>
        <p:spPr>
          <a:xfrm>
            <a:off x="7417204" y="41173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5" name="Shape 1842"/>
          <p:cNvSpPr/>
          <p:nvPr/>
        </p:nvSpPr>
        <p:spPr>
          <a:xfrm>
            <a:off x="7082070" y="42689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6" name="Shape 1843"/>
          <p:cNvSpPr/>
          <p:nvPr/>
        </p:nvSpPr>
        <p:spPr>
          <a:xfrm>
            <a:off x="7280886" y="41558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7" name="Shape 1844"/>
          <p:cNvSpPr/>
          <p:nvPr/>
        </p:nvSpPr>
        <p:spPr>
          <a:xfrm>
            <a:off x="7250778" y="41555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8" name="Shape 1845"/>
          <p:cNvSpPr/>
          <p:nvPr/>
        </p:nvSpPr>
        <p:spPr>
          <a:xfrm>
            <a:off x="7305755" y="42106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9" name="Shape 1846"/>
          <p:cNvSpPr/>
          <p:nvPr/>
        </p:nvSpPr>
        <p:spPr>
          <a:xfrm>
            <a:off x="7284918" y="41431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0" name="Shape 1847"/>
          <p:cNvSpPr/>
          <p:nvPr/>
        </p:nvSpPr>
        <p:spPr>
          <a:xfrm>
            <a:off x="7494796" y="42638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1" name="Shape 1848"/>
          <p:cNvSpPr/>
          <p:nvPr/>
        </p:nvSpPr>
        <p:spPr>
          <a:xfrm>
            <a:off x="7295900" y="42491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2" name="Shape 1849"/>
          <p:cNvSpPr/>
          <p:nvPr/>
        </p:nvSpPr>
        <p:spPr>
          <a:xfrm>
            <a:off x="7440447" y="41720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3" name="Shape 1850"/>
          <p:cNvSpPr/>
          <p:nvPr/>
        </p:nvSpPr>
        <p:spPr>
          <a:xfrm>
            <a:off x="7281843" y="43035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4" name="Shape 1851"/>
          <p:cNvSpPr/>
          <p:nvPr/>
        </p:nvSpPr>
        <p:spPr>
          <a:xfrm>
            <a:off x="7483566" y="43051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5" name="Shape 1852"/>
          <p:cNvSpPr/>
          <p:nvPr/>
        </p:nvSpPr>
        <p:spPr>
          <a:xfrm>
            <a:off x="7122158" y="42962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6" name="Shape 1853"/>
          <p:cNvSpPr/>
          <p:nvPr/>
        </p:nvSpPr>
        <p:spPr>
          <a:xfrm>
            <a:off x="7113811" y="42077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7" name="Shape 1854"/>
          <p:cNvSpPr/>
          <p:nvPr/>
        </p:nvSpPr>
        <p:spPr>
          <a:xfrm>
            <a:off x="7139518" y="42726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8" name="Shape 1855"/>
          <p:cNvSpPr/>
          <p:nvPr/>
        </p:nvSpPr>
        <p:spPr>
          <a:xfrm>
            <a:off x="7229318" y="41902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9" name="Shape 1856"/>
          <p:cNvSpPr/>
          <p:nvPr/>
        </p:nvSpPr>
        <p:spPr>
          <a:xfrm>
            <a:off x="7130891" y="41320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0" name="Shape 1857"/>
          <p:cNvSpPr/>
          <p:nvPr/>
        </p:nvSpPr>
        <p:spPr>
          <a:xfrm>
            <a:off x="7440693" y="42940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1" name="Shape 1858"/>
          <p:cNvSpPr/>
          <p:nvPr/>
        </p:nvSpPr>
        <p:spPr>
          <a:xfrm>
            <a:off x="7453675" y="42697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2" name="Shape 1859"/>
          <p:cNvSpPr/>
          <p:nvPr/>
        </p:nvSpPr>
        <p:spPr>
          <a:xfrm>
            <a:off x="7139582" y="42265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3" name="Shape 1860"/>
          <p:cNvSpPr/>
          <p:nvPr/>
        </p:nvSpPr>
        <p:spPr>
          <a:xfrm>
            <a:off x="7244445" y="43086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4" name="Shape 1861"/>
          <p:cNvSpPr/>
          <p:nvPr/>
        </p:nvSpPr>
        <p:spPr>
          <a:xfrm>
            <a:off x="7114210" y="41912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5" name="Shape 1862"/>
          <p:cNvSpPr/>
          <p:nvPr/>
        </p:nvSpPr>
        <p:spPr>
          <a:xfrm>
            <a:off x="7099005" y="41045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6" name="Shape 1863"/>
          <p:cNvSpPr/>
          <p:nvPr/>
        </p:nvSpPr>
        <p:spPr>
          <a:xfrm>
            <a:off x="7267247" y="44506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7" name="Shape 1864"/>
          <p:cNvSpPr/>
          <p:nvPr/>
        </p:nvSpPr>
        <p:spPr>
          <a:xfrm>
            <a:off x="7146583" y="40755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8" name="Shape 1865"/>
          <p:cNvSpPr/>
          <p:nvPr/>
        </p:nvSpPr>
        <p:spPr>
          <a:xfrm>
            <a:off x="7463782" y="42135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9" name="Shape 1866"/>
          <p:cNvSpPr/>
          <p:nvPr/>
        </p:nvSpPr>
        <p:spPr>
          <a:xfrm>
            <a:off x="7218856" y="42249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0" name="Shape 1867"/>
          <p:cNvSpPr/>
          <p:nvPr/>
        </p:nvSpPr>
        <p:spPr>
          <a:xfrm>
            <a:off x="7184134" y="42014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1" name="Shape 1868"/>
          <p:cNvSpPr/>
          <p:nvPr/>
        </p:nvSpPr>
        <p:spPr>
          <a:xfrm>
            <a:off x="7072074" y="41365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2" name="Shape 1869"/>
          <p:cNvSpPr/>
          <p:nvPr/>
        </p:nvSpPr>
        <p:spPr>
          <a:xfrm>
            <a:off x="7490983" y="42172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3" name="Shape 1870"/>
          <p:cNvSpPr/>
          <p:nvPr/>
        </p:nvSpPr>
        <p:spPr>
          <a:xfrm>
            <a:off x="7251459" y="41368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4" name="Shape 1871"/>
          <p:cNvSpPr/>
          <p:nvPr/>
        </p:nvSpPr>
        <p:spPr>
          <a:xfrm>
            <a:off x="7218117" y="42875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5" name="Shape 1872"/>
          <p:cNvSpPr/>
          <p:nvPr/>
        </p:nvSpPr>
        <p:spPr>
          <a:xfrm>
            <a:off x="7467185" y="41441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6" name="Shape 1873"/>
          <p:cNvSpPr/>
          <p:nvPr/>
        </p:nvSpPr>
        <p:spPr>
          <a:xfrm>
            <a:off x="7418124" y="40758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7" name="Shape 1874"/>
          <p:cNvSpPr/>
          <p:nvPr/>
        </p:nvSpPr>
        <p:spPr>
          <a:xfrm>
            <a:off x="7111060" y="42990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8" name="Shape 1875"/>
          <p:cNvSpPr/>
          <p:nvPr/>
        </p:nvSpPr>
        <p:spPr>
          <a:xfrm>
            <a:off x="7187841" y="42644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9" name="Shape 1876"/>
          <p:cNvSpPr/>
          <p:nvPr/>
        </p:nvSpPr>
        <p:spPr>
          <a:xfrm>
            <a:off x="7232107" y="41827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0" name="Shape 1877"/>
          <p:cNvSpPr/>
          <p:nvPr/>
        </p:nvSpPr>
        <p:spPr>
          <a:xfrm>
            <a:off x="7195159" y="41866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1" name="Shape 1878"/>
          <p:cNvSpPr/>
          <p:nvPr/>
        </p:nvSpPr>
        <p:spPr>
          <a:xfrm>
            <a:off x="7351859" y="40873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2" name="Shape 1879"/>
          <p:cNvSpPr/>
          <p:nvPr/>
        </p:nvSpPr>
        <p:spPr>
          <a:xfrm>
            <a:off x="7231108" y="41703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3" name="Shape 1880"/>
          <p:cNvSpPr/>
          <p:nvPr/>
        </p:nvSpPr>
        <p:spPr>
          <a:xfrm>
            <a:off x="7128741" y="41277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4" name="Shape 1881"/>
          <p:cNvSpPr/>
          <p:nvPr/>
        </p:nvSpPr>
        <p:spPr>
          <a:xfrm>
            <a:off x="7152273" y="42007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5" name="Shape 1882"/>
          <p:cNvSpPr/>
          <p:nvPr/>
        </p:nvSpPr>
        <p:spPr>
          <a:xfrm>
            <a:off x="7071238" y="43287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6" name="Shape 1883"/>
          <p:cNvSpPr/>
          <p:nvPr/>
        </p:nvSpPr>
        <p:spPr>
          <a:xfrm>
            <a:off x="7277259" y="42630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7" name="Shape 1884"/>
          <p:cNvSpPr/>
          <p:nvPr/>
        </p:nvSpPr>
        <p:spPr>
          <a:xfrm>
            <a:off x="7213079" y="42335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8" name="Shape 1885"/>
          <p:cNvSpPr/>
          <p:nvPr/>
        </p:nvSpPr>
        <p:spPr>
          <a:xfrm>
            <a:off x="7067829" y="43099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9" name="Shape 1886"/>
          <p:cNvSpPr/>
          <p:nvPr/>
        </p:nvSpPr>
        <p:spPr>
          <a:xfrm>
            <a:off x="7276445" y="42745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0" name="Shape 1887"/>
          <p:cNvSpPr/>
          <p:nvPr/>
        </p:nvSpPr>
        <p:spPr>
          <a:xfrm>
            <a:off x="7287633" y="41360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1" name="Shape 1888"/>
          <p:cNvSpPr/>
          <p:nvPr/>
        </p:nvSpPr>
        <p:spPr>
          <a:xfrm>
            <a:off x="7195733" y="41408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2" name="Shape 1889"/>
          <p:cNvSpPr/>
          <p:nvPr/>
        </p:nvSpPr>
        <p:spPr>
          <a:xfrm>
            <a:off x="7181563" y="41571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3" name="Shape 1890"/>
          <p:cNvSpPr/>
          <p:nvPr/>
        </p:nvSpPr>
        <p:spPr>
          <a:xfrm>
            <a:off x="7337956" y="39148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4" name="Shape 1891"/>
          <p:cNvSpPr/>
          <p:nvPr/>
        </p:nvSpPr>
        <p:spPr>
          <a:xfrm>
            <a:off x="7097526" y="42566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5" name="Shape 1892"/>
          <p:cNvSpPr/>
          <p:nvPr/>
        </p:nvSpPr>
        <p:spPr>
          <a:xfrm>
            <a:off x="7211831" y="43829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6" name="Shape 1893"/>
          <p:cNvSpPr/>
          <p:nvPr/>
        </p:nvSpPr>
        <p:spPr>
          <a:xfrm>
            <a:off x="7424277" y="42327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7" name="Shape 1894"/>
          <p:cNvSpPr/>
          <p:nvPr/>
        </p:nvSpPr>
        <p:spPr>
          <a:xfrm>
            <a:off x="7309818" y="41640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8" name="Shape 1895"/>
          <p:cNvSpPr/>
          <p:nvPr/>
        </p:nvSpPr>
        <p:spPr>
          <a:xfrm>
            <a:off x="7372014" y="41777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9" name="Shape 1896"/>
          <p:cNvSpPr/>
          <p:nvPr/>
        </p:nvSpPr>
        <p:spPr>
          <a:xfrm>
            <a:off x="7250085" y="42967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0" name="Shape 1897"/>
          <p:cNvSpPr/>
          <p:nvPr/>
        </p:nvSpPr>
        <p:spPr>
          <a:xfrm>
            <a:off x="7449943" y="42411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1" name="Shape 1898"/>
          <p:cNvSpPr/>
          <p:nvPr/>
        </p:nvSpPr>
        <p:spPr>
          <a:xfrm>
            <a:off x="7130863" y="40759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2" name="Shape 1899"/>
          <p:cNvSpPr/>
          <p:nvPr/>
        </p:nvSpPr>
        <p:spPr>
          <a:xfrm>
            <a:off x="7277661" y="43730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3" name="Shape 1900"/>
          <p:cNvSpPr/>
          <p:nvPr/>
        </p:nvSpPr>
        <p:spPr>
          <a:xfrm>
            <a:off x="7344638" y="42013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4" name="Shape 1901"/>
          <p:cNvSpPr/>
          <p:nvPr/>
        </p:nvSpPr>
        <p:spPr>
          <a:xfrm>
            <a:off x="7097172" y="42337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5" name="Shape 1902"/>
          <p:cNvSpPr/>
          <p:nvPr/>
        </p:nvSpPr>
        <p:spPr>
          <a:xfrm>
            <a:off x="7274447" y="42093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6" name="Shape 1903"/>
          <p:cNvSpPr/>
          <p:nvPr/>
        </p:nvSpPr>
        <p:spPr>
          <a:xfrm>
            <a:off x="7202650" y="41099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7" name="Shape 1904"/>
          <p:cNvSpPr/>
          <p:nvPr/>
        </p:nvSpPr>
        <p:spPr>
          <a:xfrm>
            <a:off x="7074221" y="41277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8" name="Shape 1905"/>
          <p:cNvSpPr/>
          <p:nvPr/>
        </p:nvSpPr>
        <p:spPr>
          <a:xfrm>
            <a:off x="7342650" y="42780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9" name="Shape 1906"/>
          <p:cNvSpPr/>
          <p:nvPr/>
        </p:nvSpPr>
        <p:spPr>
          <a:xfrm>
            <a:off x="7352071" y="42914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0" name="Shape 1907"/>
          <p:cNvSpPr/>
          <p:nvPr/>
        </p:nvSpPr>
        <p:spPr>
          <a:xfrm>
            <a:off x="7180561" y="40794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1" name="Shape 1908"/>
          <p:cNvSpPr/>
          <p:nvPr/>
        </p:nvSpPr>
        <p:spPr>
          <a:xfrm>
            <a:off x="7278843" y="43218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2" name="Shape 1909"/>
          <p:cNvSpPr/>
          <p:nvPr/>
        </p:nvSpPr>
        <p:spPr>
          <a:xfrm>
            <a:off x="7442057" y="41217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3" name="Shape 1910"/>
          <p:cNvSpPr/>
          <p:nvPr/>
        </p:nvSpPr>
        <p:spPr>
          <a:xfrm>
            <a:off x="7308588" y="40644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4" name="Shape 1911"/>
          <p:cNvSpPr/>
          <p:nvPr/>
        </p:nvSpPr>
        <p:spPr>
          <a:xfrm>
            <a:off x="7259386" y="42830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5" name="Shape 1912"/>
          <p:cNvSpPr/>
          <p:nvPr/>
        </p:nvSpPr>
        <p:spPr>
          <a:xfrm>
            <a:off x="7122225" y="42543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6" name="Shape 1913"/>
          <p:cNvSpPr/>
          <p:nvPr/>
        </p:nvSpPr>
        <p:spPr>
          <a:xfrm>
            <a:off x="7289034" y="42013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7" name="Shape 1914"/>
          <p:cNvSpPr/>
          <p:nvPr/>
        </p:nvSpPr>
        <p:spPr>
          <a:xfrm>
            <a:off x="7387088" y="42396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8" name="Shape 1915"/>
          <p:cNvSpPr/>
          <p:nvPr/>
        </p:nvSpPr>
        <p:spPr>
          <a:xfrm>
            <a:off x="7234336" y="38857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9" name="Shape 1916"/>
          <p:cNvSpPr/>
          <p:nvPr/>
        </p:nvSpPr>
        <p:spPr>
          <a:xfrm>
            <a:off x="7463166" y="37374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0" name="Shape 1917"/>
          <p:cNvSpPr/>
          <p:nvPr/>
        </p:nvSpPr>
        <p:spPr>
          <a:xfrm>
            <a:off x="7302807" y="41216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1" name="Shape 1918"/>
          <p:cNvSpPr/>
          <p:nvPr/>
        </p:nvSpPr>
        <p:spPr>
          <a:xfrm>
            <a:off x="7094971" y="39529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2" name="Shape 1919"/>
          <p:cNvSpPr/>
          <p:nvPr/>
        </p:nvSpPr>
        <p:spPr>
          <a:xfrm>
            <a:off x="7229398" y="39417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3" name="Shape 1920"/>
          <p:cNvSpPr/>
          <p:nvPr/>
        </p:nvSpPr>
        <p:spPr>
          <a:xfrm>
            <a:off x="7376352" y="42167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4" name="Shape 1921"/>
          <p:cNvSpPr/>
          <p:nvPr/>
        </p:nvSpPr>
        <p:spPr>
          <a:xfrm>
            <a:off x="7457279" y="43216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5" name="Shape 1922"/>
          <p:cNvSpPr/>
          <p:nvPr/>
        </p:nvSpPr>
        <p:spPr>
          <a:xfrm>
            <a:off x="7206383" y="44224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6" name="Shape 1923"/>
          <p:cNvSpPr/>
          <p:nvPr/>
        </p:nvSpPr>
        <p:spPr>
          <a:xfrm>
            <a:off x="7452436" y="41228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7" name="Shape 1924"/>
          <p:cNvSpPr/>
          <p:nvPr/>
        </p:nvSpPr>
        <p:spPr>
          <a:xfrm>
            <a:off x="7209367" y="41495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8" name="Shape 1925"/>
          <p:cNvSpPr/>
          <p:nvPr/>
        </p:nvSpPr>
        <p:spPr>
          <a:xfrm>
            <a:off x="7325815" y="42999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9" name="Shape 1926"/>
          <p:cNvSpPr/>
          <p:nvPr/>
        </p:nvSpPr>
        <p:spPr>
          <a:xfrm>
            <a:off x="7478289" y="42418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0" name="Shape 1927"/>
          <p:cNvSpPr/>
          <p:nvPr/>
        </p:nvSpPr>
        <p:spPr>
          <a:xfrm>
            <a:off x="7086647" y="43622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1" name="Shape 1928"/>
          <p:cNvSpPr/>
          <p:nvPr/>
        </p:nvSpPr>
        <p:spPr>
          <a:xfrm>
            <a:off x="7086841" y="43920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2" name="Shape 1929"/>
          <p:cNvSpPr/>
          <p:nvPr/>
        </p:nvSpPr>
        <p:spPr>
          <a:xfrm>
            <a:off x="7474338" y="42352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3" name="Shape 1930"/>
          <p:cNvSpPr/>
          <p:nvPr/>
        </p:nvSpPr>
        <p:spPr>
          <a:xfrm>
            <a:off x="7175951" y="41662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4" name="Shape 1931"/>
          <p:cNvSpPr/>
          <p:nvPr/>
        </p:nvSpPr>
        <p:spPr>
          <a:xfrm>
            <a:off x="7312601" y="42684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5" name="Shape 1932"/>
          <p:cNvSpPr/>
          <p:nvPr/>
        </p:nvSpPr>
        <p:spPr>
          <a:xfrm>
            <a:off x="7066883" y="41982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6" name="Shape 1933"/>
          <p:cNvSpPr/>
          <p:nvPr/>
        </p:nvSpPr>
        <p:spPr>
          <a:xfrm>
            <a:off x="7301337" y="44600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7" name="Shape 1934"/>
          <p:cNvSpPr/>
          <p:nvPr/>
        </p:nvSpPr>
        <p:spPr>
          <a:xfrm>
            <a:off x="7261230" y="44134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8" name="Shape 1935"/>
          <p:cNvSpPr/>
          <p:nvPr/>
        </p:nvSpPr>
        <p:spPr>
          <a:xfrm>
            <a:off x="7421556" y="40931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9" name="Shape 1936"/>
          <p:cNvSpPr/>
          <p:nvPr/>
        </p:nvSpPr>
        <p:spPr>
          <a:xfrm>
            <a:off x="7401858" y="42411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0" name="Shape 1937"/>
          <p:cNvSpPr/>
          <p:nvPr/>
        </p:nvSpPr>
        <p:spPr>
          <a:xfrm>
            <a:off x="7091819" y="42439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1" name="Shape 1938"/>
          <p:cNvSpPr/>
          <p:nvPr/>
        </p:nvSpPr>
        <p:spPr>
          <a:xfrm>
            <a:off x="7189743" y="38006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2" name="Shape 1939"/>
          <p:cNvSpPr/>
          <p:nvPr/>
        </p:nvSpPr>
        <p:spPr>
          <a:xfrm>
            <a:off x="7254770" y="37183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3" name="Shape 1940"/>
          <p:cNvSpPr/>
          <p:nvPr/>
        </p:nvSpPr>
        <p:spPr>
          <a:xfrm>
            <a:off x="7447660" y="42837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4" name="Shape 1941"/>
          <p:cNvSpPr/>
          <p:nvPr/>
        </p:nvSpPr>
        <p:spPr>
          <a:xfrm>
            <a:off x="7447649" y="42823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5" name="Shape 1942"/>
          <p:cNvSpPr/>
          <p:nvPr/>
        </p:nvSpPr>
        <p:spPr>
          <a:xfrm>
            <a:off x="7100256" y="39837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6" name="Shape 1943"/>
          <p:cNvSpPr/>
          <p:nvPr/>
        </p:nvSpPr>
        <p:spPr>
          <a:xfrm>
            <a:off x="7259400" y="44235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7" name="Shape 1944"/>
          <p:cNvSpPr/>
          <p:nvPr/>
        </p:nvSpPr>
        <p:spPr>
          <a:xfrm>
            <a:off x="7329102" y="37536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8" name="Shape 1945"/>
          <p:cNvSpPr/>
          <p:nvPr/>
        </p:nvSpPr>
        <p:spPr>
          <a:xfrm>
            <a:off x="7375558" y="41156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9" name="Shape 1946"/>
          <p:cNvSpPr/>
          <p:nvPr/>
        </p:nvSpPr>
        <p:spPr>
          <a:xfrm>
            <a:off x="7281797" y="36809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0" name="Shape 1947"/>
          <p:cNvSpPr/>
          <p:nvPr/>
        </p:nvSpPr>
        <p:spPr>
          <a:xfrm>
            <a:off x="7209654" y="37724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1" name="Shape 1948"/>
          <p:cNvSpPr/>
          <p:nvPr/>
        </p:nvSpPr>
        <p:spPr>
          <a:xfrm>
            <a:off x="7477924" y="42801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2" name="Shape 1949"/>
          <p:cNvSpPr/>
          <p:nvPr/>
        </p:nvSpPr>
        <p:spPr>
          <a:xfrm>
            <a:off x="7370828" y="44211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3" name="Shape 1950"/>
          <p:cNvSpPr/>
          <p:nvPr/>
        </p:nvSpPr>
        <p:spPr>
          <a:xfrm>
            <a:off x="7381058" y="37666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4" name="Shape 1951"/>
          <p:cNvSpPr/>
          <p:nvPr/>
        </p:nvSpPr>
        <p:spPr>
          <a:xfrm>
            <a:off x="7397481" y="43633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5" name="Shape 1952"/>
          <p:cNvSpPr/>
          <p:nvPr/>
        </p:nvSpPr>
        <p:spPr>
          <a:xfrm>
            <a:off x="7085262" y="37755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6" name="Shape 1953"/>
          <p:cNvSpPr/>
          <p:nvPr/>
        </p:nvSpPr>
        <p:spPr>
          <a:xfrm>
            <a:off x="7396394" y="44699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7" name="Shape 1954"/>
          <p:cNvSpPr/>
          <p:nvPr/>
        </p:nvSpPr>
        <p:spPr>
          <a:xfrm>
            <a:off x="7351476" y="43376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8" name="Shape 1955"/>
          <p:cNvSpPr/>
          <p:nvPr/>
        </p:nvSpPr>
        <p:spPr>
          <a:xfrm>
            <a:off x="7303775" y="42967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9" name="Shape 1956"/>
          <p:cNvSpPr/>
          <p:nvPr/>
        </p:nvSpPr>
        <p:spPr>
          <a:xfrm>
            <a:off x="7488830" y="43258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0" name="Shape 1957"/>
          <p:cNvSpPr/>
          <p:nvPr/>
        </p:nvSpPr>
        <p:spPr>
          <a:xfrm>
            <a:off x="7089407" y="43400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1" name="Shape 1958"/>
          <p:cNvSpPr/>
          <p:nvPr/>
        </p:nvSpPr>
        <p:spPr>
          <a:xfrm>
            <a:off x="7489191" y="36769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2" name="Shape 1959"/>
          <p:cNvSpPr/>
          <p:nvPr/>
        </p:nvSpPr>
        <p:spPr>
          <a:xfrm>
            <a:off x="7232296" y="37139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3" name="Shape 1960"/>
          <p:cNvSpPr/>
          <p:nvPr/>
        </p:nvSpPr>
        <p:spPr>
          <a:xfrm>
            <a:off x="7229800" y="38198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4" name="Shape 1961"/>
          <p:cNvSpPr/>
          <p:nvPr/>
        </p:nvSpPr>
        <p:spPr>
          <a:xfrm>
            <a:off x="7345496" y="39384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5" name="Shape 1962"/>
          <p:cNvSpPr/>
          <p:nvPr/>
        </p:nvSpPr>
        <p:spPr>
          <a:xfrm>
            <a:off x="7279559" y="37322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6" name="Shape 1963"/>
          <p:cNvSpPr/>
          <p:nvPr/>
        </p:nvSpPr>
        <p:spPr>
          <a:xfrm>
            <a:off x="7407296" y="37524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7" name="Shape 1964"/>
          <p:cNvSpPr/>
          <p:nvPr/>
        </p:nvSpPr>
        <p:spPr>
          <a:xfrm>
            <a:off x="7438444" y="45193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8" name="Shape 1965"/>
          <p:cNvSpPr/>
          <p:nvPr/>
        </p:nvSpPr>
        <p:spPr>
          <a:xfrm>
            <a:off x="7204164" y="47436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9" name="Shape 1966"/>
          <p:cNvSpPr/>
          <p:nvPr/>
        </p:nvSpPr>
        <p:spPr>
          <a:xfrm>
            <a:off x="7149524" y="42717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0" name="Shape 1967"/>
          <p:cNvSpPr/>
          <p:nvPr/>
        </p:nvSpPr>
        <p:spPr>
          <a:xfrm>
            <a:off x="7253728" y="41455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1" name="Shape 1968"/>
          <p:cNvSpPr/>
          <p:nvPr/>
        </p:nvSpPr>
        <p:spPr>
          <a:xfrm>
            <a:off x="7275603" y="43240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2" name="Shape 1969"/>
          <p:cNvSpPr/>
          <p:nvPr/>
        </p:nvSpPr>
        <p:spPr>
          <a:xfrm>
            <a:off x="7357748" y="33723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3" name="Shape 1970"/>
          <p:cNvSpPr/>
          <p:nvPr/>
        </p:nvSpPr>
        <p:spPr>
          <a:xfrm>
            <a:off x="7079498" y="37992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4" name="Shape 1971"/>
          <p:cNvSpPr/>
          <p:nvPr/>
        </p:nvSpPr>
        <p:spPr>
          <a:xfrm>
            <a:off x="7381440" y="28523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5" name="Shape 1972"/>
          <p:cNvSpPr/>
          <p:nvPr/>
        </p:nvSpPr>
        <p:spPr>
          <a:xfrm>
            <a:off x="7377760" y="36317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6" name="Shape 1973"/>
          <p:cNvSpPr/>
          <p:nvPr/>
        </p:nvSpPr>
        <p:spPr>
          <a:xfrm>
            <a:off x="7325497" y="33991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7" name="Shape 1974"/>
          <p:cNvSpPr/>
          <p:nvPr/>
        </p:nvSpPr>
        <p:spPr>
          <a:xfrm>
            <a:off x="7469879" y="35816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8" name="Shape 1975"/>
          <p:cNvSpPr/>
          <p:nvPr/>
        </p:nvSpPr>
        <p:spPr>
          <a:xfrm>
            <a:off x="7130772" y="35945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9" name="Shape 1976"/>
          <p:cNvSpPr/>
          <p:nvPr/>
        </p:nvSpPr>
        <p:spPr>
          <a:xfrm>
            <a:off x="7278436" y="37158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0" name="Shape 1977"/>
          <p:cNvSpPr/>
          <p:nvPr/>
        </p:nvSpPr>
        <p:spPr>
          <a:xfrm>
            <a:off x="7096305" y="35216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1" name="Shape 1978"/>
          <p:cNvSpPr/>
          <p:nvPr/>
        </p:nvSpPr>
        <p:spPr>
          <a:xfrm>
            <a:off x="7383022" y="36084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2" name="Shape 1979"/>
          <p:cNvSpPr/>
          <p:nvPr/>
        </p:nvSpPr>
        <p:spPr>
          <a:xfrm>
            <a:off x="7441242" y="38203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3" name="Shape 1980"/>
          <p:cNvSpPr/>
          <p:nvPr/>
        </p:nvSpPr>
        <p:spPr>
          <a:xfrm>
            <a:off x="7212569" y="37526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4" name="Shape 1981"/>
          <p:cNvSpPr/>
          <p:nvPr/>
        </p:nvSpPr>
        <p:spPr>
          <a:xfrm>
            <a:off x="7183779" y="36191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5" name="Shape 1982"/>
          <p:cNvSpPr/>
          <p:nvPr/>
        </p:nvSpPr>
        <p:spPr>
          <a:xfrm>
            <a:off x="7199049" y="35466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6" name="Shape 1983"/>
          <p:cNvSpPr/>
          <p:nvPr/>
        </p:nvSpPr>
        <p:spPr>
          <a:xfrm>
            <a:off x="7219235" y="31980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7" name="Shape 1984"/>
          <p:cNvSpPr/>
          <p:nvPr/>
        </p:nvSpPr>
        <p:spPr>
          <a:xfrm>
            <a:off x="7252898" y="37926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8" name="Shape 1985"/>
          <p:cNvSpPr/>
          <p:nvPr/>
        </p:nvSpPr>
        <p:spPr>
          <a:xfrm>
            <a:off x="7133642" y="38538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9" name="Shape 1986"/>
          <p:cNvSpPr/>
          <p:nvPr/>
        </p:nvSpPr>
        <p:spPr>
          <a:xfrm>
            <a:off x="7230363" y="37138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0" name="Shape 1987"/>
          <p:cNvSpPr/>
          <p:nvPr/>
        </p:nvSpPr>
        <p:spPr>
          <a:xfrm>
            <a:off x="7203979" y="35133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1" name="Shape 1988"/>
          <p:cNvSpPr/>
          <p:nvPr/>
        </p:nvSpPr>
        <p:spPr>
          <a:xfrm>
            <a:off x="7364679" y="35084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2" name="Shape 1989"/>
          <p:cNvSpPr/>
          <p:nvPr/>
        </p:nvSpPr>
        <p:spPr>
          <a:xfrm>
            <a:off x="7147002" y="24968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3" name="Shape 1990"/>
          <p:cNvSpPr/>
          <p:nvPr/>
        </p:nvSpPr>
        <p:spPr>
          <a:xfrm>
            <a:off x="7258969" y="36508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4" name="Shape 1991"/>
          <p:cNvSpPr/>
          <p:nvPr/>
        </p:nvSpPr>
        <p:spPr>
          <a:xfrm>
            <a:off x="7414003" y="37389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5" name="Shape 1992"/>
          <p:cNvSpPr/>
          <p:nvPr/>
        </p:nvSpPr>
        <p:spPr>
          <a:xfrm>
            <a:off x="7344513" y="35513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6" name="Shape 1993"/>
          <p:cNvSpPr/>
          <p:nvPr/>
        </p:nvSpPr>
        <p:spPr>
          <a:xfrm>
            <a:off x="7437414" y="29060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7" name="Shape 1994"/>
          <p:cNvSpPr/>
          <p:nvPr/>
        </p:nvSpPr>
        <p:spPr>
          <a:xfrm>
            <a:off x="7129366" y="33163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8" name="Shape 1995"/>
          <p:cNvSpPr/>
          <p:nvPr/>
        </p:nvSpPr>
        <p:spPr>
          <a:xfrm>
            <a:off x="7259217" y="35572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9" name="Shape 1996"/>
          <p:cNvSpPr/>
          <p:nvPr/>
        </p:nvSpPr>
        <p:spPr>
          <a:xfrm>
            <a:off x="7189364" y="36980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0" name="Shape 1997"/>
          <p:cNvSpPr/>
          <p:nvPr/>
        </p:nvSpPr>
        <p:spPr>
          <a:xfrm>
            <a:off x="7321527" y="35998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1" name="Shape 1998"/>
          <p:cNvSpPr/>
          <p:nvPr/>
        </p:nvSpPr>
        <p:spPr>
          <a:xfrm>
            <a:off x="7489168" y="37402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2" name="Shape 1999"/>
          <p:cNvSpPr/>
          <p:nvPr/>
        </p:nvSpPr>
        <p:spPr>
          <a:xfrm>
            <a:off x="7473737" y="36783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3" name="Shape 2000"/>
          <p:cNvSpPr/>
          <p:nvPr/>
        </p:nvSpPr>
        <p:spPr>
          <a:xfrm>
            <a:off x="7208439" y="29696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4" name="Shape 2001"/>
          <p:cNvSpPr/>
          <p:nvPr/>
        </p:nvSpPr>
        <p:spPr>
          <a:xfrm>
            <a:off x="7142873" y="37645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5" name="Shape 2002"/>
          <p:cNvSpPr/>
          <p:nvPr/>
        </p:nvSpPr>
        <p:spPr>
          <a:xfrm>
            <a:off x="7178432" y="37784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6" name="Shape 2003"/>
          <p:cNvSpPr/>
          <p:nvPr/>
        </p:nvSpPr>
        <p:spPr>
          <a:xfrm>
            <a:off x="7176823" y="34518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7" name="Shape 2004"/>
          <p:cNvSpPr/>
          <p:nvPr/>
        </p:nvSpPr>
        <p:spPr>
          <a:xfrm>
            <a:off x="7187875" y="37462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8" name="Shape 2005"/>
          <p:cNvSpPr/>
          <p:nvPr/>
        </p:nvSpPr>
        <p:spPr>
          <a:xfrm>
            <a:off x="7238767" y="36524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9" name="Shape 2006"/>
          <p:cNvSpPr/>
          <p:nvPr/>
        </p:nvSpPr>
        <p:spPr>
          <a:xfrm>
            <a:off x="7161746" y="36384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0" name="Shape 2007"/>
          <p:cNvSpPr/>
          <p:nvPr/>
        </p:nvSpPr>
        <p:spPr>
          <a:xfrm>
            <a:off x="7297808" y="28905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1" name="Shape 2008"/>
          <p:cNvSpPr/>
          <p:nvPr/>
        </p:nvSpPr>
        <p:spPr>
          <a:xfrm>
            <a:off x="7256857" y="40449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2" name="Shape 2009"/>
          <p:cNvSpPr/>
          <p:nvPr/>
        </p:nvSpPr>
        <p:spPr>
          <a:xfrm>
            <a:off x="7460060" y="36277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3" name="Shape 2010"/>
          <p:cNvSpPr/>
          <p:nvPr/>
        </p:nvSpPr>
        <p:spPr>
          <a:xfrm>
            <a:off x="7448777" y="36166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4" name="Shape 2011"/>
          <p:cNvSpPr/>
          <p:nvPr/>
        </p:nvSpPr>
        <p:spPr>
          <a:xfrm>
            <a:off x="7341822" y="40042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5" name="Shape 2012"/>
          <p:cNvSpPr/>
          <p:nvPr/>
        </p:nvSpPr>
        <p:spPr>
          <a:xfrm>
            <a:off x="7278226" y="40044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6" name="Shape 2013"/>
          <p:cNvSpPr/>
          <p:nvPr/>
        </p:nvSpPr>
        <p:spPr>
          <a:xfrm>
            <a:off x="7408119" y="38444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7" name="Shape 2014"/>
          <p:cNvSpPr/>
          <p:nvPr/>
        </p:nvSpPr>
        <p:spPr>
          <a:xfrm>
            <a:off x="7379978" y="29353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8" name="Shape 2015"/>
          <p:cNvSpPr/>
          <p:nvPr/>
        </p:nvSpPr>
        <p:spPr>
          <a:xfrm>
            <a:off x="7207516" y="37100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9" name="Shape 2016"/>
          <p:cNvSpPr/>
          <p:nvPr/>
        </p:nvSpPr>
        <p:spPr>
          <a:xfrm>
            <a:off x="7495636" y="28587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0" name="Shape 2017"/>
          <p:cNvSpPr/>
          <p:nvPr/>
        </p:nvSpPr>
        <p:spPr>
          <a:xfrm>
            <a:off x="7270304" y="38333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1" name="Shape 2018"/>
          <p:cNvSpPr/>
          <p:nvPr/>
        </p:nvSpPr>
        <p:spPr>
          <a:xfrm>
            <a:off x="7134121" y="28915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2" name="Shape 2019"/>
          <p:cNvSpPr/>
          <p:nvPr/>
        </p:nvSpPr>
        <p:spPr>
          <a:xfrm>
            <a:off x="7278078" y="37943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3" name="Shape 2020"/>
          <p:cNvSpPr/>
          <p:nvPr/>
        </p:nvSpPr>
        <p:spPr>
          <a:xfrm>
            <a:off x="7380873" y="35228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4" name="Shape 2021"/>
          <p:cNvSpPr/>
          <p:nvPr/>
        </p:nvSpPr>
        <p:spPr>
          <a:xfrm>
            <a:off x="7486754" y="29210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5" name="Shape 2022"/>
          <p:cNvSpPr/>
          <p:nvPr/>
        </p:nvSpPr>
        <p:spPr>
          <a:xfrm>
            <a:off x="7173576" y="33094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6" name="Shape 2023"/>
          <p:cNvSpPr/>
          <p:nvPr/>
        </p:nvSpPr>
        <p:spPr>
          <a:xfrm>
            <a:off x="7101806" y="29315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7" name="Shape 2024"/>
          <p:cNvSpPr/>
          <p:nvPr/>
        </p:nvSpPr>
        <p:spPr>
          <a:xfrm>
            <a:off x="7258790" y="35591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8" name="Shape 2025"/>
          <p:cNvSpPr/>
          <p:nvPr/>
        </p:nvSpPr>
        <p:spPr>
          <a:xfrm>
            <a:off x="7413548" y="29492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9" name="Shape 2026"/>
          <p:cNvSpPr/>
          <p:nvPr/>
        </p:nvSpPr>
        <p:spPr>
          <a:xfrm>
            <a:off x="7160878" y="29359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0" name="Shape 2027"/>
          <p:cNvSpPr/>
          <p:nvPr/>
        </p:nvSpPr>
        <p:spPr>
          <a:xfrm>
            <a:off x="7243284" y="28846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1" name="Shape 2028"/>
          <p:cNvSpPr/>
          <p:nvPr/>
        </p:nvSpPr>
        <p:spPr>
          <a:xfrm>
            <a:off x="7071476" y="35977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2" name="Shape 2029"/>
          <p:cNvSpPr/>
          <p:nvPr/>
        </p:nvSpPr>
        <p:spPr>
          <a:xfrm>
            <a:off x="7357471" y="37957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3" name="Shape 2030"/>
          <p:cNvSpPr/>
          <p:nvPr/>
        </p:nvSpPr>
        <p:spPr>
          <a:xfrm>
            <a:off x="7348105" y="28914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4" name="Shape 2031"/>
          <p:cNvSpPr/>
          <p:nvPr/>
        </p:nvSpPr>
        <p:spPr>
          <a:xfrm>
            <a:off x="7398854" y="34949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5" name="Shape 2032"/>
          <p:cNvSpPr/>
          <p:nvPr/>
        </p:nvSpPr>
        <p:spPr>
          <a:xfrm>
            <a:off x="7206536" y="33335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6" name="Shape 2033"/>
          <p:cNvSpPr/>
          <p:nvPr/>
        </p:nvSpPr>
        <p:spPr>
          <a:xfrm>
            <a:off x="7305682" y="38732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7" name="Shape 2034"/>
          <p:cNvSpPr/>
          <p:nvPr/>
        </p:nvSpPr>
        <p:spPr>
          <a:xfrm>
            <a:off x="7301323" y="39457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8" name="Shape 2035"/>
          <p:cNvSpPr/>
          <p:nvPr/>
        </p:nvSpPr>
        <p:spPr>
          <a:xfrm>
            <a:off x="7494215" y="31582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9" name="Shape 2036"/>
          <p:cNvSpPr/>
          <p:nvPr/>
        </p:nvSpPr>
        <p:spPr>
          <a:xfrm>
            <a:off x="7487185" y="38725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0" name="Shape 2037"/>
          <p:cNvSpPr/>
          <p:nvPr/>
        </p:nvSpPr>
        <p:spPr>
          <a:xfrm>
            <a:off x="7241397" y="38274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1" name="Shape 2038"/>
          <p:cNvSpPr/>
          <p:nvPr/>
        </p:nvSpPr>
        <p:spPr>
          <a:xfrm>
            <a:off x="7442003" y="27652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2" name="Shape 2039"/>
          <p:cNvSpPr/>
          <p:nvPr/>
        </p:nvSpPr>
        <p:spPr>
          <a:xfrm>
            <a:off x="7372683" y="27010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3" name="Shape 2040"/>
          <p:cNvSpPr/>
          <p:nvPr/>
        </p:nvSpPr>
        <p:spPr>
          <a:xfrm>
            <a:off x="7278492" y="27590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4" name="Shape 2041"/>
          <p:cNvSpPr/>
          <p:nvPr/>
        </p:nvSpPr>
        <p:spPr>
          <a:xfrm>
            <a:off x="7188547" y="34615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5" name="Shape 2042"/>
          <p:cNvSpPr/>
          <p:nvPr/>
        </p:nvSpPr>
        <p:spPr>
          <a:xfrm>
            <a:off x="7335959" y="29297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6" name="Shape 2043"/>
          <p:cNvSpPr/>
          <p:nvPr/>
        </p:nvSpPr>
        <p:spPr>
          <a:xfrm>
            <a:off x="7331001" y="39326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7" name="Shape 2044"/>
          <p:cNvSpPr/>
          <p:nvPr/>
        </p:nvSpPr>
        <p:spPr>
          <a:xfrm>
            <a:off x="7289787" y="32258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8" name="Shape 2045"/>
          <p:cNvSpPr/>
          <p:nvPr/>
        </p:nvSpPr>
        <p:spPr>
          <a:xfrm>
            <a:off x="7224798" y="28465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9" name="Shape 2046"/>
          <p:cNvSpPr/>
          <p:nvPr/>
        </p:nvSpPr>
        <p:spPr>
          <a:xfrm>
            <a:off x="7482648" y="38730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0" name="Shape 2047"/>
          <p:cNvSpPr/>
          <p:nvPr/>
        </p:nvSpPr>
        <p:spPr>
          <a:xfrm>
            <a:off x="7491998" y="27781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1" name="Shape 2048"/>
          <p:cNvSpPr/>
          <p:nvPr/>
        </p:nvSpPr>
        <p:spPr>
          <a:xfrm>
            <a:off x="7128416" y="31428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2" name="Shape 2049"/>
          <p:cNvSpPr/>
          <p:nvPr/>
        </p:nvSpPr>
        <p:spPr>
          <a:xfrm>
            <a:off x="7410756" y="27659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3" name="Shape 2050"/>
          <p:cNvSpPr/>
          <p:nvPr/>
        </p:nvSpPr>
        <p:spPr>
          <a:xfrm>
            <a:off x="7317159" y="41601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4" name="Shape 2051"/>
          <p:cNvSpPr/>
          <p:nvPr/>
        </p:nvSpPr>
        <p:spPr>
          <a:xfrm>
            <a:off x="7120973" y="40221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5" name="Shape 2052"/>
          <p:cNvSpPr/>
          <p:nvPr/>
        </p:nvSpPr>
        <p:spPr>
          <a:xfrm>
            <a:off x="7070634" y="39963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6" name="Shape 2053"/>
          <p:cNvSpPr/>
          <p:nvPr/>
        </p:nvSpPr>
        <p:spPr>
          <a:xfrm>
            <a:off x="7472393" y="36888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7" name="Shape 2054"/>
          <p:cNvSpPr/>
          <p:nvPr/>
        </p:nvSpPr>
        <p:spPr>
          <a:xfrm>
            <a:off x="7179766" y="36521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8" name="Shape 2055"/>
          <p:cNvSpPr/>
          <p:nvPr/>
        </p:nvSpPr>
        <p:spPr>
          <a:xfrm>
            <a:off x="7454387" y="36578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9" name="Shape 2056"/>
          <p:cNvSpPr/>
          <p:nvPr/>
        </p:nvSpPr>
        <p:spPr>
          <a:xfrm>
            <a:off x="7170216" y="36791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0" name="Shape 2057"/>
          <p:cNvSpPr/>
          <p:nvPr/>
        </p:nvSpPr>
        <p:spPr>
          <a:xfrm>
            <a:off x="7382459" y="36353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1" name="Shape 2058"/>
          <p:cNvSpPr/>
          <p:nvPr/>
        </p:nvSpPr>
        <p:spPr>
          <a:xfrm>
            <a:off x="7430479" y="36893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2" name="Shape 2059"/>
          <p:cNvSpPr/>
          <p:nvPr/>
        </p:nvSpPr>
        <p:spPr>
          <a:xfrm>
            <a:off x="7472205" y="37387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3" name="Shape 2060"/>
          <p:cNvSpPr/>
          <p:nvPr/>
        </p:nvSpPr>
        <p:spPr>
          <a:xfrm>
            <a:off x="7115337" y="36893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4" name="Shape 2061"/>
          <p:cNvSpPr/>
          <p:nvPr/>
        </p:nvSpPr>
        <p:spPr>
          <a:xfrm>
            <a:off x="7328304" y="37108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5" name="Shape 2062"/>
          <p:cNvSpPr/>
          <p:nvPr/>
        </p:nvSpPr>
        <p:spPr>
          <a:xfrm>
            <a:off x="7205616" y="36716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6" name="Shape 2063"/>
          <p:cNvSpPr/>
          <p:nvPr/>
        </p:nvSpPr>
        <p:spPr>
          <a:xfrm>
            <a:off x="7227443" y="36394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7" name="Shape 2064"/>
          <p:cNvSpPr/>
          <p:nvPr/>
        </p:nvSpPr>
        <p:spPr>
          <a:xfrm>
            <a:off x="7197922" y="37513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8" name="Shape 2065"/>
          <p:cNvSpPr/>
          <p:nvPr/>
        </p:nvSpPr>
        <p:spPr>
          <a:xfrm>
            <a:off x="7344147" y="42086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9" name="Shape 2066"/>
          <p:cNvSpPr/>
          <p:nvPr/>
        </p:nvSpPr>
        <p:spPr>
          <a:xfrm>
            <a:off x="7420775" y="35043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0" name="Shape 2067"/>
          <p:cNvSpPr/>
          <p:nvPr/>
        </p:nvSpPr>
        <p:spPr>
          <a:xfrm>
            <a:off x="7208820" y="39662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1" name="Shape 2068"/>
          <p:cNvSpPr/>
          <p:nvPr/>
        </p:nvSpPr>
        <p:spPr>
          <a:xfrm>
            <a:off x="7457083" y="39242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2" name="Shape 2069"/>
          <p:cNvSpPr/>
          <p:nvPr/>
        </p:nvSpPr>
        <p:spPr>
          <a:xfrm>
            <a:off x="7076954" y="40661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3" name="Shape 2070"/>
          <p:cNvSpPr/>
          <p:nvPr/>
        </p:nvSpPr>
        <p:spPr>
          <a:xfrm>
            <a:off x="7478222" y="39320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4" name="Shape 2071"/>
          <p:cNvSpPr/>
          <p:nvPr/>
        </p:nvSpPr>
        <p:spPr>
          <a:xfrm>
            <a:off x="7127353" y="44116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5" name="Shape 2072"/>
          <p:cNvSpPr/>
          <p:nvPr/>
        </p:nvSpPr>
        <p:spPr>
          <a:xfrm>
            <a:off x="7328985" y="45051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6" name="Shape 2073"/>
          <p:cNvSpPr/>
          <p:nvPr/>
        </p:nvSpPr>
        <p:spPr>
          <a:xfrm>
            <a:off x="7071000" y="45966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7" name="Shape 2074"/>
          <p:cNvSpPr/>
          <p:nvPr/>
        </p:nvSpPr>
        <p:spPr>
          <a:xfrm>
            <a:off x="7174237" y="41464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8" name="Shape 2075"/>
          <p:cNvSpPr/>
          <p:nvPr/>
        </p:nvSpPr>
        <p:spPr>
          <a:xfrm>
            <a:off x="7325335" y="45068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9" name="Shape 2076"/>
          <p:cNvSpPr/>
          <p:nvPr/>
        </p:nvSpPr>
        <p:spPr>
          <a:xfrm>
            <a:off x="7164644" y="44707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0" name="Shape 2077"/>
          <p:cNvSpPr/>
          <p:nvPr/>
        </p:nvSpPr>
        <p:spPr>
          <a:xfrm>
            <a:off x="7371498" y="42880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1" name="Shape 2078"/>
          <p:cNvSpPr/>
          <p:nvPr/>
        </p:nvSpPr>
        <p:spPr>
          <a:xfrm>
            <a:off x="7290418" y="43441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2" name="Shape 2079"/>
          <p:cNvSpPr/>
          <p:nvPr/>
        </p:nvSpPr>
        <p:spPr>
          <a:xfrm>
            <a:off x="7351310" y="41947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3" name="Shape 2080"/>
          <p:cNvSpPr/>
          <p:nvPr/>
        </p:nvSpPr>
        <p:spPr>
          <a:xfrm>
            <a:off x="7154749" y="41819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4" name="Shape 2081"/>
          <p:cNvSpPr/>
          <p:nvPr/>
        </p:nvSpPr>
        <p:spPr>
          <a:xfrm>
            <a:off x="7197958" y="43632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5" name="Shape 2082"/>
          <p:cNvSpPr/>
          <p:nvPr/>
        </p:nvSpPr>
        <p:spPr>
          <a:xfrm>
            <a:off x="7282301" y="43629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6" name="Shape 2083"/>
          <p:cNvSpPr/>
          <p:nvPr/>
        </p:nvSpPr>
        <p:spPr>
          <a:xfrm>
            <a:off x="7178355" y="38178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7" name="Shape 2084"/>
          <p:cNvSpPr/>
          <p:nvPr/>
        </p:nvSpPr>
        <p:spPr>
          <a:xfrm>
            <a:off x="7234446" y="41523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8" name="Shape 2085"/>
          <p:cNvSpPr/>
          <p:nvPr/>
        </p:nvSpPr>
        <p:spPr>
          <a:xfrm>
            <a:off x="7426297" y="39354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9" name="Shape 2086"/>
          <p:cNvSpPr/>
          <p:nvPr/>
        </p:nvSpPr>
        <p:spPr>
          <a:xfrm>
            <a:off x="7347165" y="39359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0" name="Shape 2087"/>
          <p:cNvSpPr/>
          <p:nvPr/>
        </p:nvSpPr>
        <p:spPr>
          <a:xfrm>
            <a:off x="7341015" y="32424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1" name="Shape 2088"/>
          <p:cNvSpPr/>
          <p:nvPr/>
        </p:nvSpPr>
        <p:spPr>
          <a:xfrm>
            <a:off x="7441097" y="32506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2" name="Shape 2089"/>
          <p:cNvSpPr/>
          <p:nvPr/>
        </p:nvSpPr>
        <p:spPr>
          <a:xfrm>
            <a:off x="7343378" y="39263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3" name="Shape 2090"/>
          <p:cNvSpPr/>
          <p:nvPr/>
        </p:nvSpPr>
        <p:spPr>
          <a:xfrm>
            <a:off x="7263773" y="34910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4" name="Shape 2091"/>
          <p:cNvSpPr/>
          <p:nvPr/>
        </p:nvSpPr>
        <p:spPr>
          <a:xfrm>
            <a:off x="7459360" y="32756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5" name="Shape 2092"/>
          <p:cNvSpPr/>
          <p:nvPr/>
        </p:nvSpPr>
        <p:spPr>
          <a:xfrm>
            <a:off x="7122882" y="39502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6" name="Shape 2093"/>
          <p:cNvSpPr/>
          <p:nvPr/>
        </p:nvSpPr>
        <p:spPr>
          <a:xfrm>
            <a:off x="7432104" y="39856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7" name="Shape 2094"/>
          <p:cNvSpPr/>
          <p:nvPr/>
        </p:nvSpPr>
        <p:spPr>
          <a:xfrm>
            <a:off x="7324351" y="34763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8" name="Shape 2095"/>
          <p:cNvSpPr/>
          <p:nvPr/>
        </p:nvSpPr>
        <p:spPr>
          <a:xfrm>
            <a:off x="7292361" y="28372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9" name="Shape 2096"/>
          <p:cNvSpPr/>
          <p:nvPr/>
        </p:nvSpPr>
        <p:spPr>
          <a:xfrm>
            <a:off x="7169147" y="38399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0" name="Shape 2097"/>
          <p:cNvSpPr/>
          <p:nvPr/>
        </p:nvSpPr>
        <p:spPr>
          <a:xfrm>
            <a:off x="7095091" y="37699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1" name="Shape 2098"/>
          <p:cNvSpPr/>
          <p:nvPr/>
        </p:nvSpPr>
        <p:spPr>
          <a:xfrm>
            <a:off x="7447177" y="37895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2" name="Shape 2099"/>
          <p:cNvSpPr/>
          <p:nvPr/>
        </p:nvSpPr>
        <p:spPr>
          <a:xfrm>
            <a:off x="7419245" y="37767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3" name="Shape 2100"/>
          <p:cNvSpPr/>
          <p:nvPr/>
        </p:nvSpPr>
        <p:spPr>
          <a:xfrm>
            <a:off x="7141470" y="38252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4" name="Shape 2101"/>
          <p:cNvSpPr/>
          <p:nvPr/>
        </p:nvSpPr>
        <p:spPr>
          <a:xfrm>
            <a:off x="7114202" y="37906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5" name="Shape 2102"/>
          <p:cNvSpPr/>
          <p:nvPr/>
        </p:nvSpPr>
        <p:spPr>
          <a:xfrm>
            <a:off x="7251173" y="44362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6" name="Shape 2103"/>
          <p:cNvSpPr/>
          <p:nvPr/>
        </p:nvSpPr>
        <p:spPr>
          <a:xfrm>
            <a:off x="7423543" y="43860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7" name="Shape 2104"/>
          <p:cNvSpPr/>
          <p:nvPr/>
        </p:nvSpPr>
        <p:spPr>
          <a:xfrm>
            <a:off x="7100942" y="39934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8" name="Shape 2105"/>
          <p:cNvSpPr/>
          <p:nvPr/>
        </p:nvSpPr>
        <p:spPr>
          <a:xfrm>
            <a:off x="7481943" y="30870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9" name="Shape 2106"/>
          <p:cNvSpPr/>
          <p:nvPr/>
        </p:nvSpPr>
        <p:spPr>
          <a:xfrm>
            <a:off x="7331109" y="39949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0" name="Shape 2107"/>
          <p:cNvSpPr/>
          <p:nvPr/>
        </p:nvSpPr>
        <p:spPr>
          <a:xfrm>
            <a:off x="7327186" y="44036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1" name="Shape 2108"/>
          <p:cNvSpPr/>
          <p:nvPr/>
        </p:nvSpPr>
        <p:spPr>
          <a:xfrm>
            <a:off x="7066577" y="37354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2" name="Shape 2109"/>
          <p:cNvSpPr/>
          <p:nvPr/>
        </p:nvSpPr>
        <p:spPr>
          <a:xfrm>
            <a:off x="7177768" y="40360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3" name="Shape 2110"/>
          <p:cNvSpPr/>
          <p:nvPr/>
        </p:nvSpPr>
        <p:spPr>
          <a:xfrm>
            <a:off x="7235289" y="42526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4" name="Shape 2111"/>
          <p:cNvSpPr/>
          <p:nvPr/>
        </p:nvSpPr>
        <p:spPr>
          <a:xfrm>
            <a:off x="7122648" y="36624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5" name="Shape 2112"/>
          <p:cNvSpPr/>
          <p:nvPr/>
        </p:nvSpPr>
        <p:spPr>
          <a:xfrm>
            <a:off x="7131388" y="41010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6" name="Shape 2113"/>
          <p:cNvSpPr/>
          <p:nvPr/>
        </p:nvSpPr>
        <p:spPr>
          <a:xfrm>
            <a:off x="7149759" y="44392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7" name="Shape 2114"/>
          <p:cNvSpPr/>
          <p:nvPr/>
        </p:nvSpPr>
        <p:spPr>
          <a:xfrm>
            <a:off x="7304512" y="42036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8" name="Shape 2115"/>
          <p:cNvSpPr/>
          <p:nvPr/>
        </p:nvSpPr>
        <p:spPr>
          <a:xfrm>
            <a:off x="7423220" y="43718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9" name="Shape 2116"/>
          <p:cNvSpPr/>
          <p:nvPr/>
        </p:nvSpPr>
        <p:spPr>
          <a:xfrm>
            <a:off x="7248131" y="43679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0" name="Shape 2117"/>
          <p:cNvSpPr/>
          <p:nvPr/>
        </p:nvSpPr>
        <p:spPr>
          <a:xfrm>
            <a:off x="7488129" y="41283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1" name="Shape 2118"/>
          <p:cNvSpPr/>
          <p:nvPr/>
        </p:nvSpPr>
        <p:spPr>
          <a:xfrm>
            <a:off x="7223751" y="29222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2" name="Shape 2119"/>
          <p:cNvSpPr/>
          <p:nvPr/>
        </p:nvSpPr>
        <p:spPr>
          <a:xfrm>
            <a:off x="7357187" y="26932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3" name="Shape 2120"/>
          <p:cNvSpPr/>
          <p:nvPr/>
        </p:nvSpPr>
        <p:spPr>
          <a:xfrm>
            <a:off x="7190031" y="38840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4" name="Shape 2121"/>
          <p:cNvSpPr/>
          <p:nvPr/>
        </p:nvSpPr>
        <p:spPr>
          <a:xfrm>
            <a:off x="7163558" y="29233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5" name="Shape 2122"/>
          <p:cNvSpPr/>
          <p:nvPr/>
        </p:nvSpPr>
        <p:spPr>
          <a:xfrm>
            <a:off x="7066073" y="28223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6" name="Shape 2123"/>
          <p:cNvSpPr/>
          <p:nvPr/>
        </p:nvSpPr>
        <p:spPr>
          <a:xfrm>
            <a:off x="7429458" y="29164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7" name="Shape 2124"/>
          <p:cNvSpPr/>
          <p:nvPr/>
        </p:nvSpPr>
        <p:spPr>
          <a:xfrm>
            <a:off x="7184503" y="38813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8" name="Shape 2125"/>
          <p:cNvSpPr/>
          <p:nvPr/>
        </p:nvSpPr>
        <p:spPr>
          <a:xfrm>
            <a:off x="7232344" y="28269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9" name="Shape 2126"/>
          <p:cNvSpPr/>
          <p:nvPr/>
        </p:nvSpPr>
        <p:spPr>
          <a:xfrm>
            <a:off x="7491969" y="32681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0" name="Shape 2127"/>
          <p:cNvSpPr/>
          <p:nvPr/>
        </p:nvSpPr>
        <p:spPr>
          <a:xfrm>
            <a:off x="7341039" y="34862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1" name="Shape 2128"/>
          <p:cNvSpPr/>
          <p:nvPr/>
        </p:nvSpPr>
        <p:spPr>
          <a:xfrm>
            <a:off x="7412797" y="31897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2" name="Shape 2129"/>
          <p:cNvSpPr/>
          <p:nvPr/>
        </p:nvSpPr>
        <p:spPr>
          <a:xfrm>
            <a:off x="7341970" y="35804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3" name="Shape 2130"/>
          <p:cNvSpPr/>
          <p:nvPr/>
        </p:nvSpPr>
        <p:spPr>
          <a:xfrm>
            <a:off x="7131146" y="31782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4" name="Shape 2131"/>
          <p:cNvSpPr/>
          <p:nvPr/>
        </p:nvSpPr>
        <p:spPr>
          <a:xfrm>
            <a:off x="7352408" y="36413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5" name="Shape 2132"/>
          <p:cNvSpPr/>
          <p:nvPr/>
        </p:nvSpPr>
        <p:spPr>
          <a:xfrm>
            <a:off x="7220334" y="33295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6" name="Shape 2133"/>
          <p:cNvSpPr/>
          <p:nvPr/>
        </p:nvSpPr>
        <p:spPr>
          <a:xfrm>
            <a:off x="7176779" y="31861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7" name="Shape 2134"/>
          <p:cNvSpPr/>
          <p:nvPr/>
        </p:nvSpPr>
        <p:spPr>
          <a:xfrm>
            <a:off x="7368897" y="39516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8" name="Shape 2135"/>
          <p:cNvSpPr/>
          <p:nvPr/>
        </p:nvSpPr>
        <p:spPr>
          <a:xfrm>
            <a:off x="7327313" y="40816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9" name="Shape 2136"/>
          <p:cNvSpPr/>
          <p:nvPr/>
        </p:nvSpPr>
        <p:spPr>
          <a:xfrm>
            <a:off x="7122641" y="38022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0" name="Shape 2137"/>
          <p:cNvSpPr/>
          <p:nvPr/>
        </p:nvSpPr>
        <p:spPr>
          <a:xfrm>
            <a:off x="7191855" y="37602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1" name="Shape 2138"/>
          <p:cNvSpPr/>
          <p:nvPr/>
        </p:nvSpPr>
        <p:spPr>
          <a:xfrm>
            <a:off x="7151133" y="37957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2" name="Shape 2139"/>
          <p:cNvSpPr/>
          <p:nvPr/>
        </p:nvSpPr>
        <p:spPr>
          <a:xfrm>
            <a:off x="7369303" y="38144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3" name="Shape 2140"/>
          <p:cNvSpPr/>
          <p:nvPr/>
        </p:nvSpPr>
        <p:spPr>
          <a:xfrm>
            <a:off x="7286921" y="37946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4" name="Shape 2141"/>
          <p:cNvSpPr/>
          <p:nvPr/>
        </p:nvSpPr>
        <p:spPr>
          <a:xfrm>
            <a:off x="7161788" y="38157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5" name="Shape 2142"/>
          <p:cNvSpPr/>
          <p:nvPr/>
        </p:nvSpPr>
        <p:spPr>
          <a:xfrm>
            <a:off x="7319003" y="43134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6" name="Shape 2143"/>
          <p:cNvSpPr/>
          <p:nvPr/>
        </p:nvSpPr>
        <p:spPr>
          <a:xfrm>
            <a:off x="7123933" y="43349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7" name="Shape 2144"/>
          <p:cNvSpPr/>
          <p:nvPr/>
        </p:nvSpPr>
        <p:spPr>
          <a:xfrm>
            <a:off x="7314923" y="43329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8" name="Shape 2145"/>
          <p:cNvSpPr/>
          <p:nvPr/>
        </p:nvSpPr>
        <p:spPr>
          <a:xfrm>
            <a:off x="7293568" y="43309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9" name="Shape 2146"/>
          <p:cNvSpPr/>
          <p:nvPr/>
        </p:nvSpPr>
        <p:spPr>
          <a:xfrm>
            <a:off x="7290332" y="38616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0" name="Shape 2147"/>
          <p:cNvSpPr/>
          <p:nvPr/>
        </p:nvSpPr>
        <p:spPr>
          <a:xfrm>
            <a:off x="7116773" y="41284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1" name="Shape 2148"/>
          <p:cNvSpPr/>
          <p:nvPr/>
        </p:nvSpPr>
        <p:spPr>
          <a:xfrm>
            <a:off x="7347400" y="33234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2" name="Shape 2149"/>
          <p:cNvSpPr/>
          <p:nvPr/>
        </p:nvSpPr>
        <p:spPr>
          <a:xfrm>
            <a:off x="7141680" y="34141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3" name="Shape 2150"/>
          <p:cNvSpPr/>
          <p:nvPr/>
        </p:nvSpPr>
        <p:spPr>
          <a:xfrm>
            <a:off x="7475181" y="33162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4" name="Shape 2151"/>
          <p:cNvSpPr/>
          <p:nvPr/>
        </p:nvSpPr>
        <p:spPr>
          <a:xfrm>
            <a:off x="7145918" y="34599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5" name="Shape 2152"/>
          <p:cNvSpPr/>
          <p:nvPr/>
        </p:nvSpPr>
        <p:spPr>
          <a:xfrm>
            <a:off x="7385496" y="43174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6" name="Shape 2153"/>
          <p:cNvSpPr/>
          <p:nvPr/>
        </p:nvSpPr>
        <p:spPr>
          <a:xfrm>
            <a:off x="7396265" y="36483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7" name="Shape 2154"/>
          <p:cNvSpPr/>
          <p:nvPr/>
        </p:nvSpPr>
        <p:spPr>
          <a:xfrm>
            <a:off x="7367549" y="33959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8" name="Shape 2155"/>
          <p:cNvSpPr/>
          <p:nvPr/>
        </p:nvSpPr>
        <p:spPr>
          <a:xfrm>
            <a:off x="7085653" y="35263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9" name="Shape 2156"/>
          <p:cNvSpPr/>
          <p:nvPr/>
        </p:nvSpPr>
        <p:spPr>
          <a:xfrm>
            <a:off x="7241941" y="34785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0" name="Shape 2157"/>
          <p:cNvSpPr/>
          <p:nvPr/>
        </p:nvSpPr>
        <p:spPr>
          <a:xfrm>
            <a:off x="7325973" y="38138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1" name="Shape 2158"/>
          <p:cNvSpPr/>
          <p:nvPr/>
        </p:nvSpPr>
        <p:spPr>
          <a:xfrm>
            <a:off x="7313282" y="35137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2" name="Shape 2159"/>
          <p:cNvSpPr/>
          <p:nvPr/>
        </p:nvSpPr>
        <p:spPr>
          <a:xfrm>
            <a:off x="7381665" y="41383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3" name="Shape 2160"/>
          <p:cNvSpPr/>
          <p:nvPr/>
        </p:nvSpPr>
        <p:spPr>
          <a:xfrm>
            <a:off x="7118647" y="34967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4" name="Shape 2161"/>
          <p:cNvSpPr/>
          <p:nvPr/>
        </p:nvSpPr>
        <p:spPr>
          <a:xfrm>
            <a:off x="7299415" y="35699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5" name="Shape 2162"/>
          <p:cNvSpPr/>
          <p:nvPr/>
        </p:nvSpPr>
        <p:spPr>
          <a:xfrm>
            <a:off x="7072784" y="37452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6" name="Shape 2163"/>
          <p:cNvSpPr/>
          <p:nvPr/>
        </p:nvSpPr>
        <p:spPr>
          <a:xfrm>
            <a:off x="7478443" y="37795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7" name="Shape 2164"/>
          <p:cNvSpPr/>
          <p:nvPr/>
        </p:nvSpPr>
        <p:spPr>
          <a:xfrm>
            <a:off x="7206315" y="39658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8" name="Shape 2165"/>
          <p:cNvSpPr/>
          <p:nvPr/>
        </p:nvSpPr>
        <p:spPr>
          <a:xfrm>
            <a:off x="7252680" y="36712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9" name="Shape 2166"/>
          <p:cNvSpPr/>
          <p:nvPr/>
        </p:nvSpPr>
        <p:spPr>
          <a:xfrm>
            <a:off x="7338766" y="33213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0" name="Shape 2167"/>
          <p:cNvSpPr/>
          <p:nvPr/>
        </p:nvSpPr>
        <p:spPr>
          <a:xfrm>
            <a:off x="7236819" y="35548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1" name="Shape 2168"/>
          <p:cNvSpPr/>
          <p:nvPr/>
        </p:nvSpPr>
        <p:spPr>
          <a:xfrm>
            <a:off x="7103211" y="29793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2" name="Shape 2169"/>
          <p:cNvSpPr/>
          <p:nvPr/>
        </p:nvSpPr>
        <p:spPr>
          <a:xfrm>
            <a:off x="7408816" y="37880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3" name="Shape 2170"/>
          <p:cNvSpPr/>
          <p:nvPr/>
        </p:nvSpPr>
        <p:spPr>
          <a:xfrm>
            <a:off x="7475393" y="35908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4" name="Shape 2171"/>
          <p:cNvSpPr/>
          <p:nvPr/>
        </p:nvSpPr>
        <p:spPr>
          <a:xfrm>
            <a:off x="7105213" y="37432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5" name="Shape 2172"/>
          <p:cNvSpPr/>
          <p:nvPr/>
        </p:nvSpPr>
        <p:spPr>
          <a:xfrm>
            <a:off x="7240039" y="33844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6" name="Shape 2173"/>
          <p:cNvSpPr/>
          <p:nvPr/>
        </p:nvSpPr>
        <p:spPr>
          <a:xfrm>
            <a:off x="7416632" y="29374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7" name="Shape 2174"/>
          <p:cNvSpPr/>
          <p:nvPr/>
        </p:nvSpPr>
        <p:spPr>
          <a:xfrm>
            <a:off x="7460402" y="37967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8" name="Shape 2175"/>
          <p:cNvSpPr/>
          <p:nvPr/>
        </p:nvSpPr>
        <p:spPr>
          <a:xfrm>
            <a:off x="7232227" y="35601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9" name="Shape 2176"/>
          <p:cNvSpPr/>
          <p:nvPr/>
        </p:nvSpPr>
        <p:spPr>
          <a:xfrm>
            <a:off x="7248556" y="36563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0" name="Shape 2177"/>
          <p:cNvSpPr/>
          <p:nvPr/>
        </p:nvSpPr>
        <p:spPr>
          <a:xfrm>
            <a:off x="7195229" y="42525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1" name="Shape 2178"/>
          <p:cNvSpPr/>
          <p:nvPr/>
        </p:nvSpPr>
        <p:spPr>
          <a:xfrm>
            <a:off x="7129818" y="41355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2" name="Shape 2179"/>
          <p:cNvSpPr/>
          <p:nvPr/>
        </p:nvSpPr>
        <p:spPr>
          <a:xfrm>
            <a:off x="7215717" y="44021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3" name="Shape 2180"/>
          <p:cNvSpPr/>
          <p:nvPr/>
        </p:nvSpPr>
        <p:spPr>
          <a:xfrm>
            <a:off x="7293253" y="41614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4" name="Shape 2181"/>
          <p:cNvSpPr/>
          <p:nvPr/>
        </p:nvSpPr>
        <p:spPr>
          <a:xfrm>
            <a:off x="7289410" y="29445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5" name="Shape 2182"/>
          <p:cNvSpPr/>
          <p:nvPr/>
        </p:nvSpPr>
        <p:spPr>
          <a:xfrm>
            <a:off x="7336519" y="37380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6" name="Shape 2183"/>
          <p:cNvSpPr/>
          <p:nvPr/>
        </p:nvSpPr>
        <p:spPr>
          <a:xfrm>
            <a:off x="7110179" y="41057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7" name="Shape 2184"/>
          <p:cNvSpPr/>
          <p:nvPr/>
        </p:nvSpPr>
        <p:spPr>
          <a:xfrm>
            <a:off x="7297888" y="37433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8" name="Shape 2185"/>
          <p:cNvSpPr/>
          <p:nvPr/>
        </p:nvSpPr>
        <p:spPr>
          <a:xfrm>
            <a:off x="7378386" y="40306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9" name="Shape 2186"/>
          <p:cNvSpPr/>
          <p:nvPr/>
        </p:nvSpPr>
        <p:spPr>
          <a:xfrm>
            <a:off x="7090773" y="43763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0" name="Shape 2187"/>
          <p:cNvSpPr/>
          <p:nvPr/>
        </p:nvSpPr>
        <p:spPr>
          <a:xfrm>
            <a:off x="7392563" y="36248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1" name="Shape 2188"/>
          <p:cNvSpPr/>
          <p:nvPr/>
        </p:nvSpPr>
        <p:spPr>
          <a:xfrm>
            <a:off x="7434342" y="35581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2" name="Shape 2189"/>
          <p:cNvSpPr/>
          <p:nvPr/>
        </p:nvSpPr>
        <p:spPr>
          <a:xfrm>
            <a:off x="7267112" y="36970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3" name="Shape 2190"/>
          <p:cNvSpPr/>
          <p:nvPr/>
        </p:nvSpPr>
        <p:spPr>
          <a:xfrm>
            <a:off x="7120461" y="38241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4" name="Shape 2191"/>
          <p:cNvSpPr/>
          <p:nvPr/>
        </p:nvSpPr>
        <p:spPr>
          <a:xfrm>
            <a:off x="7451987" y="37741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5" name="Shape 2192"/>
          <p:cNvSpPr/>
          <p:nvPr/>
        </p:nvSpPr>
        <p:spPr>
          <a:xfrm>
            <a:off x="7359379" y="40841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6" name="Shape 2193"/>
          <p:cNvSpPr/>
          <p:nvPr/>
        </p:nvSpPr>
        <p:spPr>
          <a:xfrm>
            <a:off x="7317514" y="37113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7" name="Shape 2194"/>
          <p:cNvSpPr/>
          <p:nvPr/>
        </p:nvSpPr>
        <p:spPr>
          <a:xfrm>
            <a:off x="7368885" y="42831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8" name="Shape 2195"/>
          <p:cNvSpPr/>
          <p:nvPr/>
        </p:nvSpPr>
        <p:spPr>
          <a:xfrm>
            <a:off x="7268020" y="35395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9" name="Shape 2196"/>
          <p:cNvSpPr/>
          <p:nvPr/>
        </p:nvSpPr>
        <p:spPr>
          <a:xfrm>
            <a:off x="7331396" y="31448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0" name="Shape 2197"/>
          <p:cNvSpPr/>
          <p:nvPr/>
        </p:nvSpPr>
        <p:spPr>
          <a:xfrm>
            <a:off x="7122346" y="34525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1" name="Shape 2198"/>
          <p:cNvSpPr/>
          <p:nvPr/>
        </p:nvSpPr>
        <p:spPr>
          <a:xfrm>
            <a:off x="7195524" y="39375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2" name="Shape 2199"/>
          <p:cNvSpPr/>
          <p:nvPr/>
        </p:nvSpPr>
        <p:spPr>
          <a:xfrm>
            <a:off x="7086144" y="12322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3" name="Shape 2200"/>
          <p:cNvSpPr/>
          <p:nvPr/>
        </p:nvSpPr>
        <p:spPr>
          <a:xfrm>
            <a:off x="7366569" y="42866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4" name="Shape 2201"/>
          <p:cNvSpPr/>
          <p:nvPr/>
        </p:nvSpPr>
        <p:spPr>
          <a:xfrm>
            <a:off x="7439811" y="42273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5" name="Shape 2202"/>
          <p:cNvSpPr/>
          <p:nvPr/>
        </p:nvSpPr>
        <p:spPr>
          <a:xfrm>
            <a:off x="7424019" y="29257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6" name="Shape 2203"/>
          <p:cNvSpPr/>
          <p:nvPr/>
        </p:nvSpPr>
        <p:spPr>
          <a:xfrm>
            <a:off x="7133589" y="28731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7" name="Shape 2204"/>
          <p:cNvSpPr/>
          <p:nvPr/>
        </p:nvSpPr>
        <p:spPr>
          <a:xfrm>
            <a:off x="7199740" y="34015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8" name="Shape 2205"/>
          <p:cNvSpPr/>
          <p:nvPr/>
        </p:nvSpPr>
        <p:spPr>
          <a:xfrm>
            <a:off x="7191289" y="37870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9" name="Shape 2206"/>
          <p:cNvSpPr/>
          <p:nvPr/>
        </p:nvSpPr>
        <p:spPr>
          <a:xfrm>
            <a:off x="7185397" y="34036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0" name="Shape 2207"/>
          <p:cNvSpPr/>
          <p:nvPr/>
        </p:nvSpPr>
        <p:spPr>
          <a:xfrm>
            <a:off x="7386919" y="35467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1" name="Shape 2208"/>
          <p:cNvSpPr/>
          <p:nvPr/>
        </p:nvSpPr>
        <p:spPr>
          <a:xfrm>
            <a:off x="7373840" y="33853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2" name="Shape 2209"/>
          <p:cNvSpPr/>
          <p:nvPr/>
        </p:nvSpPr>
        <p:spPr>
          <a:xfrm>
            <a:off x="7453890" y="29404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3" name="Shape 2210"/>
          <p:cNvSpPr/>
          <p:nvPr/>
        </p:nvSpPr>
        <p:spPr>
          <a:xfrm>
            <a:off x="7311616" y="31511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4" name="Shape 2211"/>
          <p:cNvSpPr/>
          <p:nvPr/>
        </p:nvSpPr>
        <p:spPr>
          <a:xfrm>
            <a:off x="7472703" y="33239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5" name="Shape 2212"/>
          <p:cNvSpPr/>
          <p:nvPr/>
        </p:nvSpPr>
        <p:spPr>
          <a:xfrm>
            <a:off x="7224973" y="29625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6" name="Shape 2213"/>
          <p:cNvSpPr/>
          <p:nvPr/>
        </p:nvSpPr>
        <p:spPr>
          <a:xfrm>
            <a:off x="7250043" y="33714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7" name="Shape 2214"/>
          <p:cNvSpPr/>
          <p:nvPr/>
        </p:nvSpPr>
        <p:spPr>
          <a:xfrm>
            <a:off x="7258422" y="32328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8" name="Shape 2215"/>
          <p:cNvSpPr/>
          <p:nvPr/>
        </p:nvSpPr>
        <p:spPr>
          <a:xfrm>
            <a:off x="7262464" y="31255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9" name="Shape 2216"/>
          <p:cNvSpPr/>
          <p:nvPr/>
        </p:nvSpPr>
        <p:spPr>
          <a:xfrm>
            <a:off x="7210730" y="29942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0" name="Shape 2217"/>
          <p:cNvSpPr/>
          <p:nvPr/>
        </p:nvSpPr>
        <p:spPr>
          <a:xfrm>
            <a:off x="7152726" y="31807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1" name="Shape 2218"/>
          <p:cNvSpPr/>
          <p:nvPr/>
        </p:nvSpPr>
        <p:spPr>
          <a:xfrm>
            <a:off x="7242804" y="31085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2" name="Shape 2219"/>
          <p:cNvSpPr/>
          <p:nvPr/>
        </p:nvSpPr>
        <p:spPr>
          <a:xfrm>
            <a:off x="7390716" y="32880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3" name="Shape 2220"/>
          <p:cNvSpPr/>
          <p:nvPr/>
        </p:nvSpPr>
        <p:spPr>
          <a:xfrm>
            <a:off x="7170729" y="31611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4" name="Shape 2221"/>
          <p:cNvSpPr/>
          <p:nvPr/>
        </p:nvSpPr>
        <p:spPr>
          <a:xfrm>
            <a:off x="7388591" y="32916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5" name="Shape 2222"/>
          <p:cNvSpPr/>
          <p:nvPr/>
        </p:nvSpPr>
        <p:spPr>
          <a:xfrm>
            <a:off x="7272930" y="30026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6" name="Shape 2223"/>
          <p:cNvSpPr/>
          <p:nvPr/>
        </p:nvSpPr>
        <p:spPr>
          <a:xfrm>
            <a:off x="7302443" y="31169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7" name="Shape 2224"/>
          <p:cNvSpPr/>
          <p:nvPr/>
        </p:nvSpPr>
        <p:spPr>
          <a:xfrm>
            <a:off x="7494683" y="39754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8" name="Shape 2225"/>
          <p:cNvSpPr/>
          <p:nvPr/>
        </p:nvSpPr>
        <p:spPr>
          <a:xfrm>
            <a:off x="7350975" y="43538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9" name="Shape 2226"/>
          <p:cNvSpPr/>
          <p:nvPr/>
        </p:nvSpPr>
        <p:spPr>
          <a:xfrm>
            <a:off x="7331024" y="38654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0" name="Shape 2227"/>
          <p:cNvSpPr/>
          <p:nvPr/>
        </p:nvSpPr>
        <p:spPr>
          <a:xfrm>
            <a:off x="7418475" y="38393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1" name="Shape 2228"/>
          <p:cNvSpPr/>
          <p:nvPr/>
        </p:nvSpPr>
        <p:spPr>
          <a:xfrm>
            <a:off x="7237505" y="41802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2" name="Shape 2229"/>
          <p:cNvSpPr/>
          <p:nvPr/>
        </p:nvSpPr>
        <p:spPr>
          <a:xfrm>
            <a:off x="7313866" y="40603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3" name="Shape 2230"/>
          <p:cNvSpPr/>
          <p:nvPr/>
        </p:nvSpPr>
        <p:spPr>
          <a:xfrm>
            <a:off x="7103907" y="38668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4" name="Shape 2231"/>
          <p:cNvSpPr/>
          <p:nvPr/>
        </p:nvSpPr>
        <p:spPr>
          <a:xfrm>
            <a:off x="7326145" y="38796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5" name="Shape 2232"/>
          <p:cNvSpPr/>
          <p:nvPr/>
        </p:nvSpPr>
        <p:spPr>
          <a:xfrm>
            <a:off x="7423472" y="45436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6" name="Shape 2233"/>
          <p:cNvSpPr/>
          <p:nvPr/>
        </p:nvSpPr>
        <p:spPr>
          <a:xfrm>
            <a:off x="7370791" y="44942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7" name="Shape 2234"/>
          <p:cNvSpPr/>
          <p:nvPr/>
        </p:nvSpPr>
        <p:spPr>
          <a:xfrm>
            <a:off x="7384205" y="43160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8" name="Shape 2235"/>
          <p:cNvSpPr/>
          <p:nvPr/>
        </p:nvSpPr>
        <p:spPr>
          <a:xfrm>
            <a:off x="7376517" y="46802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9" name="Shape 2236"/>
          <p:cNvSpPr/>
          <p:nvPr/>
        </p:nvSpPr>
        <p:spPr>
          <a:xfrm>
            <a:off x="7088414" y="28079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0" name="Shape 2237"/>
          <p:cNvSpPr/>
          <p:nvPr/>
        </p:nvSpPr>
        <p:spPr>
          <a:xfrm>
            <a:off x="7191370" y="28245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1" name="Shape 2238"/>
          <p:cNvSpPr/>
          <p:nvPr/>
        </p:nvSpPr>
        <p:spPr>
          <a:xfrm>
            <a:off x="7463956" y="28104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2" name="Shape 2239"/>
          <p:cNvSpPr/>
          <p:nvPr/>
        </p:nvSpPr>
        <p:spPr>
          <a:xfrm>
            <a:off x="7309286" y="28058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3" name="Shape 2240"/>
          <p:cNvSpPr/>
          <p:nvPr/>
        </p:nvSpPr>
        <p:spPr>
          <a:xfrm>
            <a:off x="7415852" y="27987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4" name="Shape 2241"/>
          <p:cNvSpPr/>
          <p:nvPr/>
        </p:nvSpPr>
        <p:spPr>
          <a:xfrm>
            <a:off x="7191805" y="28308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5" name="Shape 2242"/>
          <p:cNvSpPr/>
          <p:nvPr/>
        </p:nvSpPr>
        <p:spPr>
          <a:xfrm>
            <a:off x="7431770" y="28198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6" name="Shape 2243"/>
          <p:cNvSpPr/>
          <p:nvPr/>
        </p:nvSpPr>
        <p:spPr>
          <a:xfrm>
            <a:off x="7392353" y="28181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7" name="Shape 2244"/>
          <p:cNvSpPr/>
          <p:nvPr/>
        </p:nvSpPr>
        <p:spPr>
          <a:xfrm>
            <a:off x="7457263" y="28020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8" name="Shape 2245"/>
          <p:cNvSpPr/>
          <p:nvPr/>
        </p:nvSpPr>
        <p:spPr>
          <a:xfrm>
            <a:off x="7128441" y="40175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9" name="Shape 2246"/>
          <p:cNvSpPr/>
          <p:nvPr/>
        </p:nvSpPr>
        <p:spPr>
          <a:xfrm>
            <a:off x="7494761" y="28064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0" name="Shape 2247"/>
          <p:cNvSpPr/>
          <p:nvPr/>
        </p:nvSpPr>
        <p:spPr>
          <a:xfrm>
            <a:off x="7330679" y="28121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1" name="Shape 2248"/>
          <p:cNvSpPr/>
          <p:nvPr/>
        </p:nvSpPr>
        <p:spPr>
          <a:xfrm>
            <a:off x="7474318" y="37582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2" name="Shape 2249"/>
          <p:cNvSpPr/>
          <p:nvPr/>
        </p:nvSpPr>
        <p:spPr>
          <a:xfrm>
            <a:off x="7420191" y="28089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3" name="Shape 2250"/>
          <p:cNvSpPr/>
          <p:nvPr/>
        </p:nvSpPr>
        <p:spPr>
          <a:xfrm>
            <a:off x="7106860" y="40086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4" name="Shape 2251"/>
          <p:cNvSpPr/>
          <p:nvPr/>
        </p:nvSpPr>
        <p:spPr>
          <a:xfrm>
            <a:off x="7319791" y="39561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5" name="Shape 2252"/>
          <p:cNvSpPr/>
          <p:nvPr/>
        </p:nvSpPr>
        <p:spPr>
          <a:xfrm>
            <a:off x="7151969" y="36505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6" name="Shape 2253"/>
          <p:cNvSpPr/>
          <p:nvPr/>
        </p:nvSpPr>
        <p:spPr>
          <a:xfrm>
            <a:off x="7187182" y="41350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7" name="Shape 2254"/>
          <p:cNvSpPr/>
          <p:nvPr/>
        </p:nvSpPr>
        <p:spPr>
          <a:xfrm>
            <a:off x="7465095" y="42793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8" name="Shape 2255"/>
          <p:cNvSpPr/>
          <p:nvPr/>
        </p:nvSpPr>
        <p:spPr>
          <a:xfrm>
            <a:off x="7110247" y="44838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9" name="Shape 2256"/>
          <p:cNvSpPr/>
          <p:nvPr/>
        </p:nvSpPr>
        <p:spPr>
          <a:xfrm>
            <a:off x="7482912" y="37472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0" name="Shape 2257"/>
          <p:cNvSpPr/>
          <p:nvPr/>
        </p:nvSpPr>
        <p:spPr>
          <a:xfrm>
            <a:off x="7126868" y="36329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1" name="Shape 2258"/>
          <p:cNvSpPr/>
          <p:nvPr/>
        </p:nvSpPr>
        <p:spPr>
          <a:xfrm>
            <a:off x="7254761" y="36997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2" name="Shape 2259"/>
          <p:cNvSpPr/>
          <p:nvPr/>
        </p:nvSpPr>
        <p:spPr>
          <a:xfrm>
            <a:off x="7362702" y="33980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3" name="Shape 2260"/>
          <p:cNvSpPr/>
          <p:nvPr/>
        </p:nvSpPr>
        <p:spPr>
          <a:xfrm>
            <a:off x="7369956" y="39627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4" name="Shape 2261"/>
          <p:cNvSpPr/>
          <p:nvPr/>
        </p:nvSpPr>
        <p:spPr>
          <a:xfrm>
            <a:off x="7076434" y="41929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5" name="Shape 2262"/>
          <p:cNvSpPr/>
          <p:nvPr/>
        </p:nvSpPr>
        <p:spPr>
          <a:xfrm>
            <a:off x="7240406" y="44072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6" name="Shape 2263"/>
          <p:cNvSpPr/>
          <p:nvPr/>
        </p:nvSpPr>
        <p:spPr>
          <a:xfrm>
            <a:off x="7404442" y="44040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7" name="Shape 2264"/>
          <p:cNvSpPr/>
          <p:nvPr/>
        </p:nvSpPr>
        <p:spPr>
          <a:xfrm>
            <a:off x="7081486" y="44229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8" name="Shape 2265"/>
          <p:cNvSpPr/>
          <p:nvPr/>
        </p:nvSpPr>
        <p:spPr>
          <a:xfrm>
            <a:off x="7448690" y="41977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9" name="Shape 2266"/>
          <p:cNvSpPr/>
          <p:nvPr/>
        </p:nvSpPr>
        <p:spPr>
          <a:xfrm>
            <a:off x="7362914" y="44170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0" name="Shape 2267"/>
          <p:cNvSpPr/>
          <p:nvPr/>
        </p:nvSpPr>
        <p:spPr>
          <a:xfrm>
            <a:off x="7156925" y="42408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1" name="Shape 2268"/>
          <p:cNvSpPr/>
          <p:nvPr/>
        </p:nvSpPr>
        <p:spPr>
          <a:xfrm>
            <a:off x="7256362" y="43735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2" name="Shape 2269"/>
          <p:cNvSpPr/>
          <p:nvPr/>
        </p:nvSpPr>
        <p:spPr>
          <a:xfrm>
            <a:off x="7175923" y="34535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3" name="Shape 2270"/>
          <p:cNvSpPr/>
          <p:nvPr/>
        </p:nvSpPr>
        <p:spPr>
          <a:xfrm>
            <a:off x="7389967" y="34314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4" name="Shape 2271"/>
          <p:cNvSpPr/>
          <p:nvPr/>
        </p:nvSpPr>
        <p:spPr>
          <a:xfrm>
            <a:off x="7368910" y="43222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5" name="Shape 2272"/>
          <p:cNvSpPr/>
          <p:nvPr/>
        </p:nvSpPr>
        <p:spPr>
          <a:xfrm>
            <a:off x="7129882" y="44581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6" name="Shape 2273"/>
          <p:cNvSpPr/>
          <p:nvPr/>
        </p:nvSpPr>
        <p:spPr>
          <a:xfrm>
            <a:off x="7154883" y="35231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7" name="Shape 2274"/>
          <p:cNvSpPr/>
          <p:nvPr/>
        </p:nvSpPr>
        <p:spPr>
          <a:xfrm>
            <a:off x="7276170" y="43645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8" name="Shape 2275"/>
          <p:cNvSpPr/>
          <p:nvPr/>
        </p:nvSpPr>
        <p:spPr>
          <a:xfrm>
            <a:off x="7274388" y="39190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9" name="Shape 2276"/>
          <p:cNvSpPr/>
          <p:nvPr/>
        </p:nvSpPr>
        <p:spPr>
          <a:xfrm>
            <a:off x="7299903" y="37675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0" name="Shape 2277"/>
          <p:cNvSpPr/>
          <p:nvPr/>
        </p:nvSpPr>
        <p:spPr>
          <a:xfrm>
            <a:off x="7101908" y="37630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1" name="Shape 2278"/>
          <p:cNvSpPr/>
          <p:nvPr/>
        </p:nvSpPr>
        <p:spPr>
          <a:xfrm>
            <a:off x="7074077" y="36800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2" name="Shape 2279"/>
          <p:cNvSpPr/>
          <p:nvPr/>
        </p:nvSpPr>
        <p:spPr>
          <a:xfrm>
            <a:off x="7190053" y="38235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3" name="Shape 2280"/>
          <p:cNvSpPr/>
          <p:nvPr/>
        </p:nvSpPr>
        <p:spPr>
          <a:xfrm>
            <a:off x="7233104" y="39243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4" name="Shape 2281"/>
          <p:cNvSpPr/>
          <p:nvPr/>
        </p:nvSpPr>
        <p:spPr>
          <a:xfrm>
            <a:off x="7282119" y="38092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5" name="Shape 2282"/>
          <p:cNvSpPr/>
          <p:nvPr/>
        </p:nvSpPr>
        <p:spPr>
          <a:xfrm>
            <a:off x="7393467" y="39024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6" name="Shape 2283"/>
          <p:cNvSpPr/>
          <p:nvPr/>
        </p:nvSpPr>
        <p:spPr>
          <a:xfrm>
            <a:off x="7302500" y="2860066"/>
            <a:ext cx="127" cy="1571653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2287" name="Shape 2284"/>
          <p:cNvSpPr/>
          <p:nvPr/>
        </p:nvSpPr>
        <p:spPr>
          <a:xfrm>
            <a:off x="7200900" y="4431719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2288" name="Shape 2285"/>
          <p:cNvSpPr/>
          <p:nvPr/>
        </p:nvSpPr>
        <p:spPr>
          <a:xfrm>
            <a:off x="7200900" y="2860066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2289" name="Shape 2286"/>
          <p:cNvSpPr/>
          <p:nvPr/>
        </p:nvSpPr>
        <p:spPr>
          <a:xfrm>
            <a:off x="7150100" y="3567618"/>
            <a:ext cx="304800" cy="661112"/>
          </a:xfrm>
          <a:prstGeom prst="rect">
            <a:avLst/>
          </a:prstGeom>
          <a:solidFill>
            <a:srgbClr val="FFFFFF"/>
          </a:solidFill>
          <a:ln w="19050">
            <a:solidFill>
              <a:srgbClr val="32887D"/>
            </a:solidFill>
            <a:prstDash val="solid"/>
          </a:ln>
        </p:spPr>
      </p:sp>
      <p:sp>
        <p:nvSpPr>
          <p:cNvPr id="2290" name="Shape 2287"/>
          <p:cNvSpPr/>
          <p:nvPr/>
        </p:nvSpPr>
        <p:spPr>
          <a:xfrm>
            <a:off x="7150100" y="3874836"/>
            <a:ext cx="304800" cy="127"/>
          </a:xfrm>
          <a:prstGeom prst="line">
            <a:avLst/>
          </a:prstGeom>
          <a:noFill/>
          <a:ln w="30480">
            <a:solidFill>
              <a:srgbClr val="32887D"/>
            </a:solidFill>
            <a:prstDash val="solid"/>
          </a:ln>
        </p:spPr>
      </p:sp>
      <p:sp>
        <p:nvSpPr>
          <p:cNvPr id="2291" name="Shape 2288"/>
          <p:cNvSpPr/>
          <p:nvPr/>
        </p:nvSpPr>
        <p:spPr>
          <a:xfrm>
            <a:off x="8176022" y="38516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2" name="Shape 2289"/>
          <p:cNvSpPr/>
          <p:nvPr/>
        </p:nvSpPr>
        <p:spPr>
          <a:xfrm>
            <a:off x="8133074" y="40241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3" name="Shape 2290"/>
          <p:cNvSpPr/>
          <p:nvPr/>
        </p:nvSpPr>
        <p:spPr>
          <a:xfrm>
            <a:off x="7885088" y="40961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4" name="Shape 2291"/>
          <p:cNvSpPr/>
          <p:nvPr/>
        </p:nvSpPr>
        <p:spPr>
          <a:xfrm>
            <a:off x="8103004" y="41290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5" name="Shape 2292"/>
          <p:cNvSpPr/>
          <p:nvPr/>
        </p:nvSpPr>
        <p:spPr>
          <a:xfrm>
            <a:off x="7767870" y="37599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6" name="Shape 2293"/>
          <p:cNvSpPr/>
          <p:nvPr/>
        </p:nvSpPr>
        <p:spPr>
          <a:xfrm>
            <a:off x="7966686" y="40007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7" name="Shape 2294"/>
          <p:cNvSpPr/>
          <p:nvPr/>
        </p:nvSpPr>
        <p:spPr>
          <a:xfrm>
            <a:off x="7936578" y="29425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8" name="Shape 2295"/>
          <p:cNvSpPr/>
          <p:nvPr/>
        </p:nvSpPr>
        <p:spPr>
          <a:xfrm>
            <a:off x="7991555" y="40652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9" name="Shape 2296"/>
          <p:cNvSpPr/>
          <p:nvPr/>
        </p:nvSpPr>
        <p:spPr>
          <a:xfrm>
            <a:off x="7970718" y="37825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0" name="Shape 2297"/>
          <p:cNvSpPr/>
          <p:nvPr/>
        </p:nvSpPr>
        <p:spPr>
          <a:xfrm>
            <a:off x="8180596" y="40902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1" name="Shape 2298"/>
          <p:cNvSpPr/>
          <p:nvPr/>
        </p:nvSpPr>
        <p:spPr>
          <a:xfrm>
            <a:off x="7981700" y="39404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2" name="Shape 2299"/>
          <p:cNvSpPr/>
          <p:nvPr/>
        </p:nvSpPr>
        <p:spPr>
          <a:xfrm>
            <a:off x="8126247" y="38173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3" name="Shape 2300"/>
          <p:cNvSpPr/>
          <p:nvPr/>
        </p:nvSpPr>
        <p:spPr>
          <a:xfrm>
            <a:off x="7967643" y="39959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4" name="Shape 2301"/>
          <p:cNvSpPr/>
          <p:nvPr/>
        </p:nvSpPr>
        <p:spPr>
          <a:xfrm>
            <a:off x="8169366" y="38743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5" name="Shape 2302"/>
          <p:cNvSpPr/>
          <p:nvPr/>
        </p:nvSpPr>
        <p:spPr>
          <a:xfrm>
            <a:off x="7807958" y="38787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6" name="Shape 2303"/>
          <p:cNvSpPr/>
          <p:nvPr/>
        </p:nvSpPr>
        <p:spPr>
          <a:xfrm>
            <a:off x="7799611" y="39413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7" name="Shape 2304"/>
          <p:cNvSpPr/>
          <p:nvPr/>
        </p:nvSpPr>
        <p:spPr>
          <a:xfrm>
            <a:off x="7825318" y="38293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8" name="Shape 2305"/>
          <p:cNvSpPr/>
          <p:nvPr/>
        </p:nvSpPr>
        <p:spPr>
          <a:xfrm>
            <a:off x="7915118" y="38877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9" name="Shape 2306"/>
          <p:cNvSpPr/>
          <p:nvPr/>
        </p:nvSpPr>
        <p:spPr>
          <a:xfrm>
            <a:off x="7816691" y="40175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0" name="Shape 2307"/>
          <p:cNvSpPr/>
          <p:nvPr/>
        </p:nvSpPr>
        <p:spPr>
          <a:xfrm>
            <a:off x="8126493" y="39945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1" name="Shape 2308"/>
          <p:cNvSpPr/>
          <p:nvPr/>
        </p:nvSpPr>
        <p:spPr>
          <a:xfrm>
            <a:off x="8139475" y="29455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2" name="Shape 2309"/>
          <p:cNvSpPr/>
          <p:nvPr/>
        </p:nvSpPr>
        <p:spPr>
          <a:xfrm>
            <a:off x="7825382" y="39615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3" name="Shape 2310"/>
          <p:cNvSpPr/>
          <p:nvPr/>
        </p:nvSpPr>
        <p:spPr>
          <a:xfrm>
            <a:off x="7930245" y="40639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4" name="Shape 2311"/>
          <p:cNvSpPr/>
          <p:nvPr/>
        </p:nvSpPr>
        <p:spPr>
          <a:xfrm>
            <a:off x="7800010" y="38841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5" name="Shape 2312"/>
          <p:cNvSpPr/>
          <p:nvPr/>
        </p:nvSpPr>
        <p:spPr>
          <a:xfrm>
            <a:off x="7784805" y="29359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6" name="Shape 2313"/>
          <p:cNvSpPr/>
          <p:nvPr/>
        </p:nvSpPr>
        <p:spPr>
          <a:xfrm>
            <a:off x="7953047" y="41147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7" name="Shape 2314"/>
          <p:cNvSpPr/>
          <p:nvPr/>
        </p:nvSpPr>
        <p:spPr>
          <a:xfrm>
            <a:off x="7832383" y="40072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8" name="Shape 2315"/>
          <p:cNvSpPr/>
          <p:nvPr/>
        </p:nvSpPr>
        <p:spPr>
          <a:xfrm>
            <a:off x="8149582" y="41184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9" name="Shape 2316"/>
          <p:cNvSpPr/>
          <p:nvPr/>
        </p:nvSpPr>
        <p:spPr>
          <a:xfrm>
            <a:off x="7904656" y="40188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0" name="Shape 2317"/>
          <p:cNvSpPr/>
          <p:nvPr/>
        </p:nvSpPr>
        <p:spPr>
          <a:xfrm>
            <a:off x="7869934" y="40609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1" name="Shape 2318"/>
          <p:cNvSpPr/>
          <p:nvPr/>
        </p:nvSpPr>
        <p:spPr>
          <a:xfrm>
            <a:off x="7757874" y="40669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2" name="Shape 2319"/>
          <p:cNvSpPr/>
          <p:nvPr/>
        </p:nvSpPr>
        <p:spPr>
          <a:xfrm>
            <a:off x="8176783" y="39094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3" name="Shape 2320"/>
          <p:cNvSpPr/>
          <p:nvPr/>
        </p:nvSpPr>
        <p:spPr>
          <a:xfrm>
            <a:off x="7937259" y="41157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4" name="Shape 2321"/>
          <p:cNvSpPr/>
          <p:nvPr/>
        </p:nvSpPr>
        <p:spPr>
          <a:xfrm>
            <a:off x="7903917" y="37849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5" name="Shape 2322"/>
          <p:cNvSpPr/>
          <p:nvPr/>
        </p:nvSpPr>
        <p:spPr>
          <a:xfrm>
            <a:off x="8152985" y="39495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6" name="Shape 2323"/>
          <p:cNvSpPr/>
          <p:nvPr/>
        </p:nvSpPr>
        <p:spPr>
          <a:xfrm>
            <a:off x="8103924" y="40579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7" name="Shape 2324"/>
          <p:cNvSpPr/>
          <p:nvPr/>
        </p:nvSpPr>
        <p:spPr>
          <a:xfrm>
            <a:off x="7796860" y="39219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8" name="Shape 2325"/>
          <p:cNvSpPr/>
          <p:nvPr/>
        </p:nvSpPr>
        <p:spPr>
          <a:xfrm>
            <a:off x="7873641" y="39647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9" name="Shape 2326"/>
          <p:cNvSpPr/>
          <p:nvPr/>
        </p:nvSpPr>
        <p:spPr>
          <a:xfrm>
            <a:off x="7917907" y="40930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0" name="Shape 2327"/>
          <p:cNvSpPr/>
          <p:nvPr/>
        </p:nvSpPr>
        <p:spPr>
          <a:xfrm>
            <a:off x="7880959" y="41118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1" name="Shape 2328"/>
          <p:cNvSpPr/>
          <p:nvPr/>
        </p:nvSpPr>
        <p:spPr>
          <a:xfrm>
            <a:off x="8037659" y="40581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2" name="Shape 2329"/>
          <p:cNvSpPr/>
          <p:nvPr/>
        </p:nvSpPr>
        <p:spPr>
          <a:xfrm>
            <a:off x="7916908" y="39832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3" name="Shape 2330"/>
          <p:cNvSpPr/>
          <p:nvPr/>
        </p:nvSpPr>
        <p:spPr>
          <a:xfrm>
            <a:off x="7814541" y="39538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4" name="Shape 2331"/>
          <p:cNvSpPr/>
          <p:nvPr/>
        </p:nvSpPr>
        <p:spPr>
          <a:xfrm>
            <a:off x="7838073" y="40239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5" name="Shape 2332"/>
          <p:cNvSpPr/>
          <p:nvPr/>
        </p:nvSpPr>
        <p:spPr>
          <a:xfrm>
            <a:off x="7757038" y="40159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6" name="Shape 2333"/>
          <p:cNvSpPr/>
          <p:nvPr/>
        </p:nvSpPr>
        <p:spPr>
          <a:xfrm>
            <a:off x="7963059" y="38438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7" name="Shape 2334"/>
          <p:cNvSpPr/>
          <p:nvPr/>
        </p:nvSpPr>
        <p:spPr>
          <a:xfrm>
            <a:off x="7898879" y="38630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8" name="Shape 2335"/>
          <p:cNvSpPr/>
          <p:nvPr/>
        </p:nvSpPr>
        <p:spPr>
          <a:xfrm>
            <a:off x="7753629" y="39440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9" name="Shape 2336"/>
          <p:cNvSpPr/>
          <p:nvPr/>
        </p:nvSpPr>
        <p:spPr>
          <a:xfrm>
            <a:off x="7962245" y="29170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0" name="Shape 2337"/>
          <p:cNvSpPr/>
          <p:nvPr/>
        </p:nvSpPr>
        <p:spPr>
          <a:xfrm>
            <a:off x="7973433" y="39850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1" name="Shape 2338"/>
          <p:cNvSpPr/>
          <p:nvPr/>
        </p:nvSpPr>
        <p:spPr>
          <a:xfrm>
            <a:off x="7881533" y="40541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2" name="Shape 2339"/>
          <p:cNvSpPr/>
          <p:nvPr/>
        </p:nvSpPr>
        <p:spPr>
          <a:xfrm>
            <a:off x="7867363" y="38744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3" name="Shape 2340"/>
          <p:cNvSpPr/>
          <p:nvPr/>
        </p:nvSpPr>
        <p:spPr>
          <a:xfrm>
            <a:off x="8023756" y="41913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4" name="Shape 2341"/>
          <p:cNvSpPr/>
          <p:nvPr/>
        </p:nvSpPr>
        <p:spPr>
          <a:xfrm>
            <a:off x="7783326" y="38745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5" name="Shape 2342"/>
          <p:cNvSpPr/>
          <p:nvPr/>
        </p:nvSpPr>
        <p:spPr>
          <a:xfrm>
            <a:off x="7897631" y="39965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6" name="Shape 2343"/>
          <p:cNvSpPr/>
          <p:nvPr/>
        </p:nvSpPr>
        <p:spPr>
          <a:xfrm>
            <a:off x="8110077" y="41838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7" name="Shape 2344"/>
          <p:cNvSpPr/>
          <p:nvPr/>
        </p:nvSpPr>
        <p:spPr>
          <a:xfrm>
            <a:off x="7995618" y="38012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8" name="Shape 2345"/>
          <p:cNvSpPr/>
          <p:nvPr/>
        </p:nvSpPr>
        <p:spPr>
          <a:xfrm>
            <a:off x="8057814" y="38288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9" name="Shape 2346"/>
          <p:cNvSpPr/>
          <p:nvPr/>
        </p:nvSpPr>
        <p:spPr>
          <a:xfrm>
            <a:off x="7935885" y="40261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0" name="Shape 2347"/>
          <p:cNvSpPr/>
          <p:nvPr/>
        </p:nvSpPr>
        <p:spPr>
          <a:xfrm>
            <a:off x="8135743" y="37892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1" name="Shape 2348"/>
          <p:cNvSpPr/>
          <p:nvPr/>
        </p:nvSpPr>
        <p:spPr>
          <a:xfrm>
            <a:off x="7816663" y="39453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2" name="Shape 2349"/>
          <p:cNvSpPr/>
          <p:nvPr/>
        </p:nvSpPr>
        <p:spPr>
          <a:xfrm>
            <a:off x="7963461" y="40111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3" name="Shape 2350"/>
          <p:cNvSpPr/>
          <p:nvPr/>
        </p:nvSpPr>
        <p:spPr>
          <a:xfrm>
            <a:off x="8030438" y="40279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4" name="Shape 2351"/>
          <p:cNvSpPr/>
          <p:nvPr/>
        </p:nvSpPr>
        <p:spPr>
          <a:xfrm>
            <a:off x="7782972" y="39668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5" name="Shape 2352"/>
          <p:cNvSpPr/>
          <p:nvPr/>
        </p:nvSpPr>
        <p:spPr>
          <a:xfrm>
            <a:off x="7960247" y="38940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6" name="Shape 2353"/>
          <p:cNvSpPr/>
          <p:nvPr/>
        </p:nvSpPr>
        <p:spPr>
          <a:xfrm>
            <a:off x="7888450" y="37820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7" name="Shape 2354"/>
          <p:cNvSpPr/>
          <p:nvPr/>
        </p:nvSpPr>
        <p:spPr>
          <a:xfrm>
            <a:off x="7760021" y="39658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8" name="Shape 2355"/>
          <p:cNvSpPr/>
          <p:nvPr/>
        </p:nvSpPr>
        <p:spPr>
          <a:xfrm>
            <a:off x="8028450" y="38052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9" name="Shape 2356"/>
          <p:cNvSpPr/>
          <p:nvPr/>
        </p:nvSpPr>
        <p:spPr>
          <a:xfrm>
            <a:off x="8037871" y="40845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0" name="Shape 2357"/>
          <p:cNvSpPr/>
          <p:nvPr/>
        </p:nvSpPr>
        <p:spPr>
          <a:xfrm>
            <a:off x="7866361" y="41215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1" name="Shape 2358"/>
          <p:cNvSpPr/>
          <p:nvPr/>
        </p:nvSpPr>
        <p:spPr>
          <a:xfrm>
            <a:off x="7964643" y="39312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2" name="Shape 2359"/>
          <p:cNvSpPr/>
          <p:nvPr/>
        </p:nvSpPr>
        <p:spPr>
          <a:xfrm>
            <a:off x="8127857" y="39136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3" name="Shape 2360"/>
          <p:cNvSpPr/>
          <p:nvPr/>
        </p:nvSpPr>
        <p:spPr>
          <a:xfrm>
            <a:off x="7994388" y="39241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4" name="Shape 2361"/>
          <p:cNvSpPr/>
          <p:nvPr/>
        </p:nvSpPr>
        <p:spPr>
          <a:xfrm>
            <a:off x="7945186" y="40477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5" name="Shape 2362"/>
          <p:cNvSpPr/>
          <p:nvPr/>
        </p:nvSpPr>
        <p:spPr>
          <a:xfrm>
            <a:off x="7808025" y="40485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6" name="Shape 2363"/>
          <p:cNvSpPr/>
          <p:nvPr/>
        </p:nvSpPr>
        <p:spPr>
          <a:xfrm>
            <a:off x="7974834" y="38505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7" name="Shape 2364"/>
          <p:cNvSpPr/>
          <p:nvPr/>
        </p:nvSpPr>
        <p:spPr>
          <a:xfrm>
            <a:off x="8072888" y="40574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8" name="Shape 2365"/>
          <p:cNvSpPr/>
          <p:nvPr/>
        </p:nvSpPr>
        <p:spPr>
          <a:xfrm>
            <a:off x="7920136" y="39982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9" name="Shape 2366"/>
          <p:cNvSpPr/>
          <p:nvPr/>
        </p:nvSpPr>
        <p:spPr>
          <a:xfrm>
            <a:off x="8148966" y="36837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0" name="Shape 2367"/>
          <p:cNvSpPr/>
          <p:nvPr/>
        </p:nvSpPr>
        <p:spPr>
          <a:xfrm>
            <a:off x="7988607" y="40153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1" name="Shape 2368"/>
          <p:cNvSpPr/>
          <p:nvPr/>
        </p:nvSpPr>
        <p:spPr>
          <a:xfrm>
            <a:off x="7780771" y="39735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2" name="Shape 2369"/>
          <p:cNvSpPr/>
          <p:nvPr/>
        </p:nvSpPr>
        <p:spPr>
          <a:xfrm>
            <a:off x="7915198" y="39760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3" name="Shape 2370"/>
          <p:cNvSpPr/>
          <p:nvPr/>
        </p:nvSpPr>
        <p:spPr>
          <a:xfrm>
            <a:off x="8062152" y="40526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4" name="Shape 2371"/>
          <p:cNvSpPr/>
          <p:nvPr/>
        </p:nvSpPr>
        <p:spPr>
          <a:xfrm>
            <a:off x="8143079" y="41755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5" name="Shape 2372"/>
          <p:cNvSpPr/>
          <p:nvPr/>
        </p:nvSpPr>
        <p:spPr>
          <a:xfrm>
            <a:off x="7892183" y="41458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6" name="Shape 2373"/>
          <p:cNvSpPr/>
          <p:nvPr/>
        </p:nvSpPr>
        <p:spPr>
          <a:xfrm>
            <a:off x="8138236" y="41159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7" name="Shape 2374"/>
          <p:cNvSpPr/>
          <p:nvPr/>
        </p:nvSpPr>
        <p:spPr>
          <a:xfrm>
            <a:off x="7895167" y="41470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8" name="Shape 2375"/>
          <p:cNvSpPr/>
          <p:nvPr/>
        </p:nvSpPr>
        <p:spPr>
          <a:xfrm>
            <a:off x="8011615" y="43009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9" name="Shape 2376"/>
          <p:cNvSpPr/>
          <p:nvPr/>
        </p:nvSpPr>
        <p:spPr>
          <a:xfrm>
            <a:off x="8164089" y="41787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0" name="Shape 2377"/>
          <p:cNvSpPr/>
          <p:nvPr/>
        </p:nvSpPr>
        <p:spPr>
          <a:xfrm>
            <a:off x="7772447" y="42406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1" name="Shape 2378"/>
          <p:cNvSpPr/>
          <p:nvPr/>
        </p:nvSpPr>
        <p:spPr>
          <a:xfrm>
            <a:off x="7772641" y="42564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2" name="Shape 2379"/>
          <p:cNvSpPr/>
          <p:nvPr/>
        </p:nvSpPr>
        <p:spPr>
          <a:xfrm>
            <a:off x="8160138" y="42808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3" name="Shape 2380"/>
          <p:cNvSpPr/>
          <p:nvPr/>
        </p:nvSpPr>
        <p:spPr>
          <a:xfrm>
            <a:off x="7861751" y="41535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4" name="Shape 2381"/>
          <p:cNvSpPr/>
          <p:nvPr/>
        </p:nvSpPr>
        <p:spPr>
          <a:xfrm>
            <a:off x="7998401" y="42211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5" name="Shape 2382"/>
          <p:cNvSpPr/>
          <p:nvPr/>
        </p:nvSpPr>
        <p:spPr>
          <a:xfrm>
            <a:off x="7752683" y="41849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6" name="Shape 2383"/>
          <p:cNvSpPr/>
          <p:nvPr/>
        </p:nvSpPr>
        <p:spPr>
          <a:xfrm>
            <a:off x="7987137" y="43575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7" name="Shape 2384"/>
          <p:cNvSpPr/>
          <p:nvPr/>
        </p:nvSpPr>
        <p:spPr>
          <a:xfrm>
            <a:off x="7947030" y="40567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8" name="Shape 2385"/>
          <p:cNvSpPr/>
          <p:nvPr/>
        </p:nvSpPr>
        <p:spPr>
          <a:xfrm>
            <a:off x="8107356" y="40861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9" name="Shape 2386"/>
          <p:cNvSpPr/>
          <p:nvPr/>
        </p:nvSpPr>
        <p:spPr>
          <a:xfrm>
            <a:off x="8087658" y="40232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0" name="Shape 2387"/>
          <p:cNvSpPr/>
          <p:nvPr/>
        </p:nvSpPr>
        <p:spPr>
          <a:xfrm>
            <a:off x="7777619" y="36590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1" name="Shape 2388"/>
          <p:cNvSpPr/>
          <p:nvPr/>
        </p:nvSpPr>
        <p:spPr>
          <a:xfrm>
            <a:off x="7875543" y="32806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2" name="Shape 2389"/>
          <p:cNvSpPr/>
          <p:nvPr/>
        </p:nvSpPr>
        <p:spPr>
          <a:xfrm>
            <a:off x="7940570" y="35391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3" name="Shape 2390"/>
          <p:cNvSpPr/>
          <p:nvPr/>
        </p:nvSpPr>
        <p:spPr>
          <a:xfrm>
            <a:off x="8133460" y="41993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4" name="Shape 2391"/>
          <p:cNvSpPr/>
          <p:nvPr/>
        </p:nvSpPr>
        <p:spPr>
          <a:xfrm>
            <a:off x="8133449" y="36741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5" name="Shape 2392"/>
          <p:cNvSpPr/>
          <p:nvPr/>
        </p:nvSpPr>
        <p:spPr>
          <a:xfrm>
            <a:off x="7786056" y="43452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6" name="Shape 2393"/>
          <p:cNvSpPr/>
          <p:nvPr/>
        </p:nvSpPr>
        <p:spPr>
          <a:xfrm>
            <a:off x="7945200" y="38182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7" name="Shape 2394"/>
          <p:cNvSpPr/>
          <p:nvPr/>
        </p:nvSpPr>
        <p:spPr>
          <a:xfrm>
            <a:off x="8014902" y="36771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8" name="Shape 2395"/>
          <p:cNvSpPr/>
          <p:nvPr/>
        </p:nvSpPr>
        <p:spPr>
          <a:xfrm>
            <a:off x="8061358" y="36552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9" name="Shape 2396"/>
          <p:cNvSpPr/>
          <p:nvPr/>
        </p:nvSpPr>
        <p:spPr>
          <a:xfrm>
            <a:off x="7967597" y="36637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0" name="Shape 2397"/>
          <p:cNvSpPr/>
          <p:nvPr/>
        </p:nvSpPr>
        <p:spPr>
          <a:xfrm>
            <a:off x="7895454" y="36677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1" name="Shape 2398"/>
          <p:cNvSpPr/>
          <p:nvPr/>
        </p:nvSpPr>
        <p:spPr>
          <a:xfrm>
            <a:off x="8163724" y="41504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2" name="Shape 2399"/>
          <p:cNvSpPr/>
          <p:nvPr/>
        </p:nvSpPr>
        <p:spPr>
          <a:xfrm>
            <a:off x="8056628" y="39814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3" name="Shape 2400"/>
          <p:cNvSpPr/>
          <p:nvPr/>
        </p:nvSpPr>
        <p:spPr>
          <a:xfrm>
            <a:off x="8066858" y="31912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4" name="Shape 2401"/>
          <p:cNvSpPr/>
          <p:nvPr/>
        </p:nvSpPr>
        <p:spPr>
          <a:xfrm>
            <a:off x="8083281" y="41489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5" name="Shape 2402"/>
          <p:cNvSpPr/>
          <p:nvPr/>
        </p:nvSpPr>
        <p:spPr>
          <a:xfrm>
            <a:off x="7771062" y="34996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6" name="Shape 2403"/>
          <p:cNvSpPr/>
          <p:nvPr/>
        </p:nvSpPr>
        <p:spPr>
          <a:xfrm>
            <a:off x="8082194" y="37883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7" name="Shape 2404"/>
          <p:cNvSpPr/>
          <p:nvPr/>
        </p:nvSpPr>
        <p:spPr>
          <a:xfrm>
            <a:off x="8037276" y="41128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8" name="Shape 2405"/>
          <p:cNvSpPr/>
          <p:nvPr/>
        </p:nvSpPr>
        <p:spPr>
          <a:xfrm>
            <a:off x="7989575" y="38483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9" name="Shape 2406"/>
          <p:cNvSpPr/>
          <p:nvPr/>
        </p:nvSpPr>
        <p:spPr>
          <a:xfrm>
            <a:off x="8174630" y="37348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0" name="Shape 2407"/>
          <p:cNvSpPr/>
          <p:nvPr/>
        </p:nvSpPr>
        <p:spPr>
          <a:xfrm>
            <a:off x="7775207" y="37430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1" name="Shape 2408"/>
          <p:cNvSpPr/>
          <p:nvPr/>
        </p:nvSpPr>
        <p:spPr>
          <a:xfrm>
            <a:off x="8174991" y="36644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2" name="Shape 2409"/>
          <p:cNvSpPr/>
          <p:nvPr/>
        </p:nvSpPr>
        <p:spPr>
          <a:xfrm>
            <a:off x="7918096" y="37046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3" name="Shape 2410"/>
          <p:cNvSpPr/>
          <p:nvPr/>
        </p:nvSpPr>
        <p:spPr>
          <a:xfrm>
            <a:off x="7915600" y="37581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4" name="Shape 2411"/>
          <p:cNvSpPr/>
          <p:nvPr/>
        </p:nvSpPr>
        <p:spPr>
          <a:xfrm>
            <a:off x="8031296" y="36032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5" name="Shape 2412"/>
          <p:cNvSpPr/>
          <p:nvPr/>
        </p:nvSpPr>
        <p:spPr>
          <a:xfrm>
            <a:off x="7965359" y="36554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6" name="Shape 2413"/>
          <p:cNvSpPr/>
          <p:nvPr/>
        </p:nvSpPr>
        <p:spPr>
          <a:xfrm>
            <a:off x="8093096" y="35979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7" name="Shape 2414"/>
          <p:cNvSpPr/>
          <p:nvPr/>
        </p:nvSpPr>
        <p:spPr>
          <a:xfrm>
            <a:off x="8124244" y="42886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8" name="Shape 2415"/>
          <p:cNvSpPr/>
          <p:nvPr/>
        </p:nvSpPr>
        <p:spPr>
          <a:xfrm>
            <a:off x="7889964" y="35298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9" name="Shape 2416"/>
          <p:cNvSpPr/>
          <p:nvPr/>
        </p:nvSpPr>
        <p:spPr>
          <a:xfrm>
            <a:off x="7835324" y="27588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0" name="Shape 2417"/>
          <p:cNvSpPr/>
          <p:nvPr/>
        </p:nvSpPr>
        <p:spPr>
          <a:xfrm>
            <a:off x="7939528" y="33104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1" name="Shape 2418"/>
          <p:cNvSpPr/>
          <p:nvPr/>
        </p:nvSpPr>
        <p:spPr>
          <a:xfrm>
            <a:off x="7961403" y="35246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2" name="Shape 2419"/>
          <p:cNvSpPr/>
          <p:nvPr/>
        </p:nvSpPr>
        <p:spPr>
          <a:xfrm>
            <a:off x="8043548" y="32175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3" name="Shape 2420"/>
          <p:cNvSpPr/>
          <p:nvPr/>
        </p:nvSpPr>
        <p:spPr>
          <a:xfrm>
            <a:off x="7765298" y="28092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4" name="Shape 2421"/>
          <p:cNvSpPr/>
          <p:nvPr/>
        </p:nvSpPr>
        <p:spPr>
          <a:xfrm>
            <a:off x="8067240" y="28298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5" name="Shape 2422"/>
          <p:cNvSpPr/>
          <p:nvPr/>
        </p:nvSpPr>
        <p:spPr>
          <a:xfrm>
            <a:off x="8063560" y="36305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6" name="Shape 2423"/>
          <p:cNvSpPr/>
          <p:nvPr/>
        </p:nvSpPr>
        <p:spPr>
          <a:xfrm>
            <a:off x="8011297" y="36482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7" name="Shape 2424"/>
          <p:cNvSpPr/>
          <p:nvPr/>
        </p:nvSpPr>
        <p:spPr>
          <a:xfrm>
            <a:off x="8155679" y="35065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8" name="Shape 2425"/>
          <p:cNvSpPr/>
          <p:nvPr/>
        </p:nvSpPr>
        <p:spPr>
          <a:xfrm>
            <a:off x="7816572" y="36471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9" name="Shape 2426"/>
          <p:cNvSpPr/>
          <p:nvPr/>
        </p:nvSpPr>
        <p:spPr>
          <a:xfrm>
            <a:off x="7964236" y="35829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0" name="Shape 2427"/>
          <p:cNvSpPr/>
          <p:nvPr/>
        </p:nvSpPr>
        <p:spPr>
          <a:xfrm>
            <a:off x="7782105" y="35815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1" name="Shape 2428"/>
          <p:cNvSpPr/>
          <p:nvPr/>
        </p:nvSpPr>
        <p:spPr>
          <a:xfrm>
            <a:off x="8068822" y="35950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2" name="Shape 2429"/>
          <p:cNvSpPr/>
          <p:nvPr/>
        </p:nvSpPr>
        <p:spPr>
          <a:xfrm>
            <a:off x="8127042" y="36425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3" name="Shape 2430"/>
          <p:cNvSpPr/>
          <p:nvPr/>
        </p:nvSpPr>
        <p:spPr>
          <a:xfrm>
            <a:off x="7898369" y="33705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4" name="Shape 2431"/>
          <p:cNvSpPr/>
          <p:nvPr/>
        </p:nvSpPr>
        <p:spPr>
          <a:xfrm>
            <a:off x="7869579" y="38011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5" name="Shape 2432"/>
          <p:cNvSpPr/>
          <p:nvPr/>
        </p:nvSpPr>
        <p:spPr>
          <a:xfrm>
            <a:off x="7884849" y="34941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6" name="Shape 2433"/>
          <p:cNvSpPr/>
          <p:nvPr/>
        </p:nvSpPr>
        <p:spPr>
          <a:xfrm>
            <a:off x="7905035" y="32634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7" name="Shape 2434"/>
          <p:cNvSpPr/>
          <p:nvPr/>
        </p:nvSpPr>
        <p:spPr>
          <a:xfrm>
            <a:off x="7938698" y="37655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8" name="Shape 2435"/>
          <p:cNvSpPr/>
          <p:nvPr/>
        </p:nvSpPr>
        <p:spPr>
          <a:xfrm>
            <a:off x="7819442" y="38224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9" name="Shape 2436"/>
          <p:cNvSpPr/>
          <p:nvPr/>
        </p:nvSpPr>
        <p:spPr>
          <a:xfrm>
            <a:off x="7916163" y="37054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0" name="Shape 2437"/>
          <p:cNvSpPr/>
          <p:nvPr/>
        </p:nvSpPr>
        <p:spPr>
          <a:xfrm>
            <a:off x="7889779" y="35559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1" name="Shape 2438"/>
          <p:cNvSpPr/>
          <p:nvPr/>
        </p:nvSpPr>
        <p:spPr>
          <a:xfrm>
            <a:off x="8050479" y="25302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2" name="Shape 2439"/>
          <p:cNvSpPr/>
          <p:nvPr/>
        </p:nvSpPr>
        <p:spPr>
          <a:xfrm>
            <a:off x="7832802" y="34652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3" name="Shape 2440"/>
          <p:cNvSpPr/>
          <p:nvPr/>
        </p:nvSpPr>
        <p:spPr>
          <a:xfrm>
            <a:off x="7944769" y="29193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4" name="Shape 2441"/>
          <p:cNvSpPr/>
          <p:nvPr/>
        </p:nvSpPr>
        <p:spPr>
          <a:xfrm>
            <a:off x="8099803" y="36639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5" name="Shape 2442"/>
          <p:cNvSpPr/>
          <p:nvPr/>
        </p:nvSpPr>
        <p:spPr>
          <a:xfrm>
            <a:off x="8030313" y="36020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6" name="Shape 2443"/>
          <p:cNvSpPr/>
          <p:nvPr/>
        </p:nvSpPr>
        <p:spPr>
          <a:xfrm>
            <a:off x="8123214" y="24857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7" name="Shape 2444"/>
          <p:cNvSpPr/>
          <p:nvPr/>
        </p:nvSpPr>
        <p:spPr>
          <a:xfrm>
            <a:off x="7815166" y="32591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8" name="Shape 2445"/>
          <p:cNvSpPr/>
          <p:nvPr/>
        </p:nvSpPr>
        <p:spPr>
          <a:xfrm>
            <a:off x="7945017" y="37796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9" name="Shape 2446"/>
          <p:cNvSpPr/>
          <p:nvPr/>
        </p:nvSpPr>
        <p:spPr>
          <a:xfrm>
            <a:off x="7875164" y="37486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0" name="Shape 2447"/>
          <p:cNvSpPr/>
          <p:nvPr/>
        </p:nvSpPr>
        <p:spPr>
          <a:xfrm>
            <a:off x="8007327" y="36276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1" name="Shape 2448"/>
          <p:cNvSpPr/>
          <p:nvPr/>
        </p:nvSpPr>
        <p:spPr>
          <a:xfrm>
            <a:off x="8174968" y="35823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2" name="Shape 2449"/>
          <p:cNvSpPr/>
          <p:nvPr/>
        </p:nvSpPr>
        <p:spPr>
          <a:xfrm>
            <a:off x="8159537" y="36581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3" name="Shape 2450"/>
          <p:cNvSpPr/>
          <p:nvPr/>
        </p:nvSpPr>
        <p:spPr>
          <a:xfrm>
            <a:off x="7894239" y="31906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4" name="Shape 2451"/>
          <p:cNvSpPr/>
          <p:nvPr/>
        </p:nvSpPr>
        <p:spPr>
          <a:xfrm>
            <a:off x="7828673" y="36164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5" name="Shape 2452"/>
          <p:cNvSpPr/>
          <p:nvPr/>
        </p:nvSpPr>
        <p:spPr>
          <a:xfrm>
            <a:off x="7864232" y="36698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6" name="Shape 2453"/>
          <p:cNvSpPr/>
          <p:nvPr/>
        </p:nvSpPr>
        <p:spPr>
          <a:xfrm>
            <a:off x="7862623" y="36131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7" name="Shape 2454"/>
          <p:cNvSpPr/>
          <p:nvPr/>
        </p:nvSpPr>
        <p:spPr>
          <a:xfrm>
            <a:off x="7873675" y="35426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8" name="Shape 2455"/>
          <p:cNvSpPr/>
          <p:nvPr/>
        </p:nvSpPr>
        <p:spPr>
          <a:xfrm>
            <a:off x="7924567" y="36411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9" name="Shape 2456"/>
          <p:cNvSpPr/>
          <p:nvPr/>
        </p:nvSpPr>
        <p:spPr>
          <a:xfrm>
            <a:off x="7847546" y="36479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0" name="Shape 2457"/>
          <p:cNvSpPr/>
          <p:nvPr/>
        </p:nvSpPr>
        <p:spPr>
          <a:xfrm>
            <a:off x="7983608" y="36413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1" name="Shape 2458"/>
          <p:cNvSpPr/>
          <p:nvPr/>
        </p:nvSpPr>
        <p:spPr>
          <a:xfrm>
            <a:off x="7942657" y="41347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2" name="Shape 2459"/>
          <p:cNvSpPr/>
          <p:nvPr/>
        </p:nvSpPr>
        <p:spPr>
          <a:xfrm>
            <a:off x="8145860" y="35515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3" name="Shape 2460"/>
          <p:cNvSpPr/>
          <p:nvPr/>
        </p:nvSpPr>
        <p:spPr>
          <a:xfrm>
            <a:off x="8134577" y="37222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4" name="Shape 2461"/>
          <p:cNvSpPr/>
          <p:nvPr/>
        </p:nvSpPr>
        <p:spPr>
          <a:xfrm>
            <a:off x="8027622" y="39709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5" name="Shape 2462"/>
          <p:cNvSpPr/>
          <p:nvPr/>
        </p:nvSpPr>
        <p:spPr>
          <a:xfrm>
            <a:off x="7964026" y="38946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6" name="Shape 2463"/>
          <p:cNvSpPr/>
          <p:nvPr/>
        </p:nvSpPr>
        <p:spPr>
          <a:xfrm>
            <a:off x="8093919" y="39082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7" name="Shape 2464"/>
          <p:cNvSpPr/>
          <p:nvPr/>
        </p:nvSpPr>
        <p:spPr>
          <a:xfrm>
            <a:off x="8065778" y="27414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8" name="Shape 2465"/>
          <p:cNvSpPr/>
          <p:nvPr/>
        </p:nvSpPr>
        <p:spPr>
          <a:xfrm>
            <a:off x="7893316" y="35691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9" name="Shape 2466"/>
          <p:cNvSpPr/>
          <p:nvPr/>
        </p:nvSpPr>
        <p:spPr>
          <a:xfrm>
            <a:off x="8181436" y="28932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0" name="Shape 2467"/>
          <p:cNvSpPr/>
          <p:nvPr/>
        </p:nvSpPr>
        <p:spPr>
          <a:xfrm>
            <a:off x="7956104" y="28890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1" name="Shape 2468"/>
          <p:cNvSpPr/>
          <p:nvPr/>
        </p:nvSpPr>
        <p:spPr>
          <a:xfrm>
            <a:off x="7819921" y="28718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2" name="Shape 2469"/>
          <p:cNvSpPr/>
          <p:nvPr/>
        </p:nvSpPr>
        <p:spPr>
          <a:xfrm>
            <a:off x="7963878" y="29187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3" name="Shape 2470"/>
          <p:cNvSpPr/>
          <p:nvPr/>
        </p:nvSpPr>
        <p:spPr>
          <a:xfrm>
            <a:off x="8066673" y="35699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4" name="Shape 2471"/>
          <p:cNvSpPr/>
          <p:nvPr/>
        </p:nvSpPr>
        <p:spPr>
          <a:xfrm>
            <a:off x="8172554" y="36999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5" name="Shape 2472"/>
          <p:cNvSpPr/>
          <p:nvPr/>
        </p:nvSpPr>
        <p:spPr>
          <a:xfrm>
            <a:off x="7859376" y="33005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6" name="Shape 2473"/>
          <p:cNvSpPr/>
          <p:nvPr/>
        </p:nvSpPr>
        <p:spPr>
          <a:xfrm>
            <a:off x="7787606" y="33940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7" name="Shape 2474"/>
          <p:cNvSpPr/>
          <p:nvPr/>
        </p:nvSpPr>
        <p:spPr>
          <a:xfrm>
            <a:off x="7944590" y="28822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8" name="Shape 2475"/>
          <p:cNvSpPr/>
          <p:nvPr/>
        </p:nvSpPr>
        <p:spPr>
          <a:xfrm>
            <a:off x="8099348" y="36534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9" name="Shape 2476"/>
          <p:cNvSpPr/>
          <p:nvPr/>
        </p:nvSpPr>
        <p:spPr>
          <a:xfrm>
            <a:off x="7846678" y="29190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0" name="Shape 2477"/>
          <p:cNvSpPr/>
          <p:nvPr/>
        </p:nvSpPr>
        <p:spPr>
          <a:xfrm>
            <a:off x="7929084" y="28731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1" name="Shape 2478"/>
          <p:cNvSpPr/>
          <p:nvPr/>
        </p:nvSpPr>
        <p:spPr>
          <a:xfrm>
            <a:off x="7757276" y="27842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2" name="Shape 2479"/>
          <p:cNvSpPr/>
          <p:nvPr/>
        </p:nvSpPr>
        <p:spPr>
          <a:xfrm>
            <a:off x="8043271" y="29003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3" name="Shape 2480"/>
          <p:cNvSpPr/>
          <p:nvPr/>
        </p:nvSpPr>
        <p:spPr>
          <a:xfrm>
            <a:off x="8033905" y="28969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4" name="Shape 2481"/>
          <p:cNvSpPr/>
          <p:nvPr/>
        </p:nvSpPr>
        <p:spPr>
          <a:xfrm>
            <a:off x="8084654" y="34715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5" name="Shape 2482"/>
          <p:cNvSpPr/>
          <p:nvPr/>
        </p:nvSpPr>
        <p:spPr>
          <a:xfrm>
            <a:off x="7892336" y="29064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6" name="Shape 2483"/>
          <p:cNvSpPr/>
          <p:nvPr/>
        </p:nvSpPr>
        <p:spPr>
          <a:xfrm>
            <a:off x="7991482" y="28998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7" name="Shape 2484"/>
          <p:cNvSpPr/>
          <p:nvPr/>
        </p:nvSpPr>
        <p:spPr>
          <a:xfrm>
            <a:off x="7987123" y="39342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8" name="Shape 2485"/>
          <p:cNvSpPr/>
          <p:nvPr/>
        </p:nvSpPr>
        <p:spPr>
          <a:xfrm>
            <a:off x="8180015" y="31785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9" name="Shape 2486"/>
          <p:cNvSpPr/>
          <p:nvPr/>
        </p:nvSpPr>
        <p:spPr>
          <a:xfrm>
            <a:off x="8172985" y="28011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0" name="Shape 2487"/>
          <p:cNvSpPr/>
          <p:nvPr/>
        </p:nvSpPr>
        <p:spPr>
          <a:xfrm>
            <a:off x="7927197" y="38101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1" name="Shape 2488"/>
          <p:cNvSpPr/>
          <p:nvPr/>
        </p:nvSpPr>
        <p:spPr>
          <a:xfrm>
            <a:off x="8127803" y="37266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2" name="Shape 2489"/>
          <p:cNvSpPr/>
          <p:nvPr/>
        </p:nvSpPr>
        <p:spPr>
          <a:xfrm>
            <a:off x="8058483" y="30770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3" name="Shape 2490"/>
          <p:cNvSpPr/>
          <p:nvPr/>
        </p:nvSpPr>
        <p:spPr>
          <a:xfrm>
            <a:off x="7964292" y="37372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4" name="Shape 2491"/>
          <p:cNvSpPr/>
          <p:nvPr/>
        </p:nvSpPr>
        <p:spPr>
          <a:xfrm>
            <a:off x="7874347" y="29229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5" name="Shape 2492"/>
          <p:cNvSpPr/>
          <p:nvPr/>
        </p:nvSpPr>
        <p:spPr>
          <a:xfrm>
            <a:off x="8021759" y="29221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6" name="Shape 2493"/>
          <p:cNvSpPr/>
          <p:nvPr/>
        </p:nvSpPr>
        <p:spPr>
          <a:xfrm>
            <a:off x="8016801" y="39418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7" name="Shape 2494"/>
          <p:cNvSpPr/>
          <p:nvPr/>
        </p:nvSpPr>
        <p:spPr>
          <a:xfrm>
            <a:off x="7975587" y="32651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8" name="Shape 2495"/>
          <p:cNvSpPr/>
          <p:nvPr/>
        </p:nvSpPr>
        <p:spPr>
          <a:xfrm>
            <a:off x="7910598" y="33367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9" name="Shape 2496"/>
          <p:cNvSpPr/>
          <p:nvPr/>
        </p:nvSpPr>
        <p:spPr>
          <a:xfrm>
            <a:off x="8168448" y="27746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0" name="Shape 2497"/>
          <p:cNvSpPr/>
          <p:nvPr/>
        </p:nvSpPr>
        <p:spPr>
          <a:xfrm>
            <a:off x="8177798" y="28052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1" name="Shape 2498"/>
          <p:cNvSpPr/>
          <p:nvPr/>
        </p:nvSpPr>
        <p:spPr>
          <a:xfrm>
            <a:off x="7814216" y="29982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2" name="Shape 2499"/>
          <p:cNvSpPr/>
          <p:nvPr/>
        </p:nvSpPr>
        <p:spPr>
          <a:xfrm>
            <a:off x="8096556" y="27861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3" name="Shape 2500"/>
          <p:cNvSpPr/>
          <p:nvPr/>
        </p:nvSpPr>
        <p:spPr>
          <a:xfrm>
            <a:off x="8002959" y="40990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4" name="Shape 2501"/>
          <p:cNvSpPr/>
          <p:nvPr/>
        </p:nvSpPr>
        <p:spPr>
          <a:xfrm>
            <a:off x="7806773" y="40903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5" name="Shape 2502"/>
          <p:cNvSpPr/>
          <p:nvPr/>
        </p:nvSpPr>
        <p:spPr>
          <a:xfrm>
            <a:off x="7756434" y="40122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6" name="Shape 2503"/>
          <p:cNvSpPr/>
          <p:nvPr/>
        </p:nvSpPr>
        <p:spPr>
          <a:xfrm>
            <a:off x="8158193" y="36960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7" name="Shape 2504"/>
          <p:cNvSpPr/>
          <p:nvPr/>
        </p:nvSpPr>
        <p:spPr>
          <a:xfrm>
            <a:off x="7865566" y="36035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8" name="Shape 2505"/>
          <p:cNvSpPr/>
          <p:nvPr/>
        </p:nvSpPr>
        <p:spPr>
          <a:xfrm>
            <a:off x="8140187" y="36558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9" name="Shape 2506"/>
          <p:cNvSpPr/>
          <p:nvPr/>
        </p:nvSpPr>
        <p:spPr>
          <a:xfrm>
            <a:off x="7856016" y="35979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0" name="Shape 2507"/>
          <p:cNvSpPr/>
          <p:nvPr/>
        </p:nvSpPr>
        <p:spPr>
          <a:xfrm>
            <a:off x="8068259" y="36439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1" name="Shape 2508"/>
          <p:cNvSpPr/>
          <p:nvPr/>
        </p:nvSpPr>
        <p:spPr>
          <a:xfrm>
            <a:off x="8116279" y="36834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2" name="Shape 2509"/>
          <p:cNvSpPr/>
          <p:nvPr/>
        </p:nvSpPr>
        <p:spPr>
          <a:xfrm>
            <a:off x="8158005" y="36609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3" name="Shape 2510"/>
          <p:cNvSpPr/>
          <p:nvPr/>
        </p:nvSpPr>
        <p:spPr>
          <a:xfrm>
            <a:off x="7801137" y="36745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4" name="Shape 2511"/>
          <p:cNvSpPr/>
          <p:nvPr/>
        </p:nvSpPr>
        <p:spPr>
          <a:xfrm>
            <a:off x="8014104" y="36821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5" name="Shape 2512"/>
          <p:cNvSpPr/>
          <p:nvPr/>
        </p:nvSpPr>
        <p:spPr>
          <a:xfrm>
            <a:off x="7891416" y="36577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6" name="Shape 2513"/>
          <p:cNvSpPr/>
          <p:nvPr/>
        </p:nvSpPr>
        <p:spPr>
          <a:xfrm>
            <a:off x="7913243" y="35998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7" name="Shape 2514"/>
          <p:cNvSpPr/>
          <p:nvPr/>
        </p:nvSpPr>
        <p:spPr>
          <a:xfrm>
            <a:off x="7883722" y="37059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8" name="Shape 2515"/>
          <p:cNvSpPr/>
          <p:nvPr/>
        </p:nvSpPr>
        <p:spPr>
          <a:xfrm>
            <a:off x="8029947" y="37342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9" name="Shape 2516"/>
          <p:cNvSpPr/>
          <p:nvPr/>
        </p:nvSpPr>
        <p:spPr>
          <a:xfrm>
            <a:off x="8106575" y="38870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0" name="Shape 2517"/>
          <p:cNvSpPr/>
          <p:nvPr/>
        </p:nvSpPr>
        <p:spPr>
          <a:xfrm>
            <a:off x="7894620" y="36516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1" name="Shape 2518"/>
          <p:cNvSpPr/>
          <p:nvPr/>
        </p:nvSpPr>
        <p:spPr>
          <a:xfrm>
            <a:off x="8142883" y="28725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2" name="Shape 2519"/>
          <p:cNvSpPr/>
          <p:nvPr/>
        </p:nvSpPr>
        <p:spPr>
          <a:xfrm>
            <a:off x="7762754" y="33674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3" name="Shape 2520"/>
          <p:cNvSpPr/>
          <p:nvPr/>
        </p:nvSpPr>
        <p:spPr>
          <a:xfrm>
            <a:off x="8164022" y="39824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4" name="Shape 2521"/>
          <p:cNvSpPr/>
          <p:nvPr/>
        </p:nvSpPr>
        <p:spPr>
          <a:xfrm>
            <a:off x="7813153" y="42459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5" name="Shape 2522"/>
          <p:cNvSpPr/>
          <p:nvPr/>
        </p:nvSpPr>
        <p:spPr>
          <a:xfrm>
            <a:off x="8014785" y="43632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6" name="Shape 2523"/>
          <p:cNvSpPr/>
          <p:nvPr/>
        </p:nvSpPr>
        <p:spPr>
          <a:xfrm>
            <a:off x="7756800" y="43811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7" name="Shape 2524"/>
          <p:cNvSpPr/>
          <p:nvPr/>
        </p:nvSpPr>
        <p:spPr>
          <a:xfrm>
            <a:off x="7860037" y="41294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8" name="Shape 2525"/>
          <p:cNvSpPr/>
          <p:nvPr/>
        </p:nvSpPr>
        <p:spPr>
          <a:xfrm>
            <a:off x="8011135" y="43353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9" name="Shape 2526"/>
          <p:cNvSpPr/>
          <p:nvPr/>
        </p:nvSpPr>
        <p:spPr>
          <a:xfrm>
            <a:off x="7850444" y="44751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0" name="Shape 2527"/>
          <p:cNvSpPr/>
          <p:nvPr/>
        </p:nvSpPr>
        <p:spPr>
          <a:xfrm>
            <a:off x="8057298" y="40740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1" name="Shape 2528"/>
          <p:cNvSpPr/>
          <p:nvPr/>
        </p:nvSpPr>
        <p:spPr>
          <a:xfrm>
            <a:off x="7976218" y="45769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2" name="Shape 2529"/>
          <p:cNvSpPr/>
          <p:nvPr/>
        </p:nvSpPr>
        <p:spPr>
          <a:xfrm>
            <a:off x="8037110" y="39192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3" name="Shape 2530"/>
          <p:cNvSpPr/>
          <p:nvPr/>
        </p:nvSpPr>
        <p:spPr>
          <a:xfrm>
            <a:off x="7840549" y="43235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4" name="Shape 2531"/>
          <p:cNvSpPr/>
          <p:nvPr/>
        </p:nvSpPr>
        <p:spPr>
          <a:xfrm>
            <a:off x="7883758" y="37752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5" name="Shape 2532"/>
          <p:cNvSpPr/>
          <p:nvPr/>
        </p:nvSpPr>
        <p:spPr>
          <a:xfrm>
            <a:off x="7968101" y="44783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6" name="Shape 2533"/>
          <p:cNvSpPr/>
          <p:nvPr/>
        </p:nvSpPr>
        <p:spPr>
          <a:xfrm>
            <a:off x="7864155" y="30348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7" name="Shape 2534"/>
          <p:cNvSpPr/>
          <p:nvPr/>
        </p:nvSpPr>
        <p:spPr>
          <a:xfrm>
            <a:off x="7920246" y="36496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8" name="Shape 2535"/>
          <p:cNvSpPr/>
          <p:nvPr/>
        </p:nvSpPr>
        <p:spPr>
          <a:xfrm>
            <a:off x="8112097" y="41164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9" name="Shape 2536"/>
          <p:cNvSpPr/>
          <p:nvPr/>
        </p:nvSpPr>
        <p:spPr>
          <a:xfrm>
            <a:off x="8032965" y="41507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0" name="Shape 2537"/>
          <p:cNvSpPr/>
          <p:nvPr/>
        </p:nvSpPr>
        <p:spPr>
          <a:xfrm>
            <a:off x="8026815" y="35967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1" name="Shape 2538"/>
          <p:cNvSpPr/>
          <p:nvPr/>
        </p:nvSpPr>
        <p:spPr>
          <a:xfrm>
            <a:off x="8126897" y="33459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2" name="Shape 2539"/>
          <p:cNvSpPr/>
          <p:nvPr/>
        </p:nvSpPr>
        <p:spPr>
          <a:xfrm>
            <a:off x="8029178" y="40119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3" name="Shape 2540"/>
          <p:cNvSpPr/>
          <p:nvPr/>
        </p:nvSpPr>
        <p:spPr>
          <a:xfrm>
            <a:off x="7949573" y="34275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4" name="Shape 2541"/>
          <p:cNvSpPr/>
          <p:nvPr/>
        </p:nvSpPr>
        <p:spPr>
          <a:xfrm>
            <a:off x="8145160" y="32534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5" name="Shape 2542"/>
          <p:cNvSpPr/>
          <p:nvPr/>
        </p:nvSpPr>
        <p:spPr>
          <a:xfrm>
            <a:off x="7808682" y="39389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6" name="Shape 2543"/>
          <p:cNvSpPr/>
          <p:nvPr/>
        </p:nvSpPr>
        <p:spPr>
          <a:xfrm>
            <a:off x="8117904" y="39953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7" name="Shape 2544"/>
          <p:cNvSpPr/>
          <p:nvPr/>
        </p:nvSpPr>
        <p:spPr>
          <a:xfrm>
            <a:off x="8010151" y="32796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8" name="Shape 2545"/>
          <p:cNvSpPr/>
          <p:nvPr/>
        </p:nvSpPr>
        <p:spPr>
          <a:xfrm>
            <a:off x="7978161" y="28475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9" name="Shape 2546"/>
          <p:cNvSpPr/>
          <p:nvPr/>
        </p:nvSpPr>
        <p:spPr>
          <a:xfrm>
            <a:off x="7854947" y="37603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0" name="Shape 2547"/>
          <p:cNvSpPr/>
          <p:nvPr/>
        </p:nvSpPr>
        <p:spPr>
          <a:xfrm>
            <a:off x="7780891" y="37710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1" name="Shape 2548"/>
          <p:cNvSpPr/>
          <p:nvPr/>
        </p:nvSpPr>
        <p:spPr>
          <a:xfrm>
            <a:off x="8132977" y="37872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2" name="Shape 2549"/>
          <p:cNvSpPr/>
          <p:nvPr/>
        </p:nvSpPr>
        <p:spPr>
          <a:xfrm>
            <a:off x="8105045" y="37791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3" name="Shape 2550"/>
          <p:cNvSpPr/>
          <p:nvPr/>
        </p:nvSpPr>
        <p:spPr>
          <a:xfrm>
            <a:off x="7827270" y="38084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4" name="Shape 2551"/>
          <p:cNvSpPr/>
          <p:nvPr/>
        </p:nvSpPr>
        <p:spPr>
          <a:xfrm>
            <a:off x="7800002" y="37836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5" name="Shape 2552"/>
          <p:cNvSpPr/>
          <p:nvPr/>
        </p:nvSpPr>
        <p:spPr>
          <a:xfrm>
            <a:off x="7936973" y="39408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6" name="Shape 2553"/>
          <p:cNvSpPr/>
          <p:nvPr/>
        </p:nvSpPr>
        <p:spPr>
          <a:xfrm>
            <a:off x="8109343" y="27513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7" name="Shape 2554"/>
          <p:cNvSpPr/>
          <p:nvPr/>
        </p:nvSpPr>
        <p:spPr>
          <a:xfrm>
            <a:off x="7786742" y="37630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8" name="Shape 2555"/>
          <p:cNvSpPr/>
          <p:nvPr/>
        </p:nvSpPr>
        <p:spPr>
          <a:xfrm>
            <a:off x="8167743" y="38722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9" name="Shape 2556"/>
          <p:cNvSpPr/>
          <p:nvPr/>
        </p:nvSpPr>
        <p:spPr>
          <a:xfrm>
            <a:off x="8016909" y="34538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0" name="Shape 2557"/>
          <p:cNvSpPr/>
          <p:nvPr/>
        </p:nvSpPr>
        <p:spPr>
          <a:xfrm>
            <a:off x="8012986" y="37331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1" name="Shape 2558"/>
          <p:cNvSpPr/>
          <p:nvPr/>
        </p:nvSpPr>
        <p:spPr>
          <a:xfrm>
            <a:off x="7752377" y="37193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2" name="Shape 2559"/>
          <p:cNvSpPr/>
          <p:nvPr/>
        </p:nvSpPr>
        <p:spPr>
          <a:xfrm>
            <a:off x="7863568" y="40658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3" name="Shape 2560"/>
          <p:cNvSpPr/>
          <p:nvPr/>
        </p:nvSpPr>
        <p:spPr>
          <a:xfrm>
            <a:off x="7921089" y="41267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4" name="Shape 2561"/>
          <p:cNvSpPr/>
          <p:nvPr/>
        </p:nvSpPr>
        <p:spPr>
          <a:xfrm>
            <a:off x="7808448" y="38372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5" name="Shape 2562"/>
          <p:cNvSpPr/>
          <p:nvPr/>
        </p:nvSpPr>
        <p:spPr>
          <a:xfrm>
            <a:off x="7817188" y="38240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6" name="Shape 2563"/>
          <p:cNvSpPr/>
          <p:nvPr/>
        </p:nvSpPr>
        <p:spPr>
          <a:xfrm>
            <a:off x="7835559" y="42956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7" name="Shape 2564"/>
          <p:cNvSpPr/>
          <p:nvPr/>
        </p:nvSpPr>
        <p:spPr>
          <a:xfrm>
            <a:off x="7990312" y="42562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8" name="Shape 2565"/>
          <p:cNvSpPr/>
          <p:nvPr/>
        </p:nvSpPr>
        <p:spPr>
          <a:xfrm>
            <a:off x="8109020" y="42404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9" name="Shape 2566"/>
          <p:cNvSpPr/>
          <p:nvPr/>
        </p:nvSpPr>
        <p:spPr>
          <a:xfrm>
            <a:off x="7933931" y="44719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0" name="Shape 2567"/>
          <p:cNvSpPr/>
          <p:nvPr/>
        </p:nvSpPr>
        <p:spPr>
          <a:xfrm>
            <a:off x="8173929" y="40333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1" name="Shape 2568"/>
          <p:cNvSpPr/>
          <p:nvPr/>
        </p:nvSpPr>
        <p:spPr>
          <a:xfrm>
            <a:off x="7909551" y="27007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2" name="Shape 2569"/>
          <p:cNvSpPr/>
          <p:nvPr/>
        </p:nvSpPr>
        <p:spPr>
          <a:xfrm>
            <a:off x="8042987" y="27813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3" name="Shape 2570"/>
          <p:cNvSpPr/>
          <p:nvPr/>
        </p:nvSpPr>
        <p:spPr>
          <a:xfrm>
            <a:off x="7875831" y="38705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4" name="Shape 2571"/>
          <p:cNvSpPr/>
          <p:nvPr/>
        </p:nvSpPr>
        <p:spPr>
          <a:xfrm>
            <a:off x="7951320" y="40002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5" name="Shape 2572"/>
          <p:cNvSpPr/>
          <p:nvPr/>
        </p:nvSpPr>
        <p:spPr>
          <a:xfrm>
            <a:off x="7849358" y="39783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6" name="Shape 2573"/>
          <p:cNvSpPr/>
          <p:nvPr/>
        </p:nvSpPr>
        <p:spPr>
          <a:xfrm>
            <a:off x="7751873" y="28506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7" name="Shape 2574"/>
          <p:cNvSpPr/>
          <p:nvPr/>
        </p:nvSpPr>
        <p:spPr>
          <a:xfrm>
            <a:off x="8115258" y="26338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8" name="Shape 2575"/>
          <p:cNvSpPr/>
          <p:nvPr/>
        </p:nvSpPr>
        <p:spPr>
          <a:xfrm>
            <a:off x="7870303" y="32595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9" name="Shape 2576"/>
          <p:cNvSpPr/>
          <p:nvPr/>
        </p:nvSpPr>
        <p:spPr>
          <a:xfrm>
            <a:off x="7918144" y="28990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0" name="Shape 2577"/>
          <p:cNvSpPr/>
          <p:nvPr/>
        </p:nvSpPr>
        <p:spPr>
          <a:xfrm>
            <a:off x="8177769" y="31977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1" name="Shape 2578"/>
          <p:cNvSpPr/>
          <p:nvPr/>
        </p:nvSpPr>
        <p:spPr>
          <a:xfrm>
            <a:off x="8026839" y="35123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2" name="Shape 2579"/>
          <p:cNvSpPr/>
          <p:nvPr/>
        </p:nvSpPr>
        <p:spPr>
          <a:xfrm>
            <a:off x="8098597" y="34903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3" name="Shape 2580"/>
          <p:cNvSpPr/>
          <p:nvPr/>
        </p:nvSpPr>
        <p:spPr>
          <a:xfrm>
            <a:off x="8027770" y="39478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4" name="Shape 2581"/>
          <p:cNvSpPr/>
          <p:nvPr/>
        </p:nvSpPr>
        <p:spPr>
          <a:xfrm>
            <a:off x="7816946" y="32321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5" name="Shape 2582"/>
          <p:cNvSpPr/>
          <p:nvPr/>
        </p:nvSpPr>
        <p:spPr>
          <a:xfrm>
            <a:off x="8038208" y="35387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6" name="Shape 2583"/>
          <p:cNvSpPr/>
          <p:nvPr/>
        </p:nvSpPr>
        <p:spPr>
          <a:xfrm>
            <a:off x="7906134" y="31775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7" name="Shape 2584"/>
          <p:cNvSpPr/>
          <p:nvPr/>
        </p:nvSpPr>
        <p:spPr>
          <a:xfrm>
            <a:off x="7862579" y="31945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8" name="Shape 2585"/>
          <p:cNvSpPr/>
          <p:nvPr/>
        </p:nvSpPr>
        <p:spPr>
          <a:xfrm>
            <a:off x="8054697" y="39583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9" name="Shape 2586"/>
          <p:cNvSpPr/>
          <p:nvPr/>
        </p:nvSpPr>
        <p:spPr>
          <a:xfrm>
            <a:off x="8013113" y="47156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0" name="Shape 2587"/>
          <p:cNvSpPr/>
          <p:nvPr/>
        </p:nvSpPr>
        <p:spPr>
          <a:xfrm>
            <a:off x="7808441" y="36387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1" name="Shape 2588"/>
          <p:cNvSpPr/>
          <p:nvPr/>
        </p:nvSpPr>
        <p:spPr>
          <a:xfrm>
            <a:off x="7877655" y="36090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2" name="Shape 2589"/>
          <p:cNvSpPr/>
          <p:nvPr/>
        </p:nvSpPr>
        <p:spPr>
          <a:xfrm>
            <a:off x="7836933" y="34231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3" name="Shape 2590"/>
          <p:cNvSpPr/>
          <p:nvPr/>
        </p:nvSpPr>
        <p:spPr>
          <a:xfrm>
            <a:off x="8055103" y="33310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4" name="Shape 2591"/>
          <p:cNvSpPr/>
          <p:nvPr/>
        </p:nvSpPr>
        <p:spPr>
          <a:xfrm>
            <a:off x="7972721" y="34985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5" name="Shape 2592"/>
          <p:cNvSpPr/>
          <p:nvPr/>
        </p:nvSpPr>
        <p:spPr>
          <a:xfrm>
            <a:off x="7847588" y="37509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6" name="Shape 2593"/>
          <p:cNvSpPr/>
          <p:nvPr/>
        </p:nvSpPr>
        <p:spPr>
          <a:xfrm>
            <a:off x="8004803" y="43400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7" name="Shape 2594"/>
          <p:cNvSpPr/>
          <p:nvPr/>
        </p:nvSpPr>
        <p:spPr>
          <a:xfrm>
            <a:off x="7809733" y="42015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8" name="Shape 2595"/>
          <p:cNvSpPr/>
          <p:nvPr/>
        </p:nvSpPr>
        <p:spPr>
          <a:xfrm>
            <a:off x="8000723" y="43478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9" name="Shape 2596"/>
          <p:cNvSpPr/>
          <p:nvPr/>
        </p:nvSpPr>
        <p:spPr>
          <a:xfrm>
            <a:off x="7979368" y="43066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0" name="Shape 2597"/>
          <p:cNvSpPr/>
          <p:nvPr/>
        </p:nvSpPr>
        <p:spPr>
          <a:xfrm>
            <a:off x="7976132" y="34505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1" name="Shape 2598"/>
          <p:cNvSpPr/>
          <p:nvPr/>
        </p:nvSpPr>
        <p:spPr>
          <a:xfrm>
            <a:off x="7802573" y="34744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2" name="Shape 2599"/>
          <p:cNvSpPr/>
          <p:nvPr/>
        </p:nvSpPr>
        <p:spPr>
          <a:xfrm>
            <a:off x="8033200" y="33949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3" name="Shape 2600"/>
          <p:cNvSpPr/>
          <p:nvPr/>
        </p:nvSpPr>
        <p:spPr>
          <a:xfrm>
            <a:off x="7827480" y="36256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4" name="Shape 2601"/>
          <p:cNvSpPr/>
          <p:nvPr/>
        </p:nvSpPr>
        <p:spPr>
          <a:xfrm>
            <a:off x="8160981" y="34521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5" name="Shape 2602"/>
          <p:cNvSpPr/>
          <p:nvPr/>
        </p:nvSpPr>
        <p:spPr>
          <a:xfrm>
            <a:off x="7831718" y="35703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6" name="Shape 2603"/>
          <p:cNvSpPr/>
          <p:nvPr/>
        </p:nvSpPr>
        <p:spPr>
          <a:xfrm>
            <a:off x="8071296" y="37020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7" name="Shape 2604"/>
          <p:cNvSpPr/>
          <p:nvPr/>
        </p:nvSpPr>
        <p:spPr>
          <a:xfrm>
            <a:off x="8082065" y="34775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8" name="Shape 2605"/>
          <p:cNvSpPr/>
          <p:nvPr/>
        </p:nvSpPr>
        <p:spPr>
          <a:xfrm>
            <a:off x="8053349" y="34668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9" name="Shape 2606"/>
          <p:cNvSpPr/>
          <p:nvPr/>
        </p:nvSpPr>
        <p:spPr>
          <a:xfrm>
            <a:off x="7771453" y="40173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0" name="Shape 2607"/>
          <p:cNvSpPr/>
          <p:nvPr/>
        </p:nvSpPr>
        <p:spPr>
          <a:xfrm>
            <a:off x="7927741" y="39322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1" name="Shape 2608"/>
          <p:cNvSpPr/>
          <p:nvPr/>
        </p:nvSpPr>
        <p:spPr>
          <a:xfrm>
            <a:off x="8011773" y="38404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2" name="Shape 2609"/>
          <p:cNvSpPr/>
          <p:nvPr/>
        </p:nvSpPr>
        <p:spPr>
          <a:xfrm>
            <a:off x="7999082" y="36628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3" name="Shape 2610"/>
          <p:cNvSpPr/>
          <p:nvPr/>
        </p:nvSpPr>
        <p:spPr>
          <a:xfrm>
            <a:off x="8067465" y="39752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4" name="Shape 2611"/>
          <p:cNvSpPr/>
          <p:nvPr/>
        </p:nvSpPr>
        <p:spPr>
          <a:xfrm>
            <a:off x="7804447" y="35690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5" name="Shape 2612"/>
          <p:cNvSpPr/>
          <p:nvPr/>
        </p:nvSpPr>
        <p:spPr>
          <a:xfrm>
            <a:off x="7985215" y="35597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6" name="Shape 2613"/>
          <p:cNvSpPr/>
          <p:nvPr/>
        </p:nvSpPr>
        <p:spPr>
          <a:xfrm>
            <a:off x="7758584" y="35255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7" name="Shape 2614"/>
          <p:cNvSpPr/>
          <p:nvPr/>
        </p:nvSpPr>
        <p:spPr>
          <a:xfrm>
            <a:off x="8164243" y="38688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8" name="Shape 2615"/>
          <p:cNvSpPr/>
          <p:nvPr/>
        </p:nvSpPr>
        <p:spPr>
          <a:xfrm>
            <a:off x="7892115" y="39286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9" name="Shape 2616"/>
          <p:cNvSpPr/>
          <p:nvPr/>
        </p:nvSpPr>
        <p:spPr>
          <a:xfrm>
            <a:off x="7938480" y="35943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0" name="Shape 2617"/>
          <p:cNvSpPr/>
          <p:nvPr/>
        </p:nvSpPr>
        <p:spPr>
          <a:xfrm>
            <a:off x="8024566" y="36030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1" name="Shape 2618"/>
          <p:cNvSpPr/>
          <p:nvPr/>
        </p:nvSpPr>
        <p:spPr>
          <a:xfrm>
            <a:off x="7922619" y="35841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2" name="Shape 2619"/>
          <p:cNvSpPr/>
          <p:nvPr/>
        </p:nvSpPr>
        <p:spPr>
          <a:xfrm>
            <a:off x="7789011" y="35586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3" name="Shape 2620"/>
          <p:cNvSpPr/>
          <p:nvPr/>
        </p:nvSpPr>
        <p:spPr>
          <a:xfrm>
            <a:off x="8094616" y="38279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4" name="Shape 2621"/>
          <p:cNvSpPr/>
          <p:nvPr/>
        </p:nvSpPr>
        <p:spPr>
          <a:xfrm>
            <a:off x="8161193" y="34184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5" name="Shape 2622"/>
          <p:cNvSpPr/>
          <p:nvPr/>
        </p:nvSpPr>
        <p:spPr>
          <a:xfrm>
            <a:off x="7791013" y="36410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6" name="Shape 2623"/>
          <p:cNvSpPr/>
          <p:nvPr/>
        </p:nvSpPr>
        <p:spPr>
          <a:xfrm>
            <a:off x="7925839" y="35050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7" name="Shape 2624"/>
          <p:cNvSpPr/>
          <p:nvPr/>
        </p:nvSpPr>
        <p:spPr>
          <a:xfrm>
            <a:off x="8102432" y="29208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8" name="Shape 2625"/>
          <p:cNvSpPr/>
          <p:nvPr/>
        </p:nvSpPr>
        <p:spPr>
          <a:xfrm>
            <a:off x="8146202" y="36958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9" name="Shape 2626"/>
          <p:cNvSpPr/>
          <p:nvPr/>
        </p:nvSpPr>
        <p:spPr>
          <a:xfrm>
            <a:off x="7918027" y="35813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0" name="Shape 2627"/>
          <p:cNvSpPr/>
          <p:nvPr/>
        </p:nvSpPr>
        <p:spPr>
          <a:xfrm>
            <a:off x="7934356" y="28835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1" name="Shape 2628"/>
          <p:cNvSpPr/>
          <p:nvPr/>
        </p:nvSpPr>
        <p:spPr>
          <a:xfrm>
            <a:off x="7881029" y="42491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2" name="Shape 2629"/>
          <p:cNvSpPr/>
          <p:nvPr/>
        </p:nvSpPr>
        <p:spPr>
          <a:xfrm>
            <a:off x="7815618" y="42607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3" name="Shape 2630"/>
          <p:cNvSpPr/>
          <p:nvPr/>
        </p:nvSpPr>
        <p:spPr>
          <a:xfrm>
            <a:off x="7901517" y="42863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4" name="Shape 2631"/>
          <p:cNvSpPr/>
          <p:nvPr/>
        </p:nvSpPr>
        <p:spPr>
          <a:xfrm>
            <a:off x="7979053" y="39022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5" name="Shape 2632"/>
          <p:cNvSpPr/>
          <p:nvPr/>
        </p:nvSpPr>
        <p:spPr>
          <a:xfrm>
            <a:off x="7975210" y="42824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6" name="Shape 2633"/>
          <p:cNvSpPr/>
          <p:nvPr/>
        </p:nvSpPr>
        <p:spPr>
          <a:xfrm>
            <a:off x="8022319" y="37443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7" name="Shape 2634"/>
          <p:cNvSpPr/>
          <p:nvPr/>
        </p:nvSpPr>
        <p:spPr>
          <a:xfrm>
            <a:off x="7795979" y="40992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8" name="Shape 2635"/>
          <p:cNvSpPr/>
          <p:nvPr/>
        </p:nvSpPr>
        <p:spPr>
          <a:xfrm>
            <a:off x="7983688" y="40874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9" name="Shape 2636"/>
          <p:cNvSpPr/>
          <p:nvPr/>
        </p:nvSpPr>
        <p:spPr>
          <a:xfrm>
            <a:off x="8064186" y="42305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0" name="Shape 2637"/>
          <p:cNvSpPr/>
          <p:nvPr/>
        </p:nvSpPr>
        <p:spPr>
          <a:xfrm>
            <a:off x="7776573" y="40141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1" name="Shape 2638"/>
          <p:cNvSpPr/>
          <p:nvPr/>
        </p:nvSpPr>
        <p:spPr>
          <a:xfrm>
            <a:off x="8078363" y="34911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2" name="Shape 2639"/>
          <p:cNvSpPr/>
          <p:nvPr/>
        </p:nvSpPr>
        <p:spPr>
          <a:xfrm>
            <a:off x="8120142" y="35947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3" name="Shape 2640"/>
          <p:cNvSpPr/>
          <p:nvPr/>
        </p:nvSpPr>
        <p:spPr>
          <a:xfrm>
            <a:off x="7952912" y="36602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4" name="Shape 2641"/>
          <p:cNvSpPr/>
          <p:nvPr/>
        </p:nvSpPr>
        <p:spPr>
          <a:xfrm>
            <a:off x="7806261" y="37847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5" name="Shape 2642"/>
          <p:cNvSpPr/>
          <p:nvPr/>
        </p:nvSpPr>
        <p:spPr>
          <a:xfrm>
            <a:off x="8137787" y="37749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6" name="Shape 2643"/>
          <p:cNvSpPr/>
          <p:nvPr/>
        </p:nvSpPr>
        <p:spPr>
          <a:xfrm>
            <a:off x="8045179" y="41253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7" name="Shape 2644"/>
          <p:cNvSpPr/>
          <p:nvPr/>
        </p:nvSpPr>
        <p:spPr>
          <a:xfrm>
            <a:off x="8003314" y="35832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8" name="Shape 2645"/>
          <p:cNvSpPr/>
          <p:nvPr/>
        </p:nvSpPr>
        <p:spPr>
          <a:xfrm>
            <a:off x="8054685" y="41812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9" name="Shape 2646"/>
          <p:cNvSpPr/>
          <p:nvPr/>
        </p:nvSpPr>
        <p:spPr>
          <a:xfrm>
            <a:off x="7953820" y="28793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0" name="Shape 2647"/>
          <p:cNvSpPr/>
          <p:nvPr/>
        </p:nvSpPr>
        <p:spPr>
          <a:xfrm>
            <a:off x="8017196" y="41663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1" name="Shape 2648"/>
          <p:cNvSpPr/>
          <p:nvPr/>
        </p:nvSpPr>
        <p:spPr>
          <a:xfrm>
            <a:off x="7808146" y="28794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2" name="Shape 2649"/>
          <p:cNvSpPr/>
          <p:nvPr/>
        </p:nvSpPr>
        <p:spPr>
          <a:xfrm>
            <a:off x="7881324" y="38461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3" name="Shape 2650"/>
          <p:cNvSpPr/>
          <p:nvPr/>
        </p:nvSpPr>
        <p:spPr>
          <a:xfrm>
            <a:off x="7771944" y="12322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4" name="Shape 2651"/>
          <p:cNvSpPr/>
          <p:nvPr/>
        </p:nvSpPr>
        <p:spPr>
          <a:xfrm>
            <a:off x="8052369" y="42894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5" name="Shape 2652"/>
          <p:cNvSpPr/>
          <p:nvPr/>
        </p:nvSpPr>
        <p:spPr>
          <a:xfrm>
            <a:off x="8125611" y="41663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6" name="Shape 2653"/>
          <p:cNvSpPr/>
          <p:nvPr/>
        </p:nvSpPr>
        <p:spPr>
          <a:xfrm>
            <a:off x="8109819" y="28683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7" name="Shape 2654"/>
          <p:cNvSpPr/>
          <p:nvPr/>
        </p:nvSpPr>
        <p:spPr>
          <a:xfrm>
            <a:off x="7819389" y="28734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8" name="Shape 2655"/>
          <p:cNvSpPr/>
          <p:nvPr/>
        </p:nvSpPr>
        <p:spPr>
          <a:xfrm>
            <a:off x="7885540" y="28723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9" name="Shape 2656"/>
          <p:cNvSpPr/>
          <p:nvPr/>
        </p:nvSpPr>
        <p:spPr>
          <a:xfrm>
            <a:off x="7877089" y="31061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0" name="Shape 2657"/>
          <p:cNvSpPr/>
          <p:nvPr/>
        </p:nvSpPr>
        <p:spPr>
          <a:xfrm>
            <a:off x="7871197" y="32453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1" name="Shape 2658"/>
          <p:cNvSpPr/>
          <p:nvPr/>
        </p:nvSpPr>
        <p:spPr>
          <a:xfrm>
            <a:off x="8072719" y="31956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2" name="Shape 2659"/>
          <p:cNvSpPr/>
          <p:nvPr/>
        </p:nvSpPr>
        <p:spPr>
          <a:xfrm>
            <a:off x="8059640" y="34253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3" name="Shape 2660"/>
          <p:cNvSpPr/>
          <p:nvPr/>
        </p:nvSpPr>
        <p:spPr>
          <a:xfrm>
            <a:off x="8139690" y="29561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4" name="Shape 2661"/>
          <p:cNvSpPr/>
          <p:nvPr/>
        </p:nvSpPr>
        <p:spPr>
          <a:xfrm>
            <a:off x="7997416" y="32544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5" name="Shape 2662"/>
          <p:cNvSpPr/>
          <p:nvPr/>
        </p:nvSpPr>
        <p:spPr>
          <a:xfrm>
            <a:off x="8158503" y="32430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6" name="Shape 2663"/>
          <p:cNvSpPr/>
          <p:nvPr/>
        </p:nvSpPr>
        <p:spPr>
          <a:xfrm>
            <a:off x="7910773" y="29036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7" name="Shape 2664"/>
          <p:cNvSpPr/>
          <p:nvPr/>
        </p:nvSpPr>
        <p:spPr>
          <a:xfrm>
            <a:off x="7935843" y="26648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8" name="Shape 2665"/>
          <p:cNvSpPr/>
          <p:nvPr/>
        </p:nvSpPr>
        <p:spPr>
          <a:xfrm>
            <a:off x="7944222" y="26482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9" name="Shape 2666"/>
          <p:cNvSpPr/>
          <p:nvPr/>
        </p:nvSpPr>
        <p:spPr>
          <a:xfrm>
            <a:off x="7948264" y="30284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0" name="Shape 2667"/>
          <p:cNvSpPr/>
          <p:nvPr/>
        </p:nvSpPr>
        <p:spPr>
          <a:xfrm>
            <a:off x="7896530" y="30901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1" name="Shape 2668"/>
          <p:cNvSpPr/>
          <p:nvPr/>
        </p:nvSpPr>
        <p:spPr>
          <a:xfrm>
            <a:off x="7838526" y="30836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2" name="Shape 2669"/>
          <p:cNvSpPr/>
          <p:nvPr/>
        </p:nvSpPr>
        <p:spPr>
          <a:xfrm>
            <a:off x="7928604" y="31554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3" name="Shape 2670"/>
          <p:cNvSpPr/>
          <p:nvPr/>
        </p:nvSpPr>
        <p:spPr>
          <a:xfrm>
            <a:off x="8076516" y="32593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4" name="Shape 2671"/>
          <p:cNvSpPr/>
          <p:nvPr/>
        </p:nvSpPr>
        <p:spPr>
          <a:xfrm>
            <a:off x="7856529" y="37962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5" name="Shape 2672"/>
          <p:cNvSpPr/>
          <p:nvPr/>
        </p:nvSpPr>
        <p:spPr>
          <a:xfrm>
            <a:off x="8074391" y="33039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6" name="Shape 2673"/>
          <p:cNvSpPr/>
          <p:nvPr/>
        </p:nvSpPr>
        <p:spPr>
          <a:xfrm>
            <a:off x="7958730" y="30013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7" name="Shape 2674"/>
          <p:cNvSpPr/>
          <p:nvPr/>
        </p:nvSpPr>
        <p:spPr>
          <a:xfrm>
            <a:off x="7988243" y="31718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8" name="Shape 2675"/>
          <p:cNvSpPr/>
          <p:nvPr/>
        </p:nvSpPr>
        <p:spPr>
          <a:xfrm>
            <a:off x="8180483" y="38872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9" name="Shape 2676"/>
          <p:cNvSpPr/>
          <p:nvPr/>
        </p:nvSpPr>
        <p:spPr>
          <a:xfrm>
            <a:off x="8036775" y="42993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0" name="Shape 2677"/>
          <p:cNvSpPr/>
          <p:nvPr/>
        </p:nvSpPr>
        <p:spPr>
          <a:xfrm>
            <a:off x="8016824" y="38507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1" name="Shape 2678"/>
          <p:cNvSpPr/>
          <p:nvPr/>
        </p:nvSpPr>
        <p:spPr>
          <a:xfrm>
            <a:off x="8104275" y="38624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2" name="Shape 2679"/>
          <p:cNvSpPr/>
          <p:nvPr/>
        </p:nvSpPr>
        <p:spPr>
          <a:xfrm>
            <a:off x="7923305" y="41657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3" name="Shape 2680"/>
          <p:cNvSpPr/>
          <p:nvPr/>
        </p:nvSpPr>
        <p:spPr>
          <a:xfrm>
            <a:off x="7999666" y="38096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4" name="Shape 2681"/>
          <p:cNvSpPr/>
          <p:nvPr/>
        </p:nvSpPr>
        <p:spPr>
          <a:xfrm>
            <a:off x="7789707" y="38574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5" name="Shape 2682"/>
          <p:cNvSpPr/>
          <p:nvPr/>
        </p:nvSpPr>
        <p:spPr>
          <a:xfrm>
            <a:off x="8011945" y="37129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6" name="Shape 2683"/>
          <p:cNvSpPr/>
          <p:nvPr/>
        </p:nvSpPr>
        <p:spPr>
          <a:xfrm>
            <a:off x="8109272" y="44339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7" name="Shape 2684"/>
          <p:cNvSpPr/>
          <p:nvPr/>
        </p:nvSpPr>
        <p:spPr>
          <a:xfrm>
            <a:off x="8056591" y="41396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8" name="Shape 2685"/>
          <p:cNvSpPr/>
          <p:nvPr/>
        </p:nvSpPr>
        <p:spPr>
          <a:xfrm>
            <a:off x="8070005" y="43225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9" name="Shape 2686"/>
          <p:cNvSpPr/>
          <p:nvPr/>
        </p:nvSpPr>
        <p:spPr>
          <a:xfrm>
            <a:off x="8062317" y="43105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0" name="Shape 2687"/>
          <p:cNvSpPr/>
          <p:nvPr/>
        </p:nvSpPr>
        <p:spPr>
          <a:xfrm>
            <a:off x="7774214" y="28128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1" name="Shape 2688"/>
          <p:cNvSpPr/>
          <p:nvPr/>
        </p:nvSpPr>
        <p:spPr>
          <a:xfrm>
            <a:off x="7877170" y="36465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2" name="Shape 2689"/>
          <p:cNvSpPr/>
          <p:nvPr/>
        </p:nvSpPr>
        <p:spPr>
          <a:xfrm>
            <a:off x="8149756" y="28183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3" name="Shape 2690"/>
          <p:cNvSpPr/>
          <p:nvPr/>
        </p:nvSpPr>
        <p:spPr>
          <a:xfrm>
            <a:off x="7995086" y="38545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4" name="Shape 2691"/>
          <p:cNvSpPr/>
          <p:nvPr/>
        </p:nvSpPr>
        <p:spPr>
          <a:xfrm>
            <a:off x="8101652" y="28063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5" name="Shape 2692"/>
          <p:cNvSpPr/>
          <p:nvPr/>
        </p:nvSpPr>
        <p:spPr>
          <a:xfrm>
            <a:off x="7877605" y="38322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6" name="Shape 2693"/>
          <p:cNvSpPr/>
          <p:nvPr/>
        </p:nvSpPr>
        <p:spPr>
          <a:xfrm>
            <a:off x="8117570" y="28310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7" name="Shape 2694"/>
          <p:cNvSpPr/>
          <p:nvPr/>
        </p:nvSpPr>
        <p:spPr>
          <a:xfrm>
            <a:off x="8078153" y="28039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8" name="Shape 2695"/>
          <p:cNvSpPr/>
          <p:nvPr/>
        </p:nvSpPr>
        <p:spPr>
          <a:xfrm>
            <a:off x="8143063" y="28073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9" name="Shape 2696"/>
          <p:cNvSpPr/>
          <p:nvPr/>
        </p:nvSpPr>
        <p:spPr>
          <a:xfrm>
            <a:off x="7814241" y="38128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0" name="Shape 2697"/>
          <p:cNvSpPr/>
          <p:nvPr/>
        </p:nvSpPr>
        <p:spPr>
          <a:xfrm>
            <a:off x="8180561" y="28084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1" name="Shape 2698"/>
          <p:cNvSpPr/>
          <p:nvPr/>
        </p:nvSpPr>
        <p:spPr>
          <a:xfrm>
            <a:off x="8016479" y="37434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2" name="Shape 2699"/>
          <p:cNvSpPr/>
          <p:nvPr/>
        </p:nvSpPr>
        <p:spPr>
          <a:xfrm>
            <a:off x="8160118" y="39680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3" name="Shape 2700"/>
          <p:cNvSpPr/>
          <p:nvPr/>
        </p:nvSpPr>
        <p:spPr>
          <a:xfrm>
            <a:off x="8105991" y="27975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4" name="Shape 2701"/>
          <p:cNvSpPr/>
          <p:nvPr/>
        </p:nvSpPr>
        <p:spPr>
          <a:xfrm>
            <a:off x="7792660" y="40271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5" name="Shape 2702"/>
          <p:cNvSpPr/>
          <p:nvPr/>
        </p:nvSpPr>
        <p:spPr>
          <a:xfrm>
            <a:off x="8005591" y="39871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6" name="Shape 2703"/>
          <p:cNvSpPr/>
          <p:nvPr/>
        </p:nvSpPr>
        <p:spPr>
          <a:xfrm>
            <a:off x="7837769" y="38634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7" name="Shape 2704"/>
          <p:cNvSpPr/>
          <p:nvPr/>
        </p:nvSpPr>
        <p:spPr>
          <a:xfrm>
            <a:off x="7872982" y="41593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8" name="Shape 2705"/>
          <p:cNvSpPr/>
          <p:nvPr/>
        </p:nvSpPr>
        <p:spPr>
          <a:xfrm>
            <a:off x="8150895" y="43354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9" name="Shape 2706"/>
          <p:cNvSpPr/>
          <p:nvPr/>
        </p:nvSpPr>
        <p:spPr>
          <a:xfrm>
            <a:off x="7796047" y="39585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0" name="Shape 2707"/>
          <p:cNvSpPr/>
          <p:nvPr/>
        </p:nvSpPr>
        <p:spPr>
          <a:xfrm>
            <a:off x="8168712" y="37479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1" name="Shape 2708"/>
          <p:cNvSpPr/>
          <p:nvPr/>
        </p:nvSpPr>
        <p:spPr>
          <a:xfrm>
            <a:off x="7812668" y="37420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2" name="Shape 2709"/>
          <p:cNvSpPr/>
          <p:nvPr/>
        </p:nvSpPr>
        <p:spPr>
          <a:xfrm>
            <a:off x="7940561" y="28820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3" name="Shape 2710"/>
          <p:cNvSpPr/>
          <p:nvPr/>
        </p:nvSpPr>
        <p:spPr>
          <a:xfrm>
            <a:off x="8048502" y="37691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4" name="Shape 2711"/>
          <p:cNvSpPr/>
          <p:nvPr/>
        </p:nvSpPr>
        <p:spPr>
          <a:xfrm>
            <a:off x="8055756" y="39272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5" name="Shape 2712"/>
          <p:cNvSpPr/>
          <p:nvPr/>
        </p:nvSpPr>
        <p:spPr>
          <a:xfrm>
            <a:off x="7762234" y="41929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6" name="Shape 2713"/>
          <p:cNvSpPr/>
          <p:nvPr/>
        </p:nvSpPr>
        <p:spPr>
          <a:xfrm>
            <a:off x="7926206" y="42380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7" name="Shape 2714"/>
          <p:cNvSpPr/>
          <p:nvPr/>
        </p:nvSpPr>
        <p:spPr>
          <a:xfrm>
            <a:off x="8090242" y="42770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8" name="Shape 2715"/>
          <p:cNvSpPr/>
          <p:nvPr/>
        </p:nvSpPr>
        <p:spPr>
          <a:xfrm>
            <a:off x="7767286" y="41924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9" name="Shape 2716"/>
          <p:cNvSpPr/>
          <p:nvPr/>
        </p:nvSpPr>
        <p:spPr>
          <a:xfrm>
            <a:off x="8134490" y="42519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0" name="Shape 2717"/>
          <p:cNvSpPr/>
          <p:nvPr/>
        </p:nvSpPr>
        <p:spPr>
          <a:xfrm>
            <a:off x="8048714" y="43361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1" name="Shape 2718"/>
          <p:cNvSpPr/>
          <p:nvPr/>
        </p:nvSpPr>
        <p:spPr>
          <a:xfrm>
            <a:off x="7842725" y="41926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2" name="Shape 2719"/>
          <p:cNvSpPr/>
          <p:nvPr/>
        </p:nvSpPr>
        <p:spPr>
          <a:xfrm>
            <a:off x="7942162" y="43338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3" name="Shape 2720"/>
          <p:cNvSpPr/>
          <p:nvPr/>
        </p:nvSpPr>
        <p:spPr>
          <a:xfrm>
            <a:off x="7861723" y="31006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4" name="Shape 2721"/>
          <p:cNvSpPr/>
          <p:nvPr/>
        </p:nvSpPr>
        <p:spPr>
          <a:xfrm>
            <a:off x="8075767" y="30938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5" name="Shape 2722"/>
          <p:cNvSpPr/>
          <p:nvPr/>
        </p:nvSpPr>
        <p:spPr>
          <a:xfrm>
            <a:off x="8054710" y="44405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6" name="Shape 2723"/>
          <p:cNvSpPr/>
          <p:nvPr/>
        </p:nvSpPr>
        <p:spPr>
          <a:xfrm>
            <a:off x="7815682" y="42814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7" name="Shape 2724"/>
          <p:cNvSpPr/>
          <p:nvPr/>
        </p:nvSpPr>
        <p:spPr>
          <a:xfrm>
            <a:off x="7840683" y="35190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8" name="Shape 2725"/>
          <p:cNvSpPr/>
          <p:nvPr/>
        </p:nvSpPr>
        <p:spPr>
          <a:xfrm>
            <a:off x="7961970" y="40739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9" name="Shape 2726"/>
          <p:cNvSpPr/>
          <p:nvPr/>
        </p:nvSpPr>
        <p:spPr>
          <a:xfrm>
            <a:off x="7960188" y="38019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0" name="Shape 2727"/>
          <p:cNvSpPr/>
          <p:nvPr/>
        </p:nvSpPr>
        <p:spPr>
          <a:xfrm>
            <a:off x="7985703" y="38315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1" name="Shape 2728"/>
          <p:cNvSpPr/>
          <p:nvPr/>
        </p:nvSpPr>
        <p:spPr>
          <a:xfrm>
            <a:off x="7787708" y="37519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2" name="Shape 2729"/>
          <p:cNvSpPr/>
          <p:nvPr/>
        </p:nvSpPr>
        <p:spPr>
          <a:xfrm>
            <a:off x="7759877" y="38919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3" name="Shape 2730"/>
          <p:cNvSpPr/>
          <p:nvPr/>
        </p:nvSpPr>
        <p:spPr>
          <a:xfrm>
            <a:off x="7875853" y="37319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4" name="Shape 2731"/>
          <p:cNvSpPr/>
          <p:nvPr/>
        </p:nvSpPr>
        <p:spPr>
          <a:xfrm>
            <a:off x="7918904" y="26833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5" name="Shape 2732"/>
          <p:cNvSpPr/>
          <p:nvPr/>
        </p:nvSpPr>
        <p:spPr>
          <a:xfrm>
            <a:off x="7967919" y="38415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6" name="Shape 2733"/>
          <p:cNvSpPr/>
          <p:nvPr/>
        </p:nvSpPr>
        <p:spPr>
          <a:xfrm>
            <a:off x="8079267" y="38525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7" name="Shape 2734"/>
          <p:cNvSpPr/>
          <p:nvPr/>
        </p:nvSpPr>
        <p:spPr>
          <a:xfrm>
            <a:off x="7988300" y="2831085"/>
            <a:ext cx="127" cy="1488290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2738" name="Shape 2735"/>
          <p:cNvSpPr/>
          <p:nvPr/>
        </p:nvSpPr>
        <p:spPr>
          <a:xfrm>
            <a:off x="7886700" y="4319375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2739" name="Shape 2736"/>
          <p:cNvSpPr/>
          <p:nvPr/>
        </p:nvSpPr>
        <p:spPr>
          <a:xfrm>
            <a:off x="7886700" y="2831085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2740" name="Shape 2737"/>
          <p:cNvSpPr/>
          <p:nvPr/>
        </p:nvSpPr>
        <p:spPr>
          <a:xfrm>
            <a:off x="7835900" y="3496175"/>
            <a:ext cx="304800" cy="540601"/>
          </a:xfrm>
          <a:prstGeom prst="rect">
            <a:avLst/>
          </a:prstGeom>
          <a:solidFill>
            <a:srgbClr val="FFFFFF"/>
          </a:solidFill>
          <a:ln w="19050">
            <a:solidFill>
              <a:srgbClr val="5575B2"/>
            </a:solidFill>
            <a:prstDash val="solid"/>
          </a:ln>
        </p:spPr>
      </p:sp>
      <p:sp>
        <p:nvSpPr>
          <p:cNvPr id="2741" name="Shape 2738"/>
          <p:cNvSpPr/>
          <p:nvPr/>
        </p:nvSpPr>
        <p:spPr>
          <a:xfrm>
            <a:off x="7835900" y="3793950"/>
            <a:ext cx="304800" cy="127"/>
          </a:xfrm>
          <a:prstGeom prst="line">
            <a:avLst/>
          </a:prstGeom>
          <a:noFill/>
          <a:ln w="30480">
            <a:solidFill>
              <a:srgbClr val="5575B2"/>
            </a:solidFill>
            <a:prstDash val="solid"/>
          </a:ln>
        </p:spPr>
      </p:sp>
      <p:sp>
        <p:nvSpPr>
          <p:cNvPr id="2742" name="Shape 2739"/>
          <p:cNvSpPr/>
          <p:nvPr/>
        </p:nvSpPr>
        <p:spPr>
          <a:xfrm>
            <a:off x="9839722" y="42269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3" name="Shape 2740"/>
          <p:cNvSpPr/>
          <p:nvPr/>
        </p:nvSpPr>
        <p:spPr>
          <a:xfrm>
            <a:off x="9796774" y="43140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4" name="Shape 2741"/>
          <p:cNvSpPr/>
          <p:nvPr/>
        </p:nvSpPr>
        <p:spPr>
          <a:xfrm>
            <a:off x="9548788" y="42489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5" name="Shape 2742"/>
          <p:cNvSpPr/>
          <p:nvPr/>
        </p:nvSpPr>
        <p:spPr>
          <a:xfrm>
            <a:off x="9766704" y="38985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6" name="Shape 2743"/>
          <p:cNvSpPr/>
          <p:nvPr/>
        </p:nvSpPr>
        <p:spPr>
          <a:xfrm>
            <a:off x="9431570" y="42418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7" name="Shape 2744"/>
          <p:cNvSpPr/>
          <p:nvPr/>
        </p:nvSpPr>
        <p:spPr>
          <a:xfrm>
            <a:off x="9630386" y="41984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8" name="Shape 2745"/>
          <p:cNvSpPr/>
          <p:nvPr/>
        </p:nvSpPr>
        <p:spPr>
          <a:xfrm>
            <a:off x="9600278" y="39389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9" name="Shape 2746"/>
          <p:cNvSpPr/>
          <p:nvPr/>
        </p:nvSpPr>
        <p:spPr>
          <a:xfrm>
            <a:off x="9655255" y="41008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0" name="Shape 2747"/>
          <p:cNvSpPr/>
          <p:nvPr/>
        </p:nvSpPr>
        <p:spPr>
          <a:xfrm>
            <a:off x="9634418" y="39557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1" name="Shape 2748"/>
          <p:cNvSpPr/>
          <p:nvPr/>
        </p:nvSpPr>
        <p:spPr>
          <a:xfrm>
            <a:off x="9844296" y="40483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2" name="Shape 2749"/>
          <p:cNvSpPr/>
          <p:nvPr/>
        </p:nvSpPr>
        <p:spPr>
          <a:xfrm>
            <a:off x="9645400" y="39233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3" name="Shape 2750"/>
          <p:cNvSpPr/>
          <p:nvPr/>
        </p:nvSpPr>
        <p:spPr>
          <a:xfrm>
            <a:off x="9789947" y="41144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4" name="Shape 2751"/>
          <p:cNvSpPr/>
          <p:nvPr/>
        </p:nvSpPr>
        <p:spPr>
          <a:xfrm>
            <a:off x="9631343" y="41883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5" name="Shape 2752"/>
          <p:cNvSpPr/>
          <p:nvPr/>
        </p:nvSpPr>
        <p:spPr>
          <a:xfrm>
            <a:off x="9833066" y="42241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6" name="Shape 2753"/>
          <p:cNvSpPr/>
          <p:nvPr/>
        </p:nvSpPr>
        <p:spPr>
          <a:xfrm>
            <a:off x="9471658" y="39220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7" name="Shape 2754"/>
          <p:cNvSpPr/>
          <p:nvPr/>
        </p:nvSpPr>
        <p:spPr>
          <a:xfrm>
            <a:off x="9463311" y="41350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8" name="Shape 2755"/>
          <p:cNvSpPr/>
          <p:nvPr/>
        </p:nvSpPr>
        <p:spPr>
          <a:xfrm>
            <a:off x="9489018" y="42565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9" name="Shape 2756"/>
          <p:cNvSpPr/>
          <p:nvPr/>
        </p:nvSpPr>
        <p:spPr>
          <a:xfrm>
            <a:off x="9578818" y="41465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0" name="Shape 2757"/>
          <p:cNvSpPr/>
          <p:nvPr/>
        </p:nvSpPr>
        <p:spPr>
          <a:xfrm>
            <a:off x="9480391" y="42972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1" name="Shape 2758"/>
          <p:cNvSpPr/>
          <p:nvPr/>
        </p:nvSpPr>
        <p:spPr>
          <a:xfrm>
            <a:off x="9790193" y="38657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2" name="Shape 2759"/>
          <p:cNvSpPr/>
          <p:nvPr/>
        </p:nvSpPr>
        <p:spPr>
          <a:xfrm>
            <a:off x="9803175" y="38842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3" name="Shape 2760"/>
          <p:cNvSpPr/>
          <p:nvPr/>
        </p:nvSpPr>
        <p:spPr>
          <a:xfrm>
            <a:off x="9489082" y="42127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4" name="Shape 2761"/>
          <p:cNvSpPr/>
          <p:nvPr/>
        </p:nvSpPr>
        <p:spPr>
          <a:xfrm>
            <a:off x="9593945" y="43045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5" name="Shape 2762"/>
          <p:cNvSpPr/>
          <p:nvPr/>
        </p:nvSpPr>
        <p:spPr>
          <a:xfrm>
            <a:off x="9463710" y="42759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6" name="Shape 2763"/>
          <p:cNvSpPr/>
          <p:nvPr/>
        </p:nvSpPr>
        <p:spPr>
          <a:xfrm>
            <a:off x="9448505" y="38720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7" name="Shape 2764"/>
          <p:cNvSpPr/>
          <p:nvPr/>
        </p:nvSpPr>
        <p:spPr>
          <a:xfrm>
            <a:off x="9616747" y="42501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8" name="Shape 2765"/>
          <p:cNvSpPr/>
          <p:nvPr/>
        </p:nvSpPr>
        <p:spPr>
          <a:xfrm>
            <a:off x="9496083" y="41334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9" name="Shape 2766"/>
          <p:cNvSpPr/>
          <p:nvPr/>
        </p:nvSpPr>
        <p:spPr>
          <a:xfrm>
            <a:off x="9813282" y="38750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0" name="Shape 2767"/>
          <p:cNvSpPr/>
          <p:nvPr/>
        </p:nvSpPr>
        <p:spPr>
          <a:xfrm>
            <a:off x="9568356" y="38053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1" name="Shape 2768"/>
          <p:cNvSpPr/>
          <p:nvPr/>
        </p:nvSpPr>
        <p:spPr>
          <a:xfrm>
            <a:off x="9533634" y="42497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2" name="Shape 2769"/>
          <p:cNvSpPr/>
          <p:nvPr/>
        </p:nvSpPr>
        <p:spPr>
          <a:xfrm>
            <a:off x="9421574" y="41459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3" name="Shape 2770"/>
          <p:cNvSpPr/>
          <p:nvPr/>
        </p:nvSpPr>
        <p:spPr>
          <a:xfrm>
            <a:off x="9840483" y="38728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4" name="Shape 2771"/>
          <p:cNvSpPr/>
          <p:nvPr/>
        </p:nvSpPr>
        <p:spPr>
          <a:xfrm>
            <a:off x="9600959" y="39352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5" name="Shape 2772"/>
          <p:cNvSpPr/>
          <p:nvPr/>
        </p:nvSpPr>
        <p:spPr>
          <a:xfrm>
            <a:off x="9567617" y="44149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6" name="Shape 2773"/>
          <p:cNvSpPr/>
          <p:nvPr/>
        </p:nvSpPr>
        <p:spPr>
          <a:xfrm>
            <a:off x="9816685" y="43263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7" name="Shape 2774"/>
          <p:cNvSpPr/>
          <p:nvPr/>
        </p:nvSpPr>
        <p:spPr>
          <a:xfrm>
            <a:off x="9767624" y="42866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8" name="Shape 2775"/>
          <p:cNvSpPr/>
          <p:nvPr/>
        </p:nvSpPr>
        <p:spPr>
          <a:xfrm>
            <a:off x="9460560" y="42150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9" name="Shape 2776"/>
          <p:cNvSpPr/>
          <p:nvPr/>
        </p:nvSpPr>
        <p:spPr>
          <a:xfrm>
            <a:off x="9537341" y="41326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0" name="Shape 2777"/>
          <p:cNvSpPr/>
          <p:nvPr/>
        </p:nvSpPr>
        <p:spPr>
          <a:xfrm>
            <a:off x="9581607" y="41168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1" name="Shape 2778"/>
          <p:cNvSpPr/>
          <p:nvPr/>
        </p:nvSpPr>
        <p:spPr>
          <a:xfrm>
            <a:off x="9544659" y="43044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2" name="Shape 2779"/>
          <p:cNvSpPr/>
          <p:nvPr/>
        </p:nvSpPr>
        <p:spPr>
          <a:xfrm>
            <a:off x="9701359" y="41458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3" name="Shape 2780"/>
          <p:cNvSpPr/>
          <p:nvPr/>
        </p:nvSpPr>
        <p:spPr>
          <a:xfrm>
            <a:off x="9580608" y="39213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4" name="Shape 2781"/>
          <p:cNvSpPr/>
          <p:nvPr/>
        </p:nvSpPr>
        <p:spPr>
          <a:xfrm>
            <a:off x="9478241" y="41748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5" name="Shape 2782"/>
          <p:cNvSpPr/>
          <p:nvPr/>
        </p:nvSpPr>
        <p:spPr>
          <a:xfrm>
            <a:off x="9501773" y="40806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6" name="Shape 2783"/>
          <p:cNvSpPr/>
          <p:nvPr/>
        </p:nvSpPr>
        <p:spPr>
          <a:xfrm>
            <a:off x="9420738" y="39118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7" name="Shape 2784"/>
          <p:cNvSpPr/>
          <p:nvPr/>
        </p:nvSpPr>
        <p:spPr>
          <a:xfrm>
            <a:off x="9626759" y="41703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8" name="Shape 2785"/>
          <p:cNvSpPr/>
          <p:nvPr/>
        </p:nvSpPr>
        <p:spPr>
          <a:xfrm>
            <a:off x="9562579" y="41452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9" name="Shape 2786"/>
          <p:cNvSpPr/>
          <p:nvPr/>
        </p:nvSpPr>
        <p:spPr>
          <a:xfrm>
            <a:off x="9417329" y="41531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0" name="Shape 2787"/>
          <p:cNvSpPr/>
          <p:nvPr/>
        </p:nvSpPr>
        <p:spPr>
          <a:xfrm>
            <a:off x="9625945" y="41432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1" name="Shape 2788"/>
          <p:cNvSpPr/>
          <p:nvPr/>
        </p:nvSpPr>
        <p:spPr>
          <a:xfrm>
            <a:off x="9637133" y="42039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2" name="Shape 2789"/>
          <p:cNvSpPr/>
          <p:nvPr/>
        </p:nvSpPr>
        <p:spPr>
          <a:xfrm>
            <a:off x="9545233" y="38557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3" name="Shape 2790"/>
          <p:cNvSpPr/>
          <p:nvPr/>
        </p:nvSpPr>
        <p:spPr>
          <a:xfrm>
            <a:off x="9531063" y="43695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4" name="Shape 2791"/>
          <p:cNvSpPr/>
          <p:nvPr/>
        </p:nvSpPr>
        <p:spPr>
          <a:xfrm>
            <a:off x="9687456" y="43153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5" name="Shape 2792"/>
          <p:cNvSpPr/>
          <p:nvPr/>
        </p:nvSpPr>
        <p:spPr>
          <a:xfrm>
            <a:off x="9447026" y="41927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6" name="Shape 2793"/>
          <p:cNvSpPr/>
          <p:nvPr/>
        </p:nvSpPr>
        <p:spPr>
          <a:xfrm>
            <a:off x="9561331" y="42046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7" name="Shape 2794"/>
          <p:cNvSpPr/>
          <p:nvPr/>
        </p:nvSpPr>
        <p:spPr>
          <a:xfrm>
            <a:off x="9773777" y="41529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8" name="Shape 2795"/>
          <p:cNvSpPr/>
          <p:nvPr/>
        </p:nvSpPr>
        <p:spPr>
          <a:xfrm>
            <a:off x="9659318" y="39602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9" name="Shape 2796"/>
          <p:cNvSpPr/>
          <p:nvPr/>
        </p:nvSpPr>
        <p:spPr>
          <a:xfrm>
            <a:off x="9721514" y="42181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0" name="Shape 2797"/>
          <p:cNvSpPr/>
          <p:nvPr/>
        </p:nvSpPr>
        <p:spPr>
          <a:xfrm>
            <a:off x="9599585" y="41309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1" name="Shape 2798"/>
          <p:cNvSpPr/>
          <p:nvPr/>
        </p:nvSpPr>
        <p:spPr>
          <a:xfrm>
            <a:off x="9799443" y="40704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2" name="Shape 2799"/>
          <p:cNvSpPr/>
          <p:nvPr/>
        </p:nvSpPr>
        <p:spPr>
          <a:xfrm>
            <a:off x="9480363" y="42262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3" name="Shape 2800"/>
          <p:cNvSpPr/>
          <p:nvPr/>
        </p:nvSpPr>
        <p:spPr>
          <a:xfrm>
            <a:off x="9627161" y="40588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4" name="Shape 2801"/>
          <p:cNvSpPr/>
          <p:nvPr/>
        </p:nvSpPr>
        <p:spPr>
          <a:xfrm>
            <a:off x="9694138" y="41451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5" name="Shape 2802"/>
          <p:cNvSpPr/>
          <p:nvPr/>
        </p:nvSpPr>
        <p:spPr>
          <a:xfrm>
            <a:off x="9446672" y="41945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6" name="Shape 2803"/>
          <p:cNvSpPr/>
          <p:nvPr/>
        </p:nvSpPr>
        <p:spPr>
          <a:xfrm>
            <a:off x="9623947" y="38893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7" name="Shape 2804"/>
          <p:cNvSpPr/>
          <p:nvPr/>
        </p:nvSpPr>
        <p:spPr>
          <a:xfrm>
            <a:off x="9552150" y="39316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8" name="Shape 2805"/>
          <p:cNvSpPr/>
          <p:nvPr/>
        </p:nvSpPr>
        <p:spPr>
          <a:xfrm>
            <a:off x="9423721" y="42474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9" name="Shape 2806"/>
          <p:cNvSpPr/>
          <p:nvPr/>
        </p:nvSpPr>
        <p:spPr>
          <a:xfrm>
            <a:off x="9692150" y="40668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0" name="Shape 2807"/>
          <p:cNvSpPr/>
          <p:nvPr/>
        </p:nvSpPr>
        <p:spPr>
          <a:xfrm>
            <a:off x="9701571" y="42563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1" name="Shape 2808"/>
          <p:cNvSpPr/>
          <p:nvPr/>
        </p:nvSpPr>
        <p:spPr>
          <a:xfrm>
            <a:off x="9530061" y="42400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2" name="Shape 2809"/>
          <p:cNvSpPr/>
          <p:nvPr/>
        </p:nvSpPr>
        <p:spPr>
          <a:xfrm>
            <a:off x="9628343" y="41322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3" name="Shape 2810"/>
          <p:cNvSpPr/>
          <p:nvPr/>
        </p:nvSpPr>
        <p:spPr>
          <a:xfrm>
            <a:off x="9791557" y="42408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4" name="Shape 2811"/>
          <p:cNvSpPr/>
          <p:nvPr/>
        </p:nvSpPr>
        <p:spPr>
          <a:xfrm>
            <a:off x="9658088" y="42782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5" name="Shape 2812"/>
          <p:cNvSpPr/>
          <p:nvPr/>
        </p:nvSpPr>
        <p:spPr>
          <a:xfrm>
            <a:off x="9608886" y="39288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6" name="Shape 2813"/>
          <p:cNvSpPr/>
          <p:nvPr/>
        </p:nvSpPr>
        <p:spPr>
          <a:xfrm>
            <a:off x="9471725" y="41755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7" name="Shape 2814"/>
          <p:cNvSpPr/>
          <p:nvPr/>
        </p:nvSpPr>
        <p:spPr>
          <a:xfrm>
            <a:off x="9638534" y="42697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8" name="Shape 2815"/>
          <p:cNvSpPr/>
          <p:nvPr/>
        </p:nvSpPr>
        <p:spPr>
          <a:xfrm>
            <a:off x="9736588" y="41642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9" name="Shape 2816"/>
          <p:cNvSpPr/>
          <p:nvPr/>
        </p:nvSpPr>
        <p:spPr>
          <a:xfrm>
            <a:off x="9583836" y="42077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0" name="Shape 2817"/>
          <p:cNvSpPr/>
          <p:nvPr/>
        </p:nvSpPr>
        <p:spPr>
          <a:xfrm>
            <a:off x="9812666" y="39863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1" name="Shape 2818"/>
          <p:cNvSpPr/>
          <p:nvPr/>
        </p:nvSpPr>
        <p:spPr>
          <a:xfrm>
            <a:off x="9652307" y="43459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2" name="Shape 2819"/>
          <p:cNvSpPr/>
          <p:nvPr/>
        </p:nvSpPr>
        <p:spPr>
          <a:xfrm>
            <a:off x="9444471" y="40187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3" name="Shape 2820"/>
          <p:cNvSpPr/>
          <p:nvPr/>
        </p:nvSpPr>
        <p:spPr>
          <a:xfrm>
            <a:off x="9578898" y="39198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4" name="Shape 2821"/>
          <p:cNvSpPr/>
          <p:nvPr/>
        </p:nvSpPr>
        <p:spPr>
          <a:xfrm>
            <a:off x="9725852" y="42312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5" name="Shape 2822"/>
          <p:cNvSpPr/>
          <p:nvPr/>
        </p:nvSpPr>
        <p:spPr>
          <a:xfrm>
            <a:off x="9806779" y="42357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6" name="Shape 2823"/>
          <p:cNvSpPr/>
          <p:nvPr/>
        </p:nvSpPr>
        <p:spPr>
          <a:xfrm>
            <a:off x="9555883" y="43684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7" name="Shape 2824"/>
          <p:cNvSpPr/>
          <p:nvPr/>
        </p:nvSpPr>
        <p:spPr>
          <a:xfrm>
            <a:off x="9801936" y="41337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8" name="Shape 2825"/>
          <p:cNvSpPr/>
          <p:nvPr/>
        </p:nvSpPr>
        <p:spPr>
          <a:xfrm>
            <a:off x="9558867" y="42177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9" name="Shape 2826"/>
          <p:cNvSpPr/>
          <p:nvPr/>
        </p:nvSpPr>
        <p:spPr>
          <a:xfrm>
            <a:off x="9675315" y="43813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0" name="Shape 2827"/>
          <p:cNvSpPr/>
          <p:nvPr/>
        </p:nvSpPr>
        <p:spPr>
          <a:xfrm>
            <a:off x="9827789" y="42116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1" name="Shape 2828"/>
          <p:cNvSpPr/>
          <p:nvPr/>
        </p:nvSpPr>
        <p:spPr>
          <a:xfrm>
            <a:off x="9436147" y="44652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2" name="Shape 2829"/>
          <p:cNvSpPr/>
          <p:nvPr/>
        </p:nvSpPr>
        <p:spPr>
          <a:xfrm>
            <a:off x="9436341" y="46799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3" name="Shape 2830"/>
          <p:cNvSpPr/>
          <p:nvPr/>
        </p:nvSpPr>
        <p:spPr>
          <a:xfrm>
            <a:off x="9823838" y="42982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4" name="Shape 2831"/>
          <p:cNvSpPr/>
          <p:nvPr/>
        </p:nvSpPr>
        <p:spPr>
          <a:xfrm>
            <a:off x="9525451" y="43854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5" name="Shape 2832"/>
          <p:cNvSpPr/>
          <p:nvPr/>
        </p:nvSpPr>
        <p:spPr>
          <a:xfrm>
            <a:off x="9662101" y="44286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6" name="Shape 2833"/>
          <p:cNvSpPr/>
          <p:nvPr/>
        </p:nvSpPr>
        <p:spPr>
          <a:xfrm>
            <a:off x="9416383" y="44130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7" name="Shape 2834"/>
          <p:cNvSpPr/>
          <p:nvPr/>
        </p:nvSpPr>
        <p:spPr>
          <a:xfrm>
            <a:off x="9650837" y="46368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8" name="Shape 2835"/>
          <p:cNvSpPr/>
          <p:nvPr/>
        </p:nvSpPr>
        <p:spPr>
          <a:xfrm>
            <a:off x="9610730" y="44410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9" name="Shape 2836"/>
          <p:cNvSpPr/>
          <p:nvPr/>
        </p:nvSpPr>
        <p:spPr>
          <a:xfrm>
            <a:off x="9771056" y="40541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0" name="Shape 2837"/>
          <p:cNvSpPr/>
          <p:nvPr/>
        </p:nvSpPr>
        <p:spPr>
          <a:xfrm>
            <a:off x="9751358" y="41752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1" name="Shape 2838"/>
          <p:cNvSpPr/>
          <p:nvPr/>
        </p:nvSpPr>
        <p:spPr>
          <a:xfrm>
            <a:off x="9441319" y="42037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2" name="Shape 2839"/>
          <p:cNvSpPr/>
          <p:nvPr/>
        </p:nvSpPr>
        <p:spPr>
          <a:xfrm>
            <a:off x="9539243" y="41632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3" name="Shape 2840"/>
          <p:cNvSpPr/>
          <p:nvPr/>
        </p:nvSpPr>
        <p:spPr>
          <a:xfrm>
            <a:off x="9604270" y="39896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4" name="Shape 2841"/>
          <p:cNvSpPr/>
          <p:nvPr/>
        </p:nvSpPr>
        <p:spPr>
          <a:xfrm>
            <a:off x="9797160" y="42821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5" name="Shape 2842"/>
          <p:cNvSpPr/>
          <p:nvPr/>
        </p:nvSpPr>
        <p:spPr>
          <a:xfrm>
            <a:off x="9797149" y="39447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6" name="Shape 2843"/>
          <p:cNvSpPr/>
          <p:nvPr/>
        </p:nvSpPr>
        <p:spPr>
          <a:xfrm>
            <a:off x="9449756" y="43354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7" name="Shape 2844"/>
          <p:cNvSpPr/>
          <p:nvPr/>
        </p:nvSpPr>
        <p:spPr>
          <a:xfrm>
            <a:off x="9608900" y="39724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8" name="Shape 2845"/>
          <p:cNvSpPr/>
          <p:nvPr/>
        </p:nvSpPr>
        <p:spPr>
          <a:xfrm>
            <a:off x="9678602" y="39546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9" name="Shape 2846"/>
          <p:cNvSpPr/>
          <p:nvPr/>
        </p:nvSpPr>
        <p:spPr>
          <a:xfrm>
            <a:off x="9725058" y="38782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0" name="Shape 2847"/>
          <p:cNvSpPr/>
          <p:nvPr/>
        </p:nvSpPr>
        <p:spPr>
          <a:xfrm>
            <a:off x="9631297" y="37735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1" name="Shape 2848"/>
          <p:cNvSpPr/>
          <p:nvPr/>
        </p:nvSpPr>
        <p:spPr>
          <a:xfrm>
            <a:off x="9559154" y="38984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2" name="Shape 2849"/>
          <p:cNvSpPr/>
          <p:nvPr/>
        </p:nvSpPr>
        <p:spPr>
          <a:xfrm>
            <a:off x="9827424" y="42213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3" name="Shape 2850"/>
          <p:cNvSpPr/>
          <p:nvPr/>
        </p:nvSpPr>
        <p:spPr>
          <a:xfrm>
            <a:off x="9720328" y="38400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4" name="Shape 2851"/>
          <p:cNvSpPr/>
          <p:nvPr/>
        </p:nvSpPr>
        <p:spPr>
          <a:xfrm>
            <a:off x="9730558" y="40429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5" name="Shape 2852"/>
          <p:cNvSpPr/>
          <p:nvPr/>
        </p:nvSpPr>
        <p:spPr>
          <a:xfrm>
            <a:off x="9746981" y="43073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6" name="Shape 2853"/>
          <p:cNvSpPr/>
          <p:nvPr/>
        </p:nvSpPr>
        <p:spPr>
          <a:xfrm>
            <a:off x="9434762" y="37561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7" name="Shape 2854"/>
          <p:cNvSpPr/>
          <p:nvPr/>
        </p:nvSpPr>
        <p:spPr>
          <a:xfrm>
            <a:off x="9745894" y="38024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8" name="Shape 2855"/>
          <p:cNvSpPr/>
          <p:nvPr/>
        </p:nvSpPr>
        <p:spPr>
          <a:xfrm>
            <a:off x="9700976" y="40336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9" name="Shape 2856"/>
          <p:cNvSpPr/>
          <p:nvPr/>
        </p:nvSpPr>
        <p:spPr>
          <a:xfrm>
            <a:off x="9653275" y="40645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0" name="Shape 2857"/>
          <p:cNvSpPr/>
          <p:nvPr/>
        </p:nvSpPr>
        <p:spPr>
          <a:xfrm>
            <a:off x="9838330" y="38769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1" name="Shape 2858"/>
          <p:cNvSpPr/>
          <p:nvPr/>
        </p:nvSpPr>
        <p:spPr>
          <a:xfrm>
            <a:off x="9438907" y="44187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2" name="Shape 2859"/>
          <p:cNvSpPr/>
          <p:nvPr/>
        </p:nvSpPr>
        <p:spPr>
          <a:xfrm>
            <a:off x="9838691" y="37067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3" name="Shape 2860"/>
          <p:cNvSpPr/>
          <p:nvPr/>
        </p:nvSpPr>
        <p:spPr>
          <a:xfrm>
            <a:off x="9581796" y="38573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4" name="Shape 2861"/>
          <p:cNvSpPr/>
          <p:nvPr/>
        </p:nvSpPr>
        <p:spPr>
          <a:xfrm>
            <a:off x="9579300" y="38925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5" name="Shape 2862"/>
          <p:cNvSpPr/>
          <p:nvPr/>
        </p:nvSpPr>
        <p:spPr>
          <a:xfrm>
            <a:off x="9694996" y="39666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6" name="Shape 2863"/>
          <p:cNvSpPr/>
          <p:nvPr/>
        </p:nvSpPr>
        <p:spPr>
          <a:xfrm>
            <a:off x="9629059" y="37178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7" name="Shape 2864"/>
          <p:cNvSpPr/>
          <p:nvPr/>
        </p:nvSpPr>
        <p:spPr>
          <a:xfrm>
            <a:off x="9756796" y="37432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8" name="Shape 2865"/>
          <p:cNvSpPr/>
          <p:nvPr/>
        </p:nvSpPr>
        <p:spPr>
          <a:xfrm>
            <a:off x="9787944" y="42086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9" name="Shape 2866"/>
          <p:cNvSpPr/>
          <p:nvPr/>
        </p:nvSpPr>
        <p:spPr>
          <a:xfrm>
            <a:off x="9553664" y="35270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0" name="Shape 2867"/>
          <p:cNvSpPr/>
          <p:nvPr/>
        </p:nvSpPr>
        <p:spPr>
          <a:xfrm>
            <a:off x="9499024" y="42672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1" name="Shape 2868"/>
          <p:cNvSpPr/>
          <p:nvPr/>
        </p:nvSpPr>
        <p:spPr>
          <a:xfrm>
            <a:off x="9603228" y="42796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2" name="Shape 2869"/>
          <p:cNvSpPr/>
          <p:nvPr/>
        </p:nvSpPr>
        <p:spPr>
          <a:xfrm>
            <a:off x="9625103" y="43655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3" name="Shape 2870"/>
          <p:cNvSpPr/>
          <p:nvPr/>
        </p:nvSpPr>
        <p:spPr>
          <a:xfrm>
            <a:off x="9707248" y="37140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4" name="Shape 2871"/>
          <p:cNvSpPr/>
          <p:nvPr/>
        </p:nvSpPr>
        <p:spPr>
          <a:xfrm>
            <a:off x="9428998" y="39479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5" name="Shape 2872"/>
          <p:cNvSpPr/>
          <p:nvPr/>
        </p:nvSpPr>
        <p:spPr>
          <a:xfrm>
            <a:off x="9730940" y="43115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6" name="Shape 2873"/>
          <p:cNvSpPr/>
          <p:nvPr/>
        </p:nvSpPr>
        <p:spPr>
          <a:xfrm>
            <a:off x="9727260" y="39128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7" name="Shape 2874"/>
          <p:cNvSpPr/>
          <p:nvPr/>
        </p:nvSpPr>
        <p:spPr>
          <a:xfrm>
            <a:off x="9674997" y="40764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8" name="Shape 2875"/>
          <p:cNvSpPr/>
          <p:nvPr/>
        </p:nvSpPr>
        <p:spPr>
          <a:xfrm>
            <a:off x="9819379" y="42758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9" name="Shape 2876"/>
          <p:cNvSpPr/>
          <p:nvPr/>
        </p:nvSpPr>
        <p:spPr>
          <a:xfrm>
            <a:off x="9480272" y="38196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0" name="Shape 2877"/>
          <p:cNvSpPr/>
          <p:nvPr/>
        </p:nvSpPr>
        <p:spPr>
          <a:xfrm>
            <a:off x="9627936" y="41375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1" name="Shape 2878"/>
          <p:cNvSpPr/>
          <p:nvPr/>
        </p:nvSpPr>
        <p:spPr>
          <a:xfrm>
            <a:off x="9445805" y="44321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2" name="Shape 2879"/>
          <p:cNvSpPr/>
          <p:nvPr/>
        </p:nvSpPr>
        <p:spPr>
          <a:xfrm>
            <a:off x="9732522" y="44081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3" name="Shape 2880"/>
          <p:cNvSpPr/>
          <p:nvPr/>
        </p:nvSpPr>
        <p:spPr>
          <a:xfrm>
            <a:off x="9790742" y="43625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4" name="Shape 2881"/>
          <p:cNvSpPr/>
          <p:nvPr/>
        </p:nvSpPr>
        <p:spPr>
          <a:xfrm>
            <a:off x="9562069" y="45377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5" name="Shape 2882"/>
          <p:cNvSpPr/>
          <p:nvPr/>
        </p:nvSpPr>
        <p:spPr>
          <a:xfrm>
            <a:off x="9533279" y="40782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6" name="Shape 2883"/>
          <p:cNvSpPr/>
          <p:nvPr/>
        </p:nvSpPr>
        <p:spPr>
          <a:xfrm>
            <a:off x="9548549" y="43318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7" name="Shape 2884"/>
          <p:cNvSpPr/>
          <p:nvPr/>
        </p:nvSpPr>
        <p:spPr>
          <a:xfrm>
            <a:off x="9568735" y="37105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8" name="Shape 2885"/>
          <p:cNvSpPr/>
          <p:nvPr/>
        </p:nvSpPr>
        <p:spPr>
          <a:xfrm>
            <a:off x="9602398" y="42776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9" name="Shape 2886"/>
          <p:cNvSpPr/>
          <p:nvPr/>
        </p:nvSpPr>
        <p:spPr>
          <a:xfrm>
            <a:off x="9483142" y="42995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0" name="Shape 2887"/>
          <p:cNvSpPr/>
          <p:nvPr/>
        </p:nvSpPr>
        <p:spPr>
          <a:xfrm>
            <a:off x="9579863" y="42177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1" name="Shape 2888"/>
          <p:cNvSpPr/>
          <p:nvPr/>
        </p:nvSpPr>
        <p:spPr>
          <a:xfrm>
            <a:off x="9553479" y="38167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2" name="Shape 2889"/>
          <p:cNvSpPr/>
          <p:nvPr/>
        </p:nvSpPr>
        <p:spPr>
          <a:xfrm>
            <a:off x="9714179" y="32715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3" name="Shape 2890"/>
          <p:cNvSpPr/>
          <p:nvPr/>
        </p:nvSpPr>
        <p:spPr>
          <a:xfrm>
            <a:off x="9496502" y="25006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4" name="Shape 2891"/>
          <p:cNvSpPr/>
          <p:nvPr/>
        </p:nvSpPr>
        <p:spPr>
          <a:xfrm>
            <a:off x="9608469" y="38425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5" name="Shape 2892"/>
          <p:cNvSpPr/>
          <p:nvPr/>
        </p:nvSpPr>
        <p:spPr>
          <a:xfrm>
            <a:off x="9763503" y="38682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6" name="Shape 2893"/>
          <p:cNvSpPr/>
          <p:nvPr/>
        </p:nvSpPr>
        <p:spPr>
          <a:xfrm>
            <a:off x="9694013" y="42500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7" name="Shape 2894"/>
          <p:cNvSpPr/>
          <p:nvPr/>
        </p:nvSpPr>
        <p:spPr>
          <a:xfrm>
            <a:off x="9786914" y="31894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8" name="Shape 2895"/>
          <p:cNvSpPr/>
          <p:nvPr/>
        </p:nvSpPr>
        <p:spPr>
          <a:xfrm>
            <a:off x="9478866" y="43234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9" name="Shape 2896"/>
          <p:cNvSpPr/>
          <p:nvPr/>
        </p:nvSpPr>
        <p:spPr>
          <a:xfrm>
            <a:off x="9608717" y="38275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0" name="Shape 2897"/>
          <p:cNvSpPr/>
          <p:nvPr/>
        </p:nvSpPr>
        <p:spPr>
          <a:xfrm>
            <a:off x="9538864" y="42322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1" name="Shape 2898"/>
          <p:cNvSpPr/>
          <p:nvPr/>
        </p:nvSpPr>
        <p:spPr>
          <a:xfrm>
            <a:off x="9671027" y="38066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2" name="Shape 2899"/>
          <p:cNvSpPr/>
          <p:nvPr/>
        </p:nvSpPr>
        <p:spPr>
          <a:xfrm>
            <a:off x="9838668" y="37105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3" name="Shape 2900"/>
          <p:cNvSpPr/>
          <p:nvPr/>
        </p:nvSpPr>
        <p:spPr>
          <a:xfrm>
            <a:off x="9823237" y="42634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4" name="Shape 2901"/>
          <p:cNvSpPr/>
          <p:nvPr/>
        </p:nvSpPr>
        <p:spPr>
          <a:xfrm>
            <a:off x="9557939" y="28808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5" name="Shape 2902"/>
          <p:cNvSpPr/>
          <p:nvPr/>
        </p:nvSpPr>
        <p:spPr>
          <a:xfrm>
            <a:off x="9492373" y="37363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6" name="Shape 2903"/>
          <p:cNvSpPr/>
          <p:nvPr/>
        </p:nvSpPr>
        <p:spPr>
          <a:xfrm>
            <a:off x="9527932" y="41965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7" name="Shape 2904"/>
          <p:cNvSpPr/>
          <p:nvPr/>
        </p:nvSpPr>
        <p:spPr>
          <a:xfrm>
            <a:off x="9526323" y="37509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8" name="Shape 2905"/>
          <p:cNvSpPr/>
          <p:nvPr/>
        </p:nvSpPr>
        <p:spPr>
          <a:xfrm>
            <a:off x="9537375" y="37825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9" name="Shape 2906"/>
          <p:cNvSpPr/>
          <p:nvPr/>
        </p:nvSpPr>
        <p:spPr>
          <a:xfrm>
            <a:off x="9588267" y="36585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0" name="Shape 2907"/>
          <p:cNvSpPr/>
          <p:nvPr/>
        </p:nvSpPr>
        <p:spPr>
          <a:xfrm>
            <a:off x="9511246" y="42359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1" name="Shape 2908"/>
          <p:cNvSpPr/>
          <p:nvPr/>
        </p:nvSpPr>
        <p:spPr>
          <a:xfrm>
            <a:off x="9647308" y="28929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2" name="Shape 2909"/>
          <p:cNvSpPr/>
          <p:nvPr/>
        </p:nvSpPr>
        <p:spPr>
          <a:xfrm>
            <a:off x="9606357" y="40422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3" name="Shape 2910"/>
          <p:cNvSpPr/>
          <p:nvPr/>
        </p:nvSpPr>
        <p:spPr>
          <a:xfrm>
            <a:off x="9809560" y="29131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4" name="Shape 2911"/>
          <p:cNvSpPr/>
          <p:nvPr/>
        </p:nvSpPr>
        <p:spPr>
          <a:xfrm>
            <a:off x="9798277" y="28429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5" name="Shape 2912"/>
          <p:cNvSpPr/>
          <p:nvPr/>
        </p:nvSpPr>
        <p:spPr>
          <a:xfrm>
            <a:off x="9691322" y="41835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6" name="Shape 2913"/>
          <p:cNvSpPr/>
          <p:nvPr/>
        </p:nvSpPr>
        <p:spPr>
          <a:xfrm>
            <a:off x="9627726" y="41024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7" name="Shape 2914"/>
          <p:cNvSpPr/>
          <p:nvPr/>
        </p:nvSpPr>
        <p:spPr>
          <a:xfrm>
            <a:off x="9757619" y="40654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8" name="Shape 2915"/>
          <p:cNvSpPr/>
          <p:nvPr/>
        </p:nvSpPr>
        <p:spPr>
          <a:xfrm>
            <a:off x="9729478" y="28811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9" name="Shape 2916"/>
          <p:cNvSpPr/>
          <p:nvPr/>
        </p:nvSpPr>
        <p:spPr>
          <a:xfrm>
            <a:off x="9557016" y="29000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0" name="Shape 2917"/>
          <p:cNvSpPr/>
          <p:nvPr/>
        </p:nvSpPr>
        <p:spPr>
          <a:xfrm>
            <a:off x="9845136" y="29048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1" name="Shape 2918"/>
          <p:cNvSpPr/>
          <p:nvPr/>
        </p:nvSpPr>
        <p:spPr>
          <a:xfrm>
            <a:off x="9619804" y="35801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2" name="Shape 2919"/>
          <p:cNvSpPr/>
          <p:nvPr/>
        </p:nvSpPr>
        <p:spPr>
          <a:xfrm>
            <a:off x="9483621" y="37968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3" name="Shape 2920"/>
          <p:cNvSpPr/>
          <p:nvPr/>
        </p:nvSpPr>
        <p:spPr>
          <a:xfrm>
            <a:off x="9627578" y="38725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4" name="Shape 2921"/>
          <p:cNvSpPr/>
          <p:nvPr/>
        </p:nvSpPr>
        <p:spPr>
          <a:xfrm>
            <a:off x="9730373" y="29481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5" name="Shape 2922"/>
          <p:cNvSpPr/>
          <p:nvPr/>
        </p:nvSpPr>
        <p:spPr>
          <a:xfrm>
            <a:off x="9836254" y="33904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6" name="Shape 2923"/>
          <p:cNvSpPr/>
          <p:nvPr/>
        </p:nvSpPr>
        <p:spPr>
          <a:xfrm>
            <a:off x="9523076" y="29129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7" name="Shape 2924"/>
          <p:cNvSpPr/>
          <p:nvPr/>
        </p:nvSpPr>
        <p:spPr>
          <a:xfrm>
            <a:off x="9451306" y="28805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8" name="Shape 2925"/>
          <p:cNvSpPr/>
          <p:nvPr/>
        </p:nvSpPr>
        <p:spPr>
          <a:xfrm>
            <a:off x="9608290" y="38181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9" name="Shape 2926"/>
          <p:cNvSpPr/>
          <p:nvPr/>
        </p:nvSpPr>
        <p:spPr>
          <a:xfrm>
            <a:off x="9763048" y="35016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0" name="Shape 2927"/>
          <p:cNvSpPr/>
          <p:nvPr/>
        </p:nvSpPr>
        <p:spPr>
          <a:xfrm>
            <a:off x="9510378" y="39940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1" name="Shape 2928"/>
          <p:cNvSpPr/>
          <p:nvPr/>
        </p:nvSpPr>
        <p:spPr>
          <a:xfrm>
            <a:off x="9592784" y="35738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2" name="Shape 2929"/>
          <p:cNvSpPr/>
          <p:nvPr/>
        </p:nvSpPr>
        <p:spPr>
          <a:xfrm>
            <a:off x="9420976" y="35703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3" name="Shape 2930"/>
          <p:cNvSpPr/>
          <p:nvPr/>
        </p:nvSpPr>
        <p:spPr>
          <a:xfrm>
            <a:off x="9706971" y="41879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4" name="Shape 2931"/>
          <p:cNvSpPr/>
          <p:nvPr/>
        </p:nvSpPr>
        <p:spPr>
          <a:xfrm>
            <a:off x="9697605" y="36488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5" name="Shape 2932"/>
          <p:cNvSpPr/>
          <p:nvPr/>
        </p:nvSpPr>
        <p:spPr>
          <a:xfrm>
            <a:off x="9748354" y="29445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6" name="Shape 2933"/>
          <p:cNvSpPr/>
          <p:nvPr/>
        </p:nvSpPr>
        <p:spPr>
          <a:xfrm>
            <a:off x="9556036" y="34992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7" name="Shape 2934"/>
          <p:cNvSpPr/>
          <p:nvPr/>
        </p:nvSpPr>
        <p:spPr>
          <a:xfrm>
            <a:off x="9655182" y="29039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8" name="Shape 2935"/>
          <p:cNvSpPr/>
          <p:nvPr/>
        </p:nvSpPr>
        <p:spPr>
          <a:xfrm>
            <a:off x="9650823" y="27720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9" name="Shape 2936"/>
          <p:cNvSpPr/>
          <p:nvPr/>
        </p:nvSpPr>
        <p:spPr>
          <a:xfrm>
            <a:off x="9843715" y="33349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0" name="Shape 2937"/>
          <p:cNvSpPr/>
          <p:nvPr/>
        </p:nvSpPr>
        <p:spPr>
          <a:xfrm>
            <a:off x="9836685" y="27962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1" name="Shape 2938"/>
          <p:cNvSpPr/>
          <p:nvPr/>
        </p:nvSpPr>
        <p:spPr>
          <a:xfrm>
            <a:off x="9590897" y="27619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2" name="Shape 2939"/>
          <p:cNvSpPr/>
          <p:nvPr/>
        </p:nvSpPr>
        <p:spPr>
          <a:xfrm>
            <a:off x="9791503" y="40976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3" name="Shape 2940"/>
          <p:cNvSpPr/>
          <p:nvPr/>
        </p:nvSpPr>
        <p:spPr>
          <a:xfrm>
            <a:off x="9722183" y="27806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4" name="Shape 2941"/>
          <p:cNvSpPr/>
          <p:nvPr/>
        </p:nvSpPr>
        <p:spPr>
          <a:xfrm>
            <a:off x="9627992" y="37335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5" name="Shape 2942"/>
          <p:cNvSpPr/>
          <p:nvPr/>
        </p:nvSpPr>
        <p:spPr>
          <a:xfrm>
            <a:off x="9538047" y="40062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6" name="Shape 2943"/>
          <p:cNvSpPr/>
          <p:nvPr/>
        </p:nvSpPr>
        <p:spPr>
          <a:xfrm>
            <a:off x="9685459" y="29142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7" name="Shape 2944"/>
          <p:cNvSpPr/>
          <p:nvPr/>
        </p:nvSpPr>
        <p:spPr>
          <a:xfrm>
            <a:off x="9680501" y="27638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8" name="Shape 2945"/>
          <p:cNvSpPr/>
          <p:nvPr/>
        </p:nvSpPr>
        <p:spPr>
          <a:xfrm>
            <a:off x="9639287" y="35973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9" name="Shape 2946"/>
          <p:cNvSpPr/>
          <p:nvPr/>
        </p:nvSpPr>
        <p:spPr>
          <a:xfrm>
            <a:off x="9574298" y="28047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0" name="Shape 2947"/>
          <p:cNvSpPr/>
          <p:nvPr/>
        </p:nvSpPr>
        <p:spPr>
          <a:xfrm>
            <a:off x="9832148" y="27639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1" name="Shape 2948"/>
          <p:cNvSpPr/>
          <p:nvPr/>
        </p:nvSpPr>
        <p:spPr>
          <a:xfrm>
            <a:off x="9841498" y="38249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2" name="Shape 2949"/>
          <p:cNvSpPr/>
          <p:nvPr/>
        </p:nvSpPr>
        <p:spPr>
          <a:xfrm>
            <a:off x="9477916" y="37631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3" name="Shape 2950"/>
          <p:cNvSpPr/>
          <p:nvPr/>
        </p:nvSpPr>
        <p:spPr>
          <a:xfrm>
            <a:off x="9760256" y="34449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4" name="Shape 2951"/>
          <p:cNvSpPr/>
          <p:nvPr/>
        </p:nvSpPr>
        <p:spPr>
          <a:xfrm>
            <a:off x="9666659" y="44778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5" name="Shape 2952"/>
          <p:cNvSpPr/>
          <p:nvPr/>
        </p:nvSpPr>
        <p:spPr>
          <a:xfrm>
            <a:off x="9470473" y="40426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6" name="Shape 2953"/>
          <p:cNvSpPr/>
          <p:nvPr/>
        </p:nvSpPr>
        <p:spPr>
          <a:xfrm>
            <a:off x="9420134" y="40874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7" name="Shape 2954"/>
          <p:cNvSpPr/>
          <p:nvPr/>
        </p:nvSpPr>
        <p:spPr>
          <a:xfrm>
            <a:off x="9821893" y="37611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8" name="Shape 2955"/>
          <p:cNvSpPr/>
          <p:nvPr/>
        </p:nvSpPr>
        <p:spPr>
          <a:xfrm>
            <a:off x="9529266" y="37889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9" name="Shape 2956"/>
          <p:cNvSpPr/>
          <p:nvPr/>
        </p:nvSpPr>
        <p:spPr>
          <a:xfrm>
            <a:off x="9803887" y="37747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0" name="Shape 2957"/>
          <p:cNvSpPr/>
          <p:nvPr/>
        </p:nvSpPr>
        <p:spPr>
          <a:xfrm>
            <a:off x="9519716" y="37838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1" name="Shape 2958"/>
          <p:cNvSpPr/>
          <p:nvPr/>
        </p:nvSpPr>
        <p:spPr>
          <a:xfrm>
            <a:off x="9731959" y="37672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2" name="Shape 2959"/>
          <p:cNvSpPr/>
          <p:nvPr/>
        </p:nvSpPr>
        <p:spPr>
          <a:xfrm>
            <a:off x="9779979" y="37792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3" name="Shape 2960"/>
          <p:cNvSpPr/>
          <p:nvPr/>
        </p:nvSpPr>
        <p:spPr>
          <a:xfrm>
            <a:off x="9821705" y="37808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4" name="Shape 2961"/>
          <p:cNvSpPr/>
          <p:nvPr/>
        </p:nvSpPr>
        <p:spPr>
          <a:xfrm>
            <a:off x="9464837" y="37603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5" name="Shape 2962"/>
          <p:cNvSpPr/>
          <p:nvPr/>
        </p:nvSpPr>
        <p:spPr>
          <a:xfrm>
            <a:off x="9677804" y="37902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6" name="Shape 2963"/>
          <p:cNvSpPr/>
          <p:nvPr/>
        </p:nvSpPr>
        <p:spPr>
          <a:xfrm>
            <a:off x="9555116" y="36929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7" name="Shape 2964"/>
          <p:cNvSpPr/>
          <p:nvPr/>
        </p:nvSpPr>
        <p:spPr>
          <a:xfrm>
            <a:off x="9576943" y="37545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8" name="Shape 2965"/>
          <p:cNvSpPr/>
          <p:nvPr/>
        </p:nvSpPr>
        <p:spPr>
          <a:xfrm>
            <a:off x="9547422" y="40630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9" name="Shape 2966"/>
          <p:cNvSpPr/>
          <p:nvPr/>
        </p:nvSpPr>
        <p:spPr>
          <a:xfrm>
            <a:off x="9693647" y="40785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0" name="Shape 2967"/>
          <p:cNvSpPr/>
          <p:nvPr/>
        </p:nvSpPr>
        <p:spPr>
          <a:xfrm>
            <a:off x="9770275" y="41032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1" name="Shape 2968"/>
          <p:cNvSpPr/>
          <p:nvPr/>
        </p:nvSpPr>
        <p:spPr>
          <a:xfrm>
            <a:off x="9558320" y="40615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2" name="Shape 2969"/>
          <p:cNvSpPr/>
          <p:nvPr/>
        </p:nvSpPr>
        <p:spPr>
          <a:xfrm>
            <a:off x="9806583" y="38966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3" name="Shape 2970"/>
          <p:cNvSpPr/>
          <p:nvPr/>
        </p:nvSpPr>
        <p:spPr>
          <a:xfrm>
            <a:off x="9426454" y="40512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4" name="Shape 2971"/>
          <p:cNvSpPr/>
          <p:nvPr/>
        </p:nvSpPr>
        <p:spPr>
          <a:xfrm>
            <a:off x="9827722" y="40961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5" name="Shape 2972"/>
          <p:cNvSpPr/>
          <p:nvPr/>
        </p:nvSpPr>
        <p:spPr>
          <a:xfrm>
            <a:off x="9476853" y="42529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6" name="Shape 2973"/>
          <p:cNvSpPr/>
          <p:nvPr/>
        </p:nvSpPr>
        <p:spPr>
          <a:xfrm>
            <a:off x="9678485" y="45958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7" name="Shape 2974"/>
          <p:cNvSpPr/>
          <p:nvPr/>
        </p:nvSpPr>
        <p:spPr>
          <a:xfrm>
            <a:off x="9420500" y="43235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8" name="Shape 2975"/>
          <p:cNvSpPr/>
          <p:nvPr/>
        </p:nvSpPr>
        <p:spPr>
          <a:xfrm>
            <a:off x="9523737" y="42971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9" name="Shape 2976"/>
          <p:cNvSpPr/>
          <p:nvPr/>
        </p:nvSpPr>
        <p:spPr>
          <a:xfrm>
            <a:off x="9674835" y="43909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0" name="Shape 2977"/>
          <p:cNvSpPr/>
          <p:nvPr/>
        </p:nvSpPr>
        <p:spPr>
          <a:xfrm>
            <a:off x="9514144" y="45317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1" name="Shape 2978"/>
          <p:cNvSpPr/>
          <p:nvPr/>
        </p:nvSpPr>
        <p:spPr>
          <a:xfrm>
            <a:off x="9720998" y="42273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2" name="Shape 2979"/>
          <p:cNvSpPr/>
          <p:nvPr/>
        </p:nvSpPr>
        <p:spPr>
          <a:xfrm>
            <a:off x="9639918" y="43515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3" name="Shape 2980"/>
          <p:cNvSpPr/>
          <p:nvPr/>
        </p:nvSpPr>
        <p:spPr>
          <a:xfrm>
            <a:off x="9700810" y="45549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4" name="Shape 2981"/>
          <p:cNvSpPr/>
          <p:nvPr/>
        </p:nvSpPr>
        <p:spPr>
          <a:xfrm>
            <a:off x="9504249" y="43628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5" name="Shape 2982"/>
          <p:cNvSpPr/>
          <p:nvPr/>
        </p:nvSpPr>
        <p:spPr>
          <a:xfrm>
            <a:off x="9547458" y="45682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6" name="Shape 2983"/>
          <p:cNvSpPr/>
          <p:nvPr/>
        </p:nvSpPr>
        <p:spPr>
          <a:xfrm>
            <a:off x="9631801" y="43272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7" name="Shape 2984"/>
          <p:cNvSpPr/>
          <p:nvPr/>
        </p:nvSpPr>
        <p:spPr>
          <a:xfrm>
            <a:off x="9527855" y="38237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8" name="Shape 2985"/>
          <p:cNvSpPr/>
          <p:nvPr/>
        </p:nvSpPr>
        <p:spPr>
          <a:xfrm>
            <a:off x="9583946" y="41679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9" name="Shape 2986"/>
          <p:cNvSpPr/>
          <p:nvPr/>
        </p:nvSpPr>
        <p:spPr>
          <a:xfrm>
            <a:off x="9775797" y="40593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0" name="Shape 2987"/>
          <p:cNvSpPr/>
          <p:nvPr/>
        </p:nvSpPr>
        <p:spPr>
          <a:xfrm>
            <a:off x="9696665" y="39600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1" name="Shape 2988"/>
          <p:cNvSpPr/>
          <p:nvPr/>
        </p:nvSpPr>
        <p:spPr>
          <a:xfrm>
            <a:off x="9690515" y="39636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2" name="Shape 2989"/>
          <p:cNvSpPr/>
          <p:nvPr/>
        </p:nvSpPr>
        <p:spPr>
          <a:xfrm>
            <a:off x="9790597" y="28998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3" name="Shape 2990"/>
          <p:cNvSpPr/>
          <p:nvPr/>
        </p:nvSpPr>
        <p:spPr>
          <a:xfrm>
            <a:off x="9692878" y="40352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4" name="Shape 2991"/>
          <p:cNvSpPr/>
          <p:nvPr/>
        </p:nvSpPr>
        <p:spPr>
          <a:xfrm>
            <a:off x="9613273" y="33125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5" name="Shape 2992"/>
          <p:cNvSpPr/>
          <p:nvPr/>
        </p:nvSpPr>
        <p:spPr>
          <a:xfrm>
            <a:off x="9808860" y="40627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6" name="Shape 2993"/>
          <p:cNvSpPr/>
          <p:nvPr/>
        </p:nvSpPr>
        <p:spPr>
          <a:xfrm>
            <a:off x="9472382" y="39477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7" name="Shape 2994"/>
          <p:cNvSpPr/>
          <p:nvPr/>
        </p:nvSpPr>
        <p:spPr>
          <a:xfrm>
            <a:off x="9781604" y="40028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8" name="Shape 2995"/>
          <p:cNvSpPr/>
          <p:nvPr/>
        </p:nvSpPr>
        <p:spPr>
          <a:xfrm>
            <a:off x="9673851" y="40340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9" name="Shape 2996"/>
          <p:cNvSpPr/>
          <p:nvPr/>
        </p:nvSpPr>
        <p:spPr>
          <a:xfrm>
            <a:off x="9641861" y="40693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0" name="Shape 2997"/>
          <p:cNvSpPr/>
          <p:nvPr/>
        </p:nvSpPr>
        <p:spPr>
          <a:xfrm>
            <a:off x="9518647" y="38069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1" name="Shape 2998"/>
          <p:cNvSpPr/>
          <p:nvPr/>
        </p:nvSpPr>
        <p:spPr>
          <a:xfrm>
            <a:off x="9444591" y="37938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2" name="Shape 2999"/>
          <p:cNvSpPr/>
          <p:nvPr/>
        </p:nvSpPr>
        <p:spPr>
          <a:xfrm>
            <a:off x="9796677" y="37891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3" name="Shape 3000"/>
          <p:cNvSpPr/>
          <p:nvPr/>
        </p:nvSpPr>
        <p:spPr>
          <a:xfrm>
            <a:off x="9768745" y="38104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4" name="Shape 3001"/>
          <p:cNvSpPr/>
          <p:nvPr/>
        </p:nvSpPr>
        <p:spPr>
          <a:xfrm>
            <a:off x="9490970" y="38130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5" name="Shape 3002"/>
          <p:cNvSpPr/>
          <p:nvPr/>
        </p:nvSpPr>
        <p:spPr>
          <a:xfrm>
            <a:off x="9463702" y="37598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6" name="Shape 3003"/>
          <p:cNvSpPr/>
          <p:nvPr/>
        </p:nvSpPr>
        <p:spPr>
          <a:xfrm>
            <a:off x="9600673" y="43812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7" name="Shape 3004"/>
          <p:cNvSpPr/>
          <p:nvPr/>
        </p:nvSpPr>
        <p:spPr>
          <a:xfrm>
            <a:off x="9773043" y="43074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8" name="Shape 3005"/>
          <p:cNvSpPr/>
          <p:nvPr/>
        </p:nvSpPr>
        <p:spPr>
          <a:xfrm>
            <a:off x="9450442" y="41320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9" name="Shape 3006"/>
          <p:cNvSpPr/>
          <p:nvPr/>
        </p:nvSpPr>
        <p:spPr>
          <a:xfrm>
            <a:off x="9831443" y="39873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0" name="Shape 3007"/>
          <p:cNvSpPr/>
          <p:nvPr/>
        </p:nvSpPr>
        <p:spPr>
          <a:xfrm>
            <a:off x="9680609" y="37963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1" name="Shape 3008"/>
          <p:cNvSpPr/>
          <p:nvPr/>
        </p:nvSpPr>
        <p:spPr>
          <a:xfrm>
            <a:off x="9676686" y="43080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2" name="Shape 3009"/>
          <p:cNvSpPr/>
          <p:nvPr/>
        </p:nvSpPr>
        <p:spPr>
          <a:xfrm>
            <a:off x="9416077" y="42323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3" name="Shape 3010"/>
          <p:cNvSpPr/>
          <p:nvPr/>
        </p:nvSpPr>
        <p:spPr>
          <a:xfrm>
            <a:off x="9527268" y="41610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4" name="Shape 3011"/>
          <p:cNvSpPr/>
          <p:nvPr/>
        </p:nvSpPr>
        <p:spPr>
          <a:xfrm>
            <a:off x="9584789" y="42451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5" name="Shape 3012"/>
          <p:cNvSpPr/>
          <p:nvPr/>
        </p:nvSpPr>
        <p:spPr>
          <a:xfrm>
            <a:off x="9472148" y="40077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6" name="Shape 3013"/>
          <p:cNvSpPr/>
          <p:nvPr/>
        </p:nvSpPr>
        <p:spPr>
          <a:xfrm>
            <a:off x="9480888" y="39430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7" name="Shape 3014"/>
          <p:cNvSpPr/>
          <p:nvPr/>
        </p:nvSpPr>
        <p:spPr>
          <a:xfrm>
            <a:off x="9499259" y="43186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8" name="Shape 3015"/>
          <p:cNvSpPr/>
          <p:nvPr/>
        </p:nvSpPr>
        <p:spPr>
          <a:xfrm>
            <a:off x="9654012" y="42389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9" name="Shape 3016"/>
          <p:cNvSpPr/>
          <p:nvPr/>
        </p:nvSpPr>
        <p:spPr>
          <a:xfrm>
            <a:off x="9772720" y="43506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0" name="Shape 3017"/>
          <p:cNvSpPr/>
          <p:nvPr/>
        </p:nvSpPr>
        <p:spPr>
          <a:xfrm>
            <a:off x="9597631" y="44514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1" name="Shape 3018"/>
          <p:cNvSpPr/>
          <p:nvPr/>
        </p:nvSpPr>
        <p:spPr>
          <a:xfrm>
            <a:off x="9837629" y="43077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2" name="Shape 3019"/>
          <p:cNvSpPr/>
          <p:nvPr/>
        </p:nvSpPr>
        <p:spPr>
          <a:xfrm>
            <a:off x="9573251" y="37331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3" name="Shape 3020"/>
          <p:cNvSpPr/>
          <p:nvPr/>
        </p:nvSpPr>
        <p:spPr>
          <a:xfrm>
            <a:off x="9706687" y="38751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4" name="Shape 3021"/>
          <p:cNvSpPr/>
          <p:nvPr/>
        </p:nvSpPr>
        <p:spPr>
          <a:xfrm>
            <a:off x="9539531" y="41923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5" name="Shape 3022"/>
          <p:cNvSpPr/>
          <p:nvPr/>
        </p:nvSpPr>
        <p:spPr>
          <a:xfrm>
            <a:off x="9615020" y="43292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6" name="Shape 3023"/>
          <p:cNvSpPr/>
          <p:nvPr/>
        </p:nvSpPr>
        <p:spPr>
          <a:xfrm>
            <a:off x="9513058" y="42939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7" name="Shape 3024"/>
          <p:cNvSpPr/>
          <p:nvPr/>
        </p:nvSpPr>
        <p:spPr>
          <a:xfrm>
            <a:off x="9415573" y="37858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8" name="Shape 3025"/>
          <p:cNvSpPr/>
          <p:nvPr/>
        </p:nvSpPr>
        <p:spPr>
          <a:xfrm>
            <a:off x="9778958" y="39715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9" name="Shape 3026"/>
          <p:cNvSpPr/>
          <p:nvPr/>
        </p:nvSpPr>
        <p:spPr>
          <a:xfrm>
            <a:off x="9534003" y="39823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0" name="Shape 3027"/>
          <p:cNvSpPr/>
          <p:nvPr/>
        </p:nvSpPr>
        <p:spPr>
          <a:xfrm>
            <a:off x="9581844" y="40650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1" name="Shape 3028"/>
          <p:cNvSpPr/>
          <p:nvPr/>
        </p:nvSpPr>
        <p:spPr>
          <a:xfrm>
            <a:off x="9841469" y="31754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2" name="Shape 3029"/>
          <p:cNvSpPr/>
          <p:nvPr/>
        </p:nvSpPr>
        <p:spPr>
          <a:xfrm>
            <a:off x="9690539" y="36486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3" name="Shape 3030"/>
          <p:cNvSpPr/>
          <p:nvPr/>
        </p:nvSpPr>
        <p:spPr>
          <a:xfrm>
            <a:off x="9762297" y="32467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4" name="Shape 3031"/>
          <p:cNvSpPr/>
          <p:nvPr/>
        </p:nvSpPr>
        <p:spPr>
          <a:xfrm>
            <a:off x="9691470" y="32166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5" name="Shape 3032"/>
          <p:cNvSpPr/>
          <p:nvPr/>
        </p:nvSpPr>
        <p:spPr>
          <a:xfrm>
            <a:off x="9480646" y="33152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6" name="Shape 3033"/>
          <p:cNvSpPr/>
          <p:nvPr/>
        </p:nvSpPr>
        <p:spPr>
          <a:xfrm>
            <a:off x="9701908" y="33217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7" name="Shape 3034"/>
          <p:cNvSpPr/>
          <p:nvPr/>
        </p:nvSpPr>
        <p:spPr>
          <a:xfrm>
            <a:off x="9569834" y="33289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8" name="Shape 3035"/>
          <p:cNvSpPr/>
          <p:nvPr/>
        </p:nvSpPr>
        <p:spPr>
          <a:xfrm>
            <a:off x="9526279" y="32110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9" name="Shape 3036"/>
          <p:cNvSpPr/>
          <p:nvPr/>
        </p:nvSpPr>
        <p:spPr>
          <a:xfrm>
            <a:off x="9718397" y="39459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0" name="Shape 3037"/>
          <p:cNvSpPr/>
          <p:nvPr/>
        </p:nvSpPr>
        <p:spPr>
          <a:xfrm>
            <a:off x="9676813" y="40622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1" name="Shape 3038"/>
          <p:cNvSpPr/>
          <p:nvPr/>
        </p:nvSpPr>
        <p:spPr>
          <a:xfrm>
            <a:off x="9472141" y="38151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2" name="Shape 3039"/>
          <p:cNvSpPr/>
          <p:nvPr/>
        </p:nvSpPr>
        <p:spPr>
          <a:xfrm>
            <a:off x="9541355" y="37337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3" name="Shape 3040"/>
          <p:cNvSpPr/>
          <p:nvPr/>
        </p:nvSpPr>
        <p:spPr>
          <a:xfrm>
            <a:off x="9500633" y="37846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4" name="Shape 3041"/>
          <p:cNvSpPr/>
          <p:nvPr/>
        </p:nvSpPr>
        <p:spPr>
          <a:xfrm>
            <a:off x="9718803" y="37994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5" name="Shape 3042"/>
          <p:cNvSpPr/>
          <p:nvPr/>
        </p:nvSpPr>
        <p:spPr>
          <a:xfrm>
            <a:off x="9636421" y="37722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6" name="Shape 3043"/>
          <p:cNvSpPr/>
          <p:nvPr/>
        </p:nvSpPr>
        <p:spPr>
          <a:xfrm>
            <a:off x="9511288" y="37848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7" name="Shape 3044"/>
          <p:cNvSpPr/>
          <p:nvPr/>
        </p:nvSpPr>
        <p:spPr>
          <a:xfrm>
            <a:off x="9668503" y="42647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8" name="Shape 3045"/>
          <p:cNvSpPr/>
          <p:nvPr/>
        </p:nvSpPr>
        <p:spPr>
          <a:xfrm>
            <a:off x="9473433" y="42885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9" name="Shape 3046"/>
          <p:cNvSpPr/>
          <p:nvPr/>
        </p:nvSpPr>
        <p:spPr>
          <a:xfrm>
            <a:off x="9664423" y="44595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0" name="Shape 3047"/>
          <p:cNvSpPr/>
          <p:nvPr/>
        </p:nvSpPr>
        <p:spPr>
          <a:xfrm>
            <a:off x="9643068" y="29271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1" name="Shape 3048"/>
          <p:cNvSpPr/>
          <p:nvPr/>
        </p:nvSpPr>
        <p:spPr>
          <a:xfrm>
            <a:off x="9639832" y="38399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2" name="Shape 3049"/>
          <p:cNvSpPr/>
          <p:nvPr/>
        </p:nvSpPr>
        <p:spPr>
          <a:xfrm>
            <a:off x="9466273" y="36656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3" name="Shape 3050"/>
          <p:cNvSpPr/>
          <p:nvPr/>
        </p:nvSpPr>
        <p:spPr>
          <a:xfrm>
            <a:off x="9696900" y="39770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4" name="Shape 3051"/>
          <p:cNvSpPr/>
          <p:nvPr/>
        </p:nvSpPr>
        <p:spPr>
          <a:xfrm>
            <a:off x="9491180" y="36909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5" name="Shape 3052"/>
          <p:cNvSpPr/>
          <p:nvPr/>
        </p:nvSpPr>
        <p:spPr>
          <a:xfrm>
            <a:off x="9824681" y="30995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6" name="Shape 3053"/>
          <p:cNvSpPr/>
          <p:nvPr/>
        </p:nvSpPr>
        <p:spPr>
          <a:xfrm>
            <a:off x="9495418" y="40513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7" name="Shape 3054"/>
          <p:cNvSpPr/>
          <p:nvPr/>
        </p:nvSpPr>
        <p:spPr>
          <a:xfrm>
            <a:off x="9734996" y="37153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8" name="Shape 3055"/>
          <p:cNvSpPr/>
          <p:nvPr/>
        </p:nvSpPr>
        <p:spPr>
          <a:xfrm>
            <a:off x="9745765" y="36646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9" name="Shape 3056"/>
          <p:cNvSpPr/>
          <p:nvPr/>
        </p:nvSpPr>
        <p:spPr>
          <a:xfrm>
            <a:off x="9717049" y="36890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0" name="Shape 3057"/>
          <p:cNvSpPr/>
          <p:nvPr/>
        </p:nvSpPr>
        <p:spPr>
          <a:xfrm>
            <a:off x="9435153" y="41850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1" name="Shape 3058"/>
          <p:cNvSpPr/>
          <p:nvPr/>
        </p:nvSpPr>
        <p:spPr>
          <a:xfrm>
            <a:off x="9591441" y="39162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2" name="Shape 3059"/>
          <p:cNvSpPr/>
          <p:nvPr/>
        </p:nvSpPr>
        <p:spPr>
          <a:xfrm>
            <a:off x="9675473" y="39300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3" name="Shape 3060"/>
          <p:cNvSpPr/>
          <p:nvPr/>
        </p:nvSpPr>
        <p:spPr>
          <a:xfrm>
            <a:off x="9662782" y="40913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4" name="Shape 3061"/>
          <p:cNvSpPr/>
          <p:nvPr/>
        </p:nvSpPr>
        <p:spPr>
          <a:xfrm>
            <a:off x="9731165" y="39533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5" name="Shape 3062"/>
          <p:cNvSpPr/>
          <p:nvPr/>
        </p:nvSpPr>
        <p:spPr>
          <a:xfrm>
            <a:off x="9468147" y="43478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6" name="Shape 3063"/>
          <p:cNvSpPr/>
          <p:nvPr/>
        </p:nvSpPr>
        <p:spPr>
          <a:xfrm>
            <a:off x="9648915" y="35538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7" name="Shape 3064"/>
          <p:cNvSpPr/>
          <p:nvPr/>
        </p:nvSpPr>
        <p:spPr>
          <a:xfrm>
            <a:off x="9422284" y="32583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8" name="Shape 3065"/>
          <p:cNvSpPr/>
          <p:nvPr/>
        </p:nvSpPr>
        <p:spPr>
          <a:xfrm>
            <a:off x="9827943" y="40184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9" name="Shape 3066"/>
          <p:cNvSpPr/>
          <p:nvPr/>
        </p:nvSpPr>
        <p:spPr>
          <a:xfrm>
            <a:off x="9555815" y="41400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0" name="Shape 3067"/>
          <p:cNvSpPr/>
          <p:nvPr/>
        </p:nvSpPr>
        <p:spPr>
          <a:xfrm>
            <a:off x="9602180" y="37159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1" name="Shape 3068"/>
          <p:cNvSpPr/>
          <p:nvPr/>
        </p:nvSpPr>
        <p:spPr>
          <a:xfrm>
            <a:off x="9688266" y="32744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2" name="Shape 3069"/>
          <p:cNvSpPr/>
          <p:nvPr/>
        </p:nvSpPr>
        <p:spPr>
          <a:xfrm>
            <a:off x="9586319" y="38397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3" name="Shape 3070"/>
          <p:cNvSpPr/>
          <p:nvPr/>
        </p:nvSpPr>
        <p:spPr>
          <a:xfrm>
            <a:off x="9452711" y="40572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4" name="Shape 3071"/>
          <p:cNvSpPr/>
          <p:nvPr/>
        </p:nvSpPr>
        <p:spPr>
          <a:xfrm>
            <a:off x="9758316" y="41351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5" name="Shape 3072"/>
          <p:cNvSpPr/>
          <p:nvPr/>
        </p:nvSpPr>
        <p:spPr>
          <a:xfrm>
            <a:off x="9824893" y="33957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6" name="Shape 3073"/>
          <p:cNvSpPr/>
          <p:nvPr/>
        </p:nvSpPr>
        <p:spPr>
          <a:xfrm>
            <a:off x="9454713" y="42124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7" name="Shape 3074"/>
          <p:cNvSpPr/>
          <p:nvPr/>
        </p:nvSpPr>
        <p:spPr>
          <a:xfrm>
            <a:off x="9589539" y="36726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8" name="Shape 3075"/>
          <p:cNvSpPr/>
          <p:nvPr/>
        </p:nvSpPr>
        <p:spPr>
          <a:xfrm>
            <a:off x="9766132" y="35050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9" name="Shape 3076"/>
          <p:cNvSpPr/>
          <p:nvPr/>
        </p:nvSpPr>
        <p:spPr>
          <a:xfrm>
            <a:off x="9809902" y="29098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0" name="Shape 3077"/>
          <p:cNvSpPr/>
          <p:nvPr/>
        </p:nvSpPr>
        <p:spPr>
          <a:xfrm>
            <a:off x="9581727" y="29077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1" name="Shape 3078"/>
          <p:cNvSpPr/>
          <p:nvPr/>
        </p:nvSpPr>
        <p:spPr>
          <a:xfrm>
            <a:off x="9598056" y="42089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2" name="Shape 3079"/>
          <p:cNvSpPr/>
          <p:nvPr/>
        </p:nvSpPr>
        <p:spPr>
          <a:xfrm>
            <a:off x="9544729" y="43644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3" name="Shape 3080"/>
          <p:cNvSpPr/>
          <p:nvPr/>
        </p:nvSpPr>
        <p:spPr>
          <a:xfrm>
            <a:off x="9479318" y="42764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4" name="Shape 3081"/>
          <p:cNvSpPr/>
          <p:nvPr/>
        </p:nvSpPr>
        <p:spPr>
          <a:xfrm>
            <a:off x="9565217" y="43738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5" name="Shape 3082"/>
          <p:cNvSpPr/>
          <p:nvPr/>
        </p:nvSpPr>
        <p:spPr>
          <a:xfrm>
            <a:off x="9642753" y="43598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6" name="Shape 3083"/>
          <p:cNvSpPr/>
          <p:nvPr/>
        </p:nvSpPr>
        <p:spPr>
          <a:xfrm>
            <a:off x="9638910" y="47588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7" name="Shape 3084"/>
          <p:cNvSpPr/>
          <p:nvPr/>
        </p:nvSpPr>
        <p:spPr>
          <a:xfrm>
            <a:off x="9686019" y="45562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8" name="Shape 3085"/>
          <p:cNvSpPr/>
          <p:nvPr/>
        </p:nvSpPr>
        <p:spPr>
          <a:xfrm>
            <a:off x="9459679" y="46158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9" name="Shape 3086"/>
          <p:cNvSpPr/>
          <p:nvPr/>
        </p:nvSpPr>
        <p:spPr>
          <a:xfrm>
            <a:off x="9647388" y="45945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0" name="Shape 3087"/>
          <p:cNvSpPr/>
          <p:nvPr/>
        </p:nvSpPr>
        <p:spPr>
          <a:xfrm>
            <a:off x="9727886" y="43106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1" name="Shape 3088"/>
          <p:cNvSpPr/>
          <p:nvPr/>
        </p:nvSpPr>
        <p:spPr>
          <a:xfrm>
            <a:off x="9440273" y="42030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2" name="Shape 3089"/>
          <p:cNvSpPr/>
          <p:nvPr/>
        </p:nvSpPr>
        <p:spPr>
          <a:xfrm>
            <a:off x="9742063" y="37453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3" name="Shape 3090"/>
          <p:cNvSpPr/>
          <p:nvPr/>
        </p:nvSpPr>
        <p:spPr>
          <a:xfrm>
            <a:off x="9783842" y="36846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4" name="Shape 3091"/>
          <p:cNvSpPr/>
          <p:nvPr/>
        </p:nvSpPr>
        <p:spPr>
          <a:xfrm>
            <a:off x="9616612" y="37069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5" name="Shape 3092"/>
          <p:cNvSpPr/>
          <p:nvPr/>
        </p:nvSpPr>
        <p:spPr>
          <a:xfrm>
            <a:off x="9469961" y="40277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6" name="Shape 3093"/>
          <p:cNvSpPr/>
          <p:nvPr/>
        </p:nvSpPr>
        <p:spPr>
          <a:xfrm>
            <a:off x="9801487" y="40779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7" name="Shape 3094"/>
          <p:cNvSpPr/>
          <p:nvPr/>
        </p:nvSpPr>
        <p:spPr>
          <a:xfrm>
            <a:off x="9708879" y="41226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8" name="Shape 3095"/>
          <p:cNvSpPr/>
          <p:nvPr/>
        </p:nvSpPr>
        <p:spPr>
          <a:xfrm>
            <a:off x="9667014" y="41048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9" name="Shape 3096"/>
          <p:cNvSpPr/>
          <p:nvPr/>
        </p:nvSpPr>
        <p:spPr>
          <a:xfrm>
            <a:off x="9718385" y="43659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0" name="Shape 3097"/>
          <p:cNvSpPr/>
          <p:nvPr/>
        </p:nvSpPr>
        <p:spPr>
          <a:xfrm>
            <a:off x="9617520" y="35290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1" name="Shape 3098"/>
          <p:cNvSpPr/>
          <p:nvPr/>
        </p:nvSpPr>
        <p:spPr>
          <a:xfrm>
            <a:off x="9680896" y="43169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2" name="Shape 3099"/>
          <p:cNvSpPr/>
          <p:nvPr/>
        </p:nvSpPr>
        <p:spPr>
          <a:xfrm>
            <a:off x="9471846" y="35872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3" name="Shape 3100"/>
          <p:cNvSpPr/>
          <p:nvPr/>
        </p:nvSpPr>
        <p:spPr>
          <a:xfrm>
            <a:off x="9545024" y="43328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4" name="Shape 3101"/>
          <p:cNvSpPr/>
          <p:nvPr/>
        </p:nvSpPr>
        <p:spPr>
          <a:xfrm>
            <a:off x="9435644" y="31441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5" name="Shape 3102"/>
          <p:cNvSpPr/>
          <p:nvPr/>
        </p:nvSpPr>
        <p:spPr>
          <a:xfrm>
            <a:off x="9716069" y="42670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6" name="Shape 3103"/>
          <p:cNvSpPr/>
          <p:nvPr/>
        </p:nvSpPr>
        <p:spPr>
          <a:xfrm>
            <a:off x="9789311" y="43717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7" name="Shape 3104"/>
          <p:cNvSpPr/>
          <p:nvPr/>
        </p:nvSpPr>
        <p:spPr>
          <a:xfrm>
            <a:off x="9773519" y="36781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8" name="Shape 3105"/>
          <p:cNvSpPr/>
          <p:nvPr/>
        </p:nvSpPr>
        <p:spPr>
          <a:xfrm>
            <a:off x="9483089" y="33652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9" name="Shape 3106"/>
          <p:cNvSpPr/>
          <p:nvPr/>
        </p:nvSpPr>
        <p:spPr>
          <a:xfrm>
            <a:off x="9549240" y="36730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0" name="Shape 3107"/>
          <p:cNvSpPr/>
          <p:nvPr/>
        </p:nvSpPr>
        <p:spPr>
          <a:xfrm>
            <a:off x="9540789" y="37323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1" name="Shape 3108"/>
          <p:cNvSpPr/>
          <p:nvPr/>
        </p:nvSpPr>
        <p:spPr>
          <a:xfrm>
            <a:off x="9534897" y="34777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2" name="Shape 3109"/>
          <p:cNvSpPr/>
          <p:nvPr/>
        </p:nvSpPr>
        <p:spPr>
          <a:xfrm>
            <a:off x="9736419" y="38114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3" name="Shape 3110"/>
          <p:cNvSpPr/>
          <p:nvPr/>
        </p:nvSpPr>
        <p:spPr>
          <a:xfrm>
            <a:off x="9723340" y="33108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4" name="Shape 3111"/>
          <p:cNvSpPr/>
          <p:nvPr/>
        </p:nvSpPr>
        <p:spPr>
          <a:xfrm>
            <a:off x="9803390" y="35538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5" name="Shape 3112"/>
          <p:cNvSpPr/>
          <p:nvPr/>
        </p:nvSpPr>
        <p:spPr>
          <a:xfrm>
            <a:off x="9661116" y="31250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6" name="Shape 3113"/>
          <p:cNvSpPr/>
          <p:nvPr/>
        </p:nvSpPr>
        <p:spPr>
          <a:xfrm>
            <a:off x="9822203" y="32242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7" name="Shape 3114"/>
          <p:cNvSpPr/>
          <p:nvPr/>
        </p:nvSpPr>
        <p:spPr>
          <a:xfrm>
            <a:off x="9574473" y="29793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8" name="Shape 3115"/>
          <p:cNvSpPr/>
          <p:nvPr/>
        </p:nvSpPr>
        <p:spPr>
          <a:xfrm>
            <a:off x="9599543" y="33533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9" name="Shape 3116"/>
          <p:cNvSpPr/>
          <p:nvPr/>
        </p:nvSpPr>
        <p:spPr>
          <a:xfrm>
            <a:off x="9607922" y="32231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0" name="Shape 3117"/>
          <p:cNvSpPr/>
          <p:nvPr/>
        </p:nvSpPr>
        <p:spPr>
          <a:xfrm>
            <a:off x="9611964" y="32908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1" name="Shape 3118"/>
          <p:cNvSpPr/>
          <p:nvPr/>
        </p:nvSpPr>
        <p:spPr>
          <a:xfrm>
            <a:off x="9560230" y="29661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2" name="Shape 3119"/>
          <p:cNvSpPr/>
          <p:nvPr/>
        </p:nvSpPr>
        <p:spPr>
          <a:xfrm>
            <a:off x="9502226" y="33774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3" name="Shape 3120"/>
          <p:cNvSpPr/>
          <p:nvPr/>
        </p:nvSpPr>
        <p:spPr>
          <a:xfrm>
            <a:off x="9592304" y="31248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4" name="Shape 3121"/>
          <p:cNvSpPr/>
          <p:nvPr/>
        </p:nvSpPr>
        <p:spPr>
          <a:xfrm>
            <a:off x="9740216" y="32764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5" name="Shape 3122"/>
          <p:cNvSpPr/>
          <p:nvPr/>
        </p:nvSpPr>
        <p:spPr>
          <a:xfrm>
            <a:off x="9520229" y="38147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6" name="Shape 3123"/>
          <p:cNvSpPr/>
          <p:nvPr/>
        </p:nvSpPr>
        <p:spPr>
          <a:xfrm>
            <a:off x="9738091" y="36926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7" name="Shape 3124"/>
          <p:cNvSpPr/>
          <p:nvPr/>
        </p:nvSpPr>
        <p:spPr>
          <a:xfrm>
            <a:off x="9622430" y="30054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8" name="Shape 3125"/>
          <p:cNvSpPr/>
          <p:nvPr/>
        </p:nvSpPr>
        <p:spPr>
          <a:xfrm>
            <a:off x="9651943" y="35500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9" name="Shape 3126"/>
          <p:cNvSpPr/>
          <p:nvPr/>
        </p:nvSpPr>
        <p:spPr>
          <a:xfrm>
            <a:off x="9844183" y="40029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0" name="Shape 3127"/>
          <p:cNvSpPr/>
          <p:nvPr/>
        </p:nvSpPr>
        <p:spPr>
          <a:xfrm>
            <a:off x="9700475" y="43615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1" name="Shape 3128"/>
          <p:cNvSpPr/>
          <p:nvPr/>
        </p:nvSpPr>
        <p:spPr>
          <a:xfrm>
            <a:off x="9680524" y="39168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2" name="Shape 3129"/>
          <p:cNvSpPr/>
          <p:nvPr/>
        </p:nvSpPr>
        <p:spPr>
          <a:xfrm>
            <a:off x="9767975" y="39092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3" name="Shape 3130"/>
          <p:cNvSpPr/>
          <p:nvPr/>
        </p:nvSpPr>
        <p:spPr>
          <a:xfrm>
            <a:off x="9587005" y="38642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4" name="Shape 3131"/>
          <p:cNvSpPr/>
          <p:nvPr/>
        </p:nvSpPr>
        <p:spPr>
          <a:xfrm>
            <a:off x="9663366" y="28810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5" name="Shape 3132"/>
          <p:cNvSpPr/>
          <p:nvPr/>
        </p:nvSpPr>
        <p:spPr>
          <a:xfrm>
            <a:off x="9453407" y="39249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6" name="Shape 3133"/>
          <p:cNvSpPr/>
          <p:nvPr/>
        </p:nvSpPr>
        <p:spPr>
          <a:xfrm>
            <a:off x="9675645" y="39344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7" name="Shape 3134"/>
          <p:cNvSpPr/>
          <p:nvPr/>
        </p:nvSpPr>
        <p:spPr>
          <a:xfrm>
            <a:off x="9772972" y="46686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8" name="Shape 3135"/>
          <p:cNvSpPr/>
          <p:nvPr/>
        </p:nvSpPr>
        <p:spPr>
          <a:xfrm>
            <a:off x="9720291" y="45399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9" name="Shape 3136"/>
          <p:cNvSpPr/>
          <p:nvPr/>
        </p:nvSpPr>
        <p:spPr>
          <a:xfrm>
            <a:off x="9733705" y="44107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0" name="Shape 3137"/>
          <p:cNvSpPr/>
          <p:nvPr/>
        </p:nvSpPr>
        <p:spPr>
          <a:xfrm>
            <a:off x="9726017" y="45622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1" name="Shape 3138"/>
          <p:cNvSpPr/>
          <p:nvPr/>
        </p:nvSpPr>
        <p:spPr>
          <a:xfrm>
            <a:off x="9437914" y="39743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2" name="Shape 3139"/>
          <p:cNvSpPr/>
          <p:nvPr/>
        </p:nvSpPr>
        <p:spPr>
          <a:xfrm>
            <a:off x="9540870" y="39412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3" name="Shape 3140"/>
          <p:cNvSpPr/>
          <p:nvPr/>
        </p:nvSpPr>
        <p:spPr>
          <a:xfrm>
            <a:off x="9813456" y="40438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4" name="Shape 3141"/>
          <p:cNvSpPr/>
          <p:nvPr/>
        </p:nvSpPr>
        <p:spPr>
          <a:xfrm>
            <a:off x="9658786" y="39972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5" name="Shape 3142"/>
          <p:cNvSpPr/>
          <p:nvPr/>
        </p:nvSpPr>
        <p:spPr>
          <a:xfrm>
            <a:off x="9765352" y="40411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6" name="Shape 3143"/>
          <p:cNvSpPr/>
          <p:nvPr/>
        </p:nvSpPr>
        <p:spPr>
          <a:xfrm>
            <a:off x="9541305" y="40367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7" name="Shape 3144"/>
          <p:cNvSpPr/>
          <p:nvPr/>
        </p:nvSpPr>
        <p:spPr>
          <a:xfrm>
            <a:off x="9781270" y="39284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8" name="Shape 3145"/>
          <p:cNvSpPr/>
          <p:nvPr/>
        </p:nvSpPr>
        <p:spPr>
          <a:xfrm>
            <a:off x="9741853" y="28351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9" name="Shape 3146"/>
          <p:cNvSpPr/>
          <p:nvPr/>
        </p:nvSpPr>
        <p:spPr>
          <a:xfrm>
            <a:off x="9806763" y="41053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0" name="Shape 3147"/>
          <p:cNvSpPr/>
          <p:nvPr/>
        </p:nvSpPr>
        <p:spPr>
          <a:xfrm>
            <a:off x="9477941" y="40428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1" name="Shape 3148"/>
          <p:cNvSpPr/>
          <p:nvPr/>
        </p:nvSpPr>
        <p:spPr>
          <a:xfrm>
            <a:off x="9844261" y="41080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2" name="Shape 3149"/>
          <p:cNvSpPr/>
          <p:nvPr/>
        </p:nvSpPr>
        <p:spPr>
          <a:xfrm>
            <a:off x="9680179" y="40140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3" name="Shape 3150"/>
          <p:cNvSpPr/>
          <p:nvPr/>
        </p:nvSpPr>
        <p:spPr>
          <a:xfrm>
            <a:off x="9823818" y="40430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4" name="Shape 3151"/>
          <p:cNvSpPr/>
          <p:nvPr/>
        </p:nvSpPr>
        <p:spPr>
          <a:xfrm>
            <a:off x="9769691" y="40400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5" name="Shape 3152"/>
          <p:cNvSpPr/>
          <p:nvPr/>
        </p:nvSpPr>
        <p:spPr>
          <a:xfrm>
            <a:off x="9456360" y="43088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6" name="Shape 3153"/>
          <p:cNvSpPr/>
          <p:nvPr/>
        </p:nvSpPr>
        <p:spPr>
          <a:xfrm>
            <a:off x="9669291" y="43256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7" name="Shape 3154"/>
          <p:cNvSpPr/>
          <p:nvPr/>
        </p:nvSpPr>
        <p:spPr>
          <a:xfrm>
            <a:off x="9501469" y="41875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8" name="Shape 3155"/>
          <p:cNvSpPr/>
          <p:nvPr/>
        </p:nvSpPr>
        <p:spPr>
          <a:xfrm>
            <a:off x="9536682" y="42109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9" name="Shape 3156"/>
          <p:cNvSpPr/>
          <p:nvPr/>
        </p:nvSpPr>
        <p:spPr>
          <a:xfrm>
            <a:off x="9814595" y="42696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0" name="Shape 3157"/>
          <p:cNvSpPr/>
          <p:nvPr/>
        </p:nvSpPr>
        <p:spPr>
          <a:xfrm>
            <a:off x="9459747" y="42914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1" name="Shape 3158"/>
          <p:cNvSpPr/>
          <p:nvPr/>
        </p:nvSpPr>
        <p:spPr>
          <a:xfrm>
            <a:off x="9832412" y="38085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2" name="Shape 3159"/>
          <p:cNvSpPr/>
          <p:nvPr/>
        </p:nvSpPr>
        <p:spPr>
          <a:xfrm>
            <a:off x="9476368" y="38020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3" name="Shape 3160"/>
          <p:cNvSpPr/>
          <p:nvPr/>
        </p:nvSpPr>
        <p:spPr>
          <a:xfrm>
            <a:off x="9604261" y="36706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4" name="Shape 3161"/>
          <p:cNvSpPr/>
          <p:nvPr/>
        </p:nvSpPr>
        <p:spPr>
          <a:xfrm>
            <a:off x="9712202" y="35424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5" name="Shape 3162"/>
          <p:cNvSpPr/>
          <p:nvPr/>
        </p:nvSpPr>
        <p:spPr>
          <a:xfrm>
            <a:off x="9719456" y="43988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6" name="Shape 3163"/>
          <p:cNvSpPr/>
          <p:nvPr/>
        </p:nvSpPr>
        <p:spPr>
          <a:xfrm>
            <a:off x="9425934" y="41645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7" name="Shape 3164"/>
          <p:cNvSpPr/>
          <p:nvPr/>
        </p:nvSpPr>
        <p:spPr>
          <a:xfrm>
            <a:off x="9589906" y="42292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8" name="Shape 3165"/>
          <p:cNvSpPr/>
          <p:nvPr/>
        </p:nvSpPr>
        <p:spPr>
          <a:xfrm>
            <a:off x="9753942" y="41707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9" name="Shape 3166"/>
          <p:cNvSpPr/>
          <p:nvPr/>
        </p:nvSpPr>
        <p:spPr>
          <a:xfrm>
            <a:off x="9430986" y="41819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0" name="Shape 3167"/>
          <p:cNvSpPr/>
          <p:nvPr/>
        </p:nvSpPr>
        <p:spPr>
          <a:xfrm>
            <a:off x="9798190" y="44832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1" name="Shape 3168"/>
          <p:cNvSpPr/>
          <p:nvPr/>
        </p:nvSpPr>
        <p:spPr>
          <a:xfrm>
            <a:off x="9712414" y="44730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2" name="Shape 3169"/>
          <p:cNvSpPr/>
          <p:nvPr/>
        </p:nvSpPr>
        <p:spPr>
          <a:xfrm>
            <a:off x="9506425" y="45536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3" name="Shape 3170"/>
          <p:cNvSpPr/>
          <p:nvPr/>
        </p:nvSpPr>
        <p:spPr>
          <a:xfrm>
            <a:off x="9605862" y="44015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4" name="Shape 3171"/>
          <p:cNvSpPr/>
          <p:nvPr/>
        </p:nvSpPr>
        <p:spPr>
          <a:xfrm>
            <a:off x="9525423" y="34272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5" name="Shape 3172"/>
          <p:cNvSpPr/>
          <p:nvPr/>
        </p:nvSpPr>
        <p:spPr>
          <a:xfrm>
            <a:off x="9739467" y="34377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6" name="Shape 3173"/>
          <p:cNvSpPr/>
          <p:nvPr/>
        </p:nvSpPr>
        <p:spPr>
          <a:xfrm>
            <a:off x="9718410" y="43004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7" name="Shape 3174"/>
          <p:cNvSpPr/>
          <p:nvPr/>
        </p:nvSpPr>
        <p:spPr>
          <a:xfrm>
            <a:off x="9479382" y="44572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8" name="Shape 3175"/>
          <p:cNvSpPr/>
          <p:nvPr/>
        </p:nvSpPr>
        <p:spPr>
          <a:xfrm>
            <a:off x="9504383" y="36718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9" name="Shape 3176"/>
          <p:cNvSpPr/>
          <p:nvPr/>
        </p:nvSpPr>
        <p:spPr>
          <a:xfrm>
            <a:off x="9625670" y="43657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0" name="Shape 3177"/>
          <p:cNvSpPr/>
          <p:nvPr/>
        </p:nvSpPr>
        <p:spPr>
          <a:xfrm>
            <a:off x="9623888" y="38932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1" name="Shape 3178"/>
          <p:cNvSpPr/>
          <p:nvPr/>
        </p:nvSpPr>
        <p:spPr>
          <a:xfrm>
            <a:off x="9649403" y="38700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2" name="Shape 3179"/>
          <p:cNvSpPr/>
          <p:nvPr/>
        </p:nvSpPr>
        <p:spPr>
          <a:xfrm>
            <a:off x="9451408" y="39048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3" name="Shape 3180"/>
          <p:cNvSpPr/>
          <p:nvPr/>
        </p:nvSpPr>
        <p:spPr>
          <a:xfrm>
            <a:off x="9423577" y="39784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4" name="Shape 3181"/>
          <p:cNvSpPr/>
          <p:nvPr/>
        </p:nvSpPr>
        <p:spPr>
          <a:xfrm>
            <a:off x="9539553" y="40109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5" name="Shape 3182"/>
          <p:cNvSpPr/>
          <p:nvPr/>
        </p:nvSpPr>
        <p:spPr>
          <a:xfrm>
            <a:off x="9582604" y="39202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6" name="Shape 3183"/>
          <p:cNvSpPr/>
          <p:nvPr/>
        </p:nvSpPr>
        <p:spPr>
          <a:xfrm>
            <a:off x="9631619" y="38864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7" name="Shape 3184"/>
          <p:cNvSpPr/>
          <p:nvPr/>
        </p:nvSpPr>
        <p:spPr>
          <a:xfrm>
            <a:off x="9742967" y="39507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8" name="Shape 3185"/>
          <p:cNvSpPr/>
          <p:nvPr/>
        </p:nvSpPr>
        <p:spPr>
          <a:xfrm>
            <a:off x="9652000" y="2934371"/>
            <a:ext cx="127" cy="1525363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3189" name="Shape 3186"/>
          <p:cNvSpPr/>
          <p:nvPr/>
        </p:nvSpPr>
        <p:spPr>
          <a:xfrm>
            <a:off x="9550400" y="4459733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3190" name="Shape 3187"/>
          <p:cNvSpPr/>
          <p:nvPr/>
        </p:nvSpPr>
        <p:spPr>
          <a:xfrm>
            <a:off x="9550400" y="2934371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3191" name="Shape 3188"/>
          <p:cNvSpPr/>
          <p:nvPr/>
        </p:nvSpPr>
        <p:spPr>
          <a:xfrm>
            <a:off x="9499600" y="3785126"/>
            <a:ext cx="304800" cy="468193"/>
          </a:xfrm>
          <a:prstGeom prst="rect">
            <a:avLst/>
          </a:prstGeom>
          <a:solidFill>
            <a:srgbClr val="FFFFFF"/>
          </a:solidFill>
          <a:ln w="19050">
            <a:solidFill>
              <a:srgbClr val="32887D"/>
            </a:solidFill>
            <a:prstDash val="solid"/>
          </a:ln>
        </p:spPr>
      </p:sp>
      <p:sp>
        <p:nvSpPr>
          <p:cNvPr id="3192" name="Shape 3189"/>
          <p:cNvSpPr/>
          <p:nvPr/>
        </p:nvSpPr>
        <p:spPr>
          <a:xfrm>
            <a:off x="9499600" y="4039571"/>
            <a:ext cx="304800" cy="127"/>
          </a:xfrm>
          <a:prstGeom prst="line">
            <a:avLst/>
          </a:prstGeom>
          <a:noFill/>
          <a:ln w="30480">
            <a:solidFill>
              <a:srgbClr val="32887D"/>
            </a:solidFill>
            <a:prstDash val="solid"/>
          </a:ln>
        </p:spPr>
      </p:sp>
      <p:sp>
        <p:nvSpPr>
          <p:cNvPr id="3193" name="Shape 3190"/>
          <p:cNvSpPr/>
          <p:nvPr/>
        </p:nvSpPr>
        <p:spPr>
          <a:xfrm>
            <a:off x="10525522" y="41651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94" name="Shape 3191"/>
          <p:cNvSpPr/>
          <p:nvPr/>
        </p:nvSpPr>
        <p:spPr>
          <a:xfrm>
            <a:off x="10482574" y="41905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95" name="Shape 3192"/>
          <p:cNvSpPr/>
          <p:nvPr/>
        </p:nvSpPr>
        <p:spPr>
          <a:xfrm>
            <a:off x="10234588" y="42062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96" name="Shape 3193"/>
          <p:cNvSpPr/>
          <p:nvPr/>
        </p:nvSpPr>
        <p:spPr>
          <a:xfrm>
            <a:off x="10452504" y="38236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97" name="Shape 3194"/>
          <p:cNvSpPr/>
          <p:nvPr/>
        </p:nvSpPr>
        <p:spPr>
          <a:xfrm>
            <a:off x="10117370" y="41102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98" name="Shape 3195"/>
          <p:cNvSpPr/>
          <p:nvPr/>
        </p:nvSpPr>
        <p:spPr>
          <a:xfrm>
            <a:off x="10316186" y="41980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99" name="Shape 3196"/>
          <p:cNvSpPr/>
          <p:nvPr/>
        </p:nvSpPr>
        <p:spPr>
          <a:xfrm>
            <a:off x="10286078" y="39391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0" name="Shape 3197"/>
          <p:cNvSpPr/>
          <p:nvPr/>
        </p:nvSpPr>
        <p:spPr>
          <a:xfrm>
            <a:off x="10341055" y="39960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1" name="Shape 3198"/>
          <p:cNvSpPr/>
          <p:nvPr/>
        </p:nvSpPr>
        <p:spPr>
          <a:xfrm>
            <a:off x="10320218" y="41978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2" name="Shape 3199"/>
          <p:cNvSpPr/>
          <p:nvPr/>
        </p:nvSpPr>
        <p:spPr>
          <a:xfrm>
            <a:off x="10530096" y="42738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3" name="Shape 3200"/>
          <p:cNvSpPr/>
          <p:nvPr/>
        </p:nvSpPr>
        <p:spPr>
          <a:xfrm>
            <a:off x="10331200" y="42056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4" name="Shape 3201"/>
          <p:cNvSpPr/>
          <p:nvPr/>
        </p:nvSpPr>
        <p:spPr>
          <a:xfrm>
            <a:off x="10475747" y="41519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5" name="Shape 3202"/>
          <p:cNvSpPr/>
          <p:nvPr/>
        </p:nvSpPr>
        <p:spPr>
          <a:xfrm>
            <a:off x="10317143" y="39018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6" name="Shape 3203"/>
          <p:cNvSpPr/>
          <p:nvPr/>
        </p:nvSpPr>
        <p:spPr>
          <a:xfrm>
            <a:off x="10518866" y="42873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7" name="Shape 3204"/>
          <p:cNvSpPr/>
          <p:nvPr/>
        </p:nvSpPr>
        <p:spPr>
          <a:xfrm>
            <a:off x="10157458" y="40701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8" name="Shape 3205"/>
          <p:cNvSpPr/>
          <p:nvPr/>
        </p:nvSpPr>
        <p:spPr>
          <a:xfrm>
            <a:off x="10149111" y="40458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9" name="Shape 3206"/>
          <p:cNvSpPr/>
          <p:nvPr/>
        </p:nvSpPr>
        <p:spPr>
          <a:xfrm>
            <a:off x="10174818" y="40684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0" name="Shape 3207"/>
          <p:cNvSpPr/>
          <p:nvPr/>
        </p:nvSpPr>
        <p:spPr>
          <a:xfrm>
            <a:off x="10264618" y="44523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1" name="Shape 3208"/>
          <p:cNvSpPr/>
          <p:nvPr/>
        </p:nvSpPr>
        <p:spPr>
          <a:xfrm>
            <a:off x="10166191" y="38634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2" name="Shape 3209"/>
          <p:cNvSpPr/>
          <p:nvPr/>
        </p:nvSpPr>
        <p:spPr>
          <a:xfrm>
            <a:off x="10475993" y="40355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3" name="Shape 3210"/>
          <p:cNvSpPr/>
          <p:nvPr/>
        </p:nvSpPr>
        <p:spPr>
          <a:xfrm>
            <a:off x="10488975" y="41175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4" name="Shape 3211"/>
          <p:cNvSpPr/>
          <p:nvPr/>
        </p:nvSpPr>
        <p:spPr>
          <a:xfrm>
            <a:off x="10174882" y="39905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5" name="Shape 3212"/>
          <p:cNvSpPr/>
          <p:nvPr/>
        </p:nvSpPr>
        <p:spPr>
          <a:xfrm>
            <a:off x="10279745" y="38205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6" name="Shape 3213"/>
          <p:cNvSpPr/>
          <p:nvPr/>
        </p:nvSpPr>
        <p:spPr>
          <a:xfrm>
            <a:off x="10149510" y="38304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7" name="Shape 3214"/>
          <p:cNvSpPr/>
          <p:nvPr/>
        </p:nvSpPr>
        <p:spPr>
          <a:xfrm>
            <a:off x="10134305" y="42572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8" name="Shape 3215"/>
          <p:cNvSpPr/>
          <p:nvPr/>
        </p:nvSpPr>
        <p:spPr>
          <a:xfrm>
            <a:off x="10302547" y="42025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9" name="Shape 3216"/>
          <p:cNvSpPr/>
          <p:nvPr/>
        </p:nvSpPr>
        <p:spPr>
          <a:xfrm>
            <a:off x="10181883" y="41565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0" name="Shape 3217"/>
          <p:cNvSpPr/>
          <p:nvPr/>
        </p:nvSpPr>
        <p:spPr>
          <a:xfrm>
            <a:off x="10499082" y="42500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1" name="Shape 3218"/>
          <p:cNvSpPr/>
          <p:nvPr/>
        </p:nvSpPr>
        <p:spPr>
          <a:xfrm>
            <a:off x="10254156" y="42052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2" name="Shape 3219"/>
          <p:cNvSpPr/>
          <p:nvPr/>
        </p:nvSpPr>
        <p:spPr>
          <a:xfrm>
            <a:off x="10219434" y="42086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3" name="Shape 3220"/>
          <p:cNvSpPr/>
          <p:nvPr/>
        </p:nvSpPr>
        <p:spPr>
          <a:xfrm>
            <a:off x="10107374" y="41871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4" name="Shape 3221"/>
          <p:cNvSpPr/>
          <p:nvPr/>
        </p:nvSpPr>
        <p:spPr>
          <a:xfrm>
            <a:off x="10526283" y="40723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5" name="Shape 3222"/>
          <p:cNvSpPr/>
          <p:nvPr/>
        </p:nvSpPr>
        <p:spPr>
          <a:xfrm>
            <a:off x="10286759" y="38503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6" name="Shape 3223"/>
          <p:cNvSpPr/>
          <p:nvPr/>
        </p:nvSpPr>
        <p:spPr>
          <a:xfrm>
            <a:off x="10253417" y="42379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7" name="Shape 3224"/>
          <p:cNvSpPr/>
          <p:nvPr/>
        </p:nvSpPr>
        <p:spPr>
          <a:xfrm>
            <a:off x="10502485" y="41624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8" name="Shape 3225"/>
          <p:cNvSpPr/>
          <p:nvPr/>
        </p:nvSpPr>
        <p:spPr>
          <a:xfrm>
            <a:off x="10453424" y="40692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9" name="Shape 3226"/>
          <p:cNvSpPr/>
          <p:nvPr/>
        </p:nvSpPr>
        <p:spPr>
          <a:xfrm>
            <a:off x="10146360" y="39136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0" name="Shape 3227"/>
          <p:cNvSpPr/>
          <p:nvPr/>
        </p:nvSpPr>
        <p:spPr>
          <a:xfrm>
            <a:off x="10223141" y="42052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1" name="Shape 3228"/>
          <p:cNvSpPr/>
          <p:nvPr/>
        </p:nvSpPr>
        <p:spPr>
          <a:xfrm>
            <a:off x="10267407" y="39377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2" name="Shape 3229"/>
          <p:cNvSpPr/>
          <p:nvPr/>
        </p:nvSpPr>
        <p:spPr>
          <a:xfrm>
            <a:off x="10230459" y="40891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3" name="Shape 3230"/>
          <p:cNvSpPr/>
          <p:nvPr/>
        </p:nvSpPr>
        <p:spPr>
          <a:xfrm>
            <a:off x="10387159" y="41197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4" name="Shape 3231"/>
          <p:cNvSpPr/>
          <p:nvPr/>
        </p:nvSpPr>
        <p:spPr>
          <a:xfrm>
            <a:off x="10266408" y="41103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5" name="Shape 3232"/>
          <p:cNvSpPr/>
          <p:nvPr/>
        </p:nvSpPr>
        <p:spPr>
          <a:xfrm>
            <a:off x="10164041" y="38443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6" name="Shape 3233"/>
          <p:cNvSpPr/>
          <p:nvPr/>
        </p:nvSpPr>
        <p:spPr>
          <a:xfrm>
            <a:off x="10187573" y="41657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7" name="Shape 3234"/>
          <p:cNvSpPr/>
          <p:nvPr/>
        </p:nvSpPr>
        <p:spPr>
          <a:xfrm>
            <a:off x="10106538" y="41630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8" name="Shape 3235"/>
          <p:cNvSpPr/>
          <p:nvPr/>
        </p:nvSpPr>
        <p:spPr>
          <a:xfrm>
            <a:off x="10312559" y="38733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9" name="Shape 3236"/>
          <p:cNvSpPr/>
          <p:nvPr/>
        </p:nvSpPr>
        <p:spPr>
          <a:xfrm>
            <a:off x="10248379" y="41473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0" name="Shape 3237"/>
          <p:cNvSpPr/>
          <p:nvPr/>
        </p:nvSpPr>
        <p:spPr>
          <a:xfrm>
            <a:off x="10103129" y="40861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1" name="Shape 3238"/>
          <p:cNvSpPr/>
          <p:nvPr/>
        </p:nvSpPr>
        <p:spPr>
          <a:xfrm>
            <a:off x="10311745" y="42970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2" name="Shape 3239"/>
          <p:cNvSpPr/>
          <p:nvPr/>
        </p:nvSpPr>
        <p:spPr>
          <a:xfrm>
            <a:off x="10322933" y="40788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3" name="Shape 3240"/>
          <p:cNvSpPr/>
          <p:nvPr/>
        </p:nvSpPr>
        <p:spPr>
          <a:xfrm>
            <a:off x="10231033" y="41613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4" name="Shape 3241"/>
          <p:cNvSpPr/>
          <p:nvPr/>
        </p:nvSpPr>
        <p:spPr>
          <a:xfrm>
            <a:off x="10216863" y="41541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5" name="Shape 3242"/>
          <p:cNvSpPr/>
          <p:nvPr/>
        </p:nvSpPr>
        <p:spPr>
          <a:xfrm>
            <a:off x="10373256" y="38753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6" name="Shape 3243"/>
          <p:cNvSpPr/>
          <p:nvPr/>
        </p:nvSpPr>
        <p:spPr>
          <a:xfrm>
            <a:off x="10132826" y="42205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7" name="Shape 3244"/>
          <p:cNvSpPr/>
          <p:nvPr/>
        </p:nvSpPr>
        <p:spPr>
          <a:xfrm>
            <a:off x="10247131" y="41369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8" name="Shape 3245"/>
          <p:cNvSpPr/>
          <p:nvPr/>
        </p:nvSpPr>
        <p:spPr>
          <a:xfrm>
            <a:off x="10459577" y="41581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9" name="Shape 3246"/>
          <p:cNvSpPr/>
          <p:nvPr/>
        </p:nvSpPr>
        <p:spPr>
          <a:xfrm>
            <a:off x="10345118" y="40810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0" name="Shape 3247"/>
          <p:cNvSpPr/>
          <p:nvPr/>
        </p:nvSpPr>
        <p:spPr>
          <a:xfrm>
            <a:off x="10407314" y="41557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1" name="Shape 3248"/>
          <p:cNvSpPr/>
          <p:nvPr/>
        </p:nvSpPr>
        <p:spPr>
          <a:xfrm>
            <a:off x="10285385" y="40756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2" name="Shape 3249"/>
          <p:cNvSpPr/>
          <p:nvPr/>
        </p:nvSpPr>
        <p:spPr>
          <a:xfrm>
            <a:off x="10485243" y="39863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3" name="Shape 3250"/>
          <p:cNvSpPr/>
          <p:nvPr/>
        </p:nvSpPr>
        <p:spPr>
          <a:xfrm>
            <a:off x="10166163" y="41269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4" name="Shape 3251"/>
          <p:cNvSpPr/>
          <p:nvPr/>
        </p:nvSpPr>
        <p:spPr>
          <a:xfrm>
            <a:off x="10312961" y="40531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5" name="Shape 3252"/>
          <p:cNvSpPr/>
          <p:nvPr/>
        </p:nvSpPr>
        <p:spPr>
          <a:xfrm>
            <a:off x="10379938" y="40095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6" name="Shape 3253"/>
          <p:cNvSpPr/>
          <p:nvPr/>
        </p:nvSpPr>
        <p:spPr>
          <a:xfrm>
            <a:off x="10132472" y="42048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7" name="Shape 3254"/>
          <p:cNvSpPr/>
          <p:nvPr/>
        </p:nvSpPr>
        <p:spPr>
          <a:xfrm>
            <a:off x="10309747" y="40933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8" name="Shape 3255"/>
          <p:cNvSpPr/>
          <p:nvPr/>
        </p:nvSpPr>
        <p:spPr>
          <a:xfrm>
            <a:off x="10237950" y="38220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9" name="Shape 3256"/>
          <p:cNvSpPr/>
          <p:nvPr/>
        </p:nvSpPr>
        <p:spPr>
          <a:xfrm>
            <a:off x="10109521" y="40419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0" name="Shape 3257"/>
          <p:cNvSpPr/>
          <p:nvPr/>
        </p:nvSpPr>
        <p:spPr>
          <a:xfrm>
            <a:off x="10377950" y="40939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1" name="Shape 3258"/>
          <p:cNvSpPr/>
          <p:nvPr/>
        </p:nvSpPr>
        <p:spPr>
          <a:xfrm>
            <a:off x="10387371" y="42796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2" name="Shape 3259"/>
          <p:cNvSpPr/>
          <p:nvPr/>
        </p:nvSpPr>
        <p:spPr>
          <a:xfrm>
            <a:off x="10215861" y="38249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3" name="Shape 3260"/>
          <p:cNvSpPr/>
          <p:nvPr/>
        </p:nvSpPr>
        <p:spPr>
          <a:xfrm>
            <a:off x="10314143" y="41456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4" name="Shape 3261"/>
          <p:cNvSpPr/>
          <p:nvPr/>
        </p:nvSpPr>
        <p:spPr>
          <a:xfrm>
            <a:off x="10477357" y="40724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5" name="Shape 3262"/>
          <p:cNvSpPr/>
          <p:nvPr/>
        </p:nvSpPr>
        <p:spPr>
          <a:xfrm>
            <a:off x="10343888" y="40847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6" name="Shape 3263"/>
          <p:cNvSpPr/>
          <p:nvPr/>
        </p:nvSpPr>
        <p:spPr>
          <a:xfrm>
            <a:off x="10294686" y="41152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7" name="Shape 3264"/>
          <p:cNvSpPr/>
          <p:nvPr/>
        </p:nvSpPr>
        <p:spPr>
          <a:xfrm>
            <a:off x="10157525" y="42238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8" name="Shape 3265"/>
          <p:cNvSpPr/>
          <p:nvPr/>
        </p:nvSpPr>
        <p:spPr>
          <a:xfrm>
            <a:off x="10324334" y="39276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9" name="Shape 3266"/>
          <p:cNvSpPr/>
          <p:nvPr/>
        </p:nvSpPr>
        <p:spPr>
          <a:xfrm>
            <a:off x="10422388" y="42629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0" name="Shape 3267"/>
          <p:cNvSpPr/>
          <p:nvPr/>
        </p:nvSpPr>
        <p:spPr>
          <a:xfrm>
            <a:off x="10269636" y="41470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1" name="Shape 3268"/>
          <p:cNvSpPr/>
          <p:nvPr/>
        </p:nvSpPr>
        <p:spPr>
          <a:xfrm>
            <a:off x="10498466" y="38821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2" name="Shape 3269"/>
          <p:cNvSpPr/>
          <p:nvPr/>
        </p:nvSpPr>
        <p:spPr>
          <a:xfrm>
            <a:off x="10338107" y="42053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3" name="Shape 3270"/>
          <p:cNvSpPr/>
          <p:nvPr/>
        </p:nvSpPr>
        <p:spPr>
          <a:xfrm>
            <a:off x="10130271" y="41571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4" name="Shape 3271"/>
          <p:cNvSpPr/>
          <p:nvPr/>
        </p:nvSpPr>
        <p:spPr>
          <a:xfrm>
            <a:off x="10264698" y="40472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5" name="Shape 3272"/>
          <p:cNvSpPr/>
          <p:nvPr/>
        </p:nvSpPr>
        <p:spPr>
          <a:xfrm>
            <a:off x="10411652" y="41119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6" name="Shape 3273"/>
          <p:cNvSpPr/>
          <p:nvPr/>
        </p:nvSpPr>
        <p:spPr>
          <a:xfrm>
            <a:off x="10492579" y="42491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7" name="Shape 3274"/>
          <p:cNvSpPr/>
          <p:nvPr/>
        </p:nvSpPr>
        <p:spPr>
          <a:xfrm>
            <a:off x="10241683" y="41899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8" name="Shape 3275"/>
          <p:cNvSpPr/>
          <p:nvPr/>
        </p:nvSpPr>
        <p:spPr>
          <a:xfrm>
            <a:off x="10487736" y="40212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9" name="Shape 3276"/>
          <p:cNvSpPr/>
          <p:nvPr/>
        </p:nvSpPr>
        <p:spPr>
          <a:xfrm>
            <a:off x="10244667" y="42018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0" name="Shape 3277"/>
          <p:cNvSpPr/>
          <p:nvPr/>
        </p:nvSpPr>
        <p:spPr>
          <a:xfrm>
            <a:off x="10361115" y="43014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1" name="Shape 3278"/>
          <p:cNvSpPr/>
          <p:nvPr/>
        </p:nvSpPr>
        <p:spPr>
          <a:xfrm>
            <a:off x="10513589" y="42184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2" name="Shape 3279"/>
          <p:cNvSpPr/>
          <p:nvPr/>
        </p:nvSpPr>
        <p:spPr>
          <a:xfrm>
            <a:off x="10121947" y="43859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3" name="Shape 3280"/>
          <p:cNvSpPr/>
          <p:nvPr/>
        </p:nvSpPr>
        <p:spPr>
          <a:xfrm>
            <a:off x="10122141" y="46378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4" name="Shape 3281"/>
          <p:cNvSpPr/>
          <p:nvPr/>
        </p:nvSpPr>
        <p:spPr>
          <a:xfrm>
            <a:off x="10509638" y="44129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5" name="Shape 3282"/>
          <p:cNvSpPr/>
          <p:nvPr/>
        </p:nvSpPr>
        <p:spPr>
          <a:xfrm>
            <a:off x="10211251" y="45468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6" name="Shape 3283"/>
          <p:cNvSpPr/>
          <p:nvPr/>
        </p:nvSpPr>
        <p:spPr>
          <a:xfrm>
            <a:off x="10347901" y="44114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7" name="Shape 3284"/>
          <p:cNvSpPr/>
          <p:nvPr/>
        </p:nvSpPr>
        <p:spPr>
          <a:xfrm>
            <a:off x="10102183" y="45368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8" name="Shape 3285"/>
          <p:cNvSpPr/>
          <p:nvPr/>
        </p:nvSpPr>
        <p:spPr>
          <a:xfrm>
            <a:off x="10336637" y="45866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9" name="Shape 3286"/>
          <p:cNvSpPr/>
          <p:nvPr/>
        </p:nvSpPr>
        <p:spPr>
          <a:xfrm>
            <a:off x="10296530" y="43441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0" name="Shape 3287"/>
          <p:cNvSpPr/>
          <p:nvPr/>
        </p:nvSpPr>
        <p:spPr>
          <a:xfrm>
            <a:off x="10456856" y="41070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1" name="Shape 3288"/>
          <p:cNvSpPr/>
          <p:nvPr/>
        </p:nvSpPr>
        <p:spPr>
          <a:xfrm>
            <a:off x="10437158" y="41284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2" name="Shape 3289"/>
          <p:cNvSpPr/>
          <p:nvPr/>
        </p:nvSpPr>
        <p:spPr>
          <a:xfrm>
            <a:off x="10127119" y="39854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3" name="Shape 3290"/>
          <p:cNvSpPr/>
          <p:nvPr/>
        </p:nvSpPr>
        <p:spPr>
          <a:xfrm>
            <a:off x="10225043" y="34159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4" name="Shape 3291"/>
          <p:cNvSpPr/>
          <p:nvPr/>
        </p:nvSpPr>
        <p:spPr>
          <a:xfrm>
            <a:off x="10290070" y="39013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5" name="Shape 3292"/>
          <p:cNvSpPr/>
          <p:nvPr/>
        </p:nvSpPr>
        <p:spPr>
          <a:xfrm>
            <a:off x="10482960" y="38952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6" name="Shape 3293"/>
          <p:cNvSpPr/>
          <p:nvPr/>
        </p:nvSpPr>
        <p:spPr>
          <a:xfrm>
            <a:off x="10482949" y="37726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7" name="Shape 3294"/>
          <p:cNvSpPr/>
          <p:nvPr/>
        </p:nvSpPr>
        <p:spPr>
          <a:xfrm>
            <a:off x="10135556" y="43860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8" name="Shape 3295"/>
          <p:cNvSpPr/>
          <p:nvPr/>
        </p:nvSpPr>
        <p:spPr>
          <a:xfrm>
            <a:off x="10294700" y="38007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9" name="Shape 3296"/>
          <p:cNvSpPr/>
          <p:nvPr/>
        </p:nvSpPr>
        <p:spPr>
          <a:xfrm>
            <a:off x="10364402" y="34034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0" name="Shape 3297"/>
          <p:cNvSpPr/>
          <p:nvPr/>
        </p:nvSpPr>
        <p:spPr>
          <a:xfrm>
            <a:off x="10410858" y="37113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1" name="Shape 3298"/>
          <p:cNvSpPr/>
          <p:nvPr/>
        </p:nvSpPr>
        <p:spPr>
          <a:xfrm>
            <a:off x="10317097" y="36419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2" name="Shape 3299"/>
          <p:cNvSpPr/>
          <p:nvPr/>
        </p:nvSpPr>
        <p:spPr>
          <a:xfrm>
            <a:off x="10244954" y="36522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3" name="Shape 3300"/>
          <p:cNvSpPr/>
          <p:nvPr/>
        </p:nvSpPr>
        <p:spPr>
          <a:xfrm>
            <a:off x="10513224" y="42059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4" name="Shape 3301"/>
          <p:cNvSpPr/>
          <p:nvPr/>
        </p:nvSpPr>
        <p:spPr>
          <a:xfrm>
            <a:off x="10406128" y="38933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5" name="Shape 3302"/>
          <p:cNvSpPr/>
          <p:nvPr/>
        </p:nvSpPr>
        <p:spPr>
          <a:xfrm>
            <a:off x="10416358" y="31077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6" name="Shape 3303"/>
          <p:cNvSpPr/>
          <p:nvPr/>
        </p:nvSpPr>
        <p:spPr>
          <a:xfrm>
            <a:off x="10432781" y="41850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7" name="Shape 3304"/>
          <p:cNvSpPr/>
          <p:nvPr/>
        </p:nvSpPr>
        <p:spPr>
          <a:xfrm>
            <a:off x="10120562" y="37699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8" name="Shape 3305"/>
          <p:cNvSpPr/>
          <p:nvPr/>
        </p:nvSpPr>
        <p:spPr>
          <a:xfrm>
            <a:off x="10431694" y="36361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9" name="Shape 3306"/>
          <p:cNvSpPr/>
          <p:nvPr/>
        </p:nvSpPr>
        <p:spPr>
          <a:xfrm>
            <a:off x="10386776" y="38765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0" name="Shape 3307"/>
          <p:cNvSpPr/>
          <p:nvPr/>
        </p:nvSpPr>
        <p:spPr>
          <a:xfrm>
            <a:off x="10339075" y="41944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1" name="Shape 3308"/>
          <p:cNvSpPr/>
          <p:nvPr/>
        </p:nvSpPr>
        <p:spPr>
          <a:xfrm>
            <a:off x="10524130" y="36482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2" name="Shape 3309"/>
          <p:cNvSpPr/>
          <p:nvPr/>
        </p:nvSpPr>
        <p:spPr>
          <a:xfrm>
            <a:off x="10124707" y="36054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3" name="Shape 3310"/>
          <p:cNvSpPr/>
          <p:nvPr/>
        </p:nvSpPr>
        <p:spPr>
          <a:xfrm>
            <a:off x="10524491" y="36107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4" name="Shape 3311"/>
          <p:cNvSpPr/>
          <p:nvPr/>
        </p:nvSpPr>
        <p:spPr>
          <a:xfrm>
            <a:off x="10267596" y="37199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5" name="Shape 3312"/>
          <p:cNvSpPr/>
          <p:nvPr/>
        </p:nvSpPr>
        <p:spPr>
          <a:xfrm>
            <a:off x="10265100" y="37812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6" name="Shape 3313"/>
          <p:cNvSpPr/>
          <p:nvPr/>
        </p:nvSpPr>
        <p:spPr>
          <a:xfrm>
            <a:off x="10380796" y="36270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7" name="Shape 3314"/>
          <p:cNvSpPr/>
          <p:nvPr/>
        </p:nvSpPr>
        <p:spPr>
          <a:xfrm>
            <a:off x="10314859" y="39401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8" name="Shape 3315"/>
          <p:cNvSpPr/>
          <p:nvPr/>
        </p:nvSpPr>
        <p:spPr>
          <a:xfrm>
            <a:off x="10442596" y="36189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9" name="Shape 3316"/>
          <p:cNvSpPr/>
          <p:nvPr/>
        </p:nvSpPr>
        <p:spPr>
          <a:xfrm>
            <a:off x="10473744" y="42799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0" name="Shape 3317"/>
          <p:cNvSpPr/>
          <p:nvPr/>
        </p:nvSpPr>
        <p:spPr>
          <a:xfrm>
            <a:off x="10239464" y="35219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1" name="Shape 3318"/>
          <p:cNvSpPr/>
          <p:nvPr/>
        </p:nvSpPr>
        <p:spPr>
          <a:xfrm>
            <a:off x="10184824" y="27689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2" name="Shape 3319"/>
          <p:cNvSpPr/>
          <p:nvPr/>
        </p:nvSpPr>
        <p:spPr>
          <a:xfrm>
            <a:off x="10289028" y="27773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3" name="Shape 3320"/>
          <p:cNvSpPr/>
          <p:nvPr/>
        </p:nvSpPr>
        <p:spPr>
          <a:xfrm>
            <a:off x="10310903" y="37433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4" name="Shape 3321"/>
          <p:cNvSpPr/>
          <p:nvPr/>
        </p:nvSpPr>
        <p:spPr>
          <a:xfrm>
            <a:off x="10393048" y="37559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5" name="Shape 3322"/>
          <p:cNvSpPr/>
          <p:nvPr/>
        </p:nvSpPr>
        <p:spPr>
          <a:xfrm>
            <a:off x="10114798" y="39747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6" name="Shape 3323"/>
          <p:cNvSpPr/>
          <p:nvPr/>
        </p:nvSpPr>
        <p:spPr>
          <a:xfrm>
            <a:off x="10416740" y="40051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7" name="Shape 3324"/>
          <p:cNvSpPr/>
          <p:nvPr/>
        </p:nvSpPr>
        <p:spPr>
          <a:xfrm>
            <a:off x="10413060" y="37214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8" name="Shape 3325"/>
          <p:cNvSpPr/>
          <p:nvPr/>
        </p:nvSpPr>
        <p:spPr>
          <a:xfrm>
            <a:off x="10360797" y="40422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9" name="Shape 3326"/>
          <p:cNvSpPr/>
          <p:nvPr/>
        </p:nvSpPr>
        <p:spPr>
          <a:xfrm>
            <a:off x="10505179" y="41137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0" name="Shape 3327"/>
          <p:cNvSpPr/>
          <p:nvPr/>
        </p:nvSpPr>
        <p:spPr>
          <a:xfrm>
            <a:off x="10166072" y="39194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1" name="Shape 3328"/>
          <p:cNvSpPr/>
          <p:nvPr/>
        </p:nvSpPr>
        <p:spPr>
          <a:xfrm>
            <a:off x="10313736" y="40621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2" name="Shape 3329"/>
          <p:cNvSpPr/>
          <p:nvPr/>
        </p:nvSpPr>
        <p:spPr>
          <a:xfrm>
            <a:off x="10131605" y="42902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3" name="Shape 3330"/>
          <p:cNvSpPr/>
          <p:nvPr/>
        </p:nvSpPr>
        <p:spPr>
          <a:xfrm>
            <a:off x="10418322" y="43724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4" name="Shape 3331"/>
          <p:cNvSpPr/>
          <p:nvPr/>
        </p:nvSpPr>
        <p:spPr>
          <a:xfrm>
            <a:off x="10476542" y="43734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5" name="Shape 3332"/>
          <p:cNvSpPr/>
          <p:nvPr/>
        </p:nvSpPr>
        <p:spPr>
          <a:xfrm>
            <a:off x="10247869" y="43769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6" name="Shape 3333"/>
          <p:cNvSpPr/>
          <p:nvPr/>
        </p:nvSpPr>
        <p:spPr>
          <a:xfrm>
            <a:off x="10219079" y="41895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7" name="Shape 3334"/>
          <p:cNvSpPr/>
          <p:nvPr/>
        </p:nvSpPr>
        <p:spPr>
          <a:xfrm>
            <a:off x="10234349" y="43553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8" name="Shape 3335"/>
          <p:cNvSpPr/>
          <p:nvPr/>
        </p:nvSpPr>
        <p:spPr>
          <a:xfrm>
            <a:off x="10254535" y="37071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9" name="Shape 3336"/>
          <p:cNvSpPr/>
          <p:nvPr/>
        </p:nvSpPr>
        <p:spPr>
          <a:xfrm>
            <a:off x="10288198" y="42655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0" name="Shape 3337"/>
          <p:cNvSpPr/>
          <p:nvPr/>
        </p:nvSpPr>
        <p:spPr>
          <a:xfrm>
            <a:off x="10168942" y="42914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1" name="Shape 3338"/>
          <p:cNvSpPr/>
          <p:nvPr/>
        </p:nvSpPr>
        <p:spPr>
          <a:xfrm>
            <a:off x="10265663" y="42110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2" name="Shape 3339"/>
          <p:cNvSpPr/>
          <p:nvPr/>
        </p:nvSpPr>
        <p:spPr>
          <a:xfrm>
            <a:off x="10239279" y="38531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3" name="Shape 3340"/>
          <p:cNvSpPr/>
          <p:nvPr/>
        </p:nvSpPr>
        <p:spPr>
          <a:xfrm>
            <a:off x="10399979" y="32592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4" name="Shape 3341"/>
          <p:cNvSpPr/>
          <p:nvPr/>
        </p:nvSpPr>
        <p:spPr>
          <a:xfrm>
            <a:off x="10182302" y="36573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5" name="Shape 3342"/>
          <p:cNvSpPr/>
          <p:nvPr/>
        </p:nvSpPr>
        <p:spPr>
          <a:xfrm>
            <a:off x="10294269" y="38276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6" name="Shape 3343"/>
          <p:cNvSpPr/>
          <p:nvPr/>
        </p:nvSpPr>
        <p:spPr>
          <a:xfrm>
            <a:off x="10449303" y="39495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7" name="Shape 3344"/>
          <p:cNvSpPr/>
          <p:nvPr/>
        </p:nvSpPr>
        <p:spPr>
          <a:xfrm>
            <a:off x="10379813" y="42050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8" name="Shape 3345"/>
          <p:cNvSpPr/>
          <p:nvPr/>
        </p:nvSpPr>
        <p:spPr>
          <a:xfrm>
            <a:off x="10472714" y="40124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9" name="Shape 3346"/>
          <p:cNvSpPr/>
          <p:nvPr/>
        </p:nvSpPr>
        <p:spPr>
          <a:xfrm>
            <a:off x="10164666" y="42653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0" name="Shape 3347"/>
          <p:cNvSpPr/>
          <p:nvPr/>
        </p:nvSpPr>
        <p:spPr>
          <a:xfrm>
            <a:off x="10294517" y="38219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1" name="Shape 3348"/>
          <p:cNvSpPr/>
          <p:nvPr/>
        </p:nvSpPr>
        <p:spPr>
          <a:xfrm>
            <a:off x="10224664" y="42402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2" name="Shape 3349"/>
          <p:cNvSpPr/>
          <p:nvPr/>
        </p:nvSpPr>
        <p:spPr>
          <a:xfrm>
            <a:off x="10356827" y="37643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3" name="Shape 3350"/>
          <p:cNvSpPr/>
          <p:nvPr/>
        </p:nvSpPr>
        <p:spPr>
          <a:xfrm>
            <a:off x="10524468" y="37489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4" name="Shape 3351"/>
          <p:cNvSpPr/>
          <p:nvPr/>
        </p:nvSpPr>
        <p:spPr>
          <a:xfrm>
            <a:off x="10509037" y="43637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5" name="Shape 3352"/>
          <p:cNvSpPr/>
          <p:nvPr/>
        </p:nvSpPr>
        <p:spPr>
          <a:xfrm>
            <a:off x="10243739" y="29043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6" name="Shape 3353"/>
          <p:cNvSpPr/>
          <p:nvPr/>
        </p:nvSpPr>
        <p:spPr>
          <a:xfrm>
            <a:off x="10178173" y="37306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7" name="Shape 3354"/>
          <p:cNvSpPr/>
          <p:nvPr/>
        </p:nvSpPr>
        <p:spPr>
          <a:xfrm>
            <a:off x="10213732" y="41975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8" name="Shape 3355"/>
          <p:cNvSpPr/>
          <p:nvPr/>
        </p:nvSpPr>
        <p:spPr>
          <a:xfrm>
            <a:off x="10212123" y="37771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9" name="Shape 3356"/>
          <p:cNvSpPr/>
          <p:nvPr/>
        </p:nvSpPr>
        <p:spPr>
          <a:xfrm>
            <a:off x="10223175" y="38123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0" name="Shape 3357"/>
          <p:cNvSpPr/>
          <p:nvPr/>
        </p:nvSpPr>
        <p:spPr>
          <a:xfrm>
            <a:off x="10274067" y="37916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1" name="Shape 3358"/>
          <p:cNvSpPr/>
          <p:nvPr/>
        </p:nvSpPr>
        <p:spPr>
          <a:xfrm>
            <a:off x="10197046" y="37235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2" name="Shape 3359"/>
          <p:cNvSpPr/>
          <p:nvPr/>
        </p:nvSpPr>
        <p:spPr>
          <a:xfrm>
            <a:off x="10333108" y="35537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3" name="Shape 3360"/>
          <p:cNvSpPr/>
          <p:nvPr/>
        </p:nvSpPr>
        <p:spPr>
          <a:xfrm>
            <a:off x="10292157" y="41565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4" name="Shape 3361"/>
          <p:cNvSpPr/>
          <p:nvPr/>
        </p:nvSpPr>
        <p:spPr>
          <a:xfrm>
            <a:off x="10495360" y="29100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5" name="Shape 3362"/>
          <p:cNvSpPr/>
          <p:nvPr/>
        </p:nvSpPr>
        <p:spPr>
          <a:xfrm>
            <a:off x="10484077" y="28569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6" name="Shape 3363"/>
          <p:cNvSpPr/>
          <p:nvPr/>
        </p:nvSpPr>
        <p:spPr>
          <a:xfrm>
            <a:off x="10377122" y="40619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7" name="Shape 3364"/>
          <p:cNvSpPr/>
          <p:nvPr/>
        </p:nvSpPr>
        <p:spPr>
          <a:xfrm>
            <a:off x="10313526" y="40459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8" name="Shape 3365"/>
          <p:cNvSpPr/>
          <p:nvPr/>
        </p:nvSpPr>
        <p:spPr>
          <a:xfrm>
            <a:off x="10443419" y="39827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9" name="Shape 3366"/>
          <p:cNvSpPr/>
          <p:nvPr/>
        </p:nvSpPr>
        <p:spPr>
          <a:xfrm>
            <a:off x="10415278" y="28698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0" name="Shape 3367"/>
          <p:cNvSpPr/>
          <p:nvPr/>
        </p:nvSpPr>
        <p:spPr>
          <a:xfrm>
            <a:off x="10242816" y="29032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1" name="Shape 3368"/>
          <p:cNvSpPr/>
          <p:nvPr/>
        </p:nvSpPr>
        <p:spPr>
          <a:xfrm>
            <a:off x="10530936" y="29044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2" name="Shape 3369"/>
          <p:cNvSpPr/>
          <p:nvPr/>
        </p:nvSpPr>
        <p:spPr>
          <a:xfrm>
            <a:off x="10305604" y="41321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3" name="Shape 3370"/>
          <p:cNvSpPr/>
          <p:nvPr/>
        </p:nvSpPr>
        <p:spPr>
          <a:xfrm>
            <a:off x="10169421" y="38062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4" name="Shape 3371"/>
          <p:cNvSpPr/>
          <p:nvPr/>
        </p:nvSpPr>
        <p:spPr>
          <a:xfrm>
            <a:off x="10313378" y="39486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5" name="Shape 3372"/>
          <p:cNvSpPr/>
          <p:nvPr/>
        </p:nvSpPr>
        <p:spPr>
          <a:xfrm>
            <a:off x="10416173" y="29325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6" name="Shape 3373"/>
          <p:cNvSpPr/>
          <p:nvPr/>
        </p:nvSpPr>
        <p:spPr>
          <a:xfrm>
            <a:off x="10522054" y="34405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7" name="Shape 3374"/>
          <p:cNvSpPr/>
          <p:nvPr/>
        </p:nvSpPr>
        <p:spPr>
          <a:xfrm>
            <a:off x="10208876" y="29103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8" name="Shape 3375"/>
          <p:cNvSpPr/>
          <p:nvPr/>
        </p:nvSpPr>
        <p:spPr>
          <a:xfrm>
            <a:off x="10137106" y="37117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9" name="Shape 3376"/>
          <p:cNvSpPr/>
          <p:nvPr/>
        </p:nvSpPr>
        <p:spPr>
          <a:xfrm>
            <a:off x="10294090" y="40131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0" name="Shape 3377"/>
          <p:cNvSpPr/>
          <p:nvPr/>
        </p:nvSpPr>
        <p:spPr>
          <a:xfrm>
            <a:off x="10448848" y="35142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1" name="Shape 3378"/>
          <p:cNvSpPr/>
          <p:nvPr/>
        </p:nvSpPr>
        <p:spPr>
          <a:xfrm>
            <a:off x="10196178" y="39795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2" name="Shape 3379"/>
          <p:cNvSpPr/>
          <p:nvPr/>
        </p:nvSpPr>
        <p:spPr>
          <a:xfrm>
            <a:off x="10278584" y="35962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3" name="Shape 3380"/>
          <p:cNvSpPr/>
          <p:nvPr/>
        </p:nvSpPr>
        <p:spPr>
          <a:xfrm>
            <a:off x="10106776" y="35382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4" name="Shape 3381"/>
          <p:cNvSpPr/>
          <p:nvPr/>
        </p:nvSpPr>
        <p:spPr>
          <a:xfrm>
            <a:off x="10392771" y="40294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5" name="Shape 3382"/>
          <p:cNvSpPr/>
          <p:nvPr/>
        </p:nvSpPr>
        <p:spPr>
          <a:xfrm>
            <a:off x="10383405" y="36036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6" name="Shape 3383"/>
          <p:cNvSpPr/>
          <p:nvPr/>
        </p:nvSpPr>
        <p:spPr>
          <a:xfrm>
            <a:off x="10434154" y="29427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7" name="Shape 3384"/>
          <p:cNvSpPr/>
          <p:nvPr/>
        </p:nvSpPr>
        <p:spPr>
          <a:xfrm>
            <a:off x="10241836" y="29148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8" name="Shape 3385"/>
          <p:cNvSpPr/>
          <p:nvPr/>
        </p:nvSpPr>
        <p:spPr>
          <a:xfrm>
            <a:off x="10340982" y="29038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9" name="Shape 3386"/>
          <p:cNvSpPr/>
          <p:nvPr/>
        </p:nvSpPr>
        <p:spPr>
          <a:xfrm>
            <a:off x="10336623" y="37842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0" name="Shape 3387"/>
          <p:cNvSpPr/>
          <p:nvPr/>
        </p:nvSpPr>
        <p:spPr>
          <a:xfrm>
            <a:off x="10529515" y="38874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1" name="Shape 3388"/>
          <p:cNvSpPr/>
          <p:nvPr/>
        </p:nvSpPr>
        <p:spPr>
          <a:xfrm>
            <a:off x="10522485" y="37306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2" name="Shape 3389"/>
          <p:cNvSpPr/>
          <p:nvPr/>
        </p:nvSpPr>
        <p:spPr>
          <a:xfrm>
            <a:off x="10276697" y="27630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3" name="Shape 3390"/>
          <p:cNvSpPr/>
          <p:nvPr/>
        </p:nvSpPr>
        <p:spPr>
          <a:xfrm>
            <a:off x="10477303" y="40297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4" name="Shape 3391"/>
          <p:cNvSpPr/>
          <p:nvPr/>
        </p:nvSpPr>
        <p:spPr>
          <a:xfrm>
            <a:off x="10407983" y="27844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5" name="Shape 3392"/>
          <p:cNvSpPr/>
          <p:nvPr/>
        </p:nvSpPr>
        <p:spPr>
          <a:xfrm>
            <a:off x="10313792" y="28108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6" name="Shape 3393"/>
          <p:cNvSpPr/>
          <p:nvPr/>
        </p:nvSpPr>
        <p:spPr>
          <a:xfrm>
            <a:off x="10223847" y="35059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7" name="Shape 3394"/>
          <p:cNvSpPr/>
          <p:nvPr/>
        </p:nvSpPr>
        <p:spPr>
          <a:xfrm>
            <a:off x="10371259" y="35841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8" name="Shape 3395"/>
          <p:cNvSpPr/>
          <p:nvPr/>
        </p:nvSpPr>
        <p:spPr>
          <a:xfrm>
            <a:off x="10366301" y="37082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9" name="Shape 3396"/>
          <p:cNvSpPr/>
          <p:nvPr/>
        </p:nvSpPr>
        <p:spPr>
          <a:xfrm>
            <a:off x="10325087" y="39349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0" name="Shape 3397"/>
          <p:cNvSpPr/>
          <p:nvPr/>
        </p:nvSpPr>
        <p:spPr>
          <a:xfrm>
            <a:off x="10260098" y="28059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1" name="Shape 3398"/>
          <p:cNvSpPr/>
          <p:nvPr/>
        </p:nvSpPr>
        <p:spPr>
          <a:xfrm>
            <a:off x="10517948" y="27632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2" name="Shape 3399"/>
          <p:cNvSpPr/>
          <p:nvPr/>
        </p:nvSpPr>
        <p:spPr>
          <a:xfrm>
            <a:off x="10527298" y="27436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3" name="Shape 3400"/>
          <p:cNvSpPr/>
          <p:nvPr/>
        </p:nvSpPr>
        <p:spPr>
          <a:xfrm>
            <a:off x="10163716" y="37580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4" name="Shape 3401"/>
          <p:cNvSpPr/>
          <p:nvPr/>
        </p:nvSpPr>
        <p:spPr>
          <a:xfrm>
            <a:off x="10446056" y="35259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5" name="Shape 3402"/>
          <p:cNvSpPr/>
          <p:nvPr/>
        </p:nvSpPr>
        <p:spPr>
          <a:xfrm>
            <a:off x="10352459" y="43896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6" name="Shape 3403"/>
          <p:cNvSpPr/>
          <p:nvPr/>
        </p:nvSpPr>
        <p:spPr>
          <a:xfrm>
            <a:off x="10156273" y="39683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7" name="Shape 3404"/>
          <p:cNvSpPr/>
          <p:nvPr/>
        </p:nvSpPr>
        <p:spPr>
          <a:xfrm>
            <a:off x="10105934" y="40209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8" name="Shape 3405"/>
          <p:cNvSpPr/>
          <p:nvPr/>
        </p:nvSpPr>
        <p:spPr>
          <a:xfrm>
            <a:off x="10507693" y="37503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9" name="Shape 3406"/>
          <p:cNvSpPr/>
          <p:nvPr/>
        </p:nvSpPr>
        <p:spPr>
          <a:xfrm>
            <a:off x="10215066" y="37842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0" name="Shape 3407"/>
          <p:cNvSpPr/>
          <p:nvPr/>
        </p:nvSpPr>
        <p:spPr>
          <a:xfrm>
            <a:off x="10489687" y="37338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1" name="Shape 3408"/>
          <p:cNvSpPr/>
          <p:nvPr/>
        </p:nvSpPr>
        <p:spPr>
          <a:xfrm>
            <a:off x="10205516" y="36893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2" name="Shape 3409"/>
          <p:cNvSpPr/>
          <p:nvPr/>
        </p:nvSpPr>
        <p:spPr>
          <a:xfrm>
            <a:off x="10417759" y="37206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3" name="Shape 3410"/>
          <p:cNvSpPr/>
          <p:nvPr/>
        </p:nvSpPr>
        <p:spPr>
          <a:xfrm>
            <a:off x="10465779" y="37167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4" name="Shape 3411"/>
          <p:cNvSpPr/>
          <p:nvPr/>
        </p:nvSpPr>
        <p:spPr>
          <a:xfrm>
            <a:off x="10507505" y="37725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5" name="Shape 3412"/>
          <p:cNvSpPr/>
          <p:nvPr/>
        </p:nvSpPr>
        <p:spPr>
          <a:xfrm>
            <a:off x="10150637" y="37676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6" name="Shape 3413"/>
          <p:cNvSpPr/>
          <p:nvPr/>
        </p:nvSpPr>
        <p:spPr>
          <a:xfrm>
            <a:off x="10363604" y="37388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7" name="Shape 3414"/>
          <p:cNvSpPr/>
          <p:nvPr/>
        </p:nvSpPr>
        <p:spPr>
          <a:xfrm>
            <a:off x="10240916" y="37117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8" name="Shape 3415"/>
          <p:cNvSpPr/>
          <p:nvPr/>
        </p:nvSpPr>
        <p:spPr>
          <a:xfrm>
            <a:off x="10262743" y="36078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9" name="Shape 3416"/>
          <p:cNvSpPr/>
          <p:nvPr/>
        </p:nvSpPr>
        <p:spPr>
          <a:xfrm>
            <a:off x="10233222" y="37158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0" name="Shape 3417"/>
          <p:cNvSpPr/>
          <p:nvPr/>
        </p:nvSpPr>
        <p:spPr>
          <a:xfrm>
            <a:off x="10379447" y="39842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1" name="Shape 3418"/>
          <p:cNvSpPr/>
          <p:nvPr/>
        </p:nvSpPr>
        <p:spPr>
          <a:xfrm>
            <a:off x="10456075" y="39177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2" name="Shape 3419"/>
          <p:cNvSpPr/>
          <p:nvPr/>
        </p:nvSpPr>
        <p:spPr>
          <a:xfrm>
            <a:off x="10244120" y="40672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3" name="Shape 3420"/>
          <p:cNvSpPr/>
          <p:nvPr/>
        </p:nvSpPr>
        <p:spPr>
          <a:xfrm>
            <a:off x="10492383" y="40369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4" name="Shape 3421"/>
          <p:cNvSpPr/>
          <p:nvPr/>
        </p:nvSpPr>
        <p:spPr>
          <a:xfrm>
            <a:off x="10112254" y="40944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5" name="Shape 3422"/>
          <p:cNvSpPr/>
          <p:nvPr/>
        </p:nvSpPr>
        <p:spPr>
          <a:xfrm>
            <a:off x="10513522" y="28614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6" name="Shape 3423"/>
          <p:cNvSpPr/>
          <p:nvPr/>
        </p:nvSpPr>
        <p:spPr>
          <a:xfrm>
            <a:off x="10162653" y="42550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7" name="Shape 3424"/>
          <p:cNvSpPr/>
          <p:nvPr/>
        </p:nvSpPr>
        <p:spPr>
          <a:xfrm>
            <a:off x="10364285" y="42701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8" name="Shape 3425"/>
          <p:cNvSpPr/>
          <p:nvPr/>
        </p:nvSpPr>
        <p:spPr>
          <a:xfrm>
            <a:off x="10106300" y="43225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9" name="Shape 3426"/>
          <p:cNvSpPr/>
          <p:nvPr/>
        </p:nvSpPr>
        <p:spPr>
          <a:xfrm>
            <a:off x="10209537" y="42797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0" name="Shape 3427"/>
          <p:cNvSpPr/>
          <p:nvPr/>
        </p:nvSpPr>
        <p:spPr>
          <a:xfrm>
            <a:off x="10360635" y="43000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1" name="Shape 3428"/>
          <p:cNvSpPr/>
          <p:nvPr/>
        </p:nvSpPr>
        <p:spPr>
          <a:xfrm>
            <a:off x="10199944" y="44686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2" name="Shape 3429"/>
          <p:cNvSpPr/>
          <p:nvPr/>
        </p:nvSpPr>
        <p:spPr>
          <a:xfrm>
            <a:off x="10406798" y="44389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3" name="Shape 3430"/>
          <p:cNvSpPr/>
          <p:nvPr/>
        </p:nvSpPr>
        <p:spPr>
          <a:xfrm>
            <a:off x="10325718" y="43884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4" name="Shape 3431"/>
          <p:cNvSpPr/>
          <p:nvPr/>
        </p:nvSpPr>
        <p:spPr>
          <a:xfrm>
            <a:off x="10386610" y="42497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5" name="Shape 3432"/>
          <p:cNvSpPr/>
          <p:nvPr/>
        </p:nvSpPr>
        <p:spPr>
          <a:xfrm>
            <a:off x="10190049" y="44146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6" name="Shape 3433"/>
          <p:cNvSpPr/>
          <p:nvPr/>
        </p:nvSpPr>
        <p:spPr>
          <a:xfrm>
            <a:off x="10233258" y="41935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7" name="Shape 3434"/>
          <p:cNvSpPr/>
          <p:nvPr/>
        </p:nvSpPr>
        <p:spPr>
          <a:xfrm>
            <a:off x="10317601" y="43671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8" name="Shape 3435"/>
          <p:cNvSpPr/>
          <p:nvPr/>
        </p:nvSpPr>
        <p:spPr>
          <a:xfrm>
            <a:off x="10213655" y="30034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9" name="Shape 3436"/>
          <p:cNvSpPr/>
          <p:nvPr/>
        </p:nvSpPr>
        <p:spPr>
          <a:xfrm>
            <a:off x="10269746" y="37248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0" name="Shape 3437"/>
          <p:cNvSpPr/>
          <p:nvPr/>
        </p:nvSpPr>
        <p:spPr>
          <a:xfrm>
            <a:off x="10461597" y="41517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1" name="Shape 3438"/>
          <p:cNvSpPr/>
          <p:nvPr/>
        </p:nvSpPr>
        <p:spPr>
          <a:xfrm>
            <a:off x="10382465" y="40500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2" name="Shape 3439"/>
          <p:cNvSpPr/>
          <p:nvPr/>
        </p:nvSpPr>
        <p:spPr>
          <a:xfrm>
            <a:off x="10376315" y="39515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3" name="Shape 3440"/>
          <p:cNvSpPr/>
          <p:nvPr/>
        </p:nvSpPr>
        <p:spPr>
          <a:xfrm>
            <a:off x="10476397" y="29010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4" name="Shape 3441"/>
          <p:cNvSpPr/>
          <p:nvPr/>
        </p:nvSpPr>
        <p:spPr>
          <a:xfrm>
            <a:off x="10378678" y="41345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5" name="Shape 3442"/>
          <p:cNvSpPr/>
          <p:nvPr/>
        </p:nvSpPr>
        <p:spPr>
          <a:xfrm>
            <a:off x="10299073" y="39912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6" name="Shape 3443"/>
          <p:cNvSpPr/>
          <p:nvPr/>
        </p:nvSpPr>
        <p:spPr>
          <a:xfrm>
            <a:off x="10494660" y="28942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7" name="Shape 3444"/>
          <p:cNvSpPr/>
          <p:nvPr/>
        </p:nvSpPr>
        <p:spPr>
          <a:xfrm>
            <a:off x="10158182" y="29578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8" name="Shape 3445"/>
          <p:cNvSpPr/>
          <p:nvPr/>
        </p:nvSpPr>
        <p:spPr>
          <a:xfrm>
            <a:off x="10467404" y="29523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9" name="Shape 3446"/>
          <p:cNvSpPr/>
          <p:nvPr/>
        </p:nvSpPr>
        <p:spPr>
          <a:xfrm>
            <a:off x="10359651" y="39549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0" name="Shape 3447"/>
          <p:cNvSpPr/>
          <p:nvPr/>
        </p:nvSpPr>
        <p:spPr>
          <a:xfrm>
            <a:off x="10327661" y="40730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1" name="Shape 3448"/>
          <p:cNvSpPr/>
          <p:nvPr/>
        </p:nvSpPr>
        <p:spPr>
          <a:xfrm>
            <a:off x="10204447" y="38006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2" name="Shape 3449"/>
          <p:cNvSpPr/>
          <p:nvPr/>
        </p:nvSpPr>
        <p:spPr>
          <a:xfrm>
            <a:off x="10130391" y="37693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3" name="Shape 3450"/>
          <p:cNvSpPr/>
          <p:nvPr/>
        </p:nvSpPr>
        <p:spPr>
          <a:xfrm>
            <a:off x="10482477" y="37956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4" name="Shape 3451"/>
          <p:cNvSpPr/>
          <p:nvPr/>
        </p:nvSpPr>
        <p:spPr>
          <a:xfrm>
            <a:off x="10454545" y="37848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5" name="Shape 3452"/>
          <p:cNvSpPr/>
          <p:nvPr/>
        </p:nvSpPr>
        <p:spPr>
          <a:xfrm>
            <a:off x="10176770" y="38195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6" name="Shape 3453"/>
          <p:cNvSpPr/>
          <p:nvPr/>
        </p:nvSpPr>
        <p:spPr>
          <a:xfrm>
            <a:off x="10149502" y="38074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7" name="Shape 3454"/>
          <p:cNvSpPr/>
          <p:nvPr/>
        </p:nvSpPr>
        <p:spPr>
          <a:xfrm>
            <a:off x="10286473" y="41283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8" name="Shape 3455"/>
          <p:cNvSpPr/>
          <p:nvPr/>
        </p:nvSpPr>
        <p:spPr>
          <a:xfrm>
            <a:off x="10458843" y="41744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9" name="Shape 3456"/>
          <p:cNvSpPr/>
          <p:nvPr/>
        </p:nvSpPr>
        <p:spPr>
          <a:xfrm>
            <a:off x="10136242" y="41095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0" name="Shape 3457"/>
          <p:cNvSpPr/>
          <p:nvPr/>
        </p:nvSpPr>
        <p:spPr>
          <a:xfrm>
            <a:off x="10517243" y="39718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1" name="Shape 3458"/>
          <p:cNvSpPr/>
          <p:nvPr/>
        </p:nvSpPr>
        <p:spPr>
          <a:xfrm>
            <a:off x="10366409" y="38315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2" name="Shape 3459"/>
          <p:cNvSpPr/>
          <p:nvPr/>
        </p:nvSpPr>
        <p:spPr>
          <a:xfrm>
            <a:off x="10362486" y="41775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3" name="Shape 3460"/>
          <p:cNvSpPr/>
          <p:nvPr/>
        </p:nvSpPr>
        <p:spPr>
          <a:xfrm>
            <a:off x="10101877" y="41725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4" name="Shape 3461"/>
          <p:cNvSpPr/>
          <p:nvPr/>
        </p:nvSpPr>
        <p:spPr>
          <a:xfrm>
            <a:off x="10213068" y="41141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5" name="Shape 3462"/>
          <p:cNvSpPr/>
          <p:nvPr/>
        </p:nvSpPr>
        <p:spPr>
          <a:xfrm>
            <a:off x="10270589" y="41846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6" name="Shape 3463"/>
          <p:cNvSpPr/>
          <p:nvPr/>
        </p:nvSpPr>
        <p:spPr>
          <a:xfrm>
            <a:off x="10157948" y="31187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7" name="Shape 3464"/>
          <p:cNvSpPr/>
          <p:nvPr/>
        </p:nvSpPr>
        <p:spPr>
          <a:xfrm>
            <a:off x="10166688" y="39378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8" name="Shape 3465"/>
          <p:cNvSpPr/>
          <p:nvPr/>
        </p:nvSpPr>
        <p:spPr>
          <a:xfrm>
            <a:off x="10185059" y="42224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9" name="Shape 3466"/>
          <p:cNvSpPr/>
          <p:nvPr/>
        </p:nvSpPr>
        <p:spPr>
          <a:xfrm>
            <a:off x="10339812" y="42100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0" name="Shape 3467"/>
          <p:cNvSpPr/>
          <p:nvPr/>
        </p:nvSpPr>
        <p:spPr>
          <a:xfrm>
            <a:off x="10458520" y="43022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1" name="Shape 3468"/>
          <p:cNvSpPr/>
          <p:nvPr/>
        </p:nvSpPr>
        <p:spPr>
          <a:xfrm>
            <a:off x="10283431" y="44573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2" name="Shape 3469"/>
          <p:cNvSpPr/>
          <p:nvPr/>
        </p:nvSpPr>
        <p:spPr>
          <a:xfrm>
            <a:off x="10523429" y="42217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3" name="Shape 3470"/>
          <p:cNvSpPr/>
          <p:nvPr/>
        </p:nvSpPr>
        <p:spPr>
          <a:xfrm>
            <a:off x="10259051" y="34574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4" name="Shape 3471"/>
          <p:cNvSpPr/>
          <p:nvPr/>
        </p:nvSpPr>
        <p:spPr>
          <a:xfrm>
            <a:off x="10392487" y="34968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5" name="Shape 3472"/>
          <p:cNvSpPr/>
          <p:nvPr/>
        </p:nvSpPr>
        <p:spPr>
          <a:xfrm>
            <a:off x="10225331" y="40322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6" name="Shape 3473"/>
          <p:cNvSpPr/>
          <p:nvPr/>
        </p:nvSpPr>
        <p:spPr>
          <a:xfrm>
            <a:off x="10300820" y="41880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7" name="Shape 3474"/>
          <p:cNvSpPr/>
          <p:nvPr/>
        </p:nvSpPr>
        <p:spPr>
          <a:xfrm>
            <a:off x="10198858" y="43672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8" name="Shape 3475"/>
          <p:cNvSpPr/>
          <p:nvPr/>
        </p:nvSpPr>
        <p:spPr>
          <a:xfrm>
            <a:off x="10101373" y="28318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9" name="Shape 3476"/>
          <p:cNvSpPr/>
          <p:nvPr/>
        </p:nvSpPr>
        <p:spPr>
          <a:xfrm>
            <a:off x="10464758" y="38755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0" name="Shape 3477"/>
          <p:cNvSpPr/>
          <p:nvPr/>
        </p:nvSpPr>
        <p:spPr>
          <a:xfrm>
            <a:off x="10219803" y="38879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1" name="Shape 3478"/>
          <p:cNvSpPr/>
          <p:nvPr/>
        </p:nvSpPr>
        <p:spPr>
          <a:xfrm>
            <a:off x="10267644" y="40994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2" name="Shape 3479"/>
          <p:cNvSpPr/>
          <p:nvPr/>
        </p:nvSpPr>
        <p:spPr>
          <a:xfrm>
            <a:off x="10527269" y="32225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3" name="Shape 3480"/>
          <p:cNvSpPr/>
          <p:nvPr/>
        </p:nvSpPr>
        <p:spPr>
          <a:xfrm>
            <a:off x="10376339" y="34227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4" name="Shape 3481"/>
          <p:cNvSpPr/>
          <p:nvPr/>
        </p:nvSpPr>
        <p:spPr>
          <a:xfrm>
            <a:off x="10448097" y="35625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5" name="Shape 3482"/>
          <p:cNvSpPr/>
          <p:nvPr/>
        </p:nvSpPr>
        <p:spPr>
          <a:xfrm>
            <a:off x="10377270" y="33231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6" name="Shape 3483"/>
          <p:cNvSpPr/>
          <p:nvPr/>
        </p:nvSpPr>
        <p:spPr>
          <a:xfrm>
            <a:off x="10166446" y="40551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7" name="Shape 3484"/>
          <p:cNvSpPr/>
          <p:nvPr/>
        </p:nvSpPr>
        <p:spPr>
          <a:xfrm>
            <a:off x="10387708" y="32249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8" name="Shape 3485"/>
          <p:cNvSpPr/>
          <p:nvPr/>
        </p:nvSpPr>
        <p:spPr>
          <a:xfrm>
            <a:off x="10255634" y="36093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9" name="Shape 3486"/>
          <p:cNvSpPr/>
          <p:nvPr/>
        </p:nvSpPr>
        <p:spPr>
          <a:xfrm>
            <a:off x="10212079" y="32052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0" name="Shape 3487"/>
          <p:cNvSpPr/>
          <p:nvPr/>
        </p:nvSpPr>
        <p:spPr>
          <a:xfrm>
            <a:off x="10404197" y="41213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1" name="Shape 3488"/>
          <p:cNvSpPr/>
          <p:nvPr/>
        </p:nvSpPr>
        <p:spPr>
          <a:xfrm>
            <a:off x="10362613" y="46456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2" name="Shape 3489"/>
          <p:cNvSpPr/>
          <p:nvPr/>
        </p:nvSpPr>
        <p:spPr>
          <a:xfrm>
            <a:off x="10157941" y="37843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3" name="Shape 3490"/>
          <p:cNvSpPr/>
          <p:nvPr/>
        </p:nvSpPr>
        <p:spPr>
          <a:xfrm>
            <a:off x="10227155" y="37253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4" name="Shape 3491"/>
          <p:cNvSpPr/>
          <p:nvPr/>
        </p:nvSpPr>
        <p:spPr>
          <a:xfrm>
            <a:off x="10186433" y="39113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5" name="Shape 3492"/>
          <p:cNvSpPr/>
          <p:nvPr/>
        </p:nvSpPr>
        <p:spPr>
          <a:xfrm>
            <a:off x="10404603" y="37958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6" name="Shape 3493"/>
          <p:cNvSpPr/>
          <p:nvPr/>
        </p:nvSpPr>
        <p:spPr>
          <a:xfrm>
            <a:off x="10322221" y="38186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7" name="Shape 3494"/>
          <p:cNvSpPr/>
          <p:nvPr/>
        </p:nvSpPr>
        <p:spPr>
          <a:xfrm>
            <a:off x="10197088" y="39233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8" name="Shape 3495"/>
          <p:cNvSpPr/>
          <p:nvPr/>
        </p:nvSpPr>
        <p:spPr>
          <a:xfrm>
            <a:off x="10354303" y="43222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9" name="Shape 3496"/>
          <p:cNvSpPr/>
          <p:nvPr/>
        </p:nvSpPr>
        <p:spPr>
          <a:xfrm>
            <a:off x="10159233" y="42171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0" name="Shape 3497"/>
          <p:cNvSpPr/>
          <p:nvPr/>
        </p:nvSpPr>
        <p:spPr>
          <a:xfrm>
            <a:off x="10350223" y="43034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1" name="Shape 3498"/>
          <p:cNvSpPr/>
          <p:nvPr/>
        </p:nvSpPr>
        <p:spPr>
          <a:xfrm>
            <a:off x="10328868" y="42382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2" name="Shape 3499"/>
          <p:cNvSpPr/>
          <p:nvPr/>
        </p:nvSpPr>
        <p:spPr>
          <a:xfrm>
            <a:off x="10325632" y="38024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3" name="Shape 3500"/>
          <p:cNvSpPr/>
          <p:nvPr/>
        </p:nvSpPr>
        <p:spPr>
          <a:xfrm>
            <a:off x="10152073" y="36828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4" name="Shape 3501"/>
          <p:cNvSpPr/>
          <p:nvPr/>
        </p:nvSpPr>
        <p:spPr>
          <a:xfrm>
            <a:off x="10382700" y="40208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5" name="Shape 3502"/>
          <p:cNvSpPr/>
          <p:nvPr/>
        </p:nvSpPr>
        <p:spPr>
          <a:xfrm>
            <a:off x="10176980" y="37933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6" name="Shape 3503"/>
          <p:cNvSpPr/>
          <p:nvPr/>
        </p:nvSpPr>
        <p:spPr>
          <a:xfrm>
            <a:off x="10510481" y="35923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7" name="Shape 3504"/>
          <p:cNvSpPr/>
          <p:nvPr/>
        </p:nvSpPr>
        <p:spPr>
          <a:xfrm>
            <a:off x="10181218" y="36503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8" name="Shape 3505"/>
          <p:cNvSpPr/>
          <p:nvPr/>
        </p:nvSpPr>
        <p:spPr>
          <a:xfrm>
            <a:off x="10420796" y="37160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9" name="Shape 3506"/>
          <p:cNvSpPr/>
          <p:nvPr/>
        </p:nvSpPr>
        <p:spPr>
          <a:xfrm>
            <a:off x="10431565" y="36369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0" name="Shape 3507"/>
          <p:cNvSpPr/>
          <p:nvPr/>
        </p:nvSpPr>
        <p:spPr>
          <a:xfrm>
            <a:off x="10402849" y="35329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1" name="Shape 3508"/>
          <p:cNvSpPr/>
          <p:nvPr/>
        </p:nvSpPr>
        <p:spPr>
          <a:xfrm>
            <a:off x="10120953" y="42721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2" name="Shape 3509"/>
          <p:cNvSpPr/>
          <p:nvPr/>
        </p:nvSpPr>
        <p:spPr>
          <a:xfrm>
            <a:off x="10277241" y="39211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3" name="Shape 3510"/>
          <p:cNvSpPr/>
          <p:nvPr/>
        </p:nvSpPr>
        <p:spPr>
          <a:xfrm>
            <a:off x="10361273" y="39056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4" name="Shape 3511"/>
          <p:cNvSpPr/>
          <p:nvPr/>
        </p:nvSpPr>
        <p:spPr>
          <a:xfrm>
            <a:off x="10348582" y="39131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5" name="Shape 3512"/>
          <p:cNvSpPr/>
          <p:nvPr/>
        </p:nvSpPr>
        <p:spPr>
          <a:xfrm>
            <a:off x="10416965" y="39517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6" name="Shape 3513"/>
          <p:cNvSpPr/>
          <p:nvPr/>
        </p:nvSpPr>
        <p:spPr>
          <a:xfrm>
            <a:off x="10153947" y="42574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7" name="Shape 3514"/>
          <p:cNvSpPr/>
          <p:nvPr/>
        </p:nvSpPr>
        <p:spPr>
          <a:xfrm>
            <a:off x="10334715" y="39558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8" name="Shape 3515"/>
          <p:cNvSpPr/>
          <p:nvPr/>
        </p:nvSpPr>
        <p:spPr>
          <a:xfrm>
            <a:off x="10108084" y="32777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9" name="Shape 3516"/>
          <p:cNvSpPr/>
          <p:nvPr/>
        </p:nvSpPr>
        <p:spPr>
          <a:xfrm>
            <a:off x="10513743" y="40073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0" name="Shape 3517"/>
          <p:cNvSpPr/>
          <p:nvPr/>
        </p:nvSpPr>
        <p:spPr>
          <a:xfrm>
            <a:off x="10241615" y="40655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1" name="Shape 3518"/>
          <p:cNvSpPr/>
          <p:nvPr/>
        </p:nvSpPr>
        <p:spPr>
          <a:xfrm>
            <a:off x="10287980" y="37924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2" name="Shape 3519"/>
          <p:cNvSpPr/>
          <p:nvPr/>
        </p:nvSpPr>
        <p:spPr>
          <a:xfrm>
            <a:off x="10374066" y="32797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3" name="Shape 3520"/>
          <p:cNvSpPr/>
          <p:nvPr/>
        </p:nvSpPr>
        <p:spPr>
          <a:xfrm>
            <a:off x="10272119" y="35470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4" name="Shape 3521"/>
          <p:cNvSpPr/>
          <p:nvPr/>
        </p:nvSpPr>
        <p:spPr>
          <a:xfrm>
            <a:off x="10138511" y="40755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5" name="Shape 3522"/>
          <p:cNvSpPr/>
          <p:nvPr/>
        </p:nvSpPr>
        <p:spPr>
          <a:xfrm>
            <a:off x="10444116" y="41568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6" name="Shape 3523"/>
          <p:cNvSpPr/>
          <p:nvPr/>
        </p:nvSpPr>
        <p:spPr>
          <a:xfrm>
            <a:off x="10510693" y="40125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7" name="Shape 3524"/>
          <p:cNvSpPr/>
          <p:nvPr/>
        </p:nvSpPr>
        <p:spPr>
          <a:xfrm>
            <a:off x="10140513" y="42048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8" name="Shape 3525"/>
          <p:cNvSpPr/>
          <p:nvPr/>
        </p:nvSpPr>
        <p:spPr>
          <a:xfrm>
            <a:off x="10275339" y="32564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9" name="Shape 3526"/>
          <p:cNvSpPr/>
          <p:nvPr/>
        </p:nvSpPr>
        <p:spPr>
          <a:xfrm>
            <a:off x="10451932" y="29183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0" name="Shape 3527"/>
          <p:cNvSpPr/>
          <p:nvPr/>
        </p:nvSpPr>
        <p:spPr>
          <a:xfrm>
            <a:off x="10495702" y="39908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1" name="Shape 3528"/>
          <p:cNvSpPr/>
          <p:nvPr/>
        </p:nvSpPr>
        <p:spPr>
          <a:xfrm>
            <a:off x="10267527" y="29037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2" name="Shape 3529"/>
          <p:cNvSpPr/>
          <p:nvPr/>
        </p:nvSpPr>
        <p:spPr>
          <a:xfrm>
            <a:off x="10283856" y="42455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3" name="Shape 3530"/>
          <p:cNvSpPr/>
          <p:nvPr/>
        </p:nvSpPr>
        <p:spPr>
          <a:xfrm>
            <a:off x="10230529" y="42535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4" name="Shape 3531"/>
          <p:cNvSpPr/>
          <p:nvPr/>
        </p:nvSpPr>
        <p:spPr>
          <a:xfrm>
            <a:off x="10165118" y="42813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5" name="Shape 3532"/>
          <p:cNvSpPr/>
          <p:nvPr/>
        </p:nvSpPr>
        <p:spPr>
          <a:xfrm>
            <a:off x="10251017" y="43602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6" name="Shape 3533"/>
          <p:cNvSpPr/>
          <p:nvPr/>
        </p:nvSpPr>
        <p:spPr>
          <a:xfrm>
            <a:off x="10328553" y="43044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7" name="Shape 3534"/>
          <p:cNvSpPr/>
          <p:nvPr/>
        </p:nvSpPr>
        <p:spPr>
          <a:xfrm>
            <a:off x="10324710" y="43037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8" name="Shape 3535"/>
          <p:cNvSpPr/>
          <p:nvPr/>
        </p:nvSpPr>
        <p:spPr>
          <a:xfrm>
            <a:off x="10371819" y="43379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9" name="Shape 3536"/>
          <p:cNvSpPr/>
          <p:nvPr/>
        </p:nvSpPr>
        <p:spPr>
          <a:xfrm>
            <a:off x="10145479" y="43501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0" name="Shape 3537"/>
          <p:cNvSpPr/>
          <p:nvPr/>
        </p:nvSpPr>
        <p:spPr>
          <a:xfrm>
            <a:off x="10333188" y="44799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1" name="Shape 3538"/>
          <p:cNvSpPr/>
          <p:nvPr/>
        </p:nvSpPr>
        <p:spPr>
          <a:xfrm>
            <a:off x="10413686" y="42862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2" name="Shape 3539"/>
          <p:cNvSpPr/>
          <p:nvPr/>
        </p:nvSpPr>
        <p:spPr>
          <a:xfrm>
            <a:off x="10126073" y="41925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3" name="Shape 3540"/>
          <p:cNvSpPr/>
          <p:nvPr/>
        </p:nvSpPr>
        <p:spPr>
          <a:xfrm>
            <a:off x="10427863" y="35472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4" name="Shape 3541"/>
          <p:cNvSpPr/>
          <p:nvPr/>
        </p:nvSpPr>
        <p:spPr>
          <a:xfrm>
            <a:off x="10469642" y="36889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5" name="Shape 3542"/>
          <p:cNvSpPr/>
          <p:nvPr/>
        </p:nvSpPr>
        <p:spPr>
          <a:xfrm>
            <a:off x="10302412" y="37269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6" name="Shape 3543"/>
          <p:cNvSpPr/>
          <p:nvPr/>
        </p:nvSpPr>
        <p:spPr>
          <a:xfrm>
            <a:off x="10155761" y="39287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7" name="Shape 3544"/>
          <p:cNvSpPr/>
          <p:nvPr/>
        </p:nvSpPr>
        <p:spPr>
          <a:xfrm>
            <a:off x="10487287" y="39533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8" name="Shape 3545"/>
          <p:cNvSpPr/>
          <p:nvPr/>
        </p:nvSpPr>
        <p:spPr>
          <a:xfrm>
            <a:off x="10394679" y="41659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9" name="Shape 3546"/>
          <p:cNvSpPr/>
          <p:nvPr/>
        </p:nvSpPr>
        <p:spPr>
          <a:xfrm>
            <a:off x="10352814" y="35596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0" name="Shape 3547"/>
          <p:cNvSpPr/>
          <p:nvPr/>
        </p:nvSpPr>
        <p:spPr>
          <a:xfrm>
            <a:off x="10404185" y="42597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1" name="Shape 3548"/>
          <p:cNvSpPr/>
          <p:nvPr/>
        </p:nvSpPr>
        <p:spPr>
          <a:xfrm>
            <a:off x="10303320" y="35578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2" name="Shape 3549"/>
          <p:cNvSpPr/>
          <p:nvPr/>
        </p:nvSpPr>
        <p:spPr>
          <a:xfrm>
            <a:off x="10366696" y="43041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3" name="Shape 3550"/>
          <p:cNvSpPr/>
          <p:nvPr/>
        </p:nvSpPr>
        <p:spPr>
          <a:xfrm>
            <a:off x="10157646" y="35456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4" name="Shape 3551"/>
          <p:cNvSpPr/>
          <p:nvPr/>
        </p:nvSpPr>
        <p:spPr>
          <a:xfrm>
            <a:off x="10230824" y="42940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5" name="Shape 3552"/>
          <p:cNvSpPr/>
          <p:nvPr/>
        </p:nvSpPr>
        <p:spPr>
          <a:xfrm>
            <a:off x="10121444" y="32983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6" name="Shape 3553"/>
          <p:cNvSpPr/>
          <p:nvPr/>
        </p:nvSpPr>
        <p:spPr>
          <a:xfrm>
            <a:off x="10401869" y="43651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7" name="Shape 3554"/>
          <p:cNvSpPr/>
          <p:nvPr/>
        </p:nvSpPr>
        <p:spPr>
          <a:xfrm>
            <a:off x="10475111" y="42724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8" name="Shape 3555"/>
          <p:cNvSpPr/>
          <p:nvPr/>
        </p:nvSpPr>
        <p:spPr>
          <a:xfrm>
            <a:off x="10459319" y="38040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9" name="Shape 3556"/>
          <p:cNvSpPr/>
          <p:nvPr/>
        </p:nvSpPr>
        <p:spPr>
          <a:xfrm>
            <a:off x="10168889" y="33613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0" name="Shape 3557"/>
          <p:cNvSpPr/>
          <p:nvPr/>
        </p:nvSpPr>
        <p:spPr>
          <a:xfrm>
            <a:off x="10235040" y="36838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1" name="Shape 3558"/>
          <p:cNvSpPr/>
          <p:nvPr/>
        </p:nvSpPr>
        <p:spPr>
          <a:xfrm>
            <a:off x="10226589" y="34326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2" name="Shape 3559"/>
          <p:cNvSpPr/>
          <p:nvPr/>
        </p:nvSpPr>
        <p:spPr>
          <a:xfrm>
            <a:off x="10220697" y="31209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3" name="Shape 3560"/>
          <p:cNvSpPr/>
          <p:nvPr/>
        </p:nvSpPr>
        <p:spPr>
          <a:xfrm>
            <a:off x="10422219" y="31937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4" name="Shape 3561"/>
          <p:cNvSpPr/>
          <p:nvPr/>
        </p:nvSpPr>
        <p:spPr>
          <a:xfrm>
            <a:off x="10409140" y="36648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5" name="Shape 3562"/>
          <p:cNvSpPr/>
          <p:nvPr/>
        </p:nvSpPr>
        <p:spPr>
          <a:xfrm>
            <a:off x="10489190" y="29424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6" name="Shape 3563"/>
          <p:cNvSpPr/>
          <p:nvPr/>
        </p:nvSpPr>
        <p:spPr>
          <a:xfrm>
            <a:off x="10346916" y="31548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7" name="Shape 3564"/>
          <p:cNvSpPr/>
          <p:nvPr/>
        </p:nvSpPr>
        <p:spPr>
          <a:xfrm>
            <a:off x="10508003" y="29884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8" name="Shape 3565"/>
          <p:cNvSpPr/>
          <p:nvPr/>
        </p:nvSpPr>
        <p:spPr>
          <a:xfrm>
            <a:off x="10260273" y="33967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9" name="Shape 3566"/>
          <p:cNvSpPr/>
          <p:nvPr/>
        </p:nvSpPr>
        <p:spPr>
          <a:xfrm>
            <a:off x="10285343" y="35487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0" name="Shape 3567"/>
          <p:cNvSpPr/>
          <p:nvPr/>
        </p:nvSpPr>
        <p:spPr>
          <a:xfrm>
            <a:off x="10293722" y="32011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1" name="Shape 3568"/>
          <p:cNvSpPr/>
          <p:nvPr/>
        </p:nvSpPr>
        <p:spPr>
          <a:xfrm>
            <a:off x="10297764" y="31629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2" name="Shape 3569"/>
          <p:cNvSpPr/>
          <p:nvPr/>
        </p:nvSpPr>
        <p:spPr>
          <a:xfrm>
            <a:off x="10246030" y="37331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3" name="Shape 3570"/>
          <p:cNvSpPr/>
          <p:nvPr/>
        </p:nvSpPr>
        <p:spPr>
          <a:xfrm>
            <a:off x="10188026" y="34011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4" name="Shape 3571"/>
          <p:cNvSpPr/>
          <p:nvPr/>
        </p:nvSpPr>
        <p:spPr>
          <a:xfrm>
            <a:off x="10278104" y="33024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5" name="Shape 3572"/>
          <p:cNvSpPr/>
          <p:nvPr/>
        </p:nvSpPr>
        <p:spPr>
          <a:xfrm>
            <a:off x="10426016" y="35579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6" name="Shape 3573"/>
          <p:cNvSpPr/>
          <p:nvPr/>
        </p:nvSpPr>
        <p:spPr>
          <a:xfrm>
            <a:off x="10206029" y="38221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7" name="Shape 3574"/>
          <p:cNvSpPr/>
          <p:nvPr/>
        </p:nvSpPr>
        <p:spPr>
          <a:xfrm>
            <a:off x="10423891" y="31680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8" name="Shape 3575"/>
          <p:cNvSpPr/>
          <p:nvPr/>
        </p:nvSpPr>
        <p:spPr>
          <a:xfrm>
            <a:off x="10308230" y="29892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9" name="Shape 3576"/>
          <p:cNvSpPr/>
          <p:nvPr/>
        </p:nvSpPr>
        <p:spPr>
          <a:xfrm>
            <a:off x="10337743" y="34035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0" name="Shape 3577"/>
          <p:cNvSpPr/>
          <p:nvPr/>
        </p:nvSpPr>
        <p:spPr>
          <a:xfrm>
            <a:off x="10529983" y="39442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1" name="Shape 3578"/>
          <p:cNvSpPr/>
          <p:nvPr/>
        </p:nvSpPr>
        <p:spPr>
          <a:xfrm>
            <a:off x="10386275" y="43938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2" name="Shape 3579"/>
          <p:cNvSpPr/>
          <p:nvPr/>
        </p:nvSpPr>
        <p:spPr>
          <a:xfrm>
            <a:off x="10366324" y="39182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3" name="Shape 3580"/>
          <p:cNvSpPr/>
          <p:nvPr/>
        </p:nvSpPr>
        <p:spPr>
          <a:xfrm>
            <a:off x="10453775" y="39145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4" name="Shape 3581"/>
          <p:cNvSpPr/>
          <p:nvPr/>
        </p:nvSpPr>
        <p:spPr>
          <a:xfrm>
            <a:off x="10272805" y="43020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5" name="Shape 3582"/>
          <p:cNvSpPr/>
          <p:nvPr/>
        </p:nvSpPr>
        <p:spPr>
          <a:xfrm>
            <a:off x="10349166" y="39143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6" name="Shape 3583"/>
          <p:cNvSpPr/>
          <p:nvPr/>
        </p:nvSpPr>
        <p:spPr>
          <a:xfrm>
            <a:off x="10139207" y="39451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7" name="Shape 3584"/>
          <p:cNvSpPr/>
          <p:nvPr/>
        </p:nvSpPr>
        <p:spPr>
          <a:xfrm>
            <a:off x="10361445" y="39226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8" name="Shape 3585"/>
          <p:cNvSpPr/>
          <p:nvPr/>
        </p:nvSpPr>
        <p:spPr>
          <a:xfrm>
            <a:off x="10458772" y="45347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9" name="Shape 3586"/>
          <p:cNvSpPr/>
          <p:nvPr/>
        </p:nvSpPr>
        <p:spPr>
          <a:xfrm>
            <a:off x="10406091" y="44807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0" name="Shape 3587"/>
          <p:cNvSpPr/>
          <p:nvPr/>
        </p:nvSpPr>
        <p:spPr>
          <a:xfrm>
            <a:off x="10419505" y="44204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1" name="Shape 3588"/>
          <p:cNvSpPr/>
          <p:nvPr/>
        </p:nvSpPr>
        <p:spPr>
          <a:xfrm>
            <a:off x="10411817" y="44637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2" name="Shape 3589"/>
          <p:cNvSpPr/>
          <p:nvPr/>
        </p:nvSpPr>
        <p:spPr>
          <a:xfrm>
            <a:off x="10123714" y="40656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3" name="Shape 3590"/>
          <p:cNvSpPr/>
          <p:nvPr/>
        </p:nvSpPr>
        <p:spPr>
          <a:xfrm>
            <a:off x="10226670" y="39403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4" name="Shape 3591"/>
          <p:cNvSpPr/>
          <p:nvPr/>
        </p:nvSpPr>
        <p:spPr>
          <a:xfrm>
            <a:off x="10499256" y="40156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5" name="Shape 3592"/>
          <p:cNvSpPr/>
          <p:nvPr/>
        </p:nvSpPr>
        <p:spPr>
          <a:xfrm>
            <a:off x="10344586" y="41053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6" name="Shape 3593"/>
          <p:cNvSpPr/>
          <p:nvPr/>
        </p:nvSpPr>
        <p:spPr>
          <a:xfrm>
            <a:off x="10451152" y="28371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7" name="Shape 3594"/>
          <p:cNvSpPr/>
          <p:nvPr/>
        </p:nvSpPr>
        <p:spPr>
          <a:xfrm>
            <a:off x="10227105" y="39913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8" name="Shape 3595"/>
          <p:cNvSpPr/>
          <p:nvPr/>
        </p:nvSpPr>
        <p:spPr>
          <a:xfrm>
            <a:off x="10467070" y="39629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9" name="Shape 3596"/>
          <p:cNvSpPr/>
          <p:nvPr/>
        </p:nvSpPr>
        <p:spPr>
          <a:xfrm>
            <a:off x="10427653" y="41206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0" name="Shape 3597"/>
          <p:cNvSpPr/>
          <p:nvPr/>
        </p:nvSpPr>
        <p:spPr>
          <a:xfrm>
            <a:off x="10492563" y="40558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1" name="Shape 3598"/>
          <p:cNvSpPr/>
          <p:nvPr/>
        </p:nvSpPr>
        <p:spPr>
          <a:xfrm>
            <a:off x="10163741" y="40624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2" name="Shape 3599"/>
          <p:cNvSpPr/>
          <p:nvPr/>
        </p:nvSpPr>
        <p:spPr>
          <a:xfrm>
            <a:off x="10530061" y="41272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3" name="Shape 3600"/>
          <p:cNvSpPr/>
          <p:nvPr/>
        </p:nvSpPr>
        <p:spPr>
          <a:xfrm>
            <a:off x="10365979" y="40134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4" name="Shape 3601"/>
          <p:cNvSpPr/>
          <p:nvPr/>
        </p:nvSpPr>
        <p:spPr>
          <a:xfrm>
            <a:off x="10509618" y="39913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5" name="Shape 3602"/>
          <p:cNvSpPr/>
          <p:nvPr/>
        </p:nvSpPr>
        <p:spPr>
          <a:xfrm>
            <a:off x="10455491" y="40610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6" name="Shape 3603"/>
          <p:cNvSpPr/>
          <p:nvPr/>
        </p:nvSpPr>
        <p:spPr>
          <a:xfrm>
            <a:off x="10142160" y="42380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7" name="Shape 3604"/>
          <p:cNvSpPr/>
          <p:nvPr/>
        </p:nvSpPr>
        <p:spPr>
          <a:xfrm>
            <a:off x="10355091" y="43204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8" name="Shape 3605"/>
          <p:cNvSpPr/>
          <p:nvPr/>
        </p:nvSpPr>
        <p:spPr>
          <a:xfrm>
            <a:off x="10187269" y="40672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9" name="Shape 3606"/>
          <p:cNvSpPr/>
          <p:nvPr/>
        </p:nvSpPr>
        <p:spPr>
          <a:xfrm>
            <a:off x="10222482" y="41906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0" name="Shape 3607"/>
          <p:cNvSpPr/>
          <p:nvPr/>
        </p:nvSpPr>
        <p:spPr>
          <a:xfrm>
            <a:off x="10500395" y="42308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1" name="Shape 3608"/>
          <p:cNvSpPr/>
          <p:nvPr/>
        </p:nvSpPr>
        <p:spPr>
          <a:xfrm>
            <a:off x="10145547" y="41908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2" name="Shape 3609"/>
          <p:cNvSpPr/>
          <p:nvPr/>
        </p:nvSpPr>
        <p:spPr>
          <a:xfrm>
            <a:off x="10518212" y="37588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3" name="Shape 3610"/>
          <p:cNvSpPr/>
          <p:nvPr/>
        </p:nvSpPr>
        <p:spPr>
          <a:xfrm>
            <a:off x="10162168" y="38301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4" name="Shape 3611"/>
          <p:cNvSpPr/>
          <p:nvPr/>
        </p:nvSpPr>
        <p:spPr>
          <a:xfrm>
            <a:off x="10290061" y="36017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5" name="Shape 3612"/>
          <p:cNvSpPr/>
          <p:nvPr/>
        </p:nvSpPr>
        <p:spPr>
          <a:xfrm>
            <a:off x="10398002" y="31064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6" name="Shape 3613"/>
          <p:cNvSpPr/>
          <p:nvPr/>
        </p:nvSpPr>
        <p:spPr>
          <a:xfrm>
            <a:off x="10405256" y="45168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7" name="Shape 3614"/>
          <p:cNvSpPr/>
          <p:nvPr/>
        </p:nvSpPr>
        <p:spPr>
          <a:xfrm>
            <a:off x="10111734" y="41748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8" name="Shape 3615"/>
          <p:cNvSpPr/>
          <p:nvPr/>
        </p:nvSpPr>
        <p:spPr>
          <a:xfrm>
            <a:off x="10275706" y="43261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9" name="Shape 3616"/>
          <p:cNvSpPr/>
          <p:nvPr/>
        </p:nvSpPr>
        <p:spPr>
          <a:xfrm>
            <a:off x="10439742" y="43341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0" name="Shape 3617"/>
          <p:cNvSpPr/>
          <p:nvPr/>
        </p:nvSpPr>
        <p:spPr>
          <a:xfrm>
            <a:off x="10116786" y="42387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1" name="Shape 3618"/>
          <p:cNvSpPr/>
          <p:nvPr/>
        </p:nvSpPr>
        <p:spPr>
          <a:xfrm>
            <a:off x="10483990" y="45084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2" name="Shape 3619"/>
          <p:cNvSpPr/>
          <p:nvPr/>
        </p:nvSpPr>
        <p:spPr>
          <a:xfrm>
            <a:off x="10398214" y="44187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3" name="Shape 3620"/>
          <p:cNvSpPr/>
          <p:nvPr/>
        </p:nvSpPr>
        <p:spPr>
          <a:xfrm>
            <a:off x="10192225" y="42076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4" name="Shape 3621"/>
          <p:cNvSpPr/>
          <p:nvPr/>
        </p:nvSpPr>
        <p:spPr>
          <a:xfrm>
            <a:off x="10291662" y="43987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5" name="Shape 3622"/>
          <p:cNvSpPr/>
          <p:nvPr/>
        </p:nvSpPr>
        <p:spPr>
          <a:xfrm>
            <a:off x="10211223" y="32003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6" name="Shape 3623"/>
          <p:cNvSpPr/>
          <p:nvPr/>
        </p:nvSpPr>
        <p:spPr>
          <a:xfrm>
            <a:off x="10425267" y="34531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7" name="Shape 3624"/>
          <p:cNvSpPr/>
          <p:nvPr/>
        </p:nvSpPr>
        <p:spPr>
          <a:xfrm>
            <a:off x="10404210" y="42877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8" name="Shape 3625"/>
          <p:cNvSpPr/>
          <p:nvPr/>
        </p:nvSpPr>
        <p:spPr>
          <a:xfrm>
            <a:off x="10165182" y="44197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9" name="Shape 3626"/>
          <p:cNvSpPr/>
          <p:nvPr/>
        </p:nvSpPr>
        <p:spPr>
          <a:xfrm>
            <a:off x="10190183" y="34866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0" name="Shape 3627"/>
          <p:cNvSpPr/>
          <p:nvPr/>
        </p:nvSpPr>
        <p:spPr>
          <a:xfrm>
            <a:off x="10311470" y="41932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1" name="Shape 3628"/>
          <p:cNvSpPr/>
          <p:nvPr/>
        </p:nvSpPr>
        <p:spPr>
          <a:xfrm>
            <a:off x="10309688" y="38728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2" name="Shape 3629"/>
          <p:cNvSpPr/>
          <p:nvPr/>
        </p:nvSpPr>
        <p:spPr>
          <a:xfrm>
            <a:off x="10335203" y="38820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3" name="Shape 3630"/>
          <p:cNvSpPr/>
          <p:nvPr/>
        </p:nvSpPr>
        <p:spPr>
          <a:xfrm>
            <a:off x="10137208" y="38978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4" name="Shape 3631"/>
          <p:cNvSpPr/>
          <p:nvPr/>
        </p:nvSpPr>
        <p:spPr>
          <a:xfrm>
            <a:off x="10109377" y="39916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5" name="Shape 3632"/>
          <p:cNvSpPr/>
          <p:nvPr/>
        </p:nvSpPr>
        <p:spPr>
          <a:xfrm>
            <a:off x="10225353" y="39232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6" name="Shape 3633"/>
          <p:cNvSpPr/>
          <p:nvPr/>
        </p:nvSpPr>
        <p:spPr>
          <a:xfrm>
            <a:off x="10268404" y="39595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7" name="Shape 3634"/>
          <p:cNvSpPr/>
          <p:nvPr/>
        </p:nvSpPr>
        <p:spPr>
          <a:xfrm>
            <a:off x="10317419" y="39014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8" name="Shape 3635"/>
          <p:cNvSpPr/>
          <p:nvPr/>
        </p:nvSpPr>
        <p:spPr>
          <a:xfrm>
            <a:off x="10428767" y="38674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9" name="Shape 3636"/>
          <p:cNvSpPr/>
          <p:nvPr/>
        </p:nvSpPr>
        <p:spPr>
          <a:xfrm>
            <a:off x="10337800" y="2936667"/>
            <a:ext cx="127" cy="147706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3640" name="Shape 3637"/>
          <p:cNvSpPr/>
          <p:nvPr/>
        </p:nvSpPr>
        <p:spPr>
          <a:xfrm>
            <a:off x="10236200" y="4413734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3641" name="Shape 3638"/>
          <p:cNvSpPr/>
          <p:nvPr/>
        </p:nvSpPr>
        <p:spPr>
          <a:xfrm>
            <a:off x="10236200" y="2936667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3642" name="Shape 3639"/>
          <p:cNvSpPr/>
          <p:nvPr/>
        </p:nvSpPr>
        <p:spPr>
          <a:xfrm>
            <a:off x="10185400" y="3741083"/>
            <a:ext cx="304800" cy="472975"/>
          </a:xfrm>
          <a:prstGeom prst="rect">
            <a:avLst/>
          </a:prstGeom>
          <a:solidFill>
            <a:srgbClr val="FFFFFF"/>
          </a:solidFill>
          <a:ln w="19050">
            <a:solidFill>
              <a:srgbClr val="5575B2"/>
            </a:solidFill>
            <a:prstDash val="solid"/>
          </a:ln>
        </p:spPr>
      </p:sp>
      <p:sp>
        <p:nvSpPr>
          <p:cNvPr id="3643" name="Shape 3640"/>
          <p:cNvSpPr/>
          <p:nvPr/>
        </p:nvSpPr>
        <p:spPr>
          <a:xfrm>
            <a:off x="10185400" y="4005787"/>
            <a:ext cx="304800" cy="127"/>
          </a:xfrm>
          <a:prstGeom prst="line">
            <a:avLst/>
          </a:prstGeom>
          <a:noFill/>
          <a:ln w="30480">
            <a:solidFill>
              <a:srgbClr val="5575B2"/>
            </a:solidFill>
            <a:prstDash val="solid"/>
          </a:ln>
        </p:spPr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333500" y="1181100"/>
            <a:ext cx="127" cy="3924300"/>
          </a:xfrm>
          <a:prstGeom prst="line">
            <a:avLst/>
          </a:prstGeom>
          <a:noFill/>
          <a:ln w="12700">
            <a:solidFill>
              <a:srgbClr val="26333D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333500" y="5105400"/>
            <a:ext cx="10350500" cy="127"/>
          </a:xfrm>
          <a:prstGeom prst="line">
            <a:avLst/>
          </a:prstGeom>
          <a:noFill/>
          <a:ln w="12700">
            <a:solidFill>
              <a:srgbClr val="26333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70000" y="4954022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5000" y="4801622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270000" y="4471869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000" y="4319469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270000" y="4107134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000" y="3954734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270000" y="3742400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000" y="3590000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270000" y="3260247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000" y="3107847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270000" y="2895512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000" y="2743112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270000" y="2048625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000" y="1896225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270000" y="1319156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000" y="1166756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333500" y="3742400"/>
            <a:ext cx="10350500" cy="127"/>
          </a:xfrm>
          <a:prstGeom prst="line">
            <a:avLst/>
          </a:prstGeom>
          <a:noFill/>
          <a:ln w="10160">
            <a:solidFill>
              <a:srgbClr val="A5ADB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7800" y="1892300"/>
            <a:ext cx="508000" cy="32004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Ligand heavy-atom RMSD (Å)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2387600" y="723900"/>
            <a:ext cx="31115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centre · C0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556500" y="723900"/>
            <a:ext cx="31115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pocket · E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6502400" y="1181100"/>
            <a:ext cx="127" cy="3924300"/>
          </a:xfrm>
          <a:prstGeom prst="line">
            <a:avLst/>
          </a:prstGeom>
          <a:noFill/>
          <a:ln w="10160">
            <a:solidFill>
              <a:srgbClr val="B8C0C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4100" y="279400"/>
            <a:ext cx="203200" cy="114300"/>
          </a:xfrm>
          <a:prstGeom prst="rect">
            <a:avLst/>
          </a:prstGeom>
          <a:solidFill>
            <a:srgbClr val="32887D"/>
          </a:solidFill>
          <a:ln w="12700">
            <a:solidFill>
              <a:srgbClr val="32887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08900" y="190500"/>
            <a:ext cx="16256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 receptor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385300" y="279400"/>
            <a:ext cx="203200" cy="114300"/>
          </a:xfrm>
          <a:prstGeom prst="rect">
            <a:avLst/>
          </a:prstGeom>
          <a:solidFill>
            <a:srgbClr val="5575B2"/>
          </a:solidFill>
          <a:ln w="12700">
            <a:solidFill>
              <a:srgbClr val="5575B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90100" y="190500"/>
            <a:ext cx="23114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CryoAtom2 receptor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2438400" y="5105400"/>
            <a:ext cx="127" cy="76200"/>
          </a:xfrm>
          <a:prstGeom prst="line">
            <a:avLst/>
          </a:prstGeom>
          <a:noFill/>
          <a:ln w="10160">
            <a:solidFill>
              <a:srgbClr val="26333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76400" y="5283200"/>
            <a:ext cx="1524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4787900" y="5105400"/>
            <a:ext cx="127" cy="76200"/>
          </a:xfrm>
          <a:prstGeom prst="line">
            <a:avLst/>
          </a:prstGeom>
          <a:noFill/>
          <a:ln w="10160">
            <a:solidFill>
              <a:srgbClr val="26333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25900" y="5283200"/>
            <a:ext cx="1524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local_cov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7645400" y="5105400"/>
            <a:ext cx="127" cy="76200"/>
          </a:xfrm>
          <a:prstGeom prst="line">
            <a:avLst/>
          </a:prstGeom>
          <a:noFill/>
          <a:ln w="10160">
            <a:solidFill>
              <a:srgbClr val="26333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83400" y="5283200"/>
            <a:ext cx="1524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9994900" y="5105400"/>
            <a:ext cx="127" cy="76200"/>
          </a:xfrm>
          <a:prstGeom prst="line">
            <a:avLst/>
          </a:prstGeom>
          <a:noFill/>
          <a:ln w="10160">
            <a:solidFill>
              <a:srgbClr val="26333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232900" y="5283200"/>
            <a:ext cx="1524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local_cov</a:t>
            </a:r>
            <a:endParaRPr lang="en-US" sz="1700" dirty="0"/>
          </a:p>
        </p:txBody>
      </p:sp>
      <p:sp>
        <p:nvSpPr>
          <p:cNvPr id="38" name="Shape 35"/>
          <p:cNvSpPr/>
          <p:nvPr/>
        </p:nvSpPr>
        <p:spPr>
          <a:xfrm>
            <a:off x="2283222" y="42489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240274" y="42308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992288" y="42885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210204" y="43132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875070" y="43616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073886" y="42271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043778" y="43370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098755" y="43155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077918" y="42473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287796" y="42425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088900" y="43309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233447" y="42530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074843" y="43060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276566" y="42775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915158" y="42670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906811" y="43308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932518" y="43080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022318" y="43007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923891" y="43227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233693" y="42437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246675" y="42409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932582" y="41973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2037445" y="41592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907210" y="42018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892005" y="42408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060247" y="43528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939583" y="42166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256782" y="42295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011856" y="42836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977134" y="42771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865074" y="43151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283983" y="43151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044459" y="42271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011117" y="42788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2260185" y="43031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2211124" y="44111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904060" y="43196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980841" y="43351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2025107" y="42496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1988159" y="42193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144859" y="42851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024108" y="42448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921741" y="42625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1945273" y="42370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864238" y="42642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2070259" y="42389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2006079" y="43491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1860829" y="42543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2069445" y="42663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080633" y="42338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1988733" y="42843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1974563" y="42209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2130956" y="43330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890526" y="43882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2004831" y="43651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2217277" y="42930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2102818" y="42532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2165014" y="43390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2043085" y="42421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2242943" y="43260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923863" y="42403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2070661" y="43365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2137638" y="43008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1890172" y="42695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2067447" y="42461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1995650" y="43165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1867221" y="43328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2135650" y="42596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2145071" y="42656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1973561" y="43630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2071843" y="42927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2235057" y="44349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101588" y="43047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2052386" y="42207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915225" y="43321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2082034" y="43908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2180088" y="42411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2027336" y="41536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2256166" y="36571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2095807" y="42908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1887971" y="38390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2022398" y="39383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2169352" y="42377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2250279" y="43351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1999383" y="44545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2245436" y="42146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2002367" y="42789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2118815" y="43616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2271289" y="43778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1879647" y="44682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1879841" y="44762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2267338" y="42583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1968951" y="44128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2105601" y="45341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859883" y="43227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2094337" y="41640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2054230" y="43066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2214556" y="42547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2194858" y="39198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1884819" y="42598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1982743" y="38314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2047770" y="38675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2240660" y="43897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2240649" y="40020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1893256" y="43486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2052400" y="39253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2122102" y="39611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2168558" y="38825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2074797" y="39673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2002654" y="38789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2270924" y="43812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2163828" y="38796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2174058" y="40658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2190481" y="43913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1878262" y="38190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2189394" y="38527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2144476" y="44652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2096775" y="44970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2281830" y="39238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1882407" y="39056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2282191" y="40344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2025296" y="40118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2022800" y="38007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2138496" y="38931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2072559" y="39700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2200296" y="37691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2231444" y="50509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1997164" y="49644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1942524" y="36414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2046728" y="41531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2068603" y="40504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2150748" y="30480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1872498" y="32259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2174440" y="32366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2170760" y="30584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2118497" y="31261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2262879" y="32317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1923772" y="31412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2071436" y="33420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1889305" y="32041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2176022" y="33211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2234242" y="29368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2005569" y="31111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1976779" y="34126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1992049" y="32545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2012235" y="30314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2045898" y="32982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1926642" y="32256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2023363" y="32901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1996979" y="30439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2157679" y="30607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1940002" y="30107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2051969" y="31370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2207003" y="33262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2137513" y="30883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2230414" y="30099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1922366" y="30198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2052217" y="31452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1982364" y="33867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2114527" y="31031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2282168" y="31501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2266737" y="32467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2001439" y="28589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1935873" y="31562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1971432" y="31303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1969823" y="31880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1980875" y="31127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2031767" y="31555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1954746" y="36236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2090808" y="40951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2049857" y="41530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2253060" y="36972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2241777" y="35776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2134822" y="41705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2071226" y="40720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2201119" y="39358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2172978" y="32628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2000516" y="34861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2288636" y="31549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2063304" y="33461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1927121" y="33327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2071078" y="39217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2173873" y="32332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2279754" y="35147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1966576" y="36979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1894806" y="33034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2051790" y="34672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2206548" y="35368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1953878" y="37392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2036284" y="34452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1864476" y="31530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2150471" y="33229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2141105" y="39128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2191854" y="32704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1999536" y="37678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2098682" y="36358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2094323" y="32322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2287215" y="33067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2280185" y="34682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2034397" y="37889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2235003" y="34751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2165683" y="32054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2071492" y="31425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1981547" y="39907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2128959" y="35181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2124001" y="32352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2082787" y="33237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2017798" y="35036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2275648" y="37615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2284998" y="34757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1921416" y="32019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2203756" y="31618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2110159" y="41401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1913973" y="42041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1863634" y="42290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2265393" y="39694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1972766" y="38469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2247387" y="37086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1963216" y="39000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2175459" y="36761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2223479" y="38619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2265205" y="36350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1908337" y="37356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2121304" y="38332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1998616" y="36999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2020443" y="36200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1990922" y="42146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5" name="Shape 262"/>
          <p:cNvSpPr/>
          <p:nvPr/>
        </p:nvSpPr>
        <p:spPr>
          <a:xfrm>
            <a:off x="2137147" y="42396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6" name="Shape 263"/>
          <p:cNvSpPr/>
          <p:nvPr/>
        </p:nvSpPr>
        <p:spPr>
          <a:xfrm>
            <a:off x="2213775" y="39481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2001820" y="37038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2250083" y="39741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1869954" y="39475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2271222" y="39882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1920353" y="47759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2121985" y="47962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1864000" y="46895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1967237" y="43339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2118335" y="48597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1957644" y="45075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2164498" y="42262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2083418" y="46296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2144310" y="43002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1947749" y="46907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1990958" y="43593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2075301" y="46562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1971355" y="37487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2027446" y="42375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2219297" y="39671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2140165" y="39866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2134015" y="33103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2234097" y="33906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2136378" y="36162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2056773" y="33828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2252360" y="34275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1915882" y="37589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2225104" y="36109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2117351" y="33099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2085361" y="34463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1962147" y="38455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1888091" y="38289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2240177" y="38057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2212245" y="38036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1934470" y="38372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1907202" y="38223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2044173" y="41119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2216543" y="43476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1893942" y="37355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2274943" y="40448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2124109" y="38031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2120186" y="42387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1859577" y="43172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1970768" y="43773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2028289" y="44346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1915648" y="36355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1924388" y="31856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1942759" y="43800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2097512" y="44075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2216220" y="45421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2041131" y="43519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2281129" y="43271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2016751" y="31184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2150187" y="30588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1983031" y="41484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1956558" y="37423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1859073" y="34010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2222458" y="31693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1977503" y="29837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2025344" y="32829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2284969" y="36791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2134039" y="37541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2205797" y="36035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2134970" y="39186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1924146" y="39239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2145408" y="38258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2013334" y="39099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1969779" y="39573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2161897" y="43093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2120313" y="32535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1915641" y="42975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1984855" y="41499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1944133" y="42159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2162303" y="41911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2079921" y="42541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1954788" y="41913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2112003" y="43731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1916933" y="43947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2107923" y="43662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2086568" y="44032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2083332" y="34926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1909773" y="36783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2140400" y="33529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1934680" y="35317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2268181" y="35109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1938918" y="35989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2178496" y="35842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2189265" y="35688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2160549" y="32499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1878653" y="39983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2034941" y="39440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2118973" y="39439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2106282" y="39468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2174665" y="41130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1911647" y="40201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2092415" y="34595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1865784" y="35521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2271443" y="33625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1999315" y="40852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2045680" y="37942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2131766" y="38577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2029819" y="39565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1896211" y="32726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2201816" y="37934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2268393" y="37142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1898213" y="37210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2033039" y="32847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2209632" y="36121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2253402" y="33524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2025227" y="36649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2041556" y="38343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1988229" y="35176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922818" y="45259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2008717" y="37527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0" name="Shape 377"/>
          <p:cNvSpPr/>
          <p:nvPr/>
        </p:nvSpPr>
        <p:spPr>
          <a:xfrm>
            <a:off x="2086253" y="41487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1" name="Shape 378"/>
          <p:cNvSpPr/>
          <p:nvPr/>
        </p:nvSpPr>
        <p:spPr>
          <a:xfrm>
            <a:off x="2082410" y="35053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2" name="Shape 379"/>
          <p:cNvSpPr/>
          <p:nvPr/>
        </p:nvSpPr>
        <p:spPr>
          <a:xfrm>
            <a:off x="2129519" y="37173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3" name="Shape 380"/>
          <p:cNvSpPr/>
          <p:nvPr/>
        </p:nvSpPr>
        <p:spPr>
          <a:xfrm>
            <a:off x="1903179" y="40940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4" name="Shape 381"/>
          <p:cNvSpPr/>
          <p:nvPr/>
        </p:nvSpPr>
        <p:spPr>
          <a:xfrm>
            <a:off x="2090888" y="42636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5" name="Shape 382"/>
          <p:cNvSpPr/>
          <p:nvPr/>
        </p:nvSpPr>
        <p:spPr>
          <a:xfrm>
            <a:off x="2171386" y="37184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6" name="Shape 383"/>
          <p:cNvSpPr/>
          <p:nvPr/>
        </p:nvSpPr>
        <p:spPr>
          <a:xfrm>
            <a:off x="1883773" y="40690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7" name="Shape 384"/>
          <p:cNvSpPr/>
          <p:nvPr/>
        </p:nvSpPr>
        <p:spPr>
          <a:xfrm>
            <a:off x="2185563" y="34200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8" name="Shape 385"/>
          <p:cNvSpPr/>
          <p:nvPr/>
        </p:nvSpPr>
        <p:spPr>
          <a:xfrm>
            <a:off x="2227342" y="37562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9" name="Shape 386"/>
          <p:cNvSpPr/>
          <p:nvPr/>
        </p:nvSpPr>
        <p:spPr>
          <a:xfrm>
            <a:off x="2060112" y="37399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0" name="Shape 387"/>
          <p:cNvSpPr/>
          <p:nvPr/>
        </p:nvSpPr>
        <p:spPr>
          <a:xfrm>
            <a:off x="1913461" y="38176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1" name="Shape 388"/>
          <p:cNvSpPr/>
          <p:nvPr/>
        </p:nvSpPr>
        <p:spPr>
          <a:xfrm>
            <a:off x="2244987" y="37160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2" name="Shape 389"/>
          <p:cNvSpPr/>
          <p:nvPr/>
        </p:nvSpPr>
        <p:spPr>
          <a:xfrm>
            <a:off x="2152379" y="42437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3" name="Shape 390"/>
          <p:cNvSpPr/>
          <p:nvPr/>
        </p:nvSpPr>
        <p:spPr>
          <a:xfrm>
            <a:off x="2110514" y="38599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4" name="Shape 391"/>
          <p:cNvSpPr/>
          <p:nvPr/>
        </p:nvSpPr>
        <p:spPr>
          <a:xfrm>
            <a:off x="2161885" y="37499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5" name="Shape 392"/>
          <p:cNvSpPr/>
          <p:nvPr/>
        </p:nvSpPr>
        <p:spPr>
          <a:xfrm>
            <a:off x="2061020" y="35548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6" name="Shape 393"/>
          <p:cNvSpPr/>
          <p:nvPr/>
        </p:nvSpPr>
        <p:spPr>
          <a:xfrm>
            <a:off x="2124396" y="44099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1915346" y="35233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8" name="Shape 395"/>
          <p:cNvSpPr/>
          <p:nvPr/>
        </p:nvSpPr>
        <p:spPr>
          <a:xfrm>
            <a:off x="1988524" y="41774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9" name="Shape 396"/>
          <p:cNvSpPr/>
          <p:nvPr/>
        </p:nvSpPr>
        <p:spPr>
          <a:xfrm>
            <a:off x="1879144" y="12411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0" name="Shape 397"/>
          <p:cNvSpPr/>
          <p:nvPr/>
        </p:nvSpPr>
        <p:spPr>
          <a:xfrm>
            <a:off x="2159569" y="39736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1" name="Shape 398"/>
          <p:cNvSpPr/>
          <p:nvPr/>
        </p:nvSpPr>
        <p:spPr>
          <a:xfrm>
            <a:off x="2232811" y="39245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2217019" y="35079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3" name="Shape 400"/>
          <p:cNvSpPr/>
          <p:nvPr/>
        </p:nvSpPr>
        <p:spPr>
          <a:xfrm>
            <a:off x="1926589" y="32158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4" name="Shape 401"/>
          <p:cNvSpPr/>
          <p:nvPr/>
        </p:nvSpPr>
        <p:spPr>
          <a:xfrm>
            <a:off x="1992740" y="32113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5" name="Shape 402"/>
          <p:cNvSpPr/>
          <p:nvPr/>
        </p:nvSpPr>
        <p:spPr>
          <a:xfrm>
            <a:off x="1984289" y="38254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6" name="Shape 403"/>
          <p:cNvSpPr/>
          <p:nvPr/>
        </p:nvSpPr>
        <p:spPr>
          <a:xfrm>
            <a:off x="1978397" y="31029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7" name="Shape 404"/>
          <p:cNvSpPr/>
          <p:nvPr/>
        </p:nvSpPr>
        <p:spPr>
          <a:xfrm>
            <a:off x="2179919" y="33613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8" name="Shape 405"/>
          <p:cNvSpPr/>
          <p:nvPr/>
        </p:nvSpPr>
        <p:spPr>
          <a:xfrm>
            <a:off x="2166840" y="32050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9" name="Shape 406"/>
          <p:cNvSpPr/>
          <p:nvPr/>
        </p:nvSpPr>
        <p:spPr>
          <a:xfrm>
            <a:off x="2246890" y="31366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0" name="Shape 407"/>
          <p:cNvSpPr/>
          <p:nvPr/>
        </p:nvSpPr>
        <p:spPr>
          <a:xfrm>
            <a:off x="2104616" y="31250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1" name="Shape 408"/>
          <p:cNvSpPr/>
          <p:nvPr/>
        </p:nvSpPr>
        <p:spPr>
          <a:xfrm>
            <a:off x="2265703" y="30168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2" name="Shape 409"/>
          <p:cNvSpPr/>
          <p:nvPr/>
        </p:nvSpPr>
        <p:spPr>
          <a:xfrm>
            <a:off x="2017973" y="31217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3" name="Shape 410"/>
          <p:cNvSpPr/>
          <p:nvPr/>
        </p:nvSpPr>
        <p:spPr>
          <a:xfrm>
            <a:off x="2043043" y="29523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4" name="Shape 411"/>
          <p:cNvSpPr/>
          <p:nvPr/>
        </p:nvSpPr>
        <p:spPr>
          <a:xfrm>
            <a:off x="2051422" y="33558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5" name="Shape 412"/>
          <p:cNvSpPr/>
          <p:nvPr/>
        </p:nvSpPr>
        <p:spPr>
          <a:xfrm>
            <a:off x="2055464" y="31265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6" name="Shape 413"/>
          <p:cNvSpPr/>
          <p:nvPr/>
        </p:nvSpPr>
        <p:spPr>
          <a:xfrm>
            <a:off x="2003730" y="38362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7" name="Shape 414"/>
          <p:cNvSpPr/>
          <p:nvPr/>
        </p:nvSpPr>
        <p:spPr>
          <a:xfrm>
            <a:off x="1945726" y="32536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8" name="Shape 415"/>
          <p:cNvSpPr/>
          <p:nvPr/>
        </p:nvSpPr>
        <p:spPr>
          <a:xfrm>
            <a:off x="2035804" y="31400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9" name="Shape 416"/>
          <p:cNvSpPr/>
          <p:nvPr/>
        </p:nvSpPr>
        <p:spPr>
          <a:xfrm>
            <a:off x="2183716" y="30649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0" name="Shape 417"/>
          <p:cNvSpPr/>
          <p:nvPr/>
        </p:nvSpPr>
        <p:spPr>
          <a:xfrm>
            <a:off x="1963729" y="32437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1" name="Shape 418"/>
          <p:cNvSpPr/>
          <p:nvPr/>
        </p:nvSpPr>
        <p:spPr>
          <a:xfrm>
            <a:off x="2181591" y="31521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2" name="Shape 419"/>
          <p:cNvSpPr/>
          <p:nvPr/>
        </p:nvSpPr>
        <p:spPr>
          <a:xfrm>
            <a:off x="2065930" y="38496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3" name="Shape 420"/>
          <p:cNvSpPr/>
          <p:nvPr/>
        </p:nvSpPr>
        <p:spPr>
          <a:xfrm>
            <a:off x="2095443" y="32712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4" name="Shape 421"/>
          <p:cNvSpPr/>
          <p:nvPr/>
        </p:nvSpPr>
        <p:spPr>
          <a:xfrm>
            <a:off x="2287683" y="40694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5" name="Shape 422"/>
          <p:cNvSpPr/>
          <p:nvPr/>
        </p:nvSpPr>
        <p:spPr>
          <a:xfrm>
            <a:off x="2143975" y="43913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6" name="Shape 423"/>
          <p:cNvSpPr/>
          <p:nvPr/>
        </p:nvSpPr>
        <p:spPr>
          <a:xfrm>
            <a:off x="2124024" y="40996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7" name="Shape 424"/>
          <p:cNvSpPr/>
          <p:nvPr/>
        </p:nvSpPr>
        <p:spPr>
          <a:xfrm>
            <a:off x="2211475" y="34536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8" name="Shape 425"/>
          <p:cNvSpPr/>
          <p:nvPr/>
        </p:nvSpPr>
        <p:spPr>
          <a:xfrm>
            <a:off x="2030505" y="40770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9" name="Shape 426"/>
          <p:cNvSpPr/>
          <p:nvPr/>
        </p:nvSpPr>
        <p:spPr>
          <a:xfrm>
            <a:off x="2106866" y="38580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0" name="Shape 427"/>
          <p:cNvSpPr/>
          <p:nvPr/>
        </p:nvSpPr>
        <p:spPr>
          <a:xfrm>
            <a:off x="1896907" y="39013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1" name="Shape 428"/>
          <p:cNvSpPr/>
          <p:nvPr/>
        </p:nvSpPr>
        <p:spPr>
          <a:xfrm>
            <a:off x="2119145" y="35090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2" name="Shape 429"/>
          <p:cNvSpPr/>
          <p:nvPr/>
        </p:nvSpPr>
        <p:spPr>
          <a:xfrm>
            <a:off x="2216472" y="46151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3" name="Shape 430"/>
          <p:cNvSpPr/>
          <p:nvPr/>
        </p:nvSpPr>
        <p:spPr>
          <a:xfrm>
            <a:off x="2163791" y="41649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4" name="Shape 431"/>
          <p:cNvSpPr/>
          <p:nvPr/>
        </p:nvSpPr>
        <p:spPr>
          <a:xfrm>
            <a:off x="2177205" y="40055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5" name="Shape 432"/>
          <p:cNvSpPr/>
          <p:nvPr/>
        </p:nvSpPr>
        <p:spPr>
          <a:xfrm>
            <a:off x="2169517" y="46932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6" name="Shape 433"/>
          <p:cNvSpPr/>
          <p:nvPr/>
        </p:nvSpPr>
        <p:spPr>
          <a:xfrm>
            <a:off x="1881414" y="34297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7" name="Shape 434"/>
          <p:cNvSpPr/>
          <p:nvPr/>
        </p:nvSpPr>
        <p:spPr>
          <a:xfrm>
            <a:off x="1984370" y="36292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8" name="Shape 435"/>
          <p:cNvSpPr/>
          <p:nvPr/>
        </p:nvSpPr>
        <p:spPr>
          <a:xfrm>
            <a:off x="2256956" y="36935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9" name="Shape 436"/>
          <p:cNvSpPr/>
          <p:nvPr/>
        </p:nvSpPr>
        <p:spPr>
          <a:xfrm>
            <a:off x="2102286" y="36178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0" name="Shape 437"/>
          <p:cNvSpPr/>
          <p:nvPr/>
        </p:nvSpPr>
        <p:spPr>
          <a:xfrm>
            <a:off x="2208852" y="34385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1" name="Shape 438"/>
          <p:cNvSpPr/>
          <p:nvPr/>
        </p:nvSpPr>
        <p:spPr>
          <a:xfrm>
            <a:off x="1984805" y="34445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2" name="Shape 439"/>
          <p:cNvSpPr/>
          <p:nvPr/>
        </p:nvSpPr>
        <p:spPr>
          <a:xfrm>
            <a:off x="2224770" y="37499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3" name="Shape 440"/>
          <p:cNvSpPr/>
          <p:nvPr/>
        </p:nvSpPr>
        <p:spPr>
          <a:xfrm>
            <a:off x="2185353" y="35713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4" name="Shape 441"/>
          <p:cNvSpPr/>
          <p:nvPr/>
        </p:nvSpPr>
        <p:spPr>
          <a:xfrm>
            <a:off x="2250263" y="35732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5" name="Shape 442"/>
          <p:cNvSpPr/>
          <p:nvPr/>
        </p:nvSpPr>
        <p:spPr>
          <a:xfrm>
            <a:off x="1921441" y="37176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6" name="Shape 443"/>
          <p:cNvSpPr/>
          <p:nvPr/>
        </p:nvSpPr>
        <p:spPr>
          <a:xfrm>
            <a:off x="2287761" y="35661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7" name="Shape 444"/>
          <p:cNvSpPr/>
          <p:nvPr/>
        </p:nvSpPr>
        <p:spPr>
          <a:xfrm>
            <a:off x="2123679" y="35705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8" name="Shape 445"/>
          <p:cNvSpPr/>
          <p:nvPr/>
        </p:nvSpPr>
        <p:spPr>
          <a:xfrm>
            <a:off x="2267318" y="36044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9" name="Shape 446"/>
          <p:cNvSpPr/>
          <p:nvPr/>
        </p:nvSpPr>
        <p:spPr>
          <a:xfrm>
            <a:off x="2213191" y="36267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0" name="Shape 447"/>
          <p:cNvSpPr/>
          <p:nvPr/>
        </p:nvSpPr>
        <p:spPr>
          <a:xfrm>
            <a:off x="1899860" y="42454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1" name="Shape 448"/>
          <p:cNvSpPr/>
          <p:nvPr/>
        </p:nvSpPr>
        <p:spPr>
          <a:xfrm>
            <a:off x="2112791" y="42013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2" name="Shape 449"/>
          <p:cNvSpPr/>
          <p:nvPr/>
        </p:nvSpPr>
        <p:spPr>
          <a:xfrm>
            <a:off x="1944969" y="38131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3" name="Shape 450"/>
          <p:cNvSpPr/>
          <p:nvPr/>
        </p:nvSpPr>
        <p:spPr>
          <a:xfrm>
            <a:off x="1980182" y="42077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4" name="Shape 451"/>
          <p:cNvSpPr/>
          <p:nvPr/>
        </p:nvSpPr>
        <p:spPr>
          <a:xfrm>
            <a:off x="2258095" y="43279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5" name="Shape 452"/>
          <p:cNvSpPr/>
          <p:nvPr/>
        </p:nvSpPr>
        <p:spPr>
          <a:xfrm>
            <a:off x="1903247" y="43957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6" name="Shape 453"/>
          <p:cNvSpPr/>
          <p:nvPr/>
        </p:nvSpPr>
        <p:spPr>
          <a:xfrm>
            <a:off x="2275912" y="36633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7" name="Shape 454"/>
          <p:cNvSpPr/>
          <p:nvPr/>
        </p:nvSpPr>
        <p:spPr>
          <a:xfrm>
            <a:off x="1919868" y="36369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8" name="Shape 455"/>
          <p:cNvSpPr/>
          <p:nvPr/>
        </p:nvSpPr>
        <p:spPr>
          <a:xfrm>
            <a:off x="2047761" y="35416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9" name="Shape 456"/>
          <p:cNvSpPr/>
          <p:nvPr/>
        </p:nvSpPr>
        <p:spPr>
          <a:xfrm>
            <a:off x="2155702" y="37896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0" name="Shape 457"/>
          <p:cNvSpPr/>
          <p:nvPr/>
        </p:nvSpPr>
        <p:spPr>
          <a:xfrm>
            <a:off x="2162956" y="34522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1" name="Shape 458"/>
          <p:cNvSpPr/>
          <p:nvPr/>
        </p:nvSpPr>
        <p:spPr>
          <a:xfrm>
            <a:off x="1869434" y="46216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2" name="Shape 459"/>
          <p:cNvSpPr/>
          <p:nvPr/>
        </p:nvSpPr>
        <p:spPr>
          <a:xfrm>
            <a:off x="2033406" y="36636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3" name="Shape 460"/>
          <p:cNvSpPr/>
          <p:nvPr/>
        </p:nvSpPr>
        <p:spPr>
          <a:xfrm>
            <a:off x="2197442" y="36131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4" name="Shape 461"/>
          <p:cNvSpPr/>
          <p:nvPr/>
        </p:nvSpPr>
        <p:spPr>
          <a:xfrm>
            <a:off x="1874486" y="36854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5" name="Shape 462"/>
          <p:cNvSpPr/>
          <p:nvPr/>
        </p:nvSpPr>
        <p:spPr>
          <a:xfrm>
            <a:off x="2241690" y="46186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6" name="Shape 463"/>
          <p:cNvSpPr/>
          <p:nvPr/>
        </p:nvSpPr>
        <p:spPr>
          <a:xfrm>
            <a:off x="2155914" y="44926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7" name="Shape 464"/>
          <p:cNvSpPr/>
          <p:nvPr/>
        </p:nvSpPr>
        <p:spPr>
          <a:xfrm>
            <a:off x="1949925" y="45883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8" name="Shape 465"/>
          <p:cNvSpPr/>
          <p:nvPr/>
        </p:nvSpPr>
        <p:spPr>
          <a:xfrm>
            <a:off x="2049362" y="45210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9" name="Shape 466"/>
          <p:cNvSpPr/>
          <p:nvPr/>
        </p:nvSpPr>
        <p:spPr>
          <a:xfrm>
            <a:off x="1968923" y="46028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0" name="Shape 467"/>
          <p:cNvSpPr/>
          <p:nvPr/>
        </p:nvSpPr>
        <p:spPr>
          <a:xfrm>
            <a:off x="2182967" y="45191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1" name="Shape 468"/>
          <p:cNvSpPr/>
          <p:nvPr/>
        </p:nvSpPr>
        <p:spPr>
          <a:xfrm>
            <a:off x="2161910" y="45950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2" name="Shape 469"/>
          <p:cNvSpPr/>
          <p:nvPr/>
        </p:nvSpPr>
        <p:spPr>
          <a:xfrm>
            <a:off x="1922882" y="46356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3" name="Shape 470"/>
          <p:cNvSpPr/>
          <p:nvPr/>
        </p:nvSpPr>
        <p:spPr>
          <a:xfrm>
            <a:off x="1947883" y="34140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4" name="Shape 471"/>
          <p:cNvSpPr/>
          <p:nvPr/>
        </p:nvSpPr>
        <p:spPr>
          <a:xfrm>
            <a:off x="2069170" y="43171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5" name="Shape 472"/>
          <p:cNvSpPr/>
          <p:nvPr/>
        </p:nvSpPr>
        <p:spPr>
          <a:xfrm>
            <a:off x="2067388" y="37398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6" name="Shape 473"/>
          <p:cNvSpPr/>
          <p:nvPr/>
        </p:nvSpPr>
        <p:spPr>
          <a:xfrm>
            <a:off x="2092903" y="33664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7" name="Shape 474"/>
          <p:cNvSpPr/>
          <p:nvPr/>
        </p:nvSpPr>
        <p:spPr>
          <a:xfrm>
            <a:off x="1894908" y="37241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8" name="Shape 475"/>
          <p:cNvSpPr/>
          <p:nvPr/>
        </p:nvSpPr>
        <p:spPr>
          <a:xfrm>
            <a:off x="1867077" y="33449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9" name="Shape 476"/>
          <p:cNvSpPr/>
          <p:nvPr/>
        </p:nvSpPr>
        <p:spPr>
          <a:xfrm>
            <a:off x="1983053" y="38976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80" name="Shape 477"/>
          <p:cNvSpPr/>
          <p:nvPr/>
        </p:nvSpPr>
        <p:spPr>
          <a:xfrm>
            <a:off x="2026104" y="32309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81" name="Shape 478"/>
          <p:cNvSpPr/>
          <p:nvPr/>
        </p:nvSpPr>
        <p:spPr>
          <a:xfrm>
            <a:off x="2075119" y="36530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82" name="Shape 479"/>
          <p:cNvSpPr/>
          <p:nvPr/>
        </p:nvSpPr>
        <p:spPr>
          <a:xfrm>
            <a:off x="2186467" y="33371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83" name="Shape 480"/>
          <p:cNvSpPr/>
          <p:nvPr/>
        </p:nvSpPr>
        <p:spPr>
          <a:xfrm>
            <a:off x="2095500" y="3143323"/>
            <a:ext cx="127" cy="1383094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484" name="Shape 481"/>
          <p:cNvSpPr/>
          <p:nvPr/>
        </p:nvSpPr>
        <p:spPr>
          <a:xfrm>
            <a:off x="1993900" y="4526417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485" name="Shape 482"/>
          <p:cNvSpPr/>
          <p:nvPr/>
        </p:nvSpPr>
        <p:spPr>
          <a:xfrm>
            <a:off x="1993900" y="3143323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486" name="Shape 483"/>
          <p:cNvSpPr/>
          <p:nvPr/>
        </p:nvSpPr>
        <p:spPr>
          <a:xfrm>
            <a:off x="1943100" y="3513639"/>
            <a:ext cx="304800" cy="767128"/>
          </a:xfrm>
          <a:prstGeom prst="rect">
            <a:avLst/>
          </a:prstGeom>
          <a:solidFill>
            <a:srgbClr val="FFFFFF"/>
          </a:solidFill>
          <a:ln w="19050">
            <a:solidFill>
              <a:srgbClr val="32887D"/>
            </a:solidFill>
            <a:prstDash val="solid"/>
          </a:ln>
        </p:spPr>
      </p:sp>
      <p:sp>
        <p:nvSpPr>
          <p:cNvPr id="487" name="Shape 484"/>
          <p:cNvSpPr/>
          <p:nvPr/>
        </p:nvSpPr>
        <p:spPr>
          <a:xfrm>
            <a:off x="1943100" y="3918619"/>
            <a:ext cx="304800" cy="127"/>
          </a:xfrm>
          <a:prstGeom prst="line">
            <a:avLst/>
          </a:prstGeom>
          <a:noFill/>
          <a:ln w="30480">
            <a:solidFill>
              <a:srgbClr val="32887D"/>
            </a:solidFill>
            <a:prstDash val="solid"/>
          </a:ln>
        </p:spPr>
      </p:sp>
      <p:sp>
        <p:nvSpPr>
          <p:cNvPr id="488" name="Shape 485"/>
          <p:cNvSpPr/>
          <p:nvPr/>
        </p:nvSpPr>
        <p:spPr>
          <a:xfrm>
            <a:off x="2969022" y="39607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89" name="Shape 486"/>
          <p:cNvSpPr/>
          <p:nvPr/>
        </p:nvSpPr>
        <p:spPr>
          <a:xfrm>
            <a:off x="2926074" y="39917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0" name="Shape 487"/>
          <p:cNvSpPr/>
          <p:nvPr/>
        </p:nvSpPr>
        <p:spPr>
          <a:xfrm>
            <a:off x="2678088" y="41042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1" name="Shape 488"/>
          <p:cNvSpPr/>
          <p:nvPr/>
        </p:nvSpPr>
        <p:spPr>
          <a:xfrm>
            <a:off x="2896004" y="40822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2" name="Shape 489"/>
          <p:cNvSpPr/>
          <p:nvPr/>
        </p:nvSpPr>
        <p:spPr>
          <a:xfrm>
            <a:off x="2560870" y="39881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3" name="Shape 490"/>
          <p:cNvSpPr/>
          <p:nvPr/>
        </p:nvSpPr>
        <p:spPr>
          <a:xfrm>
            <a:off x="2759686" y="39957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4" name="Shape 491"/>
          <p:cNvSpPr/>
          <p:nvPr/>
        </p:nvSpPr>
        <p:spPr>
          <a:xfrm>
            <a:off x="2729578" y="40748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5" name="Shape 492"/>
          <p:cNvSpPr/>
          <p:nvPr/>
        </p:nvSpPr>
        <p:spPr>
          <a:xfrm>
            <a:off x="2784555" y="41324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6" name="Shape 493"/>
          <p:cNvSpPr/>
          <p:nvPr/>
        </p:nvSpPr>
        <p:spPr>
          <a:xfrm>
            <a:off x="2763718" y="39539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7" name="Shape 494"/>
          <p:cNvSpPr/>
          <p:nvPr/>
        </p:nvSpPr>
        <p:spPr>
          <a:xfrm>
            <a:off x="2973596" y="40006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8" name="Shape 495"/>
          <p:cNvSpPr/>
          <p:nvPr/>
        </p:nvSpPr>
        <p:spPr>
          <a:xfrm>
            <a:off x="2774700" y="40881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9" name="Shape 496"/>
          <p:cNvSpPr/>
          <p:nvPr/>
        </p:nvSpPr>
        <p:spPr>
          <a:xfrm>
            <a:off x="2919247" y="39687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0" name="Shape 497"/>
          <p:cNvSpPr/>
          <p:nvPr/>
        </p:nvSpPr>
        <p:spPr>
          <a:xfrm>
            <a:off x="2760643" y="41196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1" name="Shape 498"/>
          <p:cNvSpPr/>
          <p:nvPr/>
        </p:nvSpPr>
        <p:spPr>
          <a:xfrm>
            <a:off x="2962366" y="40020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2" name="Shape 499"/>
          <p:cNvSpPr/>
          <p:nvPr/>
        </p:nvSpPr>
        <p:spPr>
          <a:xfrm>
            <a:off x="2600958" y="38329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3" name="Shape 500"/>
          <p:cNvSpPr/>
          <p:nvPr/>
        </p:nvSpPr>
        <p:spPr>
          <a:xfrm>
            <a:off x="2592611" y="40888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4" name="Shape 501"/>
          <p:cNvSpPr/>
          <p:nvPr/>
        </p:nvSpPr>
        <p:spPr>
          <a:xfrm>
            <a:off x="2618318" y="39691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5" name="Shape 502"/>
          <p:cNvSpPr/>
          <p:nvPr/>
        </p:nvSpPr>
        <p:spPr>
          <a:xfrm>
            <a:off x="2708118" y="40955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6" name="Shape 503"/>
          <p:cNvSpPr/>
          <p:nvPr/>
        </p:nvSpPr>
        <p:spPr>
          <a:xfrm>
            <a:off x="2609691" y="40844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7" name="Shape 504"/>
          <p:cNvSpPr/>
          <p:nvPr/>
        </p:nvSpPr>
        <p:spPr>
          <a:xfrm>
            <a:off x="2919493" y="39970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8" name="Shape 505"/>
          <p:cNvSpPr/>
          <p:nvPr/>
        </p:nvSpPr>
        <p:spPr>
          <a:xfrm>
            <a:off x="2932475" y="40400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9" name="Shape 506"/>
          <p:cNvSpPr/>
          <p:nvPr/>
        </p:nvSpPr>
        <p:spPr>
          <a:xfrm>
            <a:off x="2618382" y="40223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0" name="Shape 507"/>
          <p:cNvSpPr/>
          <p:nvPr/>
        </p:nvSpPr>
        <p:spPr>
          <a:xfrm>
            <a:off x="2723245" y="41316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1" name="Shape 508"/>
          <p:cNvSpPr/>
          <p:nvPr/>
        </p:nvSpPr>
        <p:spPr>
          <a:xfrm>
            <a:off x="2593010" y="39883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2" name="Shape 509"/>
          <p:cNvSpPr/>
          <p:nvPr/>
        </p:nvSpPr>
        <p:spPr>
          <a:xfrm>
            <a:off x="2577805" y="40362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3" name="Shape 510"/>
          <p:cNvSpPr/>
          <p:nvPr/>
        </p:nvSpPr>
        <p:spPr>
          <a:xfrm>
            <a:off x="2746047" y="42620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4" name="Shape 511"/>
          <p:cNvSpPr/>
          <p:nvPr/>
        </p:nvSpPr>
        <p:spPr>
          <a:xfrm>
            <a:off x="2625383" y="40197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5" name="Shape 512"/>
          <p:cNvSpPr/>
          <p:nvPr/>
        </p:nvSpPr>
        <p:spPr>
          <a:xfrm>
            <a:off x="2942582" y="40525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6" name="Shape 513"/>
          <p:cNvSpPr/>
          <p:nvPr/>
        </p:nvSpPr>
        <p:spPr>
          <a:xfrm>
            <a:off x="2697656" y="40435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7" name="Shape 514"/>
          <p:cNvSpPr/>
          <p:nvPr/>
        </p:nvSpPr>
        <p:spPr>
          <a:xfrm>
            <a:off x="2662934" y="41524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8" name="Shape 515"/>
          <p:cNvSpPr/>
          <p:nvPr/>
        </p:nvSpPr>
        <p:spPr>
          <a:xfrm>
            <a:off x="2550874" y="40354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19" name="Shape 516"/>
          <p:cNvSpPr/>
          <p:nvPr/>
        </p:nvSpPr>
        <p:spPr>
          <a:xfrm>
            <a:off x="2969783" y="40252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0" name="Shape 517"/>
          <p:cNvSpPr/>
          <p:nvPr/>
        </p:nvSpPr>
        <p:spPr>
          <a:xfrm>
            <a:off x="2730259" y="40420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1" name="Shape 518"/>
          <p:cNvSpPr/>
          <p:nvPr/>
        </p:nvSpPr>
        <p:spPr>
          <a:xfrm>
            <a:off x="2696917" y="39809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2" name="Shape 519"/>
          <p:cNvSpPr/>
          <p:nvPr/>
        </p:nvSpPr>
        <p:spPr>
          <a:xfrm>
            <a:off x="2945985" y="40038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3" name="Shape 520"/>
          <p:cNvSpPr/>
          <p:nvPr/>
        </p:nvSpPr>
        <p:spPr>
          <a:xfrm>
            <a:off x="2896924" y="41131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4" name="Shape 521"/>
          <p:cNvSpPr/>
          <p:nvPr/>
        </p:nvSpPr>
        <p:spPr>
          <a:xfrm>
            <a:off x="2589860" y="39521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5" name="Shape 522"/>
          <p:cNvSpPr/>
          <p:nvPr/>
        </p:nvSpPr>
        <p:spPr>
          <a:xfrm>
            <a:off x="2666641" y="39656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6" name="Shape 523"/>
          <p:cNvSpPr/>
          <p:nvPr/>
        </p:nvSpPr>
        <p:spPr>
          <a:xfrm>
            <a:off x="2710907" y="41182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7" name="Shape 524"/>
          <p:cNvSpPr/>
          <p:nvPr/>
        </p:nvSpPr>
        <p:spPr>
          <a:xfrm>
            <a:off x="2673959" y="40746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8" name="Shape 525"/>
          <p:cNvSpPr/>
          <p:nvPr/>
        </p:nvSpPr>
        <p:spPr>
          <a:xfrm>
            <a:off x="2830659" y="40134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29" name="Shape 526"/>
          <p:cNvSpPr/>
          <p:nvPr/>
        </p:nvSpPr>
        <p:spPr>
          <a:xfrm>
            <a:off x="2709908" y="39438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0" name="Shape 527"/>
          <p:cNvSpPr/>
          <p:nvPr/>
        </p:nvSpPr>
        <p:spPr>
          <a:xfrm>
            <a:off x="2607541" y="40668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1" name="Shape 528"/>
          <p:cNvSpPr/>
          <p:nvPr/>
        </p:nvSpPr>
        <p:spPr>
          <a:xfrm>
            <a:off x="2631073" y="41018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2" name="Shape 529"/>
          <p:cNvSpPr/>
          <p:nvPr/>
        </p:nvSpPr>
        <p:spPr>
          <a:xfrm>
            <a:off x="2550038" y="40406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3" name="Shape 530"/>
          <p:cNvSpPr/>
          <p:nvPr/>
        </p:nvSpPr>
        <p:spPr>
          <a:xfrm>
            <a:off x="2756059" y="40261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4" name="Shape 531"/>
          <p:cNvSpPr/>
          <p:nvPr/>
        </p:nvSpPr>
        <p:spPr>
          <a:xfrm>
            <a:off x="2691879" y="39926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5" name="Shape 532"/>
          <p:cNvSpPr/>
          <p:nvPr/>
        </p:nvSpPr>
        <p:spPr>
          <a:xfrm>
            <a:off x="2546629" y="41138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6" name="Shape 533"/>
          <p:cNvSpPr/>
          <p:nvPr/>
        </p:nvSpPr>
        <p:spPr>
          <a:xfrm>
            <a:off x="2755245" y="39865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7" name="Shape 534"/>
          <p:cNvSpPr/>
          <p:nvPr/>
        </p:nvSpPr>
        <p:spPr>
          <a:xfrm>
            <a:off x="2766433" y="39722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8" name="Shape 535"/>
          <p:cNvSpPr/>
          <p:nvPr/>
        </p:nvSpPr>
        <p:spPr>
          <a:xfrm>
            <a:off x="2674533" y="41626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39" name="Shape 536"/>
          <p:cNvSpPr/>
          <p:nvPr/>
        </p:nvSpPr>
        <p:spPr>
          <a:xfrm>
            <a:off x="2660363" y="41103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0" name="Shape 537"/>
          <p:cNvSpPr/>
          <p:nvPr/>
        </p:nvSpPr>
        <p:spPr>
          <a:xfrm>
            <a:off x="2816756" y="42404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1" name="Shape 538"/>
          <p:cNvSpPr/>
          <p:nvPr/>
        </p:nvSpPr>
        <p:spPr>
          <a:xfrm>
            <a:off x="2576326" y="40142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2" name="Shape 539"/>
          <p:cNvSpPr/>
          <p:nvPr/>
        </p:nvSpPr>
        <p:spPr>
          <a:xfrm>
            <a:off x="2690631" y="40955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3" name="Shape 540"/>
          <p:cNvSpPr/>
          <p:nvPr/>
        </p:nvSpPr>
        <p:spPr>
          <a:xfrm>
            <a:off x="2903077" y="40663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4" name="Shape 541"/>
          <p:cNvSpPr/>
          <p:nvPr/>
        </p:nvSpPr>
        <p:spPr>
          <a:xfrm>
            <a:off x="2788618" y="40428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5" name="Shape 542"/>
          <p:cNvSpPr/>
          <p:nvPr/>
        </p:nvSpPr>
        <p:spPr>
          <a:xfrm>
            <a:off x="2850814" y="41047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6" name="Shape 543"/>
          <p:cNvSpPr/>
          <p:nvPr/>
        </p:nvSpPr>
        <p:spPr>
          <a:xfrm>
            <a:off x="2728885" y="39939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7" name="Shape 544"/>
          <p:cNvSpPr/>
          <p:nvPr/>
        </p:nvSpPr>
        <p:spPr>
          <a:xfrm>
            <a:off x="2928743" y="40397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8" name="Shape 545"/>
          <p:cNvSpPr/>
          <p:nvPr/>
        </p:nvSpPr>
        <p:spPr>
          <a:xfrm>
            <a:off x="2609663" y="40168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49" name="Shape 546"/>
          <p:cNvSpPr/>
          <p:nvPr/>
        </p:nvSpPr>
        <p:spPr>
          <a:xfrm>
            <a:off x="2756461" y="40274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0" name="Shape 547"/>
          <p:cNvSpPr/>
          <p:nvPr/>
        </p:nvSpPr>
        <p:spPr>
          <a:xfrm>
            <a:off x="2823438" y="41826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1" name="Shape 548"/>
          <p:cNvSpPr/>
          <p:nvPr/>
        </p:nvSpPr>
        <p:spPr>
          <a:xfrm>
            <a:off x="2575972" y="39843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2" name="Shape 549"/>
          <p:cNvSpPr/>
          <p:nvPr/>
        </p:nvSpPr>
        <p:spPr>
          <a:xfrm>
            <a:off x="2753247" y="40074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3" name="Shape 550"/>
          <p:cNvSpPr/>
          <p:nvPr/>
        </p:nvSpPr>
        <p:spPr>
          <a:xfrm>
            <a:off x="2681450" y="41204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4" name="Shape 551"/>
          <p:cNvSpPr/>
          <p:nvPr/>
        </p:nvSpPr>
        <p:spPr>
          <a:xfrm>
            <a:off x="2553021" y="40287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5" name="Shape 552"/>
          <p:cNvSpPr/>
          <p:nvPr/>
        </p:nvSpPr>
        <p:spPr>
          <a:xfrm>
            <a:off x="2821450" y="40463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6" name="Shape 553"/>
          <p:cNvSpPr/>
          <p:nvPr/>
        </p:nvSpPr>
        <p:spPr>
          <a:xfrm>
            <a:off x="2830871" y="39866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7" name="Shape 554"/>
          <p:cNvSpPr/>
          <p:nvPr/>
        </p:nvSpPr>
        <p:spPr>
          <a:xfrm>
            <a:off x="2659361" y="40696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8" name="Shape 555"/>
          <p:cNvSpPr/>
          <p:nvPr/>
        </p:nvSpPr>
        <p:spPr>
          <a:xfrm>
            <a:off x="2757643" y="40805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59" name="Shape 556"/>
          <p:cNvSpPr/>
          <p:nvPr/>
        </p:nvSpPr>
        <p:spPr>
          <a:xfrm>
            <a:off x="2920857" y="39468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0" name="Shape 557"/>
          <p:cNvSpPr/>
          <p:nvPr/>
        </p:nvSpPr>
        <p:spPr>
          <a:xfrm>
            <a:off x="2787388" y="40956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1" name="Shape 558"/>
          <p:cNvSpPr/>
          <p:nvPr/>
        </p:nvSpPr>
        <p:spPr>
          <a:xfrm>
            <a:off x="2738186" y="39592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2" name="Shape 559"/>
          <p:cNvSpPr/>
          <p:nvPr/>
        </p:nvSpPr>
        <p:spPr>
          <a:xfrm>
            <a:off x="2601025" y="40330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3" name="Shape 560"/>
          <p:cNvSpPr/>
          <p:nvPr/>
        </p:nvSpPr>
        <p:spPr>
          <a:xfrm>
            <a:off x="2767834" y="41379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4" name="Shape 561"/>
          <p:cNvSpPr/>
          <p:nvPr/>
        </p:nvSpPr>
        <p:spPr>
          <a:xfrm>
            <a:off x="2865888" y="40578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5" name="Shape 562"/>
          <p:cNvSpPr/>
          <p:nvPr/>
        </p:nvSpPr>
        <p:spPr>
          <a:xfrm>
            <a:off x="2713136" y="40650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6" name="Shape 563"/>
          <p:cNvSpPr/>
          <p:nvPr/>
        </p:nvSpPr>
        <p:spPr>
          <a:xfrm>
            <a:off x="2941966" y="37160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7" name="Shape 564"/>
          <p:cNvSpPr/>
          <p:nvPr/>
        </p:nvSpPr>
        <p:spPr>
          <a:xfrm>
            <a:off x="2781607" y="41726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8" name="Shape 565"/>
          <p:cNvSpPr/>
          <p:nvPr/>
        </p:nvSpPr>
        <p:spPr>
          <a:xfrm>
            <a:off x="2573771" y="39739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69" name="Shape 566"/>
          <p:cNvSpPr/>
          <p:nvPr/>
        </p:nvSpPr>
        <p:spPr>
          <a:xfrm>
            <a:off x="2708198" y="41842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0" name="Shape 567"/>
          <p:cNvSpPr/>
          <p:nvPr/>
        </p:nvSpPr>
        <p:spPr>
          <a:xfrm>
            <a:off x="2855152" y="41347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1" name="Shape 568"/>
          <p:cNvSpPr/>
          <p:nvPr/>
        </p:nvSpPr>
        <p:spPr>
          <a:xfrm>
            <a:off x="2936079" y="41742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2" name="Shape 569"/>
          <p:cNvSpPr/>
          <p:nvPr/>
        </p:nvSpPr>
        <p:spPr>
          <a:xfrm>
            <a:off x="2685183" y="42054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3" name="Shape 570"/>
          <p:cNvSpPr/>
          <p:nvPr/>
        </p:nvSpPr>
        <p:spPr>
          <a:xfrm>
            <a:off x="2931236" y="41448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4" name="Shape 571"/>
          <p:cNvSpPr/>
          <p:nvPr/>
        </p:nvSpPr>
        <p:spPr>
          <a:xfrm>
            <a:off x="2688167" y="42481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5" name="Shape 572"/>
          <p:cNvSpPr/>
          <p:nvPr/>
        </p:nvSpPr>
        <p:spPr>
          <a:xfrm>
            <a:off x="2804615" y="43650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6" name="Shape 573"/>
          <p:cNvSpPr/>
          <p:nvPr/>
        </p:nvSpPr>
        <p:spPr>
          <a:xfrm>
            <a:off x="2957089" y="42558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7" name="Shape 574"/>
          <p:cNvSpPr/>
          <p:nvPr/>
        </p:nvSpPr>
        <p:spPr>
          <a:xfrm>
            <a:off x="2565447" y="45001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8" name="Shape 575"/>
          <p:cNvSpPr/>
          <p:nvPr/>
        </p:nvSpPr>
        <p:spPr>
          <a:xfrm>
            <a:off x="2565641" y="43876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79" name="Shape 576"/>
          <p:cNvSpPr/>
          <p:nvPr/>
        </p:nvSpPr>
        <p:spPr>
          <a:xfrm>
            <a:off x="2953138" y="43530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0" name="Shape 577"/>
          <p:cNvSpPr/>
          <p:nvPr/>
        </p:nvSpPr>
        <p:spPr>
          <a:xfrm>
            <a:off x="2654751" y="43097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1" name="Shape 578"/>
          <p:cNvSpPr/>
          <p:nvPr/>
        </p:nvSpPr>
        <p:spPr>
          <a:xfrm>
            <a:off x="2791401" y="45372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2" name="Shape 579"/>
          <p:cNvSpPr/>
          <p:nvPr/>
        </p:nvSpPr>
        <p:spPr>
          <a:xfrm>
            <a:off x="2545683" y="42748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3" name="Shape 580"/>
          <p:cNvSpPr/>
          <p:nvPr/>
        </p:nvSpPr>
        <p:spPr>
          <a:xfrm>
            <a:off x="2780137" y="43175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4" name="Shape 581"/>
          <p:cNvSpPr/>
          <p:nvPr/>
        </p:nvSpPr>
        <p:spPr>
          <a:xfrm>
            <a:off x="2740030" y="42403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5" name="Shape 582"/>
          <p:cNvSpPr/>
          <p:nvPr/>
        </p:nvSpPr>
        <p:spPr>
          <a:xfrm>
            <a:off x="2900356" y="40831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6" name="Shape 583"/>
          <p:cNvSpPr/>
          <p:nvPr/>
        </p:nvSpPr>
        <p:spPr>
          <a:xfrm>
            <a:off x="2880658" y="40293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7" name="Shape 584"/>
          <p:cNvSpPr/>
          <p:nvPr/>
        </p:nvSpPr>
        <p:spPr>
          <a:xfrm>
            <a:off x="2570619" y="39860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8" name="Shape 585"/>
          <p:cNvSpPr/>
          <p:nvPr/>
        </p:nvSpPr>
        <p:spPr>
          <a:xfrm>
            <a:off x="2668543" y="32706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89" name="Shape 586"/>
          <p:cNvSpPr/>
          <p:nvPr/>
        </p:nvSpPr>
        <p:spPr>
          <a:xfrm>
            <a:off x="2733570" y="34392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0" name="Shape 587"/>
          <p:cNvSpPr/>
          <p:nvPr/>
        </p:nvSpPr>
        <p:spPr>
          <a:xfrm>
            <a:off x="2926460" y="41518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1" name="Shape 588"/>
          <p:cNvSpPr/>
          <p:nvPr/>
        </p:nvSpPr>
        <p:spPr>
          <a:xfrm>
            <a:off x="2926449" y="36370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2" name="Shape 589"/>
          <p:cNvSpPr/>
          <p:nvPr/>
        </p:nvSpPr>
        <p:spPr>
          <a:xfrm>
            <a:off x="2579056" y="42619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3" name="Shape 590"/>
          <p:cNvSpPr/>
          <p:nvPr/>
        </p:nvSpPr>
        <p:spPr>
          <a:xfrm>
            <a:off x="2738200" y="35779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4" name="Shape 591"/>
          <p:cNvSpPr/>
          <p:nvPr/>
        </p:nvSpPr>
        <p:spPr>
          <a:xfrm>
            <a:off x="2807902" y="33076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5" name="Shape 592"/>
          <p:cNvSpPr/>
          <p:nvPr/>
        </p:nvSpPr>
        <p:spPr>
          <a:xfrm>
            <a:off x="2854358" y="34823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6" name="Shape 593"/>
          <p:cNvSpPr/>
          <p:nvPr/>
        </p:nvSpPr>
        <p:spPr>
          <a:xfrm>
            <a:off x="2760597" y="33386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7" name="Shape 594"/>
          <p:cNvSpPr/>
          <p:nvPr/>
        </p:nvSpPr>
        <p:spPr>
          <a:xfrm>
            <a:off x="2688454" y="36024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8" name="Shape 595"/>
          <p:cNvSpPr/>
          <p:nvPr/>
        </p:nvSpPr>
        <p:spPr>
          <a:xfrm>
            <a:off x="2956724" y="41303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99" name="Shape 596"/>
          <p:cNvSpPr/>
          <p:nvPr/>
        </p:nvSpPr>
        <p:spPr>
          <a:xfrm>
            <a:off x="2849628" y="36793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0" name="Shape 597"/>
          <p:cNvSpPr/>
          <p:nvPr/>
        </p:nvSpPr>
        <p:spPr>
          <a:xfrm>
            <a:off x="2859858" y="31739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1" name="Shape 598"/>
          <p:cNvSpPr/>
          <p:nvPr/>
        </p:nvSpPr>
        <p:spPr>
          <a:xfrm>
            <a:off x="2876281" y="41302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2" name="Shape 599"/>
          <p:cNvSpPr/>
          <p:nvPr/>
        </p:nvSpPr>
        <p:spPr>
          <a:xfrm>
            <a:off x="2564062" y="37671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3" name="Shape 600"/>
          <p:cNvSpPr/>
          <p:nvPr/>
        </p:nvSpPr>
        <p:spPr>
          <a:xfrm>
            <a:off x="2875194" y="36791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4" name="Shape 601"/>
          <p:cNvSpPr/>
          <p:nvPr/>
        </p:nvSpPr>
        <p:spPr>
          <a:xfrm>
            <a:off x="2830276" y="42939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5" name="Shape 602"/>
          <p:cNvSpPr/>
          <p:nvPr/>
        </p:nvSpPr>
        <p:spPr>
          <a:xfrm>
            <a:off x="2782575" y="41931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6" name="Shape 603"/>
          <p:cNvSpPr/>
          <p:nvPr/>
        </p:nvSpPr>
        <p:spPr>
          <a:xfrm>
            <a:off x="2967630" y="35270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7" name="Shape 604"/>
          <p:cNvSpPr/>
          <p:nvPr/>
        </p:nvSpPr>
        <p:spPr>
          <a:xfrm>
            <a:off x="2568207" y="34269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8" name="Shape 605"/>
          <p:cNvSpPr/>
          <p:nvPr/>
        </p:nvSpPr>
        <p:spPr>
          <a:xfrm>
            <a:off x="2967991" y="37146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09" name="Shape 606"/>
          <p:cNvSpPr/>
          <p:nvPr/>
        </p:nvSpPr>
        <p:spPr>
          <a:xfrm>
            <a:off x="2711096" y="34963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0" name="Shape 607"/>
          <p:cNvSpPr/>
          <p:nvPr/>
        </p:nvSpPr>
        <p:spPr>
          <a:xfrm>
            <a:off x="2708600" y="36278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1" name="Shape 608"/>
          <p:cNvSpPr/>
          <p:nvPr/>
        </p:nvSpPr>
        <p:spPr>
          <a:xfrm>
            <a:off x="2824296" y="36537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2" name="Shape 609"/>
          <p:cNvSpPr/>
          <p:nvPr/>
        </p:nvSpPr>
        <p:spPr>
          <a:xfrm>
            <a:off x="2758359" y="40861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3" name="Shape 610"/>
          <p:cNvSpPr/>
          <p:nvPr/>
        </p:nvSpPr>
        <p:spPr>
          <a:xfrm>
            <a:off x="2886096" y="36134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4" name="Shape 611"/>
          <p:cNvSpPr/>
          <p:nvPr/>
        </p:nvSpPr>
        <p:spPr>
          <a:xfrm>
            <a:off x="2917244" y="41364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5" name="Shape 612"/>
          <p:cNvSpPr/>
          <p:nvPr/>
        </p:nvSpPr>
        <p:spPr>
          <a:xfrm>
            <a:off x="2682964" y="42994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6" name="Shape 613"/>
          <p:cNvSpPr/>
          <p:nvPr/>
        </p:nvSpPr>
        <p:spPr>
          <a:xfrm>
            <a:off x="2628324" y="33661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7" name="Shape 614"/>
          <p:cNvSpPr/>
          <p:nvPr/>
        </p:nvSpPr>
        <p:spPr>
          <a:xfrm>
            <a:off x="2732528" y="33008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8" name="Shape 615"/>
          <p:cNvSpPr/>
          <p:nvPr/>
        </p:nvSpPr>
        <p:spPr>
          <a:xfrm>
            <a:off x="2754403" y="35767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19" name="Shape 616"/>
          <p:cNvSpPr/>
          <p:nvPr/>
        </p:nvSpPr>
        <p:spPr>
          <a:xfrm>
            <a:off x="2836548" y="30329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0" name="Shape 617"/>
          <p:cNvSpPr/>
          <p:nvPr/>
        </p:nvSpPr>
        <p:spPr>
          <a:xfrm>
            <a:off x="2558298" y="33063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1" name="Shape 618"/>
          <p:cNvSpPr/>
          <p:nvPr/>
        </p:nvSpPr>
        <p:spPr>
          <a:xfrm>
            <a:off x="2860240" y="32861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2" name="Shape 619"/>
          <p:cNvSpPr/>
          <p:nvPr/>
        </p:nvSpPr>
        <p:spPr>
          <a:xfrm>
            <a:off x="2856560" y="30088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3" name="Shape 620"/>
          <p:cNvSpPr/>
          <p:nvPr/>
        </p:nvSpPr>
        <p:spPr>
          <a:xfrm>
            <a:off x="2804297" y="31910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4" name="Shape 621"/>
          <p:cNvSpPr/>
          <p:nvPr/>
        </p:nvSpPr>
        <p:spPr>
          <a:xfrm>
            <a:off x="2948679" y="32884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5" name="Shape 622"/>
          <p:cNvSpPr/>
          <p:nvPr/>
        </p:nvSpPr>
        <p:spPr>
          <a:xfrm>
            <a:off x="2609572" y="31647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6" name="Shape 623"/>
          <p:cNvSpPr/>
          <p:nvPr/>
        </p:nvSpPr>
        <p:spPr>
          <a:xfrm>
            <a:off x="2757236" y="33918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7" name="Shape 624"/>
          <p:cNvSpPr/>
          <p:nvPr/>
        </p:nvSpPr>
        <p:spPr>
          <a:xfrm>
            <a:off x="2575105" y="31435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8" name="Shape 625"/>
          <p:cNvSpPr/>
          <p:nvPr/>
        </p:nvSpPr>
        <p:spPr>
          <a:xfrm>
            <a:off x="2861822" y="33561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29" name="Shape 626"/>
          <p:cNvSpPr/>
          <p:nvPr/>
        </p:nvSpPr>
        <p:spPr>
          <a:xfrm>
            <a:off x="2920042" y="29411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0" name="Shape 627"/>
          <p:cNvSpPr/>
          <p:nvPr/>
        </p:nvSpPr>
        <p:spPr>
          <a:xfrm>
            <a:off x="2691369" y="30720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1" name="Shape 628"/>
          <p:cNvSpPr/>
          <p:nvPr/>
        </p:nvSpPr>
        <p:spPr>
          <a:xfrm>
            <a:off x="2662579" y="34525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2" name="Shape 629"/>
          <p:cNvSpPr/>
          <p:nvPr/>
        </p:nvSpPr>
        <p:spPr>
          <a:xfrm>
            <a:off x="2677849" y="32887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3" name="Shape 630"/>
          <p:cNvSpPr/>
          <p:nvPr/>
        </p:nvSpPr>
        <p:spPr>
          <a:xfrm>
            <a:off x="2698035" y="29534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4" name="Shape 631"/>
          <p:cNvSpPr/>
          <p:nvPr/>
        </p:nvSpPr>
        <p:spPr>
          <a:xfrm>
            <a:off x="2731698" y="32677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5" name="Shape 632"/>
          <p:cNvSpPr/>
          <p:nvPr/>
        </p:nvSpPr>
        <p:spPr>
          <a:xfrm>
            <a:off x="2612442" y="31286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6" name="Shape 633"/>
          <p:cNvSpPr/>
          <p:nvPr/>
        </p:nvSpPr>
        <p:spPr>
          <a:xfrm>
            <a:off x="2709163" y="32950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7" name="Shape 634"/>
          <p:cNvSpPr/>
          <p:nvPr/>
        </p:nvSpPr>
        <p:spPr>
          <a:xfrm>
            <a:off x="2682779" y="30207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8" name="Shape 635"/>
          <p:cNvSpPr/>
          <p:nvPr/>
        </p:nvSpPr>
        <p:spPr>
          <a:xfrm>
            <a:off x="2843479" y="30211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39" name="Shape 636"/>
          <p:cNvSpPr/>
          <p:nvPr/>
        </p:nvSpPr>
        <p:spPr>
          <a:xfrm>
            <a:off x="2625802" y="29862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0" name="Shape 637"/>
          <p:cNvSpPr/>
          <p:nvPr/>
        </p:nvSpPr>
        <p:spPr>
          <a:xfrm>
            <a:off x="2737769" y="31378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1" name="Shape 638"/>
          <p:cNvSpPr/>
          <p:nvPr/>
        </p:nvSpPr>
        <p:spPr>
          <a:xfrm>
            <a:off x="2892803" y="33113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2" name="Shape 639"/>
          <p:cNvSpPr/>
          <p:nvPr/>
        </p:nvSpPr>
        <p:spPr>
          <a:xfrm>
            <a:off x="2823313" y="30388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3" name="Shape 640"/>
          <p:cNvSpPr/>
          <p:nvPr/>
        </p:nvSpPr>
        <p:spPr>
          <a:xfrm>
            <a:off x="2916214" y="30205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4" name="Shape 641"/>
          <p:cNvSpPr/>
          <p:nvPr/>
        </p:nvSpPr>
        <p:spPr>
          <a:xfrm>
            <a:off x="2608166" y="29927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5" name="Shape 642"/>
          <p:cNvSpPr/>
          <p:nvPr/>
        </p:nvSpPr>
        <p:spPr>
          <a:xfrm>
            <a:off x="2738017" y="30774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6" name="Shape 643"/>
          <p:cNvSpPr/>
          <p:nvPr/>
        </p:nvSpPr>
        <p:spPr>
          <a:xfrm>
            <a:off x="2668164" y="33924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7" name="Shape 644"/>
          <p:cNvSpPr/>
          <p:nvPr/>
        </p:nvSpPr>
        <p:spPr>
          <a:xfrm>
            <a:off x="2800327" y="30339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8" name="Shape 645"/>
          <p:cNvSpPr/>
          <p:nvPr/>
        </p:nvSpPr>
        <p:spPr>
          <a:xfrm>
            <a:off x="2967968" y="31097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49" name="Shape 646"/>
          <p:cNvSpPr/>
          <p:nvPr/>
        </p:nvSpPr>
        <p:spPr>
          <a:xfrm>
            <a:off x="2952537" y="32057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0" name="Shape 647"/>
          <p:cNvSpPr/>
          <p:nvPr/>
        </p:nvSpPr>
        <p:spPr>
          <a:xfrm>
            <a:off x="2687239" y="32382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1" name="Shape 648"/>
          <p:cNvSpPr/>
          <p:nvPr/>
        </p:nvSpPr>
        <p:spPr>
          <a:xfrm>
            <a:off x="2621673" y="31108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2" name="Shape 649"/>
          <p:cNvSpPr/>
          <p:nvPr/>
        </p:nvSpPr>
        <p:spPr>
          <a:xfrm>
            <a:off x="2657232" y="31980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3" name="Shape 650"/>
          <p:cNvSpPr/>
          <p:nvPr/>
        </p:nvSpPr>
        <p:spPr>
          <a:xfrm>
            <a:off x="2655623" y="31138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4" name="Shape 651"/>
          <p:cNvSpPr/>
          <p:nvPr/>
        </p:nvSpPr>
        <p:spPr>
          <a:xfrm>
            <a:off x="2666675" y="30276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5" name="Shape 652"/>
          <p:cNvSpPr/>
          <p:nvPr/>
        </p:nvSpPr>
        <p:spPr>
          <a:xfrm>
            <a:off x="2717567" y="32234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6" name="Shape 653"/>
          <p:cNvSpPr/>
          <p:nvPr/>
        </p:nvSpPr>
        <p:spPr>
          <a:xfrm>
            <a:off x="2640546" y="35837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7" name="Shape 654"/>
          <p:cNvSpPr/>
          <p:nvPr/>
        </p:nvSpPr>
        <p:spPr>
          <a:xfrm>
            <a:off x="2776608" y="36998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8" name="Shape 655"/>
          <p:cNvSpPr/>
          <p:nvPr/>
        </p:nvSpPr>
        <p:spPr>
          <a:xfrm>
            <a:off x="2735657" y="43421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59" name="Shape 656"/>
          <p:cNvSpPr/>
          <p:nvPr/>
        </p:nvSpPr>
        <p:spPr>
          <a:xfrm>
            <a:off x="2938860" y="32998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0" name="Shape 657"/>
          <p:cNvSpPr/>
          <p:nvPr/>
        </p:nvSpPr>
        <p:spPr>
          <a:xfrm>
            <a:off x="2927577" y="36424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1" name="Shape 658"/>
          <p:cNvSpPr/>
          <p:nvPr/>
        </p:nvSpPr>
        <p:spPr>
          <a:xfrm>
            <a:off x="2820622" y="41481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2" name="Shape 659"/>
          <p:cNvSpPr/>
          <p:nvPr/>
        </p:nvSpPr>
        <p:spPr>
          <a:xfrm>
            <a:off x="2757026" y="39462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3" name="Shape 660"/>
          <p:cNvSpPr/>
          <p:nvPr/>
        </p:nvSpPr>
        <p:spPr>
          <a:xfrm>
            <a:off x="2886919" y="39924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4" name="Shape 661"/>
          <p:cNvSpPr/>
          <p:nvPr/>
        </p:nvSpPr>
        <p:spPr>
          <a:xfrm>
            <a:off x="2858778" y="32735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5" name="Shape 662"/>
          <p:cNvSpPr/>
          <p:nvPr/>
        </p:nvSpPr>
        <p:spPr>
          <a:xfrm>
            <a:off x="2686316" y="34437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6" name="Shape 663"/>
          <p:cNvSpPr/>
          <p:nvPr/>
        </p:nvSpPr>
        <p:spPr>
          <a:xfrm>
            <a:off x="2974436" y="31757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7" name="Shape 664"/>
          <p:cNvSpPr/>
          <p:nvPr/>
        </p:nvSpPr>
        <p:spPr>
          <a:xfrm>
            <a:off x="2749104" y="35490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8" name="Shape 665"/>
          <p:cNvSpPr/>
          <p:nvPr/>
        </p:nvSpPr>
        <p:spPr>
          <a:xfrm>
            <a:off x="2612921" y="34661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69" name="Shape 666"/>
          <p:cNvSpPr/>
          <p:nvPr/>
        </p:nvSpPr>
        <p:spPr>
          <a:xfrm>
            <a:off x="2756878" y="39019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0" name="Shape 667"/>
          <p:cNvSpPr/>
          <p:nvPr/>
        </p:nvSpPr>
        <p:spPr>
          <a:xfrm>
            <a:off x="2859673" y="34763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1" name="Shape 668"/>
          <p:cNvSpPr/>
          <p:nvPr/>
        </p:nvSpPr>
        <p:spPr>
          <a:xfrm>
            <a:off x="2965554" y="35365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2" name="Shape 669"/>
          <p:cNvSpPr/>
          <p:nvPr/>
        </p:nvSpPr>
        <p:spPr>
          <a:xfrm>
            <a:off x="2652376" y="37421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3" name="Shape 670"/>
          <p:cNvSpPr/>
          <p:nvPr/>
        </p:nvSpPr>
        <p:spPr>
          <a:xfrm>
            <a:off x="2580606" y="32904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4" name="Shape 671"/>
          <p:cNvSpPr/>
          <p:nvPr/>
        </p:nvSpPr>
        <p:spPr>
          <a:xfrm>
            <a:off x="2737590" y="33146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5" name="Shape 672"/>
          <p:cNvSpPr/>
          <p:nvPr/>
        </p:nvSpPr>
        <p:spPr>
          <a:xfrm>
            <a:off x="2892348" y="35453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6" name="Shape 673"/>
          <p:cNvSpPr/>
          <p:nvPr/>
        </p:nvSpPr>
        <p:spPr>
          <a:xfrm>
            <a:off x="2639678" y="37586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7" name="Shape 674"/>
          <p:cNvSpPr/>
          <p:nvPr/>
        </p:nvSpPr>
        <p:spPr>
          <a:xfrm>
            <a:off x="2722084" y="34908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8" name="Shape 675"/>
          <p:cNvSpPr/>
          <p:nvPr/>
        </p:nvSpPr>
        <p:spPr>
          <a:xfrm>
            <a:off x="2550276" y="31654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79" name="Shape 676"/>
          <p:cNvSpPr/>
          <p:nvPr/>
        </p:nvSpPr>
        <p:spPr>
          <a:xfrm>
            <a:off x="2836271" y="35061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0" name="Shape 677"/>
          <p:cNvSpPr/>
          <p:nvPr/>
        </p:nvSpPr>
        <p:spPr>
          <a:xfrm>
            <a:off x="2826905" y="37572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1" name="Shape 678"/>
          <p:cNvSpPr/>
          <p:nvPr/>
        </p:nvSpPr>
        <p:spPr>
          <a:xfrm>
            <a:off x="2877654" y="33585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2" name="Shape 679"/>
          <p:cNvSpPr/>
          <p:nvPr/>
        </p:nvSpPr>
        <p:spPr>
          <a:xfrm>
            <a:off x="2685336" y="38177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3" name="Shape 680"/>
          <p:cNvSpPr/>
          <p:nvPr/>
        </p:nvSpPr>
        <p:spPr>
          <a:xfrm>
            <a:off x="2784482" y="34217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4" name="Shape 681"/>
          <p:cNvSpPr/>
          <p:nvPr/>
        </p:nvSpPr>
        <p:spPr>
          <a:xfrm>
            <a:off x="2780123" y="32903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5" name="Shape 682"/>
          <p:cNvSpPr/>
          <p:nvPr/>
        </p:nvSpPr>
        <p:spPr>
          <a:xfrm>
            <a:off x="2973015" y="33212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6" name="Shape 683"/>
          <p:cNvSpPr/>
          <p:nvPr/>
        </p:nvSpPr>
        <p:spPr>
          <a:xfrm>
            <a:off x="2965985" y="35037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7" name="Shape 684"/>
          <p:cNvSpPr/>
          <p:nvPr/>
        </p:nvSpPr>
        <p:spPr>
          <a:xfrm>
            <a:off x="2720197" y="36040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8" name="Shape 685"/>
          <p:cNvSpPr/>
          <p:nvPr/>
        </p:nvSpPr>
        <p:spPr>
          <a:xfrm>
            <a:off x="2920803" y="35138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89" name="Shape 686"/>
          <p:cNvSpPr/>
          <p:nvPr/>
        </p:nvSpPr>
        <p:spPr>
          <a:xfrm>
            <a:off x="2851483" y="31915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0" name="Shape 687"/>
          <p:cNvSpPr/>
          <p:nvPr/>
        </p:nvSpPr>
        <p:spPr>
          <a:xfrm>
            <a:off x="2757292" y="31534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1" name="Shape 688"/>
          <p:cNvSpPr/>
          <p:nvPr/>
        </p:nvSpPr>
        <p:spPr>
          <a:xfrm>
            <a:off x="2667347" y="37807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2" name="Shape 689"/>
          <p:cNvSpPr/>
          <p:nvPr/>
        </p:nvSpPr>
        <p:spPr>
          <a:xfrm>
            <a:off x="2814759" y="34374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3" name="Shape 690"/>
          <p:cNvSpPr/>
          <p:nvPr/>
        </p:nvSpPr>
        <p:spPr>
          <a:xfrm>
            <a:off x="2809801" y="32632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4" name="Shape 691"/>
          <p:cNvSpPr/>
          <p:nvPr/>
        </p:nvSpPr>
        <p:spPr>
          <a:xfrm>
            <a:off x="2768587" y="33684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5" name="Shape 692"/>
          <p:cNvSpPr/>
          <p:nvPr/>
        </p:nvSpPr>
        <p:spPr>
          <a:xfrm>
            <a:off x="2703598" y="35435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6" name="Shape 693"/>
          <p:cNvSpPr/>
          <p:nvPr/>
        </p:nvSpPr>
        <p:spPr>
          <a:xfrm>
            <a:off x="2961448" y="37301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7" name="Shape 694"/>
          <p:cNvSpPr/>
          <p:nvPr/>
        </p:nvSpPr>
        <p:spPr>
          <a:xfrm>
            <a:off x="2970798" y="35258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8" name="Shape 695"/>
          <p:cNvSpPr/>
          <p:nvPr/>
        </p:nvSpPr>
        <p:spPr>
          <a:xfrm>
            <a:off x="2607216" y="32174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699" name="Shape 696"/>
          <p:cNvSpPr/>
          <p:nvPr/>
        </p:nvSpPr>
        <p:spPr>
          <a:xfrm>
            <a:off x="2889556" y="31639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0" name="Shape 697"/>
          <p:cNvSpPr/>
          <p:nvPr/>
        </p:nvSpPr>
        <p:spPr>
          <a:xfrm>
            <a:off x="2795959" y="42221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1" name="Shape 698"/>
          <p:cNvSpPr/>
          <p:nvPr/>
        </p:nvSpPr>
        <p:spPr>
          <a:xfrm>
            <a:off x="2599773" y="41687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2" name="Shape 699"/>
          <p:cNvSpPr/>
          <p:nvPr/>
        </p:nvSpPr>
        <p:spPr>
          <a:xfrm>
            <a:off x="2549434" y="40869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3" name="Shape 700"/>
          <p:cNvSpPr/>
          <p:nvPr/>
        </p:nvSpPr>
        <p:spPr>
          <a:xfrm>
            <a:off x="2951193" y="37580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4" name="Shape 701"/>
          <p:cNvSpPr/>
          <p:nvPr/>
        </p:nvSpPr>
        <p:spPr>
          <a:xfrm>
            <a:off x="2658566" y="36558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5" name="Shape 702"/>
          <p:cNvSpPr/>
          <p:nvPr/>
        </p:nvSpPr>
        <p:spPr>
          <a:xfrm>
            <a:off x="2933187" y="37512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6" name="Shape 703"/>
          <p:cNvSpPr/>
          <p:nvPr/>
        </p:nvSpPr>
        <p:spPr>
          <a:xfrm>
            <a:off x="2649016" y="37168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7" name="Shape 704"/>
          <p:cNvSpPr/>
          <p:nvPr/>
        </p:nvSpPr>
        <p:spPr>
          <a:xfrm>
            <a:off x="2861259" y="37963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8" name="Shape 705"/>
          <p:cNvSpPr/>
          <p:nvPr/>
        </p:nvSpPr>
        <p:spPr>
          <a:xfrm>
            <a:off x="2909279" y="37225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09" name="Shape 706"/>
          <p:cNvSpPr/>
          <p:nvPr/>
        </p:nvSpPr>
        <p:spPr>
          <a:xfrm>
            <a:off x="2951005" y="36565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0" name="Shape 707"/>
          <p:cNvSpPr/>
          <p:nvPr/>
        </p:nvSpPr>
        <p:spPr>
          <a:xfrm>
            <a:off x="2594137" y="36889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1" name="Shape 708"/>
          <p:cNvSpPr/>
          <p:nvPr/>
        </p:nvSpPr>
        <p:spPr>
          <a:xfrm>
            <a:off x="2807104" y="37302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2" name="Shape 709"/>
          <p:cNvSpPr/>
          <p:nvPr/>
        </p:nvSpPr>
        <p:spPr>
          <a:xfrm>
            <a:off x="2684416" y="38435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3" name="Shape 710"/>
          <p:cNvSpPr/>
          <p:nvPr/>
        </p:nvSpPr>
        <p:spPr>
          <a:xfrm>
            <a:off x="2706243" y="36131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4" name="Shape 711"/>
          <p:cNvSpPr/>
          <p:nvPr/>
        </p:nvSpPr>
        <p:spPr>
          <a:xfrm>
            <a:off x="2676722" y="39851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5" name="Shape 712"/>
          <p:cNvSpPr/>
          <p:nvPr/>
        </p:nvSpPr>
        <p:spPr>
          <a:xfrm>
            <a:off x="2822947" y="39283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6" name="Shape 713"/>
          <p:cNvSpPr/>
          <p:nvPr/>
        </p:nvSpPr>
        <p:spPr>
          <a:xfrm>
            <a:off x="2899575" y="39591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7" name="Shape 714"/>
          <p:cNvSpPr/>
          <p:nvPr/>
        </p:nvSpPr>
        <p:spPr>
          <a:xfrm>
            <a:off x="2687620" y="36959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8" name="Shape 715"/>
          <p:cNvSpPr/>
          <p:nvPr/>
        </p:nvSpPr>
        <p:spPr>
          <a:xfrm>
            <a:off x="2935883" y="34909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19" name="Shape 716"/>
          <p:cNvSpPr/>
          <p:nvPr/>
        </p:nvSpPr>
        <p:spPr>
          <a:xfrm>
            <a:off x="2555754" y="39611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0" name="Shape 717"/>
          <p:cNvSpPr/>
          <p:nvPr/>
        </p:nvSpPr>
        <p:spPr>
          <a:xfrm>
            <a:off x="2957022" y="38288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1" name="Shape 718"/>
          <p:cNvSpPr/>
          <p:nvPr/>
        </p:nvSpPr>
        <p:spPr>
          <a:xfrm>
            <a:off x="2606153" y="44975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2" name="Shape 719"/>
          <p:cNvSpPr/>
          <p:nvPr/>
        </p:nvSpPr>
        <p:spPr>
          <a:xfrm>
            <a:off x="2807785" y="45944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3" name="Shape 720"/>
          <p:cNvSpPr/>
          <p:nvPr/>
        </p:nvSpPr>
        <p:spPr>
          <a:xfrm>
            <a:off x="2549800" y="44462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4" name="Shape 721"/>
          <p:cNvSpPr/>
          <p:nvPr/>
        </p:nvSpPr>
        <p:spPr>
          <a:xfrm>
            <a:off x="2653037" y="42431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5" name="Shape 722"/>
          <p:cNvSpPr/>
          <p:nvPr/>
        </p:nvSpPr>
        <p:spPr>
          <a:xfrm>
            <a:off x="2804135" y="45001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6" name="Shape 723"/>
          <p:cNvSpPr/>
          <p:nvPr/>
        </p:nvSpPr>
        <p:spPr>
          <a:xfrm>
            <a:off x="2643444" y="46692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7" name="Shape 724"/>
          <p:cNvSpPr/>
          <p:nvPr/>
        </p:nvSpPr>
        <p:spPr>
          <a:xfrm>
            <a:off x="2850298" y="43156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8" name="Shape 725"/>
          <p:cNvSpPr/>
          <p:nvPr/>
        </p:nvSpPr>
        <p:spPr>
          <a:xfrm>
            <a:off x="2769218" y="46918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29" name="Shape 726"/>
          <p:cNvSpPr/>
          <p:nvPr/>
        </p:nvSpPr>
        <p:spPr>
          <a:xfrm>
            <a:off x="2830110" y="42363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0" name="Shape 727"/>
          <p:cNvSpPr/>
          <p:nvPr/>
        </p:nvSpPr>
        <p:spPr>
          <a:xfrm>
            <a:off x="2633549" y="46905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1" name="Shape 728"/>
          <p:cNvSpPr/>
          <p:nvPr/>
        </p:nvSpPr>
        <p:spPr>
          <a:xfrm>
            <a:off x="2676758" y="42190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2" name="Shape 729"/>
          <p:cNvSpPr/>
          <p:nvPr/>
        </p:nvSpPr>
        <p:spPr>
          <a:xfrm>
            <a:off x="2761101" y="46913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3" name="Shape 730"/>
          <p:cNvSpPr/>
          <p:nvPr/>
        </p:nvSpPr>
        <p:spPr>
          <a:xfrm>
            <a:off x="2657155" y="34946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4" name="Shape 731"/>
          <p:cNvSpPr/>
          <p:nvPr/>
        </p:nvSpPr>
        <p:spPr>
          <a:xfrm>
            <a:off x="2713246" y="35893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5" name="Shape 732"/>
          <p:cNvSpPr/>
          <p:nvPr/>
        </p:nvSpPr>
        <p:spPr>
          <a:xfrm>
            <a:off x="2905097" y="40133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6" name="Shape 733"/>
          <p:cNvSpPr/>
          <p:nvPr/>
        </p:nvSpPr>
        <p:spPr>
          <a:xfrm>
            <a:off x="2825965" y="40340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7" name="Shape 734"/>
          <p:cNvSpPr/>
          <p:nvPr/>
        </p:nvSpPr>
        <p:spPr>
          <a:xfrm>
            <a:off x="2819815" y="33836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8" name="Shape 735"/>
          <p:cNvSpPr/>
          <p:nvPr/>
        </p:nvSpPr>
        <p:spPr>
          <a:xfrm>
            <a:off x="2919897" y="35657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39" name="Shape 736"/>
          <p:cNvSpPr/>
          <p:nvPr/>
        </p:nvSpPr>
        <p:spPr>
          <a:xfrm>
            <a:off x="2822178" y="38040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0" name="Shape 737"/>
          <p:cNvSpPr/>
          <p:nvPr/>
        </p:nvSpPr>
        <p:spPr>
          <a:xfrm>
            <a:off x="2742573" y="34111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1" name="Shape 738"/>
          <p:cNvSpPr/>
          <p:nvPr/>
        </p:nvSpPr>
        <p:spPr>
          <a:xfrm>
            <a:off x="2938160" y="35070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2" name="Shape 739"/>
          <p:cNvSpPr/>
          <p:nvPr/>
        </p:nvSpPr>
        <p:spPr>
          <a:xfrm>
            <a:off x="2601682" y="37899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3" name="Shape 740"/>
          <p:cNvSpPr/>
          <p:nvPr/>
        </p:nvSpPr>
        <p:spPr>
          <a:xfrm>
            <a:off x="2910904" y="38345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4" name="Shape 741"/>
          <p:cNvSpPr/>
          <p:nvPr/>
        </p:nvSpPr>
        <p:spPr>
          <a:xfrm>
            <a:off x="2803151" y="33846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5" name="Shape 742"/>
          <p:cNvSpPr/>
          <p:nvPr/>
        </p:nvSpPr>
        <p:spPr>
          <a:xfrm>
            <a:off x="2771161" y="34345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6" name="Shape 743"/>
          <p:cNvSpPr/>
          <p:nvPr/>
        </p:nvSpPr>
        <p:spPr>
          <a:xfrm>
            <a:off x="2647947" y="38410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7" name="Shape 744"/>
          <p:cNvSpPr/>
          <p:nvPr/>
        </p:nvSpPr>
        <p:spPr>
          <a:xfrm>
            <a:off x="2573891" y="37759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8" name="Shape 745"/>
          <p:cNvSpPr/>
          <p:nvPr/>
        </p:nvSpPr>
        <p:spPr>
          <a:xfrm>
            <a:off x="2925977" y="38122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49" name="Shape 746"/>
          <p:cNvSpPr/>
          <p:nvPr/>
        </p:nvSpPr>
        <p:spPr>
          <a:xfrm>
            <a:off x="2898045" y="38086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0" name="Shape 747"/>
          <p:cNvSpPr/>
          <p:nvPr/>
        </p:nvSpPr>
        <p:spPr>
          <a:xfrm>
            <a:off x="2620270" y="38274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1" name="Shape 748"/>
          <p:cNvSpPr/>
          <p:nvPr/>
        </p:nvSpPr>
        <p:spPr>
          <a:xfrm>
            <a:off x="2593002" y="38130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2" name="Shape 749"/>
          <p:cNvSpPr/>
          <p:nvPr/>
        </p:nvSpPr>
        <p:spPr>
          <a:xfrm>
            <a:off x="2729973" y="35026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3" name="Shape 750"/>
          <p:cNvSpPr/>
          <p:nvPr/>
        </p:nvSpPr>
        <p:spPr>
          <a:xfrm>
            <a:off x="2902343" y="39338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4" name="Shape 751"/>
          <p:cNvSpPr/>
          <p:nvPr/>
        </p:nvSpPr>
        <p:spPr>
          <a:xfrm>
            <a:off x="2579742" y="36255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5" name="Shape 752"/>
          <p:cNvSpPr/>
          <p:nvPr/>
        </p:nvSpPr>
        <p:spPr>
          <a:xfrm>
            <a:off x="2960743" y="41095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6" name="Shape 753"/>
          <p:cNvSpPr/>
          <p:nvPr/>
        </p:nvSpPr>
        <p:spPr>
          <a:xfrm>
            <a:off x="2809909" y="36662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7" name="Shape 754"/>
          <p:cNvSpPr/>
          <p:nvPr/>
        </p:nvSpPr>
        <p:spPr>
          <a:xfrm>
            <a:off x="2805986" y="41863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8" name="Shape 755"/>
          <p:cNvSpPr/>
          <p:nvPr/>
        </p:nvSpPr>
        <p:spPr>
          <a:xfrm>
            <a:off x="2545377" y="41678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59" name="Shape 756"/>
          <p:cNvSpPr/>
          <p:nvPr/>
        </p:nvSpPr>
        <p:spPr>
          <a:xfrm>
            <a:off x="2656568" y="41346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0" name="Shape 757"/>
          <p:cNvSpPr/>
          <p:nvPr/>
        </p:nvSpPr>
        <p:spPr>
          <a:xfrm>
            <a:off x="2714089" y="42050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1" name="Shape 758"/>
          <p:cNvSpPr/>
          <p:nvPr/>
        </p:nvSpPr>
        <p:spPr>
          <a:xfrm>
            <a:off x="2601448" y="34887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2" name="Shape 759"/>
          <p:cNvSpPr/>
          <p:nvPr/>
        </p:nvSpPr>
        <p:spPr>
          <a:xfrm>
            <a:off x="2610188" y="31122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3" name="Shape 760"/>
          <p:cNvSpPr/>
          <p:nvPr/>
        </p:nvSpPr>
        <p:spPr>
          <a:xfrm>
            <a:off x="2628559" y="42224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4" name="Shape 761"/>
          <p:cNvSpPr/>
          <p:nvPr/>
        </p:nvSpPr>
        <p:spPr>
          <a:xfrm>
            <a:off x="2783312" y="44261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5" name="Shape 762"/>
          <p:cNvSpPr/>
          <p:nvPr/>
        </p:nvSpPr>
        <p:spPr>
          <a:xfrm>
            <a:off x="2902020" y="44418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6" name="Shape 763"/>
          <p:cNvSpPr/>
          <p:nvPr/>
        </p:nvSpPr>
        <p:spPr>
          <a:xfrm>
            <a:off x="2726931" y="44658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7" name="Shape 764"/>
          <p:cNvSpPr/>
          <p:nvPr/>
        </p:nvSpPr>
        <p:spPr>
          <a:xfrm>
            <a:off x="2966929" y="42815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8" name="Shape 765"/>
          <p:cNvSpPr/>
          <p:nvPr/>
        </p:nvSpPr>
        <p:spPr>
          <a:xfrm>
            <a:off x="2702551" y="30874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69" name="Shape 766"/>
          <p:cNvSpPr/>
          <p:nvPr/>
        </p:nvSpPr>
        <p:spPr>
          <a:xfrm>
            <a:off x="2835987" y="30746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0" name="Shape 767"/>
          <p:cNvSpPr/>
          <p:nvPr/>
        </p:nvSpPr>
        <p:spPr>
          <a:xfrm>
            <a:off x="2668831" y="38214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1" name="Shape 768"/>
          <p:cNvSpPr/>
          <p:nvPr/>
        </p:nvSpPr>
        <p:spPr>
          <a:xfrm>
            <a:off x="2744320" y="40251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2" name="Shape 769"/>
          <p:cNvSpPr/>
          <p:nvPr/>
        </p:nvSpPr>
        <p:spPr>
          <a:xfrm>
            <a:off x="2642358" y="37298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3" name="Shape 770"/>
          <p:cNvSpPr/>
          <p:nvPr/>
        </p:nvSpPr>
        <p:spPr>
          <a:xfrm>
            <a:off x="2544873" y="33335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4" name="Shape 771"/>
          <p:cNvSpPr/>
          <p:nvPr/>
        </p:nvSpPr>
        <p:spPr>
          <a:xfrm>
            <a:off x="2908258" y="29862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5" name="Shape 772"/>
          <p:cNvSpPr/>
          <p:nvPr/>
        </p:nvSpPr>
        <p:spPr>
          <a:xfrm>
            <a:off x="2663303" y="29670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6" name="Shape 773"/>
          <p:cNvSpPr/>
          <p:nvPr/>
        </p:nvSpPr>
        <p:spPr>
          <a:xfrm>
            <a:off x="2711144" y="34776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7" name="Shape 774"/>
          <p:cNvSpPr/>
          <p:nvPr/>
        </p:nvSpPr>
        <p:spPr>
          <a:xfrm>
            <a:off x="2970769" y="39939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8" name="Shape 775"/>
          <p:cNvSpPr/>
          <p:nvPr/>
        </p:nvSpPr>
        <p:spPr>
          <a:xfrm>
            <a:off x="2819839" y="35112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79" name="Shape 776"/>
          <p:cNvSpPr/>
          <p:nvPr/>
        </p:nvSpPr>
        <p:spPr>
          <a:xfrm>
            <a:off x="2891597" y="35713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0" name="Shape 777"/>
          <p:cNvSpPr/>
          <p:nvPr/>
        </p:nvSpPr>
        <p:spPr>
          <a:xfrm>
            <a:off x="2820770" y="37542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1" name="Shape 778"/>
          <p:cNvSpPr/>
          <p:nvPr/>
        </p:nvSpPr>
        <p:spPr>
          <a:xfrm>
            <a:off x="2609946" y="37908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2" name="Shape 779"/>
          <p:cNvSpPr/>
          <p:nvPr/>
        </p:nvSpPr>
        <p:spPr>
          <a:xfrm>
            <a:off x="2831208" y="36726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3" name="Shape 780"/>
          <p:cNvSpPr/>
          <p:nvPr/>
        </p:nvSpPr>
        <p:spPr>
          <a:xfrm>
            <a:off x="2699134" y="35950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4" name="Shape 781"/>
          <p:cNvSpPr/>
          <p:nvPr/>
        </p:nvSpPr>
        <p:spPr>
          <a:xfrm>
            <a:off x="2655579" y="36718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5" name="Shape 782"/>
          <p:cNvSpPr/>
          <p:nvPr/>
        </p:nvSpPr>
        <p:spPr>
          <a:xfrm>
            <a:off x="2847697" y="42129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6" name="Shape 783"/>
          <p:cNvSpPr/>
          <p:nvPr/>
        </p:nvSpPr>
        <p:spPr>
          <a:xfrm>
            <a:off x="2806113" y="33840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7" name="Shape 784"/>
          <p:cNvSpPr/>
          <p:nvPr/>
        </p:nvSpPr>
        <p:spPr>
          <a:xfrm>
            <a:off x="2601441" y="38715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8" name="Shape 785"/>
          <p:cNvSpPr/>
          <p:nvPr/>
        </p:nvSpPr>
        <p:spPr>
          <a:xfrm>
            <a:off x="2670655" y="34402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89" name="Shape 786"/>
          <p:cNvSpPr/>
          <p:nvPr/>
        </p:nvSpPr>
        <p:spPr>
          <a:xfrm>
            <a:off x="2629933" y="38029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0" name="Shape 787"/>
          <p:cNvSpPr/>
          <p:nvPr/>
        </p:nvSpPr>
        <p:spPr>
          <a:xfrm>
            <a:off x="2848103" y="35990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1" name="Shape 788"/>
          <p:cNvSpPr/>
          <p:nvPr/>
        </p:nvSpPr>
        <p:spPr>
          <a:xfrm>
            <a:off x="2765721" y="36081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2" name="Shape 789"/>
          <p:cNvSpPr/>
          <p:nvPr/>
        </p:nvSpPr>
        <p:spPr>
          <a:xfrm>
            <a:off x="2640588" y="36555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3" name="Shape 790"/>
          <p:cNvSpPr/>
          <p:nvPr/>
        </p:nvSpPr>
        <p:spPr>
          <a:xfrm>
            <a:off x="2797803" y="43737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4" name="Shape 791"/>
          <p:cNvSpPr/>
          <p:nvPr/>
        </p:nvSpPr>
        <p:spPr>
          <a:xfrm>
            <a:off x="2602733" y="43709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5" name="Shape 792"/>
          <p:cNvSpPr/>
          <p:nvPr/>
        </p:nvSpPr>
        <p:spPr>
          <a:xfrm>
            <a:off x="2793723" y="43660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6" name="Shape 793"/>
          <p:cNvSpPr/>
          <p:nvPr/>
        </p:nvSpPr>
        <p:spPr>
          <a:xfrm>
            <a:off x="2772368" y="43892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7" name="Shape 794"/>
          <p:cNvSpPr/>
          <p:nvPr/>
        </p:nvSpPr>
        <p:spPr>
          <a:xfrm>
            <a:off x="2769132" y="34228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8" name="Shape 795"/>
          <p:cNvSpPr/>
          <p:nvPr/>
        </p:nvSpPr>
        <p:spPr>
          <a:xfrm>
            <a:off x="2595573" y="37111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799" name="Shape 796"/>
          <p:cNvSpPr/>
          <p:nvPr/>
        </p:nvSpPr>
        <p:spPr>
          <a:xfrm>
            <a:off x="2826200" y="33358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0" name="Shape 797"/>
          <p:cNvSpPr/>
          <p:nvPr/>
        </p:nvSpPr>
        <p:spPr>
          <a:xfrm>
            <a:off x="2620480" y="35761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1" name="Shape 798"/>
          <p:cNvSpPr/>
          <p:nvPr/>
        </p:nvSpPr>
        <p:spPr>
          <a:xfrm>
            <a:off x="2953981" y="35148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2" name="Shape 799"/>
          <p:cNvSpPr/>
          <p:nvPr/>
        </p:nvSpPr>
        <p:spPr>
          <a:xfrm>
            <a:off x="2624718" y="37208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3" name="Shape 800"/>
          <p:cNvSpPr/>
          <p:nvPr/>
        </p:nvSpPr>
        <p:spPr>
          <a:xfrm>
            <a:off x="2864296" y="36682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4" name="Shape 801"/>
          <p:cNvSpPr/>
          <p:nvPr/>
        </p:nvSpPr>
        <p:spPr>
          <a:xfrm>
            <a:off x="2875065" y="37209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5" name="Shape 802"/>
          <p:cNvSpPr/>
          <p:nvPr/>
        </p:nvSpPr>
        <p:spPr>
          <a:xfrm>
            <a:off x="2846349" y="32639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6" name="Shape 803"/>
          <p:cNvSpPr/>
          <p:nvPr/>
        </p:nvSpPr>
        <p:spPr>
          <a:xfrm>
            <a:off x="2564453" y="40930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7" name="Shape 804"/>
          <p:cNvSpPr/>
          <p:nvPr/>
        </p:nvSpPr>
        <p:spPr>
          <a:xfrm>
            <a:off x="2720741" y="41611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8" name="Shape 805"/>
          <p:cNvSpPr/>
          <p:nvPr/>
        </p:nvSpPr>
        <p:spPr>
          <a:xfrm>
            <a:off x="2804773" y="42183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09" name="Shape 806"/>
          <p:cNvSpPr/>
          <p:nvPr/>
        </p:nvSpPr>
        <p:spPr>
          <a:xfrm>
            <a:off x="2792082" y="42181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0" name="Shape 807"/>
          <p:cNvSpPr/>
          <p:nvPr/>
        </p:nvSpPr>
        <p:spPr>
          <a:xfrm>
            <a:off x="2860465" y="42042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1" name="Shape 808"/>
          <p:cNvSpPr/>
          <p:nvPr/>
        </p:nvSpPr>
        <p:spPr>
          <a:xfrm>
            <a:off x="2597447" y="42230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2" name="Shape 809"/>
          <p:cNvSpPr/>
          <p:nvPr/>
        </p:nvSpPr>
        <p:spPr>
          <a:xfrm>
            <a:off x="2778215" y="32978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3" name="Shape 810"/>
          <p:cNvSpPr/>
          <p:nvPr/>
        </p:nvSpPr>
        <p:spPr>
          <a:xfrm>
            <a:off x="2551584" y="35764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4" name="Shape 811"/>
          <p:cNvSpPr/>
          <p:nvPr/>
        </p:nvSpPr>
        <p:spPr>
          <a:xfrm>
            <a:off x="2957243" y="33914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5" name="Shape 812"/>
          <p:cNvSpPr/>
          <p:nvPr/>
        </p:nvSpPr>
        <p:spPr>
          <a:xfrm>
            <a:off x="2685115" y="41111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6" name="Shape 813"/>
          <p:cNvSpPr/>
          <p:nvPr/>
        </p:nvSpPr>
        <p:spPr>
          <a:xfrm>
            <a:off x="2731480" y="37871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7" name="Shape 814"/>
          <p:cNvSpPr/>
          <p:nvPr/>
        </p:nvSpPr>
        <p:spPr>
          <a:xfrm>
            <a:off x="2817566" y="35187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8" name="Shape 815"/>
          <p:cNvSpPr/>
          <p:nvPr/>
        </p:nvSpPr>
        <p:spPr>
          <a:xfrm>
            <a:off x="2715619" y="39490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19" name="Shape 816"/>
          <p:cNvSpPr/>
          <p:nvPr/>
        </p:nvSpPr>
        <p:spPr>
          <a:xfrm>
            <a:off x="2582011" y="32475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0" name="Shape 817"/>
          <p:cNvSpPr/>
          <p:nvPr/>
        </p:nvSpPr>
        <p:spPr>
          <a:xfrm>
            <a:off x="2887616" y="39105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1" name="Shape 818"/>
          <p:cNvSpPr/>
          <p:nvPr/>
        </p:nvSpPr>
        <p:spPr>
          <a:xfrm>
            <a:off x="2954193" y="38571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2" name="Shape 819"/>
          <p:cNvSpPr/>
          <p:nvPr/>
        </p:nvSpPr>
        <p:spPr>
          <a:xfrm>
            <a:off x="2584013" y="38177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3" name="Shape 820"/>
          <p:cNvSpPr/>
          <p:nvPr/>
        </p:nvSpPr>
        <p:spPr>
          <a:xfrm>
            <a:off x="2718839" y="34292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4" name="Shape 821"/>
          <p:cNvSpPr/>
          <p:nvPr/>
        </p:nvSpPr>
        <p:spPr>
          <a:xfrm>
            <a:off x="2895432" y="36205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5" name="Shape 822"/>
          <p:cNvSpPr/>
          <p:nvPr/>
        </p:nvSpPr>
        <p:spPr>
          <a:xfrm>
            <a:off x="2939202" y="31814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6" name="Shape 823"/>
          <p:cNvSpPr/>
          <p:nvPr/>
        </p:nvSpPr>
        <p:spPr>
          <a:xfrm>
            <a:off x="2711027" y="36474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7" name="Shape 824"/>
          <p:cNvSpPr/>
          <p:nvPr/>
        </p:nvSpPr>
        <p:spPr>
          <a:xfrm>
            <a:off x="2727356" y="34814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8" name="Shape 825"/>
          <p:cNvSpPr/>
          <p:nvPr/>
        </p:nvSpPr>
        <p:spPr>
          <a:xfrm>
            <a:off x="2674029" y="35775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29" name="Shape 826"/>
          <p:cNvSpPr/>
          <p:nvPr/>
        </p:nvSpPr>
        <p:spPr>
          <a:xfrm>
            <a:off x="2608618" y="43469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0" name="Shape 827"/>
          <p:cNvSpPr/>
          <p:nvPr/>
        </p:nvSpPr>
        <p:spPr>
          <a:xfrm>
            <a:off x="2694517" y="34943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1" name="Shape 828"/>
          <p:cNvSpPr/>
          <p:nvPr/>
        </p:nvSpPr>
        <p:spPr>
          <a:xfrm>
            <a:off x="2772053" y="42451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2" name="Shape 829"/>
          <p:cNvSpPr/>
          <p:nvPr/>
        </p:nvSpPr>
        <p:spPr>
          <a:xfrm>
            <a:off x="2768210" y="34961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3" name="Shape 830"/>
          <p:cNvSpPr/>
          <p:nvPr/>
        </p:nvSpPr>
        <p:spPr>
          <a:xfrm>
            <a:off x="2815319" y="37461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4" name="Shape 831"/>
          <p:cNvSpPr/>
          <p:nvPr/>
        </p:nvSpPr>
        <p:spPr>
          <a:xfrm>
            <a:off x="2588979" y="39408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5" name="Shape 832"/>
          <p:cNvSpPr/>
          <p:nvPr/>
        </p:nvSpPr>
        <p:spPr>
          <a:xfrm>
            <a:off x="2776688" y="42991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6" name="Shape 833"/>
          <p:cNvSpPr/>
          <p:nvPr/>
        </p:nvSpPr>
        <p:spPr>
          <a:xfrm>
            <a:off x="2857186" y="35412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7" name="Shape 834"/>
          <p:cNvSpPr/>
          <p:nvPr/>
        </p:nvSpPr>
        <p:spPr>
          <a:xfrm>
            <a:off x="2569573" y="40633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8" name="Shape 835"/>
          <p:cNvSpPr/>
          <p:nvPr/>
        </p:nvSpPr>
        <p:spPr>
          <a:xfrm>
            <a:off x="2871363" y="34999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39" name="Shape 836"/>
          <p:cNvSpPr/>
          <p:nvPr/>
        </p:nvSpPr>
        <p:spPr>
          <a:xfrm>
            <a:off x="2913142" y="38212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0" name="Shape 837"/>
          <p:cNvSpPr/>
          <p:nvPr/>
        </p:nvSpPr>
        <p:spPr>
          <a:xfrm>
            <a:off x="2745912" y="38118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1" name="Shape 838"/>
          <p:cNvSpPr/>
          <p:nvPr/>
        </p:nvSpPr>
        <p:spPr>
          <a:xfrm>
            <a:off x="2599261" y="37059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2" name="Shape 839"/>
          <p:cNvSpPr/>
          <p:nvPr/>
        </p:nvSpPr>
        <p:spPr>
          <a:xfrm>
            <a:off x="2930787" y="37219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3" name="Shape 840"/>
          <p:cNvSpPr/>
          <p:nvPr/>
        </p:nvSpPr>
        <p:spPr>
          <a:xfrm>
            <a:off x="2838179" y="40981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4" name="Shape 841"/>
          <p:cNvSpPr/>
          <p:nvPr/>
        </p:nvSpPr>
        <p:spPr>
          <a:xfrm>
            <a:off x="2796314" y="36140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5" name="Shape 842"/>
          <p:cNvSpPr/>
          <p:nvPr/>
        </p:nvSpPr>
        <p:spPr>
          <a:xfrm>
            <a:off x="2847685" y="41294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6" name="Shape 843"/>
          <p:cNvSpPr/>
          <p:nvPr/>
        </p:nvSpPr>
        <p:spPr>
          <a:xfrm>
            <a:off x="2746820" y="38228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7" name="Shape 844"/>
          <p:cNvSpPr/>
          <p:nvPr/>
        </p:nvSpPr>
        <p:spPr>
          <a:xfrm>
            <a:off x="2810196" y="41468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8" name="Shape 845"/>
          <p:cNvSpPr/>
          <p:nvPr/>
        </p:nvSpPr>
        <p:spPr>
          <a:xfrm>
            <a:off x="2601146" y="34404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49" name="Shape 846"/>
          <p:cNvSpPr/>
          <p:nvPr/>
        </p:nvSpPr>
        <p:spPr>
          <a:xfrm>
            <a:off x="2674324" y="41896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0" name="Shape 847"/>
          <p:cNvSpPr/>
          <p:nvPr/>
        </p:nvSpPr>
        <p:spPr>
          <a:xfrm>
            <a:off x="2564944" y="12411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1" name="Shape 848"/>
          <p:cNvSpPr/>
          <p:nvPr/>
        </p:nvSpPr>
        <p:spPr>
          <a:xfrm>
            <a:off x="2845369" y="42690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2" name="Shape 849"/>
          <p:cNvSpPr/>
          <p:nvPr/>
        </p:nvSpPr>
        <p:spPr>
          <a:xfrm>
            <a:off x="2918611" y="40217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3" name="Shape 850"/>
          <p:cNvSpPr/>
          <p:nvPr/>
        </p:nvSpPr>
        <p:spPr>
          <a:xfrm>
            <a:off x="2902819" y="34558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4" name="Shape 851"/>
          <p:cNvSpPr/>
          <p:nvPr/>
        </p:nvSpPr>
        <p:spPr>
          <a:xfrm>
            <a:off x="2612389" y="32882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5" name="Shape 852"/>
          <p:cNvSpPr/>
          <p:nvPr/>
        </p:nvSpPr>
        <p:spPr>
          <a:xfrm>
            <a:off x="2678540" y="32644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6" name="Shape 853"/>
          <p:cNvSpPr/>
          <p:nvPr/>
        </p:nvSpPr>
        <p:spPr>
          <a:xfrm>
            <a:off x="2670089" y="33128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7" name="Shape 854"/>
          <p:cNvSpPr/>
          <p:nvPr/>
        </p:nvSpPr>
        <p:spPr>
          <a:xfrm>
            <a:off x="2664197" y="32297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8" name="Shape 855"/>
          <p:cNvSpPr/>
          <p:nvPr/>
        </p:nvSpPr>
        <p:spPr>
          <a:xfrm>
            <a:off x="2865719" y="35113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59" name="Shape 856"/>
          <p:cNvSpPr/>
          <p:nvPr/>
        </p:nvSpPr>
        <p:spPr>
          <a:xfrm>
            <a:off x="2852640" y="31127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0" name="Shape 857"/>
          <p:cNvSpPr/>
          <p:nvPr/>
        </p:nvSpPr>
        <p:spPr>
          <a:xfrm>
            <a:off x="2932690" y="35938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1" name="Shape 858"/>
          <p:cNvSpPr/>
          <p:nvPr/>
        </p:nvSpPr>
        <p:spPr>
          <a:xfrm>
            <a:off x="2790416" y="31326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2" name="Shape 859"/>
          <p:cNvSpPr/>
          <p:nvPr/>
        </p:nvSpPr>
        <p:spPr>
          <a:xfrm>
            <a:off x="2951503" y="31363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3" name="Shape 860"/>
          <p:cNvSpPr/>
          <p:nvPr/>
        </p:nvSpPr>
        <p:spPr>
          <a:xfrm>
            <a:off x="2703773" y="32415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4" name="Shape 861"/>
          <p:cNvSpPr/>
          <p:nvPr/>
        </p:nvSpPr>
        <p:spPr>
          <a:xfrm>
            <a:off x="2728843" y="29351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5" name="Shape 862"/>
          <p:cNvSpPr/>
          <p:nvPr/>
        </p:nvSpPr>
        <p:spPr>
          <a:xfrm>
            <a:off x="2737222" y="34397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6" name="Shape 863"/>
          <p:cNvSpPr/>
          <p:nvPr/>
        </p:nvSpPr>
        <p:spPr>
          <a:xfrm>
            <a:off x="2741264" y="29099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7" name="Shape 864"/>
          <p:cNvSpPr/>
          <p:nvPr/>
        </p:nvSpPr>
        <p:spPr>
          <a:xfrm>
            <a:off x="2689530" y="30974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8" name="Shape 865"/>
          <p:cNvSpPr/>
          <p:nvPr/>
        </p:nvSpPr>
        <p:spPr>
          <a:xfrm>
            <a:off x="2631526" y="31997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69" name="Shape 866"/>
          <p:cNvSpPr/>
          <p:nvPr/>
        </p:nvSpPr>
        <p:spPr>
          <a:xfrm>
            <a:off x="2721604" y="30885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0" name="Shape 867"/>
          <p:cNvSpPr/>
          <p:nvPr/>
        </p:nvSpPr>
        <p:spPr>
          <a:xfrm>
            <a:off x="2869516" y="30367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1" name="Shape 868"/>
          <p:cNvSpPr/>
          <p:nvPr/>
        </p:nvSpPr>
        <p:spPr>
          <a:xfrm>
            <a:off x="2649529" y="34378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2" name="Shape 869"/>
          <p:cNvSpPr/>
          <p:nvPr/>
        </p:nvSpPr>
        <p:spPr>
          <a:xfrm>
            <a:off x="2867391" y="32114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3" name="Shape 870"/>
          <p:cNvSpPr/>
          <p:nvPr/>
        </p:nvSpPr>
        <p:spPr>
          <a:xfrm>
            <a:off x="2751730" y="37910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4" name="Shape 871"/>
          <p:cNvSpPr/>
          <p:nvPr/>
        </p:nvSpPr>
        <p:spPr>
          <a:xfrm>
            <a:off x="2781243" y="31220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5" name="Shape 872"/>
          <p:cNvSpPr/>
          <p:nvPr/>
        </p:nvSpPr>
        <p:spPr>
          <a:xfrm>
            <a:off x="2973483" y="39192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6" name="Shape 873"/>
          <p:cNvSpPr/>
          <p:nvPr/>
        </p:nvSpPr>
        <p:spPr>
          <a:xfrm>
            <a:off x="2829775" y="44392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7" name="Shape 874"/>
          <p:cNvSpPr/>
          <p:nvPr/>
        </p:nvSpPr>
        <p:spPr>
          <a:xfrm>
            <a:off x="2809824" y="38448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8" name="Shape 875"/>
          <p:cNvSpPr/>
          <p:nvPr/>
        </p:nvSpPr>
        <p:spPr>
          <a:xfrm>
            <a:off x="2897275" y="40487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79" name="Shape 876"/>
          <p:cNvSpPr/>
          <p:nvPr/>
        </p:nvSpPr>
        <p:spPr>
          <a:xfrm>
            <a:off x="2716305" y="41481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0" name="Shape 877"/>
          <p:cNvSpPr/>
          <p:nvPr/>
        </p:nvSpPr>
        <p:spPr>
          <a:xfrm>
            <a:off x="2792666" y="36425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1" name="Shape 878"/>
          <p:cNvSpPr/>
          <p:nvPr/>
        </p:nvSpPr>
        <p:spPr>
          <a:xfrm>
            <a:off x="2582707" y="38535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2" name="Shape 879"/>
          <p:cNvSpPr/>
          <p:nvPr/>
        </p:nvSpPr>
        <p:spPr>
          <a:xfrm>
            <a:off x="2804945" y="38803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3" name="Shape 880"/>
          <p:cNvSpPr/>
          <p:nvPr/>
        </p:nvSpPr>
        <p:spPr>
          <a:xfrm>
            <a:off x="2902272" y="46039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4" name="Shape 881"/>
          <p:cNvSpPr/>
          <p:nvPr/>
        </p:nvSpPr>
        <p:spPr>
          <a:xfrm>
            <a:off x="2849591" y="34177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5" name="Shape 882"/>
          <p:cNvSpPr/>
          <p:nvPr/>
        </p:nvSpPr>
        <p:spPr>
          <a:xfrm>
            <a:off x="2863005" y="37250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6" name="Shape 883"/>
          <p:cNvSpPr/>
          <p:nvPr/>
        </p:nvSpPr>
        <p:spPr>
          <a:xfrm>
            <a:off x="2855317" y="46201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7" name="Shape 884"/>
          <p:cNvSpPr/>
          <p:nvPr/>
        </p:nvSpPr>
        <p:spPr>
          <a:xfrm>
            <a:off x="2567214" y="37216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8" name="Shape 885"/>
          <p:cNvSpPr/>
          <p:nvPr/>
        </p:nvSpPr>
        <p:spPr>
          <a:xfrm>
            <a:off x="2670170" y="34789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89" name="Shape 886"/>
          <p:cNvSpPr/>
          <p:nvPr/>
        </p:nvSpPr>
        <p:spPr>
          <a:xfrm>
            <a:off x="2942756" y="38811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0" name="Shape 887"/>
          <p:cNvSpPr/>
          <p:nvPr/>
        </p:nvSpPr>
        <p:spPr>
          <a:xfrm>
            <a:off x="2788086" y="38164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1" name="Shape 888"/>
          <p:cNvSpPr/>
          <p:nvPr/>
        </p:nvSpPr>
        <p:spPr>
          <a:xfrm>
            <a:off x="2894652" y="36737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2" name="Shape 889"/>
          <p:cNvSpPr/>
          <p:nvPr/>
        </p:nvSpPr>
        <p:spPr>
          <a:xfrm>
            <a:off x="2670605" y="34169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3" name="Shape 890"/>
          <p:cNvSpPr/>
          <p:nvPr/>
        </p:nvSpPr>
        <p:spPr>
          <a:xfrm>
            <a:off x="2910570" y="36728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4" name="Shape 891"/>
          <p:cNvSpPr/>
          <p:nvPr/>
        </p:nvSpPr>
        <p:spPr>
          <a:xfrm>
            <a:off x="2871153" y="38058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5" name="Shape 892"/>
          <p:cNvSpPr/>
          <p:nvPr/>
        </p:nvSpPr>
        <p:spPr>
          <a:xfrm>
            <a:off x="2936063" y="37958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6" name="Shape 893"/>
          <p:cNvSpPr/>
          <p:nvPr/>
        </p:nvSpPr>
        <p:spPr>
          <a:xfrm>
            <a:off x="2607241" y="37670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7" name="Shape 894"/>
          <p:cNvSpPr/>
          <p:nvPr/>
        </p:nvSpPr>
        <p:spPr>
          <a:xfrm>
            <a:off x="2973561" y="39401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8" name="Shape 895"/>
          <p:cNvSpPr/>
          <p:nvPr/>
        </p:nvSpPr>
        <p:spPr>
          <a:xfrm>
            <a:off x="2809479" y="38068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899" name="Shape 896"/>
          <p:cNvSpPr/>
          <p:nvPr/>
        </p:nvSpPr>
        <p:spPr>
          <a:xfrm>
            <a:off x="2953118" y="34515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0" name="Shape 897"/>
          <p:cNvSpPr/>
          <p:nvPr/>
        </p:nvSpPr>
        <p:spPr>
          <a:xfrm>
            <a:off x="2898991" y="38046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1" name="Shape 898"/>
          <p:cNvSpPr/>
          <p:nvPr/>
        </p:nvSpPr>
        <p:spPr>
          <a:xfrm>
            <a:off x="2585660" y="42648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2" name="Shape 899"/>
          <p:cNvSpPr/>
          <p:nvPr/>
        </p:nvSpPr>
        <p:spPr>
          <a:xfrm>
            <a:off x="2798591" y="43149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3" name="Shape 900"/>
          <p:cNvSpPr/>
          <p:nvPr/>
        </p:nvSpPr>
        <p:spPr>
          <a:xfrm>
            <a:off x="2630769" y="38916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4" name="Shape 901"/>
          <p:cNvSpPr/>
          <p:nvPr/>
        </p:nvSpPr>
        <p:spPr>
          <a:xfrm>
            <a:off x="2665982" y="41554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5" name="Shape 902"/>
          <p:cNvSpPr/>
          <p:nvPr/>
        </p:nvSpPr>
        <p:spPr>
          <a:xfrm>
            <a:off x="2943895" y="43448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6" name="Shape 903"/>
          <p:cNvSpPr/>
          <p:nvPr/>
        </p:nvSpPr>
        <p:spPr>
          <a:xfrm>
            <a:off x="2589047" y="41700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7" name="Shape 904"/>
          <p:cNvSpPr/>
          <p:nvPr/>
        </p:nvSpPr>
        <p:spPr>
          <a:xfrm>
            <a:off x="2961712" y="34960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8" name="Shape 905"/>
          <p:cNvSpPr/>
          <p:nvPr/>
        </p:nvSpPr>
        <p:spPr>
          <a:xfrm>
            <a:off x="2605668" y="33532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09" name="Shape 906"/>
          <p:cNvSpPr/>
          <p:nvPr/>
        </p:nvSpPr>
        <p:spPr>
          <a:xfrm>
            <a:off x="2733561" y="33301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0" name="Shape 907"/>
          <p:cNvSpPr/>
          <p:nvPr/>
        </p:nvSpPr>
        <p:spPr>
          <a:xfrm>
            <a:off x="2841502" y="37641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1" name="Shape 908"/>
          <p:cNvSpPr/>
          <p:nvPr/>
        </p:nvSpPr>
        <p:spPr>
          <a:xfrm>
            <a:off x="2848756" y="32941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2" name="Shape 909"/>
          <p:cNvSpPr/>
          <p:nvPr/>
        </p:nvSpPr>
        <p:spPr>
          <a:xfrm>
            <a:off x="2555234" y="44081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3" name="Shape 910"/>
          <p:cNvSpPr/>
          <p:nvPr/>
        </p:nvSpPr>
        <p:spPr>
          <a:xfrm>
            <a:off x="2719206" y="37150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4" name="Shape 911"/>
          <p:cNvSpPr/>
          <p:nvPr/>
        </p:nvSpPr>
        <p:spPr>
          <a:xfrm>
            <a:off x="2883242" y="36457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5" name="Shape 912"/>
          <p:cNvSpPr/>
          <p:nvPr/>
        </p:nvSpPr>
        <p:spPr>
          <a:xfrm>
            <a:off x="2560286" y="36910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6" name="Shape 913"/>
          <p:cNvSpPr/>
          <p:nvPr/>
        </p:nvSpPr>
        <p:spPr>
          <a:xfrm>
            <a:off x="2927490" y="44673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7" name="Shape 914"/>
          <p:cNvSpPr/>
          <p:nvPr/>
        </p:nvSpPr>
        <p:spPr>
          <a:xfrm>
            <a:off x="2841714" y="44056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8" name="Shape 915"/>
          <p:cNvSpPr/>
          <p:nvPr/>
        </p:nvSpPr>
        <p:spPr>
          <a:xfrm>
            <a:off x="2635725" y="43976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19" name="Shape 916"/>
          <p:cNvSpPr/>
          <p:nvPr/>
        </p:nvSpPr>
        <p:spPr>
          <a:xfrm>
            <a:off x="2735162" y="44290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0" name="Shape 917"/>
          <p:cNvSpPr/>
          <p:nvPr/>
        </p:nvSpPr>
        <p:spPr>
          <a:xfrm>
            <a:off x="2654723" y="33327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1" name="Shape 918"/>
          <p:cNvSpPr/>
          <p:nvPr/>
        </p:nvSpPr>
        <p:spPr>
          <a:xfrm>
            <a:off x="2868767" y="34860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2" name="Shape 919"/>
          <p:cNvSpPr/>
          <p:nvPr/>
        </p:nvSpPr>
        <p:spPr>
          <a:xfrm>
            <a:off x="2847710" y="46460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3" name="Shape 920"/>
          <p:cNvSpPr/>
          <p:nvPr/>
        </p:nvSpPr>
        <p:spPr>
          <a:xfrm>
            <a:off x="2608682" y="45974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4" name="Shape 921"/>
          <p:cNvSpPr/>
          <p:nvPr/>
        </p:nvSpPr>
        <p:spPr>
          <a:xfrm>
            <a:off x="2633683" y="33714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5" name="Shape 922"/>
          <p:cNvSpPr/>
          <p:nvPr/>
        </p:nvSpPr>
        <p:spPr>
          <a:xfrm>
            <a:off x="2754970" y="42335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6" name="Shape 923"/>
          <p:cNvSpPr/>
          <p:nvPr/>
        </p:nvSpPr>
        <p:spPr>
          <a:xfrm>
            <a:off x="2753188" y="37882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7" name="Shape 924"/>
          <p:cNvSpPr/>
          <p:nvPr/>
        </p:nvSpPr>
        <p:spPr>
          <a:xfrm>
            <a:off x="2778703" y="32801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8" name="Shape 925"/>
          <p:cNvSpPr/>
          <p:nvPr/>
        </p:nvSpPr>
        <p:spPr>
          <a:xfrm>
            <a:off x="2580708" y="39328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29" name="Shape 926"/>
          <p:cNvSpPr/>
          <p:nvPr/>
        </p:nvSpPr>
        <p:spPr>
          <a:xfrm>
            <a:off x="2552877" y="32698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30" name="Shape 927"/>
          <p:cNvSpPr/>
          <p:nvPr/>
        </p:nvSpPr>
        <p:spPr>
          <a:xfrm>
            <a:off x="2668853" y="39090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31" name="Shape 928"/>
          <p:cNvSpPr/>
          <p:nvPr/>
        </p:nvSpPr>
        <p:spPr>
          <a:xfrm>
            <a:off x="2711904" y="33174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32" name="Shape 929"/>
          <p:cNvSpPr/>
          <p:nvPr/>
        </p:nvSpPr>
        <p:spPr>
          <a:xfrm>
            <a:off x="2760919" y="37010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33" name="Shape 930"/>
          <p:cNvSpPr/>
          <p:nvPr/>
        </p:nvSpPr>
        <p:spPr>
          <a:xfrm>
            <a:off x="2872267" y="32566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934" name="Shape 931"/>
          <p:cNvSpPr/>
          <p:nvPr/>
        </p:nvSpPr>
        <p:spPr>
          <a:xfrm>
            <a:off x="2781300" y="3111719"/>
            <a:ext cx="127" cy="1304746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935" name="Shape 932"/>
          <p:cNvSpPr/>
          <p:nvPr/>
        </p:nvSpPr>
        <p:spPr>
          <a:xfrm>
            <a:off x="2679700" y="4416465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936" name="Shape 933"/>
          <p:cNvSpPr/>
          <p:nvPr/>
        </p:nvSpPr>
        <p:spPr>
          <a:xfrm>
            <a:off x="2679700" y="3111719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937" name="Shape 934"/>
          <p:cNvSpPr/>
          <p:nvPr/>
        </p:nvSpPr>
        <p:spPr>
          <a:xfrm>
            <a:off x="2628900" y="3462226"/>
            <a:ext cx="304800" cy="644421"/>
          </a:xfrm>
          <a:prstGeom prst="rect">
            <a:avLst/>
          </a:prstGeom>
          <a:solidFill>
            <a:srgbClr val="FFFFFF"/>
          </a:solidFill>
          <a:ln w="19050">
            <a:solidFill>
              <a:srgbClr val="5575B2"/>
            </a:solidFill>
            <a:prstDash val="solid"/>
          </a:ln>
        </p:spPr>
      </p:sp>
      <p:sp>
        <p:nvSpPr>
          <p:cNvPr id="938" name="Shape 935"/>
          <p:cNvSpPr/>
          <p:nvPr/>
        </p:nvSpPr>
        <p:spPr>
          <a:xfrm>
            <a:off x="2628900" y="3814426"/>
            <a:ext cx="304800" cy="127"/>
          </a:xfrm>
          <a:prstGeom prst="line">
            <a:avLst/>
          </a:prstGeom>
          <a:noFill/>
          <a:ln w="30480">
            <a:solidFill>
              <a:srgbClr val="5575B2"/>
            </a:solidFill>
            <a:prstDash val="solid"/>
          </a:ln>
        </p:spPr>
      </p:sp>
      <p:sp>
        <p:nvSpPr>
          <p:cNvPr id="939" name="Shape 936"/>
          <p:cNvSpPr/>
          <p:nvPr/>
        </p:nvSpPr>
        <p:spPr>
          <a:xfrm>
            <a:off x="4632722" y="43070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0" name="Shape 937"/>
          <p:cNvSpPr/>
          <p:nvPr/>
        </p:nvSpPr>
        <p:spPr>
          <a:xfrm>
            <a:off x="4589774" y="43939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1" name="Shape 938"/>
          <p:cNvSpPr/>
          <p:nvPr/>
        </p:nvSpPr>
        <p:spPr>
          <a:xfrm>
            <a:off x="4341788" y="43177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2" name="Shape 939"/>
          <p:cNvSpPr/>
          <p:nvPr/>
        </p:nvSpPr>
        <p:spPr>
          <a:xfrm>
            <a:off x="4559704" y="42557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3" name="Shape 940"/>
          <p:cNvSpPr/>
          <p:nvPr/>
        </p:nvSpPr>
        <p:spPr>
          <a:xfrm>
            <a:off x="4224570" y="42922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4" name="Shape 941"/>
          <p:cNvSpPr/>
          <p:nvPr/>
        </p:nvSpPr>
        <p:spPr>
          <a:xfrm>
            <a:off x="4423386" y="43143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5" name="Shape 942"/>
          <p:cNvSpPr/>
          <p:nvPr/>
        </p:nvSpPr>
        <p:spPr>
          <a:xfrm>
            <a:off x="4393278" y="43077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6" name="Shape 943"/>
          <p:cNvSpPr/>
          <p:nvPr/>
        </p:nvSpPr>
        <p:spPr>
          <a:xfrm>
            <a:off x="4448255" y="42979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7" name="Shape 944"/>
          <p:cNvSpPr/>
          <p:nvPr/>
        </p:nvSpPr>
        <p:spPr>
          <a:xfrm>
            <a:off x="4427418" y="42976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8" name="Shape 945"/>
          <p:cNvSpPr/>
          <p:nvPr/>
        </p:nvSpPr>
        <p:spPr>
          <a:xfrm>
            <a:off x="4637296" y="43091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9" name="Shape 946"/>
          <p:cNvSpPr/>
          <p:nvPr/>
        </p:nvSpPr>
        <p:spPr>
          <a:xfrm>
            <a:off x="4438400" y="43544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0" name="Shape 947"/>
          <p:cNvSpPr/>
          <p:nvPr/>
        </p:nvSpPr>
        <p:spPr>
          <a:xfrm>
            <a:off x="4582947" y="43021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1" name="Shape 948"/>
          <p:cNvSpPr/>
          <p:nvPr/>
        </p:nvSpPr>
        <p:spPr>
          <a:xfrm>
            <a:off x="4424343" y="43106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2" name="Shape 949"/>
          <p:cNvSpPr/>
          <p:nvPr/>
        </p:nvSpPr>
        <p:spPr>
          <a:xfrm>
            <a:off x="4626066" y="43692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3" name="Shape 950"/>
          <p:cNvSpPr/>
          <p:nvPr/>
        </p:nvSpPr>
        <p:spPr>
          <a:xfrm>
            <a:off x="4264658" y="43645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4" name="Shape 951"/>
          <p:cNvSpPr/>
          <p:nvPr/>
        </p:nvSpPr>
        <p:spPr>
          <a:xfrm>
            <a:off x="4256311" y="43679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5" name="Shape 952"/>
          <p:cNvSpPr/>
          <p:nvPr/>
        </p:nvSpPr>
        <p:spPr>
          <a:xfrm>
            <a:off x="4282018" y="42541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6" name="Shape 953"/>
          <p:cNvSpPr/>
          <p:nvPr/>
        </p:nvSpPr>
        <p:spPr>
          <a:xfrm>
            <a:off x="4371818" y="43878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7" name="Shape 954"/>
          <p:cNvSpPr/>
          <p:nvPr/>
        </p:nvSpPr>
        <p:spPr>
          <a:xfrm>
            <a:off x="4273391" y="43356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8" name="Shape 955"/>
          <p:cNvSpPr/>
          <p:nvPr/>
        </p:nvSpPr>
        <p:spPr>
          <a:xfrm>
            <a:off x="4583193" y="43015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9" name="Shape 956"/>
          <p:cNvSpPr/>
          <p:nvPr/>
        </p:nvSpPr>
        <p:spPr>
          <a:xfrm>
            <a:off x="4596175" y="43128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0" name="Shape 957"/>
          <p:cNvSpPr/>
          <p:nvPr/>
        </p:nvSpPr>
        <p:spPr>
          <a:xfrm>
            <a:off x="4282082" y="43081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1" name="Shape 958"/>
          <p:cNvSpPr/>
          <p:nvPr/>
        </p:nvSpPr>
        <p:spPr>
          <a:xfrm>
            <a:off x="4386945" y="43041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2" name="Shape 959"/>
          <p:cNvSpPr/>
          <p:nvPr/>
        </p:nvSpPr>
        <p:spPr>
          <a:xfrm>
            <a:off x="4256710" y="43248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3" name="Shape 960"/>
          <p:cNvSpPr/>
          <p:nvPr/>
        </p:nvSpPr>
        <p:spPr>
          <a:xfrm>
            <a:off x="4241505" y="43069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4" name="Shape 961"/>
          <p:cNvSpPr/>
          <p:nvPr/>
        </p:nvSpPr>
        <p:spPr>
          <a:xfrm>
            <a:off x="4409747" y="43087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5" name="Shape 962"/>
          <p:cNvSpPr/>
          <p:nvPr/>
        </p:nvSpPr>
        <p:spPr>
          <a:xfrm>
            <a:off x="4289083" y="42823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6" name="Shape 963"/>
          <p:cNvSpPr/>
          <p:nvPr/>
        </p:nvSpPr>
        <p:spPr>
          <a:xfrm>
            <a:off x="4606282" y="43210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7" name="Shape 964"/>
          <p:cNvSpPr/>
          <p:nvPr/>
        </p:nvSpPr>
        <p:spPr>
          <a:xfrm>
            <a:off x="4361356" y="43538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8" name="Shape 965"/>
          <p:cNvSpPr/>
          <p:nvPr/>
        </p:nvSpPr>
        <p:spPr>
          <a:xfrm>
            <a:off x="4326634" y="42822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9" name="Shape 966"/>
          <p:cNvSpPr/>
          <p:nvPr/>
        </p:nvSpPr>
        <p:spPr>
          <a:xfrm>
            <a:off x="4214574" y="44120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0" name="Shape 967"/>
          <p:cNvSpPr/>
          <p:nvPr/>
        </p:nvSpPr>
        <p:spPr>
          <a:xfrm>
            <a:off x="4633483" y="43156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1" name="Shape 968"/>
          <p:cNvSpPr/>
          <p:nvPr/>
        </p:nvSpPr>
        <p:spPr>
          <a:xfrm>
            <a:off x="4393959" y="43159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2" name="Shape 969"/>
          <p:cNvSpPr/>
          <p:nvPr/>
        </p:nvSpPr>
        <p:spPr>
          <a:xfrm>
            <a:off x="4360617" y="43581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3" name="Shape 970"/>
          <p:cNvSpPr/>
          <p:nvPr/>
        </p:nvSpPr>
        <p:spPr>
          <a:xfrm>
            <a:off x="4609685" y="43770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4" name="Shape 971"/>
          <p:cNvSpPr/>
          <p:nvPr/>
        </p:nvSpPr>
        <p:spPr>
          <a:xfrm>
            <a:off x="4560624" y="43657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5" name="Shape 972"/>
          <p:cNvSpPr/>
          <p:nvPr/>
        </p:nvSpPr>
        <p:spPr>
          <a:xfrm>
            <a:off x="4253560" y="43056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6" name="Shape 973"/>
          <p:cNvSpPr/>
          <p:nvPr/>
        </p:nvSpPr>
        <p:spPr>
          <a:xfrm>
            <a:off x="4330341" y="42870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7" name="Shape 974"/>
          <p:cNvSpPr/>
          <p:nvPr/>
        </p:nvSpPr>
        <p:spPr>
          <a:xfrm>
            <a:off x="4374607" y="43350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8" name="Shape 975"/>
          <p:cNvSpPr/>
          <p:nvPr/>
        </p:nvSpPr>
        <p:spPr>
          <a:xfrm>
            <a:off x="4337659" y="43877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9" name="Shape 976"/>
          <p:cNvSpPr/>
          <p:nvPr/>
        </p:nvSpPr>
        <p:spPr>
          <a:xfrm>
            <a:off x="4494359" y="43687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0" name="Shape 977"/>
          <p:cNvSpPr/>
          <p:nvPr/>
        </p:nvSpPr>
        <p:spPr>
          <a:xfrm>
            <a:off x="4373608" y="42944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1" name="Shape 978"/>
          <p:cNvSpPr/>
          <p:nvPr/>
        </p:nvSpPr>
        <p:spPr>
          <a:xfrm>
            <a:off x="4271241" y="43535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2" name="Shape 979"/>
          <p:cNvSpPr/>
          <p:nvPr/>
        </p:nvSpPr>
        <p:spPr>
          <a:xfrm>
            <a:off x="4294773" y="43344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3" name="Shape 980"/>
          <p:cNvSpPr/>
          <p:nvPr/>
        </p:nvSpPr>
        <p:spPr>
          <a:xfrm>
            <a:off x="4213738" y="43905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4" name="Shape 981"/>
          <p:cNvSpPr/>
          <p:nvPr/>
        </p:nvSpPr>
        <p:spPr>
          <a:xfrm>
            <a:off x="4419759" y="43643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5" name="Shape 982"/>
          <p:cNvSpPr/>
          <p:nvPr/>
        </p:nvSpPr>
        <p:spPr>
          <a:xfrm>
            <a:off x="4355579" y="42910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6" name="Shape 983"/>
          <p:cNvSpPr/>
          <p:nvPr/>
        </p:nvSpPr>
        <p:spPr>
          <a:xfrm>
            <a:off x="4210329" y="42894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7" name="Shape 984"/>
          <p:cNvSpPr/>
          <p:nvPr/>
        </p:nvSpPr>
        <p:spPr>
          <a:xfrm>
            <a:off x="4418945" y="43854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8" name="Shape 985"/>
          <p:cNvSpPr/>
          <p:nvPr/>
        </p:nvSpPr>
        <p:spPr>
          <a:xfrm>
            <a:off x="4430133" y="43001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9" name="Shape 986"/>
          <p:cNvSpPr/>
          <p:nvPr/>
        </p:nvSpPr>
        <p:spPr>
          <a:xfrm>
            <a:off x="4338233" y="42922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0" name="Shape 987"/>
          <p:cNvSpPr/>
          <p:nvPr/>
        </p:nvSpPr>
        <p:spPr>
          <a:xfrm>
            <a:off x="4324063" y="44233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1" name="Shape 988"/>
          <p:cNvSpPr/>
          <p:nvPr/>
        </p:nvSpPr>
        <p:spPr>
          <a:xfrm>
            <a:off x="4480456" y="43543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2" name="Shape 989"/>
          <p:cNvSpPr/>
          <p:nvPr/>
        </p:nvSpPr>
        <p:spPr>
          <a:xfrm>
            <a:off x="4240026" y="44109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3" name="Shape 990"/>
          <p:cNvSpPr/>
          <p:nvPr/>
        </p:nvSpPr>
        <p:spPr>
          <a:xfrm>
            <a:off x="4354331" y="44426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4" name="Shape 991"/>
          <p:cNvSpPr/>
          <p:nvPr/>
        </p:nvSpPr>
        <p:spPr>
          <a:xfrm>
            <a:off x="4566777" y="43298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5" name="Shape 992"/>
          <p:cNvSpPr/>
          <p:nvPr/>
        </p:nvSpPr>
        <p:spPr>
          <a:xfrm>
            <a:off x="4452318" y="43375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6" name="Shape 993"/>
          <p:cNvSpPr/>
          <p:nvPr/>
        </p:nvSpPr>
        <p:spPr>
          <a:xfrm>
            <a:off x="4514514" y="43908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7" name="Shape 994"/>
          <p:cNvSpPr/>
          <p:nvPr/>
        </p:nvSpPr>
        <p:spPr>
          <a:xfrm>
            <a:off x="4392585" y="42763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8" name="Shape 995"/>
          <p:cNvSpPr/>
          <p:nvPr/>
        </p:nvSpPr>
        <p:spPr>
          <a:xfrm>
            <a:off x="4592443" y="43819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9" name="Shape 996"/>
          <p:cNvSpPr/>
          <p:nvPr/>
        </p:nvSpPr>
        <p:spPr>
          <a:xfrm>
            <a:off x="4273363" y="43144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0" name="Shape 997"/>
          <p:cNvSpPr/>
          <p:nvPr/>
        </p:nvSpPr>
        <p:spPr>
          <a:xfrm>
            <a:off x="4420161" y="43265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1" name="Shape 998"/>
          <p:cNvSpPr/>
          <p:nvPr/>
        </p:nvSpPr>
        <p:spPr>
          <a:xfrm>
            <a:off x="4487138" y="43111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2" name="Shape 999"/>
          <p:cNvSpPr/>
          <p:nvPr/>
        </p:nvSpPr>
        <p:spPr>
          <a:xfrm>
            <a:off x="4239672" y="43119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3" name="Shape 1000"/>
          <p:cNvSpPr/>
          <p:nvPr/>
        </p:nvSpPr>
        <p:spPr>
          <a:xfrm>
            <a:off x="4416947" y="43015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4" name="Shape 1001"/>
          <p:cNvSpPr/>
          <p:nvPr/>
        </p:nvSpPr>
        <p:spPr>
          <a:xfrm>
            <a:off x="4345150" y="44149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5" name="Shape 1002"/>
          <p:cNvSpPr/>
          <p:nvPr/>
        </p:nvSpPr>
        <p:spPr>
          <a:xfrm>
            <a:off x="4216721" y="43053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6" name="Shape 1003"/>
          <p:cNvSpPr/>
          <p:nvPr/>
        </p:nvSpPr>
        <p:spPr>
          <a:xfrm>
            <a:off x="4485150" y="43445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7" name="Shape 1004"/>
          <p:cNvSpPr/>
          <p:nvPr/>
        </p:nvSpPr>
        <p:spPr>
          <a:xfrm>
            <a:off x="4494571" y="43439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8" name="Shape 1005"/>
          <p:cNvSpPr/>
          <p:nvPr/>
        </p:nvSpPr>
        <p:spPr>
          <a:xfrm>
            <a:off x="4323061" y="44125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9" name="Shape 1006"/>
          <p:cNvSpPr/>
          <p:nvPr/>
        </p:nvSpPr>
        <p:spPr>
          <a:xfrm>
            <a:off x="4421343" y="43281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0" name="Shape 1007"/>
          <p:cNvSpPr/>
          <p:nvPr/>
        </p:nvSpPr>
        <p:spPr>
          <a:xfrm>
            <a:off x="4584557" y="42844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1" name="Shape 1008"/>
          <p:cNvSpPr/>
          <p:nvPr/>
        </p:nvSpPr>
        <p:spPr>
          <a:xfrm>
            <a:off x="4451088" y="44278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2" name="Shape 1009"/>
          <p:cNvSpPr/>
          <p:nvPr/>
        </p:nvSpPr>
        <p:spPr>
          <a:xfrm>
            <a:off x="4401886" y="43063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3" name="Shape 1010"/>
          <p:cNvSpPr/>
          <p:nvPr/>
        </p:nvSpPr>
        <p:spPr>
          <a:xfrm>
            <a:off x="4264725" y="43016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4" name="Shape 1011"/>
          <p:cNvSpPr/>
          <p:nvPr/>
        </p:nvSpPr>
        <p:spPr>
          <a:xfrm>
            <a:off x="4431534" y="42994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5" name="Shape 1012"/>
          <p:cNvSpPr/>
          <p:nvPr/>
        </p:nvSpPr>
        <p:spPr>
          <a:xfrm>
            <a:off x="4529588" y="43770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6" name="Shape 1013"/>
          <p:cNvSpPr/>
          <p:nvPr/>
        </p:nvSpPr>
        <p:spPr>
          <a:xfrm>
            <a:off x="4376836" y="43205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7" name="Shape 1014"/>
          <p:cNvSpPr/>
          <p:nvPr/>
        </p:nvSpPr>
        <p:spPr>
          <a:xfrm>
            <a:off x="4605666" y="39203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8" name="Shape 1015"/>
          <p:cNvSpPr/>
          <p:nvPr/>
        </p:nvSpPr>
        <p:spPr>
          <a:xfrm>
            <a:off x="4445307" y="43638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9" name="Shape 1016"/>
          <p:cNvSpPr/>
          <p:nvPr/>
        </p:nvSpPr>
        <p:spPr>
          <a:xfrm>
            <a:off x="4237471" y="43944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0" name="Shape 1017"/>
          <p:cNvSpPr/>
          <p:nvPr/>
        </p:nvSpPr>
        <p:spPr>
          <a:xfrm>
            <a:off x="4371898" y="43566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1" name="Shape 1018"/>
          <p:cNvSpPr/>
          <p:nvPr/>
        </p:nvSpPr>
        <p:spPr>
          <a:xfrm>
            <a:off x="4518852" y="43620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2" name="Shape 1019"/>
          <p:cNvSpPr/>
          <p:nvPr/>
        </p:nvSpPr>
        <p:spPr>
          <a:xfrm>
            <a:off x="4599779" y="45346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3" name="Shape 1020"/>
          <p:cNvSpPr/>
          <p:nvPr/>
        </p:nvSpPr>
        <p:spPr>
          <a:xfrm>
            <a:off x="4348883" y="46107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4" name="Shape 1021"/>
          <p:cNvSpPr/>
          <p:nvPr/>
        </p:nvSpPr>
        <p:spPr>
          <a:xfrm>
            <a:off x="4594936" y="43219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5" name="Shape 1022"/>
          <p:cNvSpPr/>
          <p:nvPr/>
        </p:nvSpPr>
        <p:spPr>
          <a:xfrm>
            <a:off x="4351867" y="43949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6" name="Shape 1023"/>
          <p:cNvSpPr/>
          <p:nvPr/>
        </p:nvSpPr>
        <p:spPr>
          <a:xfrm>
            <a:off x="4468315" y="43984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7" name="Shape 1024"/>
          <p:cNvSpPr/>
          <p:nvPr/>
        </p:nvSpPr>
        <p:spPr>
          <a:xfrm>
            <a:off x="4620789" y="46033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8" name="Shape 1025"/>
          <p:cNvSpPr/>
          <p:nvPr/>
        </p:nvSpPr>
        <p:spPr>
          <a:xfrm>
            <a:off x="4229147" y="45643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9" name="Shape 1026"/>
          <p:cNvSpPr/>
          <p:nvPr/>
        </p:nvSpPr>
        <p:spPr>
          <a:xfrm>
            <a:off x="4229341" y="47233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0" name="Shape 1027"/>
          <p:cNvSpPr/>
          <p:nvPr/>
        </p:nvSpPr>
        <p:spPr>
          <a:xfrm>
            <a:off x="4616838" y="43818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1" name="Shape 1028"/>
          <p:cNvSpPr/>
          <p:nvPr/>
        </p:nvSpPr>
        <p:spPr>
          <a:xfrm>
            <a:off x="4318451" y="45864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2" name="Shape 1029"/>
          <p:cNvSpPr/>
          <p:nvPr/>
        </p:nvSpPr>
        <p:spPr>
          <a:xfrm>
            <a:off x="4455101" y="46707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3" name="Shape 1030"/>
          <p:cNvSpPr/>
          <p:nvPr/>
        </p:nvSpPr>
        <p:spPr>
          <a:xfrm>
            <a:off x="4209383" y="46395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4" name="Shape 1031"/>
          <p:cNvSpPr/>
          <p:nvPr/>
        </p:nvSpPr>
        <p:spPr>
          <a:xfrm>
            <a:off x="4443837" y="47886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5" name="Shape 1032"/>
          <p:cNvSpPr/>
          <p:nvPr/>
        </p:nvSpPr>
        <p:spPr>
          <a:xfrm>
            <a:off x="4403730" y="45776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6" name="Shape 1033"/>
          <p:cNvSpPr/>
          <p:nvPr/>
        </p:nvSpPr>
        <p:spPr>
          <a:xfrm>
            <a:off x="4564056" y="42680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7" name="Shape 1034"/>
          <p:cNvSpPr/>
          <p:nvPr/>
        </p:nvSpPr>
        <p:spPr>
          <a:xfrm>
            <a:off x="4544358" y="41820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8" name="Shape 1035"/>
          <p:cNvSpPr/>
          <p:nvPr/>
        </p:nvSpPr>
        <p:spPr>
          <a:xfrm>
            <a:off x="4234319" y="41550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9" name="Shape 1036"/>
          <p:cNvSpPr/>
          <p:nvPr/>
        </p:nvSpPr>
        <p:spPr>
          <a:xfrm>
            <a:off x="4332243" y="40887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0" name="Shape 1037"/>
          <p:cNvSpPr/>
          <p:nvPr/>
        </p:nvSpPr>
        <p:spPr>
          <a:xfrm>
            <a:off x="4397270" y="41122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1" name="Shape 1038"/>
          <p:cNvSpPr/>
          <p:nvPr/>
        </p:nvSpPr>
        <p:spPr>
          <a:xfrm>
            <a:off x="4590160" y="43431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2" name="Shape 1039"/>
          <p:cNvSpPr/>
          <p:nvPr/>
        </p:nvSpPr>
        <p:spPr>
          <a:xfrm>
            <a:off x="4590149" y="33448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3" name="Shape 1040"/>
          <p:cNvSpPr/>
          <p:nvPr/>
        </p:nvSpPr>
        <p:spPr>
          <a:xfrm>
            <a:off x="4242756" y="44216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4" name="Shape 1041"/>
          <p:cNvSpPr/>
          <p:nvPr/>
        </p:nvSpPr>
        <p:spPr>
          <a:xfrm>
            <a:off x="4401900" y="33577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5" name="Shape 1042"/>
          <p:cNvSpPr/>
          <p:nvPr/>
        </p:nvSpPr>
        <p:spPr>
          <a:xfrm>
            <a:off x="4471602" y="40365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6" name="Shape 1043"/>
          <p:cNvSpPr/>
          <p:nvPr/>
        </p:nvSpPr>
        <p:spPr>
          <a:xfrm>
            <a:off x="4518058" y="40242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7" name="Shape 1044"/>
          <p:cNvSpPr/>
          <p:nvPr/>
        </p:nvSpPr>
        <p:spPr>
          <a:xfrm>
            <a:off x="4424297" y="40787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8" name="Shape 1045"/>
          <p:cNvSpPr/>
          <p:nvPr/>
        </p:nvSpPr>
        <p:spPr>
          <a:xfrm>
            <a:off x="4352154" y="39542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9" name="Shape 1046"/>
          <p:cNvSpPr/>
          <p:nvPr/>
        </p:nvSpPr>
        <p:spPr>
          <a:xfrm>
            <a:off x="4620424" y="44684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0" name="Shape 1047"/>
          <p:cNvSpPr/>
          <p:nvPr/>
        </p:nvSpPr>
        <p:spPr>
          <a:xfrm>
            <a:off x="4513328" y="33712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1" name="Shape 1048"/>
          <p:cNvSpPr/>
          <p:nvPr/>
        </p:nvSpPr>
        <p:spPr>
          <a:xfrm>
            <a:off x="4523558" y="40503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2" name="Shape 1049"/>
          <p:cNvSpPr/>
          <p:nvPr/>
        </p:nvSpPr>
        <p:spPr>
          <a:xfrm>
            <a:off x="4539981" y="43657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3" name="Shape 1050"/>
          <p:cNvSpPr/>
          <p:nvPr/>
        </p:nvSpPr>
        <p:spPr>
          <a:xfrm>
            <a:off x="4227762" y="38746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4" name="Shape 1051"/>
          <p:cNvSpPr/>
          <p:nvPr/>
        </p:nvSpPr>
        <p:spPr>
          <a:xfrm>
            <a:off x="4538894" y="33569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5" name="Shape 1052"/>
          <p:cNvSpPr/>
          <p:nvPr/>
        </p:nvSpPr>
        <p:spPr>
          <a:xfrm>
            <a:off x="4493976" y="43969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6" name="Shape 1053"/>
          <p:cNvSpPr/>
          <p:nvPr/>
        </p:nvSpPr>
        <p:spPr>
          <a:xfrm>
            <a:off x="4446275" y="44191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7" name="Shape 1054"/>
          <p:cNvSpPr/>
          <p:nvPr/>
        </p:nvSpPr>
        <p:spPr>
          <a:xfrm>
            <a:off x="4631330" y="35122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8" name="Shape 1055"/>
          <p:cNvSpPr/>
          <p:nvPr/>
        </p:nvSpPr>
        <p:spPr>
          <a:xfrm>
            <a:off x="4231907" y="33930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9" name="Shape 1056"/>
          <p:cNvSpPr/>
          <p:nvPr/>
        </p:nvSpPr>
        <p:spPr>
          <a:xfrm>
            <a:off x="4631691" y="40569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0" name="Shape 1057"/>
          <p:cNvSpPr/>
          <p:nvPr/>
        </p:nvSpPr>
        <p:spPr>
          <a:xfrm>
            <a:off x="4374796" y="41436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1" name="Shape 1058"/>
          <p:cNvSpPr/>
          <p:nvPr/>
        </p:nvSpPr>
        <p:spPr>
          <a:xfrm>
            <a:off x="4372300" y="39322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2" name="Shape 1059"/>
          <p:cNvSpPr/>
          <p:nvPr/>
        </p:nvSpPr>
        <p:spPr>
          <a:xfrm>
            <a:off x="4487996" y="39540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3" name="Shape 1060"/>
          <p:cNvSpPr/>
          <p:nvPr/>
        </p:nvSpPr>
        <p:spPr>
          <a:xfrm>
            <a:off x="4422059" y="39731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4" name="Shape 1061"/>
          <p:cNvSpPr/>
          <p:nvPr/>
        </p:nvSpPr>
        <p:spPr>
          <a:xfrm>
            <a:off x="4549796" y="38648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5" name="Shape 1062"/>
          <p:cNvSpPr/>
          <p:nvPr/>
        </p:nvSpPr>
        <p:spPr>
          <a:xfrm>
            <a:off x="4580944" y="46429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6" name="Shape 1063"/>
          <p:cNvSpPr/>
          <p:nvPr/>
        </p:nvSpPr>
        <p:spPr>
          <a:xfrm>
            <a:off x="4346664" y="48448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7" name="Shape 1064"/>
          <p:cNvSpPr/>
          <p:nvPr/>
        </p:nvSpPr>
        <p:spPr>
          <a:xfrm>
            <a:off x="4292024" y="43734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8" name="Shape 1065"/>
          <p:cNvSpPr/>
          <p:nvPr/>
        </p:nvSpPr>
        <p:spPr>
          <a:xfrm>
            <a:off x="4396228" y="44675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9" name="Shape 1066"/>
          <p:cNvSpPr/>
          <p:nvPr/>
        </p:nvSpPr>
        <p:spPr>
          <a:xfrm>
            <a:off x="4418103" y="44038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0" name="Shape 1067"/>
          <p:cNvSpPr/>
          <p:nvPr/>
        </p:nvSpPr>
        <p:spPr>
          <a:xfrm>
            <a:off x="4500248" y="41279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1" name="Shape 1068"/>
          <p:cNvSpPr/>
          <p:nvPr/>
        </p:nvSpPr>
        <p:spPr>
          <a:xfrm>
            <a:off x="4221998" y="33462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2" name="Shape 1069"/>
          <p:cNvSpPr/>
          <p:nvPr/>
        </p:nvSpPr>
        <p:spPr>
          <a:xfrm>
            <a:off x="4523940" y="41747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3" name="Shape 1070"/>
          <p:cNvSpPr/>
          <p:nvPr/>
        </p:nvSpPr>
        <p:spPr>
          <a:xfrm>
            <a:off x="4520260" y="38980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4" name="Shape 1071"/>
          <p:cNvSpPr/>
          <p:nvPr/>
        </p:nvSpPr>
        <p:spPr>
          <a:xfrm>
            <a:off x="4467997" y="40309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5" name="Shape 1072"/>
          <p:cNvSpPr/>
          <p:nvPr/>
        </p:nvSpPr>
        <p:spPr>
          <a:xfrm>
            <a:off x="4612379" y="42105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6" name="Shape 1073"/>
          <p:cNvSpPr/>
          <p:nvPr/>
        </p:nvSpPr>
        <p:spPr>
          <a:xfrm>
            <a:off x="4273272" y="42664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7" name="Shape 1074"/>
          <p:cNvSpPr/>
          <p:nvPr/>
        </p:nvSpPr>
        <p:spPr>
          <a:xfrm>
            <a:off x="4420936" y="38708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8" name="Shape 1075"/>
          <p:cNvSpPr/>
          <p:nvPr/>
        </p:nvSpPr>
        <p:spPr>
          <a:xfrm>
            <a:off x="4238805" y="43498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9" name="Shape 1076"/>
          <p:cNvSpPr/>
          <p:nvPr/>
        </p:nvSpPr>
        <p:spPr>
          <a:xfrm>
            <a:off x="4525522" y="43979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0" name="Shape 1077"/>
          <p:cNvSpPr/>
          <p:nvPr/>
        </p:nvSpPr>
        <p:spPr>
          <a:xfrm>
            <a:off x="4583742" y="43330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1" name="Shape 1078"/>
          <p:cNvSpPr/>
          <p:nvPr/>
        </p:nvSpPr>
        <p:spPr>
          <a:xfrm>
            <a:off x="4355069" y="44656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2" name="Shape 1079"/>
          <p:cNvSpPr/>
          <p:nvPr/>
        </p:nvSpPr>
        <p:spPr>
          <a:xfrm>
            <a:off x="4326279" y="43748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3" name="Shape 1080"/>
          <p:cNvSpPr/>
          <p:nvPr/>
        </p:nvSpPr>
        <p:spPr>
          <a:xfrm>
            <a:off x="4341549" y="43535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4" name="Shape 1081"/>
          <p:cNvSpPr/>
          <p:nvPr/>
        </p:nvSpPr>
        <p:spPr>
          <a:xfrm>
            <a:off x="4361735" y="38550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5" name="Shape 1082"/>
          <p:cNvSpPr/>
          <p:nvPr/>
        </p:nvSpPr>
        <p:spPr>
          <a:xfrm>
            <a:off x="4395398" y="44746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6" name="Shape 1083"/>
          <p:cNvSpPr/>
          <p:nvPr/>
        </p:nvSpPr>
        <p:spPr>
          <a:xfrm>
            <a:off x="4276142" y="43799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7" name="Shape 1084"/>
          <p:cNvSpPr/>
          <p:nvPr/>
        </p:nvSpPr>
        <p:spPr>
          <a:xfrm>
            <a:off x="4372863" y="43436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8" name="Shape 1085"/>
          <p:cNvSpPr/>
          <p:nvPr/>
        </p:nvSpPr>
        <p:spPr>
          <a:xfrm>
            <a:off x="4346479" y="40809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9" name="Shape 1086"/>
          <p:cNvSpPr/>
          <p:nvPr/>
        </p:nvSpPr>
        <p:spPr>
          <a:xfrm>
            <a:off x="4507179" y="40180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0" name="Shape 1087"/>
          <p:cNvSpPr/>
          <p:nvPr/>
        </p:nvSpPr>
        <p:spPr>
          <a:xfrm>
            <a:off x="4289502" y="37431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1" name="Shape 1088"/>
          <p:cNvSpPr/>
          <p:nvPr/>
        </p:nvSpPr>
        <p:spPr>
          <a:xfrm>
            <a:off x="4401469" y="40419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2" name="Shape 1089"/>
          <p:cNvSpPr/>
          <p:nvPr/>
        </p:nvSpPr>
        <p:spPr>
          <a:xfrm>
            <a:off x="4556503" y="39471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3" name="Shape 1090"/>
          <p:cNvSpPr/>
          <p:nvPr/>
        </p:nvSpPr>
        <p:spPr>
          <a:xfrm>
            <a:off x="4487013" y="41501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4" name="Shape 1091"/>
          <p:cNvSpPr/>
          <p:nvPr/>
        </p:nvSpPr>
        <p:spPr>
          <a:xfrm>
            <a:off x="4579914" y="37283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5" name="Shape 1092"/>
          <p:cNvSpPr/>
          <p:nvPr/>
        </p:nvSpPr>
        <p:spPr>
          <a:xfrm>
            <a:off x="4271866" y="43804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6" name="Shape 1093"/>
          <p:cNvSpPr/>
          <p:nvPr/>
        </p:nvSpPr>
        <p:spPr>
          <a:xfrm>
            <a:off x="4401717" y="43173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7" name="Shape 1094"/>
          <p:cNvSpPr/>
          <p:nvPr/>
        </p:nvSpPr>
        <p:spPr>
          <a:xfrm>
            <a:off x="4331864" y="43729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8" name="Shape 1095"/>
          <p:cNvSpPr/>
          <p:nvPr/>
        </p:nvSpPr>
        <p:spPr>
          <a:xfrm>
            <a:off x="4464027" y="40813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9" name="Shape 1096"/>
          <p:cNvSpPr/>
          <p:nvPr/>
        </p:nvSpPr>
        <p:spPr>
          <a:xfrm>
            <a:off x="4631668" y="39271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0" name="Shape 1097"/>
          <p:cNvSpPr/>
          <p:nvPr/>
        </p:nvSpPr>
        <p:spPr>
          <a:xfrm>
            <a:off x="4616237" y="45047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1" name="Shape 1098"/>
          <p:cNvSpPr/>
          <p:nvPr/>
        </p:nvSpPr>
        <p:spPr>
          <a:xfrm>
            <a:off x="4350939" y="30132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2" name="Shape 1099"/>
          <p:cNvSpPr/>
          <p:nvPr/>
        </p:nvSpPr>
        <p:spPr>
          <a:xfrm>
            <a:off x="4285373" y="41208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3" name="Shape 1100"/>
          <p:cNvSpPr/>
          <p:nvPr/>
        </p:nvSpPr>
        <p:spPr>
          <a:xfrm>
            <a:off x="4320932" y="41290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4" name="Shape 1101"/>
          <p:cNvSpPr/>
          <p:nvPr/>
        </p:nvSpPr>
        <p:spPr>
          <a:xfrm>
            <a:off x="4319323" y="41607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5" name="Shape 1102"/>
          <p:cNvSpPr/>
          <p:nvPr/>
        </p:nvSpPr>
        <p:spPr>
          <a:xfrm>
            <a:off x="4330375" y="40452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6" name="Shape 1103"/>
          <p:cNvSpPr/>
          <p:nvPr/>
        </p:nvSpPr>
        <p:spPr>
          <a:xfrm>
            <a:off x="4381267" y="37313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7" name="Shape 1104"/>
          <p:cNvSpPr/>
          <p:nvPr/>
        </p:nvSpPr>
        <p:spPr>
          <a:xfrm>
            <a:off x="4304246" y="42157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8" name="Shape 1105"/>
          <p:cNvSpPr/>
          <p:nvPr/>
        </p:nvSpPr>
        <p:spPr>
          <a:xfrm>
            <a:off x="4440308" y="42464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9" name="Shape 1106"/>
          <p:cNvSpPr/>
          <p:nvPr/>
        </p:nvSpPr>
        <p:spPr>
          <a:xfrm>
            <a:off x="4399357" y="41966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0" name="Shape 1107"/>
          <p:cNvSpPr/>
          <p:nvPr/>
        </p:nvSpPr>
        <p:spPr>
          <a:xfrm>
            <a:off x="4602560" y="41581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1" name="Shape 1108"/>
          <p:cNvSpPr/>
          <p:nvPr/>
        </p:nvSpPr>
        <p:spPr>
          <a:xfrm>
            <a:off x="4591277" y="38219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2" name="Shape 1109"/>
          <p:cNvSpPr/>
          <p:nvPr/>
        </p:nvSpPr>
        <p:spPr>
          <a:xfrm>
            <a:off x="4484322" y="43971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3" name="Shape 1110"/>
          <p:cNvSpPr/>
          <p:nvPr/>
        </p:nvSpPr>
        <p:spPr>
          <a:xfrm>
            <a:off x="4420726" y="41564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4" name="Shape 1111"/>
          <p:cNvSpPr/>
          <p:nvPr/>
        </p:nvSpPr>
        <p:spPr>
          <a:xfrm>
            <a:off x="4550619" y="41257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5" name="Shape 1112"/>
          <p:cNvSpPr/>
          <p:nvPr/>
        </p:nvSpPr>
        <p:spPr>
          <a:xfrm>
            <a:off x="4522478" y="32029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6" name="Shape 1113"/>
          <p:cNvSpPr/>
          <p:nvPr/>
        </p:nvSpPr>
        <p:spPr>
          <a:xfrm>
            <a:off x="4350016" y="39810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7" name="Shape 1114"/>
          <p:cNvSpPr/>
          <p:nvPr/>
        </p:nvSpPr>
        <p:spPr>
          <a:xfrm>
            <a:off x="4638136" y="37587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8" name="Shape 1115"/>
          <p:cNvSpPr/>
          <p:nvPr/>
        </p:nvSpPr>
        <p:spPr>
          <a:xfrm>
            <a:off x="4412804" y="41633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9" name="Shape 1116"/>
          <p:cNvSpPr/>
          <p:nvPr/>
        </p:nvSpPr>
        <p:spPr>
          <a:xfrm>
            <a:off x="4276621" y="39180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0" name="Shape 1117"/>
          <p:cNvSpPr/>
          <p:nvPr/>
        </p:nvSpPr>
        <p:spPr>
          <a:xfrm>
            <a:off x="4420578" y="39965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1" name="Shape 1118"/>
          <p:cNvSpPr/>
          <p:nvPr/>
        </p:nvSpPr>
        <p:spPr>
          <a:xfrm>
            <a:off x="4523373" y="38224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2" name="Shape 1119"/>
          <p:cNvSpPr/>
          <p:nvPr/>
        </p:nvSpPr>
        <p:spPr>
          <a:xfrm>
            <a:off x="4629254" y="38889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3" name="Shape 1120"/>
          <p:cNvSpPr/>
          <p:nvPr/>
        </p:nvSpPr>
        <p:spPr>
          <a:xfrm>
            <a:off x="4316076" y="39548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4" name="Shape 1121"/>
          <p:cNvSpPr/>
          <p:nvPr/>
        </p:nvSpPr>
        <p:spPr>
          <a:xfrm>
            <a:off x="4244306" y="31984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5" name="Shape 1122"/>
          <p:cNvSpPr/>
          <p:nvPr/>
        </p:nvSpPr>
        <p:spPr>
          <a:xfrm>
            <a:off x="4401290" y="38333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6" name="Shape 1123"/>
          <p:cNvSpPr/>
          <p:nvPr/>
        </p:nvSpPr>
        <p:spPr>
          <a:xfrm>
            <a:off x="4556048" y="36218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7" name="Shape 1124"/>
          <p:cNvSpPr/>
          <p:nvPr/>
        </p:nvSpPr>
        <p:spPr>
          <a:xfrm>
            <a:off x="4303378" y="41031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8" name="Shape 1125"/>
          <p:cNvSpPr/>
          <p:nvPr/>
        </p:nvSpPr>
        <p:spPr>
          <a:xfrm>
            <a:off x="4385784" y="38680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9" name="Shape 1126"/>
          <p:cNvSpPr/>
          <p:nvPr/>
        </p:nvSpPr>
        <p:spPr>
          <a:xfrm>
            <a:off x="4213976" y="37881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0" name="Shape 1127"/>
          <p:cNvSpPr/>
          <p:nvPr/>
        </p:nvSpPr>
        <p:spPr>
          <a:xfrm>
            <a:off x="4499971" y="40616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1" name="Shape 1128"/>
          <p:cNvSpPr/>
          <p:nvPr/>
        </p:nvSpPr>
        <p:spPr>
          <a:xfrm>
            <a:off x="4490605" y="39165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2" name="Shape 1129"/>
          <p:cNvSpPr/>
          <p:nvPr/>
        </p:nvSpPr>
        <p:spPr>
          <a:xfrm>
            <a:off x="4541354" y="34732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3" name="Shape 1130"/>
          <p:cNvSpPr/>
          <p:nvPr/>
        </p:nvSpPr>
        <p:spPr>
          <a:xfrm>
            <a:off x="4349036" y="38217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4" name="Shape 1131"/>
          <p:cNvSpPr/>
          <p:nvPr/>
        </p:nvSpPr>
        <p:spPr>
          <a:xfrm>
            <a:off x="4448182" y="39701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5" name="Shape 1132"/>
          <p:cNvSpPr/>
          <p:nvPr/>
        </p:nvSpPr>
        <p:spPr>
          <a:xfrm>
            <a:off x="4443823" y="38683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6" name="Shape 1133"/>
          <p:cNvSpPr/>
          <p:nvPr/>
        </p:nvSpPr>
        <p:spPr>
          <a:xfrm>
            <a:off x="4636715" y="40624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7" name="Shape 1134"/>
          <p:cNvSpPr/>
          <p:nvPr/>
        </p:nvSpPr>
        <p:spPr>
          <a:xfrm>
            <a:off x="4629685" y="38222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8" name="Shape 1135"/>
          <p:cNvSpPr/>
          <p:nvPr/>
        </p:nvSpPr>
        <p:spPr>
          <a:xfrm>
            <a:off x="4383897" y="40116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9" name="Shape 1136"/>
          <p:cNvSpPr/>
          <p:nvPr/>
        </p:nvSpPr>
        <p:spPr>
          <a:xfrm>
            <a:off x="4584503" y="35695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0" name="Shape 1137"/>
          <p:cNvSpPr/>
          <p:nvPr/>
        </p:nvSpPr>
        <p:spPr>
          <a:xfrm>
            <a:off x="4515183" y="37889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1" name="Shape 1138"/>
          <p:cNvSpPr/>
          <p:nvPr/>
        </p:nvSpPr>
        <p:spPr>
          <a:xfrm>
            <a:off x="4420992" y="38194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2" name="Shape 1139"/>
          <p:cNvSpPr/>
          <p:nvPr/>
        </p:nvSpPr>
        <p:spPr>
          <a:xfrm>
            <a:off x="4331047" y="38449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3" name="Shape 1140"/>
          <p:cNvSpPr/>
          <p:nvPr/>
        </p:nvSpPr>
        <p:spPr>
          <a:xfrm>
            <a:off x="4478459" y="39835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4" name="Shape 1141"/>
          <p:cNvSpPr/>
          <p:nvPr/>
        </p:nvSpPr>
        <p:spPr>
          <a:xfrm>
            <a:off x="4473501" y="38863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5" name="Shape 1142"/>
          <p:cNvSpPr/>
          <p:nvPr/>
        </p:nvSpPr>
        <p:spPr>
          <a:xfrm>
            <a:off x="4432287" y="36230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6" name="Shape 1143"/>
          <p:cNvSpPr/>
          <p:nvPr/>
        </p:nvSpPr>
        <p:spPr>
          <a:xfrm>
            <a:off x="4367298" y="38430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7" name="Shape 1144"/>
          <p:cNvSpPr/>
          <p:nvPr/>
        </p:nvSpPr>
        <p:spPr>
          <a:xfrm>
            <a:off x="4625148" y="39769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8" name="Shape 1145"/>
          <p:cNvSpPr/>
          <p:nvPr/>
        </p:nvSpPr>
        <p:spPr>
          <a:xfrm>
            <a:off x="4634498" y="35479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9" name="Shape 1146"/>
          <p:cNvSpPr/>
          <p:nvPr/>
        </p:nvSpPr>
        <p:spPr>
          <a:xfrm>
            <a:off x="4270916" y="37544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0" name="Shape 1147"/>
          <p:cNvSpPr/>
          <p:nvPr/>
        </p:nvSpPr>
        <p:spPr>
          <a:xfrm>
            <a:off x="4553256" y="38143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1" name="Shape 1148"/>
          <p:cNvSpPr/>
          <p:nvPr/>
        </p:nvSpPr>
        <p:spPr>
          <a:xfrm>
            <a:off x="4459659" y="42609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2" name="Shape 1149"/>
          <p:cNvSpPr/>
          <p:nvPr/>
        </p:nvSpPr>
        <p:spPr>
          <a:xfrm>
            <a:off x="4263473" y="41770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3" name="Shape 1150"/>
          <p:cNvSpPr/>
          <p:nvPr/>
        </p:nvSpPr>
        <p:spPr>
          <a:xfrm>
            <a:off x="4213134" y="42093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4" name="Shape 1151"/>
          <p:cNvSpPr/>
          <p:nvPr/>
        </p:nvSpPr>
        <p:spPr>
          <a:xfrm>
            <a:off x="4614893" y="40791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5" name="Shape 1152"/>
          <p:cNvSpPr/>
          <p:nvPr/>
        </p:nvSpPr>
        <p:spPr>
          <a:xfrm>
            <a:off x="4322266" y="41433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6" name="Shape 1153"/>
          <p:cNvSpPr/>
          <p:nvPr/>
        </p:nvSpPr>
        <p:spPr>
          <a:xfrm>
            <a:off x="4596887" y="39584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7" name="Shape 1154"/>
          <p:cNvSpPr/>
          <p:nvPr/>
        </p:nvSpPr>
        <p:spPr>
          <a:xfrm>
            <a:off x="4312716" y="41082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8" name="Shape 1155"/>
          <p:cNvSpPr/>
          <p:nvPr/>
        </p:nvSpPr>
        <p:spPr>
          <a:xfrm>
            <a:off x="4524959" y="39923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9" name="Shape 1156"/>
          <p:cNvSpPr/>
          <p:nvPr/>
        </p:nvSpPr>
        <p:spPr>
          <a:xfrm>
            <a:off x="4572979" y="37845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0" name="Shape 1157"/>
          <p:cNvSpPr/>
          <p:nvPr/>
        </p:nvSpPr>
        <p:spPr>
          <a:xfrm>
            <a:off x="4614705" y="37960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1" name="Shape 1158"/>
          <p:cNvSpPr/>
          <p:nvPr/>
        </p:nvSpPr>
        <p:spPr>
          <a:xfrm>
            <a:off x="4257837" y="39708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2" name="Shape 1159"/>
          <p:cNvSpPr/>
          <p:nvPr/>
        </p:nvSpPr>
        <p:spPr>
          <a:xfrm>
            <a:off x="4470804" y="37840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3" name="Shape 1160"/>
          <p:cNvSpPr/>
          <p:nvPr/>
        </p:nvSpPr>
        <p:spPr>
          <a:xfrm>
            <a:off x="4348116" y="37866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4" name="Shape 1161"/>
          <p:cNvSpPr/>
          <p:nvPr/>
        </p:nvSpPr>
        <p:spPr>
          <a:xfrm>
            <a:off x="4369943" y="40419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5" name="Shape 1162"/>
          <p:cNvSpPr/>
          <p:nvPr/>
        </p:nvSpPr>
        <p:spPr>
          <a:xfrm>
            <a:off x="4340422" y="45582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6" name="Shape 1163"/>
          <p:cNvSpPr/>
          <p:nvPr/>
        </p:nvSpPr>
        <p:spPr>
          <a:xfrm>
            <a:off x="4486647" y="44043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7" name="Shape 1164"/>
          <p:cNvSpPr/>
          <p:nvPr/>
        </p:nvSpPr>
        <p:spPr>
          <a:xfrm>
            <a:off x="4563275" y="41343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8" name="Shape 1165"/>
          <p:cNvSpPr/>
          <p:nvPr/>
        </p:nvSpPr>
        <p:spPr>
          <a:xfrm>
            <a:off x="4351320" y="40844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9" name="Shape 1166"/>
          <p:cNvSpPr/>
          <p:nvPr/>
        </p:nvSpPr>
        <p:spPr>
          <a:xfrm>
            <a:off x="4599583" y="41350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0" name="Shape 1167"/>
          <p:cNvSpPr/>
          <p:nvPr/>
        </p:nvSpPr>
        <p:spPr>
          <a:xfrm>
            <a:off x="4219454" y="40718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1" name="Shape 1168"/>
          <p:cNvSpPr/>
          <p:nvPr/>
        </p:nvSpPr>
        <p:spPr>
          <a:xfrm>
            <a:off x="4620722" y="42492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2" name="Shape 1169"/>
          <p:cNvSpPr/>
          <p:nvPr/>
        </p:nvSpPr>
        <p:spPr>
          <a:xfrm>
            <a:off x="4269853" y="45495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3" name="Shape 1170"/>
          <p:cNvSpPr/>
          <p:nvPr/>
        </p:nvSpPr>
        <p:spPr>
          <a:xfrm>
            <a:off x="4471485" y="44968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4" name="Shape 1171"/>
          <p:cNvSpPr/>
          <p:nvPr/>
        </p:nvSpPr>
        <p:spPr>
          <a:xfrm>
            <a:off x="4213500" y="45325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5" name="Shape 1172"/>
          <p:cNvSpPr/>
          <p:nvPr/>
        </p:nvSpPr>
        <p:spPr>
          <a:xfrm>
            <a:off x="4316737" y="46393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6" name="Shape 1173"/>
          <p:cNvSpPr/>
          <p:nvPr/>
        </p:nvSpPr>
        <p:spPr>
          <a:xfrm>
            <a:off x="4467835" y="45336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7" name="Shape 1174"/>
          <p:cNvSpPr/>
          <p:nvPr/>
        </p:nvSpPr>
        <p:spPr>
          <a:xfrm>
            <a:off x="4307144" y="47801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8" name="Shape 1175"/>
          <p:cNvSpPr/>
          <p:nvPr/>
        </p:nvSpPr>
        <p:spPr>
          <a:xfrm>
            <a:off x="4513998" y="45419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9" name="Shape 1176"/>
          <p:cNvSpPr/>
          <p:nvPr/>
        </p:nvSpPr>
        <p:spPr>
          <a:xfrm>
            <a:off x="4432918" y="45607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0" name="Shape 1177"/>
          <p:cNvSpPr/>
          <p:nvPr/>
        </p:nvSpPr>
        <p:spPr>
          <a:xfrm>
            <a:off x="4493810" y="45384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1" name="Shape 1178"/>
          <p:cNvSpPr/>
          <p:nvPr/>
        </p:nvSpPr>
        <p:spPr>
          <a:xfrm>
            <a:off x="4297249" y="45470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2" name="Shape 1179"/>
          <p:cNvSpPr/>
          <p:nvPr/>
        </p:nvSpPr>
        <p:spPr>
          <a:xfrm>
            <a:off x="4340458" y="44983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3" name="Shape 1180"/>
          <p:cNvSpPr/>
          <p:nvPr/>
        </p:nvSpPr>
        <p:spPr>
          <a:xfrm>
            <a:off x="4424801" y="46465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4" name="Shape 1181"/>
          <p:cNvSpPr/>
          <p:nvPr/>
        </p:nvSpPr>
        <p:spPr>
          <a:xfrm>
            <a:off x="4320855" y="41704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5" name="Shape 1182"/>
          <p:cNvSpPr/>
          <p:nvPr/>
        </p:nvSpPr>
        <p:spPr>
          <a:xfrm>
            <a:off x="4376946" y="43411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6" name="Shape 1183"/>
          <p:cNvSpPr/>
          <p:nvPr/>
        </p:nvSpPr>
        <p:spPr>
          <a:xfrm>
            <a:off x="4568797" y="42150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7" name="Shape 1184"/>
          <p:cNvSpPr/>
          <p:nvPr/>
        </p:nvSpPr>
        <p:spPr>
          <a:xfrm>
            <a:off x="4489665" y="42230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8" name="Shape 1185"/>
          <p:cNvSpPr/>
          <p:nvPr/>
        </p:nvSpPr>
        <p:spPr>
          <a:xfrm>
            <a:off x="4483515" y="38846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9" name="Shape 1186"/>
          <p:cNvSpPr/>
          <p:nvPr/>
        </p:nvSpPr>
        <p:spPr>
          <a:xfrm>
            <a:off x="4583597" y="41764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0" name="Shape 1187"/>
          <p:cNvSpPr/>
          <p:nvPr/>
        </p:nvSpPr>
        <p:spPr>
          <a:xfrm>
            <a:off x="4485878" y="40941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1" name="Shape 1188"/>
          <p:cNvSpPr/>
          <p:nvPr/>
        </p:nvSpPr>
        <p:spPr>
          <a:xfrm>
            <a:off x="4406273" y="41045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2" name="Shape 1189"/>
          <p:cNvSpPr/>
          <p:nvPr/>
        </p:nvSpPr>
        <p:spPr>
          <a:xfrm>
            <a:off x="4601860" y="42232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3" name="Shape 1190"/>
          <p:cNvSpPr/>
          <p:nvPr/>
        </p:nvSpPr>
        <p:spPr>
          <a:xfrm>
            <a:off x="4265382" y="42062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4" name="Shape 1191"/>
          <p:cNvSpPr/>
          <p:nvPr/>
        </p:nvSpPr>
        <p:spPr>
          <a:xfrm>
            <a:off x="4574604" y="41261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5" name="Shape 1192"/>
          <p:cNvSpPr/>
          <p:nvPr/>
        </p:nvSpPr>
        <p:spPr>
          <a:xfrm>
            <a:off x="4466851" y="41179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6" name="Shape 1193"/>
          <p:cNvSpPr/>
          <p:nvPr/>
        </p:nvSpPr>
        <p:spPr>
          <a:xfrm>
            <a:off x="4434861" y="42607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7" name="Shape 1194"/>
          <p:cNvSpPr/>
          <p:nvPr/>
        </p:nvSpPr>
        <p:spPr>
          <a:xfrm>
            <a:off x="4311647" y="38577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8" name="Shape 1195"/>
          <p:cNvSpPr/>
          <p:nvPr/>
        </p:nvSpPr>
        <p:spPr>
          <a:xfrm>
            <a:off x="4237591" y="38334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9" name="Shape 1196"/>
          <p:cNvSpPr/>
          <p:nvPr/>
        </p:nvSpPr>
        <p:spPr>
          <a:xfrm>
            <a:off x="4589677" y="38486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0" name="Shape 1197"/>
          <p:cNvSpPr/>
          <p:nvPr/>
        </p:nvSpPr>
        <p:spPr>
          <a:xfrm>
            <a:off x="4561745" y="38309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1" name="Shape 1198"/>
          <p:cNvSpPr/>
          <p:nvPr/>
        </p:nvSpPr>
        <p:spPr>
          <a:xfrm>
            <a:off x="4283970" y="38549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2" name="Shape 1199"/>
          <p:cNvSpPr/>
          <p:nvPr/>
        </p:nvSpPr>
        <p:spPr>
          <a:xfrm>
            <a:off x="4256702" y="38451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3" name="Shape 1200"/>
          <p:cNvSpPr/>
          <p:nvPr/>
        </p:nvSpPr>
        <p:spPr>
          <a:xfrm>
            <a:off x="4393673" y="44380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4" name="Shape 1201"/>
          <p:cNvSpPr/>
          <p:nvPr/>
        </p:nvSpPr>
        <p:spPr>
          <a:xfrm>
            <a:off x="4566043" y="44883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5" name="Shape 1202"/>
          <p:cNvSpPr/>
          <p:nvPr/>
        </p:nvSpPr>
        <p:spPr>
          <a:xfrm>
            <a:off x="4243442" y="41951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6" name="Shape 1203"/>
          <p:cNvSpPr/>
          <p:nvPr/>
        </p:nvSpPr>
        <p:spPr>
          <a:xfrm>
            <a:off x="4624443" y="40328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7" name="Shape 1204"/>
          <p:cNvSpPr/>
          <p:nvPr/>
        </p:nvSpPr>
        <p:spPr>
          <a:xfrm>
            <a:off x="4473609" y="38541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8" name="Shape 1205"/>
          <p:cNvSpPr/>
          <p:nvPr/>
        </p:nvSpPr>
        <p:spPr>
          <a:xfrm>
            <a:off x="4469686" y="44141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9" name="Shape 1206"/>
          <p:cNvSpPr/>
          <p:nvPr/>
        </p:nvSpPr>
        <p:spPr>
          <a:xfrm>
            <a:off x="4209077" y="43047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0" name="Shape 1207"/>
          <p:cNvSpPr/>
          <p:nvPr/>
        </p:nvSpPr>
        <p:spPr>
          <a:xfrm>
            <a:off x="4320268" y="42816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1" name="Shape 1208"/>
          <p:cNvSpPr/>
          <p:nvPr/>
        </p:nvSpPr>
        <p:spPr>
          <a:xfrm>
            <a:off x="4377789" y="43268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2" name="Shape 1209"/>
          <p:cNvSpPr/>
          <p:nvPr/>
        </p:nvSpPr>
        <p:spPr>
          <a:xfrm>
            <a:off x="4265148" y="44314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3" name="Shape 1210"/>
          <p:cNvSpPr/>
          <p:nvPr/>
        </p:nvSpPr>
        <p:spPr>
          <a:xfrm>
            <a:off x="4273888" y="39823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4" name="Shape 1211"/>
          <p:cNvSpPr/>
          <p:nvPr/>
        </p:nvSpPr>
        <p:spPr>
          <a:xfrm>
            <a:off x="4292259" y="45113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5" name="Shape 1212"/>
          <p:cNvSpPr/>
          <p:nvPr/>
        </p:nvSpPr>
        <p:spPr>
          <a:xfrm>
            <a:off x="4447012" y="44342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6" name="Shape 1213"/>
          <p:cNvSpPr/>
          <p:nvPr/>
        </p:nvSpPr>
        <p:spPr>
          <a:xfrm>
            <a:off x="4565720" y="45406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7" name="Shape 1214"/>
          <p:cNvSpPr/>
          <p:nvPr/>
        </p:nvSpPr>
        <p:spPr>
          <a:xfrm>
            <a:off x="4390631" y="45499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8" name="Shape 1215"/>
          <p:cNvSpPr/>
          <p:nvPr/>
        </p:nvSpPr>
        <p:spPr>
          <a:xfrm>
            <a:off x="4630629" y="44993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9" name="Shape 1216"/>
          <p:cNvSpPr/>
          <p:nvPr/>
        </p:nvSpPr>
        <p:spPr>
          <a:xfrm>
            <a:off x="4366251" y="37398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0" name="Shape 1217"/>
          <p:cNvSpPr/>
          <p:nvPr/>
        </p:nvSpPr>
        <p:spPr>
          <a:xfrm>
            <a:off x="4499687" y="35969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1" name="Shape 1218"/>
          <p:cNvSpPr/>
          <p:nvPr/>
        </p:nvSpPr>
        <p:spPr>
          <a:xfrm>
            <a:off x="4332531" y="43384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2" name="Shape 1219"/>
          <p:cNvSpPr/>
          <p:nvPr/>
        </p:nvSpPr>
        <p:spPr>
          <a:xfrm>
            <a:off x="4408020" y="43409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3" name="Shape 1220"/>
          <p:cNvSpPr/>
          <p:nvPr/>
        </p:nvSpPr>
        <p:spPr>
          <a:xfrm>
            <a:off x="4306058" y="44312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4" name="Shape 1221"/>
          <p:cNvSpPr/>
          <p:nvPr/>
        </p:nvSpPr>
        <p:spPr>
          <a:xfrm>
            <a:off x="4208573" y="38812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5" name="Shape 1222"/>
          <p:cNvSpPr/>
          <p:nvPr/>
        </p:nvSpPr>
        <p:spPr>
          <a:xfrm>
            <a:off x="4571958" y="38268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6" name="Shape 1223"/>
          <p:cNvSpPr/>
          <p:nvPr/>
        </p:nvSpPr>
        <p:spPr>
          <a:xfrm>
            <a:off x="4327003" y="32654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7" name="Shape 1224"/>
          <p:cNvSpPr/>
          <p:nvPr/>
        </p:nvSpPr>
        <p:spPr>
          <a:xfrm>
            <a:off x="4374844" y="40963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8" name="Shape 1225"/>
          <p:cNvSpPr/>
          <p:nvPr/>
        </p:nvSpPr>
        <p:spPr>
          <a:xfrm>
            <a:off x="4634469" y="41557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9" name="Shape 1226"/>
          <p:cNvSpPr/>
          <p:nvPr/>
        </p:nvSpPr>
        <p:spPr>
          <a:xfrm>
            <a:off x="4483539" y="39657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0" name="Shape 1227"/>
          <p:cNvSpPr/>
          <p:nvPr/>
        </p:nvSpPr>
        <p:spPr>
          <a:xfrm>
            <a:off x="4555297" y="38461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1" name="Shape 1228"/>
          <p:cNvSpPr/>
          <p:nvPr/>
        </p:nvSpPr>
        <p:spPr>
          <a:xfrm>
            <a:off x="4484470" y="41682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2" name="Shape 1229"/>
          <p:cNvSpPr/>
          <p:nvPr/>
        </p:nvSpPr>
        <p:spPr>
          <a:xfrm>
            <a:off x="4273646" y="43040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3" name="Shape 1230"/>
          <p:cNvSpPr/>
          <p:nvPr/>
        </p:nvSpPr>
        <p:spPr>
          <a:xfrm>
            <a:off x="4494908" y="42101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4" name="Shape 1231"/>
          <p:cNvSpPr/>
          <p:nvPr/>
        </p:nvSpPr>
        <p:spPr>
          <a:xfrm>
            <a:off x="4362834" y="41826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5" name="Shape 1232"/>
          <p:cNvSpPr/>
          <p:nvPr/>
        </p:nvSpPr>
        <p:spPr>
          <a:xfrm>
            <a:off x="4319279" y="42259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6" name="Shape 1233"/>
          <p:cNvSpPr/>
          <p:nvPr/>
        </p:nvSpPr>
        <p:spPr>
          <a:xfrm>
            <a:off x="4511397" y="44301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7" name="Shape 1234"/>
          <p:cNvSpPr/>
          <p:nvPr/>
        </p:nvSpPr>
        <p:spPr>
          <a:xfrm>
            <a:off x="4469813" y="33613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8" name="Shape 1235"/>
          <p:cNvSpPr/>
          <p:nvPr/>
        </p:nvSpPr>
        <p:spPr>
          <a:xfrm>
            <a:off x="4265141" y="44086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9" name="Shape 1236"/>
          <p:cNvSpPr/>
          <p:nvPr/>
        </p:nvSpPr>
        <p:spPr>
          <a:xfrm>
            <a:off x="4334355" y="40505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0" name="Shape 1237"/>
          <p:cNvSpPr/>
          <p:nvPr/>
        </p:nvSpPr>
        <p:spPr>
          <a:xfrm>
            <a:off x="4293633" y="41455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1" name="Shape 1238"/>
          <p:cNvSpPr/>
          <p:nvPr/>
        </p:nvSpPr>
        <p:spPr>
          <a:xfrm>
            <a:off x="4511803" y="43810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2" name="Shape 1239"/>
          <p:cNvSpPr/>
          <p:nvPr/>
        </p:nvSpPr>
        <p:spPr>
          <a:xfrm>
            <a:off x="4429421" y="42361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3" name="Shape 1240"/>
          <p:cNvSpPr/>
          <p:nvPr/>
        </p:nvSpPr>
        <p:spPr>
          <a:xfrm>
            <a:off x="4304288" y="44075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4" name="Shape 1241"/>
          <p:cNvSpPr/>
          <p:nvPr/>
        </p:nvSpPr>
        <p:spPr>
          <a:xfrm>
            <a:off x="4461503" y="44316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5" name="Shape 1242"/>
          <p:cNvSpPr/>
          <p:nvPr/>
        </p:nvSpPr>
        <p:spPr>
          <a:xfrm>
            <a:off x="4266433" y="43677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6" name="Shape 1243"/>
          <p:cNvSpPr/>
          <p:nvPr/>
        </p:nvSpPr>
        <p:spPr>
          <a:xfrm>
            <a:off x="4457423" y="44209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7" name="Shape 1244"/>
          <p:cNvSpPr/>
          <p:nvPr/>
        </p:nvSpPr>
        <p:spPr>
          <a:xfrm>
            <a:off x="4436068" y="43572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8" name="Shape 1245"/>
          <p:cNvSpPr/>
          <p:nvPr/>
        </p:nvSpPr>
        <p:spPr>
          <a:xfrm>
            <a:off x="4432832" y="39918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9" name="Shape 1246"/>
          <p:cNvSpPr/>
          <p:nvPr/>
        </p:nvSpPr>
        <p:spPr>
          <a:xfrm>
            <a:off x="4259273" y="41156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0" name="Shape 1247"/>
          <p:cNvSpPr/>
          <p:nvPr/>
        </p:nvSpPr>
        <p:spPr>
          <a:xfrm>
            <a:off x="4489900" y="40368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1" name="Shape 1248"/>
          <p:cNvSpPr/>
          <p:nvPr/>
        </p:nvSpPr>
        <p:spPr>
          <a:xfrm>
            <a:off x="4284180" y="39494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2" name="Shape 1249"/>
          <p:cNvSpPr/>
          <p:nvPr/>
        </p:nvSpPr>
        <p:spPr>
          <a:xfrm>
            <a:off x="4617681" y="38356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3" name="Shape 1250"/>
          <p:cNvSpPr/>
          <p:nvPr/>
        </p:nvSpPr>
        <p:spPr>
          <a:xfrm>
            <a:off x="4288418" y="42803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4" name="Shape 1251"/>
          <p:cNvSpPr/>
          <p:nvPr/>
        </p:nvSpPr>
        <p:spPr>
          <a:xfrm>
            <a:off x="4527996" y="44481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5" name="Shape 1252"/>
          <p:cNvSpPr/>
          <p:nvPr/>
        </p:nvSpPr>
        <p:spPr>
          <a:xfrm>
            <a:off x="4538765" y="39594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6" name="Shape 1253"/>
          <p:cNvSpPr/>
          <p:nvPr/>
        </p:nvSpPr>
        <p:spPr>
          <a:xfrm>
            <a:off x="4510049" y="41821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7" name="Shape 1254"/>
          <p:cNvSpPr/>
          <p:nvPr/>
        </p:nvSpPr>
        <p:spPr>
          <a:xfrm>
            <a:off x="4228153" y="43244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8" name="Shape 1255"/>
          <p:cNvSpPr/>
          <p:nvPr/>
        </p:nvSpPr>
        <p:spPr>
          <a:xfrm>
            <a:off x="4384441" y="41820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9" name="Shape 1256"/>
          <p:cNvSpPr/>
          <p:nvPr/>
        </p:nvSpPr>
        <p:spPr>
          <a:xfrm>
            <a:off x="4468473" y="42161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0" name="Shape 1257"/>
          <p:cNvSpPr/>
          <p:nvPr/>
        </p:nvSpPr>
        <p:spPr>
          <a:xfrm>
            <a:off x="4455782" y="43439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1" name="Shape 1258"/>
          <p:cNvSpPr/>
          <p:nvPr/>
        </p:nvSpPr>
        <p:spPr>
          <a:xfrm>
            <a:off x="4524165" y="42099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2" name="Shape 1259"/>
          <p:cNvSpPr/>
          <p:nvPr/>
        </p:nvSpPr>
        <p:spPr>
          <a:xfrm>
            <a:off x="4261147" y="43522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3" name="Shape 1260"/>
          <p:cNvSpPr/>
          <p:nvPr/>
        </p:nvSpPr>
        <p:spPr>
          <a:xfrm>
            <a:off x="4441915" y="40782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4" name="Shape 1261"/>
          <p:cNvSpPr/>
          <p:nvPr/>
        </p:nvSpPr>
        <p:spPr>
          <a:xfrm>
            <a:off x="4215284" y="39686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5" name="Shape 1262"/>
          <p:cNvSpPr/>
          <p:nvPr/>
        </p:nvSpPr>
        <p:spPr>
          <a:xfrm>
            <a:off x="4620943" y="41890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6" name="Shape 1263"/>
          <p:cNvSpPr/>
          <p:nvPr/>
        </p:nvSpPr>
        <p:spPr>
          <a:xfrm>
            <a:off x="4348815" y="43125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7" name="Shape 1264"/>
          <p:cNvSpPr/>
          <p:nvPr/>
        </p:nvSpPr>
        <p:spPr>
          <a:xfrm>
            <a:off x="4395180" y="38269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8" name="Shape 1265"/>
          <p:cNvSpPr/>
          <p:nvPr/>
        </p:nvSpPr>
        <p:spPr>
          <a:xfrm>
            <a:off x="4481266" y="36983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9" name="Shape 1266"/>
          <p:cNvSpPr/>
          <p:nvPr/>
        </p:nvSpPr>
        <p:spPr>
          <a:xfrm>
            <a:off x="4379319" y="39996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0" name="Shape 1267"/>
          <p:cNvSpPr/>
          <p:nvPr/>
        </p:nvSpPr>
        <p:spPr>
          <a:xfrm>
            <a:off x="4245711" y="40698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1" name="Shape 1268"/>
          <p:cNvSpPr/>
          <p:nvPr/>
        </p:nvSpPr>
        <p:spPr>
          <a:xfrm>
            <a:off x="4551316" y="43401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2" name="Shape 1269"/>
          <p:cNvSpPr/>
          <p:nvPr/>
        </p:nvSpPr>
        <p:spPr>
          <a:xfrm>
            <a:off x="4617893" y="42486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3" name="Shape 1270"/>
          <p:cNvSpPr/>
          <p:nvPr/>
        </p:nvSpPr>
        <p:spPr>
          <a:xfrm>
            <a:off x="4247713" y="42405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4" name="Shape 1271"/>
          <p:cNvSpPr/>
          <p:nvPr/>
        </p:nvSpPr>
        <p:spPr>
          <a:xfrm>
            <a:off x="4382539" y="37385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5" name="Shape 1272"/>
          <p:cNvSpPr/>
          <p:nvPr/>
        </p:nvSpPr>
        <p:spPr>
          <a:xfrm>
            <a:off x="4559132" y="37913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6" name="Shape 1273"/>
          <p:cNvSpPr/>
          <p:nvPr/>
        </p:nvSpPr>
        <p:spPr>
          <a:xfrm>
            <a:off x="4602902" y="41255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7" name="Shape 1274"/>
          <p:cNvSpPr/>
          <p:nvPr/>
        </p:nvSpPr>
        <p:spPr>
          <a:xfrm>
            <a:off x="4374727" y="37517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8" name="Shape 1275"/>
          <p:cNvSpPr/>
          <p:nvPr/>
        </p:nvSpPr>
        <p:spPr>
          <a:xfrm>
            <a:off x="4391056" y="40835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9" name="Shape 1276"/>
          <p:cNvSpPr/>
          <p:nvPr/>
        </p:nvSpPr>
        <p:spPr>
          <a:xfrm>
            <a:off x="4337729" y="47087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0" name="Shape 1277"/>
          <p:cNvSpPr/>
          <p:nvPr/>
        </p:nvSpPr>
        <p:spPr>
          <a:xfrm>
            <a:off x="4272318" y="46239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1" name="Shape 1278"/>
          <p:cNvSpPr/>
          <p:nvPr/>
        </p:nvSpPr>
        <p:spPr>
          <a:xfrm>
            <a:off x="4358217" y="47233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2" name="Shape 1279"/>
          <p:cNvSpPr/>
          <p:nvPr/>
        </p:nvSpPr>
        <p:spPr>
          <a:xfrm>
            <a:off x="4435753" y="45489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3" name="Shape 1280"/>
          <p:cNvSpPr/>
          <p:nvPr/>
        </p:nvSpPr>
        <p:spPr>
          <a:xfrm>
            <a:off x="4431910" y="46666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4" name="Shape 1281"/>
          <p:cNvSpPr/>
          <p:nvPr/>
        </p:nvSpPr>
        <p:spPr>
          <a:xfrm>
            <a:off x="4479019" y="45057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5" name="Shape 1282"/>
          <p:cNvSpPr/>
          <p:nvPr/>
        </p:nvSpPr>
        <p:spPr>
          <a:xfrm>
            <a:off x="4252679" y="44590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6" name="Shape 1283"/>
          <p:cNvSpPr/>
          <p:nvPr/>
        </p:nvSpPr>
        <p:spPr>
          <a:xfrm>
            <a:off x="4440388" y="45618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7" name="Shape 1284"/>
          <p:cNvSpPr/>
          <p:nvPr/>
        </p:nvSpPr>
        <p:spPr>
          <a:xfrm>
            <a:off x="4520886" y="45613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8" name="Shape 1285"/>
          <p:cNvSpPr/>
          <p:nvPr/>
        </p:nvSpPr>
        <p:spPr>
          <a:xfrm>
            <a:off x="4233273" y="46106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9" name="Shape 1286"/>
          <p:cNvSpPr/>
          <p:nvPr/>
        </p:nvSpPr>
        <p:spPr>
          <a:xfrm>
            <a:off x="4535063" y="40041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0" name="Shape 1287"/>
          <p:cNvSpPr/>
          <p:nvPr/>
        </p:nvSpPr>
        <p:spPr>
          <a:xfrm>
            <a:off x="4576842" y="42566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1" name="Shape 1288"/>
          <p:cNvSpPr/>
          <p:nvPr/>
        </p:nvSpPr>
        <p:spPr>
          <a:xfrm>
            <a:off x="4409612" y="42698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2" name="Shape 1289"/>
          <p:cNvSpPr/>
          <p:nvPr/>
        </p:nvSpPr>
        <p:spPr>
          <a:xfrm>
            <a:off x="4262961" y="41084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3" name="Shape 1290"/>
          <p:cNvSpPr/>
          <p:nvPr/>
        </p:nvSpPr>
        <p:spPr>
          <a:xfrm>
            <a:off x="4594487" y="42295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4" name="Shape 1291"/>
          <p:cNvSpPr/>
          <p:nvPr/>
        </p:nvSpPr>
        <p:spPr>
          <a:xfrm>
            <a:off x="4501879" y="43007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5" name="Shape 1292"/>
          <p:cNvSpPr/>
          <p:nvPr/>
        </p:nvSpPr>
        <p:spPr>
          <a:xfrm>
            <a:off x="4460014" y="41464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6" name="Shape 1293"/>
          <p:cNvSpPr/>
          <p:nvPr/>
        </p:nvSpPr>
        <p:spPr>
          <a:xfrm>
            <a:off x="4511385" y="43804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7" name="Shape 1294"/>
          <p:cNvSpPr/>
          <p:nvPr/>
        </p:nvSpPr>
        <p:spPr>
          <a:xfrm>
            <a:off x="4410520" y="43329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8" name="Shape 1295"/>
          <p:cNvSpPr/>
          <p:nvPr/>
        </p:nvSpPr>
        <p:spPr>
          <a:xfrm>
            <a:off x="4473896" y="43033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9" name="Shape 1296"/>
          <p:cNvSpPr/>
          <p:nvPr/>
        </p:nvSpPr>
        <p:spPr>
          <a:xfrm>
            <a:off x="4264846" y="40844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0" name="Shape 1297"/>
          <p:cNvSpPr/>
          <p:nvPr/>
        </p:nvSpPr>
        <p:spPr>
          <a:xfrm>
            <a:off x="4338024" y="44943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1" name="Shape 1298"/>
          <p:cNvSpPr/>
          <p:nvPr/>
        </p:nvSpPr>
        <p:spPr>
          <a:xfrm>
            <a:off x="4228644" y="36784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2" name="Shape 1299"/>
          <p:cNvSpPr/>
          <p:nvPr/>
        </p:nvSpPr>
        <p:spPr>
          <a:xfrm>
            <a:off x="4509069" y="42684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3" name="Shape 1300"/>
          <p:cNvSpPr/>
          <p:nvPr/>
        </p:nvSpPr>
        <p:spPr>
          <a:xfrm>
            <a:off x="4582311" y="42976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4" name="Shape 1301"/>
          <p:cNvSpPr/>
          <p:nvPr/>
        </p:nvSpPr>
        <p:spPr>
          <a:xfrm>
            <a:off x="4566519" y="38201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5" name="Shape 1302"/>
          <p:cNvSpPr/>
          <p:nvPr/>
        </p:nvSpPr>
        <p:spPr>
          <a:xfrm>
            <a:off x="4276089" y="38016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6" name="Shape 1303"/>
          <p:cNvSpPr/>
          <p:nvPr/>
        </p:nvSpPr>
        <p:spPr>
          <a:xfrm>
            <a:off x="4342240" y="39788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7" name="Shape 1304"/>
          <p:cNvSpPr/>
          <p:nvPr/>
        </p:nvSpPr>
        <p:spPr>
          <a:xfrm>
            <a:off x="4333789" y="41572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8" name="Shape 1305"/>
          <p:cNvSpPr/>
          <p:nvPr/>
        </p:nvSpPr>
        <p:spPr>
          <a:xfrm>
            <a:off x="4327897" y="34365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9" name="Shape 1306"/>
          <p:cNvSpPr/>
          <p:nvPr/>
        </p:nvSpPr>
        <p:spPr>
          <a:xfrm>
            <a:off x="4529419" y="38186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0" name="Shape 1307"/>
          <p:cNvSpPr/>
          <p:nvPr/>
        </p:nvSpPr>
        <p:spPr>
          <a:xfrm>
            <a:off x="4516340" y="37769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1" name="Shape 1308"/>
          <p:cNvSpPr/>
          <p:nvPr/>
        </p:nvSpPr>
        <p:spPr>
          <a:xfrm>
            <a:off x="4596390" y="36543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2" name="Shape 1309"/>
          <p:cNvSpPr/>
          <p:nvPr/>
        </p:nvSpPr>
        <p:spPr>
          <a:xfrm>
            <a:off x="4454116" y="34136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3" name="Shape 1310"/>
          <p:cNvSpPr/>
          <p:nvPr/>
        </p:nvSpPr>
        <p:spPr>
          <a:xfrm>
            <a:off x="4615203" y="35010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4" name="Shape 1311"/>
          <p:cNvSpPr/>
          <p:nvPr/>
        </p:nvSpPr>
        <p:spPr>
          <a:xfrm>
            <a:off x="4367473" y="36901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5" name="Shape 1312"/>
          <p:cNvSpPr/>
          <p:nvPr/>
        </p:nvSpPr>
        <p:spPr>
          <a:xfrm>
            <a:off x="4392543" y="33670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6" name="Shape 1313"/>
          <p:cNvSpPr/>
          <p:nvPr/>
        </p:nvSpPr>
        <p:spPr>
          <a:xfrm>
            <a:off x="4400922" y="38015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7" name="Shape 1314"/>
          <p:cNvSpPr/>
          <p:nvPr/>
        </p:nvSpPr>
        <p:spPr>
          <a:xfrm>
            <a:off x="4404964" y="37697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8" name="Shape 1315"/>
          <p:cNvSpPr/>
          <p:nvPr/>
        </p:nvSpPr>
        <p:spPr>
          <a:xfrm>
            <a:off x="4353230" y="38193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9" name="Shape 1316"/>
          <p:cNvSpPr/>
          <p:nvPr/>
        </p:nvSpPr>
        <p:spPr>
          <a:xfrm>
            <a:off x="4295226" y="35375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0" name="Shape 1317"/>
          <p:cNvSpPr/>
          <p:nvPr/>
        </p:nvSpPr>
        <p:spPr>
          <a:xfrm>
            <a:off x="4385304" y="34669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1" name="Shape 1318"/>
          <p:cNvSpPr/>
          <p:nvPr/>
        </p:nvSpPr>
        <p:spPr>
          <a:xfrm>
            <a:off x="4533216" y="35058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2" name="Shape 1319"/>
          <p:cNvSpPr/>
          <p:nvPr/>
        </p:nvSpPr>
        <p:spPr>
          <a:xfrm>
            <a:off x="4313229" y="37750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3" name="Shape 1320"/>
          <p:cNvSpPr/>
          <p:nvPr/>
        </p:nvSpPr>
        <p:spPr>
          <a:xfrm>
            <a:off x="4531091" y="38625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4" name="Shape 1321"/>
          <p:cNvSpPr/>
          <p:nvPr/>
        </p:nvSpPr>
        <p:spPr>
          <a:xfrm>
            <a:off x="4415430" y="38555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5" name="Shape 1322"/>
          <p:cNvSpPr/>
          <p:nvPr/>
        </p:nvSpPr>
        <p:spPr>
          <a:xfrm>
            <a:off x="4444943" y="32133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6" name="Shape 1323"/>
          <p:cNvSpPr/>
          <p:nvPr/>
        </p:nvSpPr>
        <p:spPr>
          <a:xfrm>
            <a:off x="4637183" y="40843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7" name="Shape 1324"/>
          <p:cNvSpPr/>
          <p:nvPr/>
        </p:nvSpPr>
        <p:spPr>
          <a:xfrm>
            <a:off x="4493475" y="44022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8" name="Shape 1325"/>
          <p:cNvSpPr/>
          <p:nvPr/>
        </p:nvSpPr>
        <p:spPr>
          <a:xfrm>
            <a:off x="4473524" y="39124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9" name="Shape 1326"/>
          <p:cNvSpPr/>
          <p:nvPr/>
        </p:nvSpPr>
        <p:spPr>
          <a:xfrm>
            <a:off x="4560975" y="41127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0" name="Shape 1327"/>
          <p:cNvSpPr/>
          <p:nvPr/>
        </p:nvSpPr>
        <p:spPr>
          <a:xfrm>
            <a:off x="4380005" y="41406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1" name="Shape 1328"/>
          <p:cNvSpPr/>
          <p:nvPr/>
        </p:nvSpPr>
        <p:spPr>
          <a:xfrm>
            <a:off x="4456366" y="41595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2" name="Shape 1329"/>
          <p:cNvSpPr/>
          <p:nvPr/>
        </p:nvSpPr>
        <p:spPr>
          <a:xfrm>
            <a:off x="4246407" y="42075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3" name="Shape 1330"/>
          <p:cNvSpPr/>
          <p:nvPr/>
        </p:nvSpPr>
        <p:spPr>
          <a:xfrm>
            <a:off x="4468645" y="42045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4" name="Shape 1331"/>
          <p:cNvSpPr/>
          <p:nvPr/>
        </p:nvSpPr>
        <p:spPr>
          <a:xfrm>
            <a:off x="4565972" y="47496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5" name="Shape 1332"/>
          <p:cNvSpPr/>
          <p:nvPr/>
        </p:nvSpPr>
        <p:spPr>
          <a:xfrm>
            <a:off x="4513291" y="44311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6" name="Shape 1333"/>
          <p:cNvSpPr/>
          <p:nvPr/>
        </p:nvSpPr>
        <p:spPr>
          <a:xfrm>
            <a:off x="4526705" y="44824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7" name="Shape 1334"/>
          <p:cNvSpPr/>
          <p:nvPr/>
        </p:nvSpPr>
        <p:spPr>
          <a:xfrm>
            <a:off x="4519017" y="46813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8" name="Shape 1335"/>
          <p:cNvSpPr/>
          <p:nvPr/>
        </p:nvSpPr>
        <p:spPr>
          <a:xfrm>
            <a:off x="4230914" y="39979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9" name="Shape 1336"/>
          <p:cNvSpPr/>
          <p:nvPr/>
        </p:nvSpPr>
        <p:spPr>
          <a:xfrm>
            <a:off x="4333870" y="40776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0" name="Shape 1337"/>
          <p:cNvSpPr/>
          <p:nvPr/>
        </p:nvSpPr>
        <p:spPr>
          <a:xfrm>
            <a:off x="4606456" y="40495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1" name="Shape 1338"/>
          <p:cNvSpPr/>
          <p:nvPr/>
        </p:nvSpPr>
        <p:spPr>
          <a:xfrm>
            <a:off x="4451786" y="40533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2" name="Shape 1339"/>
          <p:cNvSpPr/>
          <p:nvPr/>
        </p:nvSpPr>
        <p:spPr>
          <a:xfrm>
            <a:off x="4558352" y="40772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3" name="Shape 1340"/>
          <p:cNvSpPr/>
          <p:nvPr/>
        </p:nvSpPr>
        <p:spPr>
          <a:xfrm>
            <a:off x="4334305" y="40920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4" name="Shape 1341"/>
          <p:cNvSpPr/>
          <p:nvPr/>
        </p:nvSpPr>
        <p:spPr>
          <a:xfrm>
            <a:off x="4574270" y="40156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5" name="Shape 1342"/>
          <p:cNvSpPr/>
          <p:nvPr/>
        </p:nvSpPr>
        <p:spPr>
          <a:xfrm>
            <a:off x="4534853" y="40347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6" name="Shape 1343"/>
          <p:cNvSpPr/>
          <p:nvPr/>
        </p:nvSpPr>
        <p:spPr>
          <a:xfrm>
            <a:off x="4599763" y="39830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7" name="Shape 1344"/>
          <p:cNvSpPr/>
          <p:nvPr/>
        </p:nvSpPr>
        <p:spPr>
          <a:xfrm>
            <a:off x="4270941" y="40493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8" name="Shape 1345"/>
          <p:cNvSpPr/>
          <p:nvPr/>
        </p:nvSpPr>
        <p:spPr>
          <a:xfrm>
            <a:off x="4637261" y="40098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9" name="Shape 1346"/>
          <p:cNvSpPr/>
          <p:nvPr/>
        </p:nvSpPr>
        <p:spPr>
          <a:xfrm>
            <a:off x="4473179" y="40940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0" name="Shape 1347"/>
          <p:cNvSpPr/>
          <p:nvPr/>
        </p:nvSpPr>
        <p:spPr>
          <a:xfrm>
            <a:off x="4616818" y="40174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1" name="Shape 1348"/>
          <p:cNvSpPr/>
          <p:nvPr/>
        </p:nvSpPr>
        <p:spPr>
          <a:xfrm>
            <a:off x="4562691" y="40046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2" name="Shape 1349"/>
          <p:cNvSpPr/>
          <p:nvPr/>
        </p:nvSpPr>
        <p:spPr>
          <a:xfrm>
            <a:off x="4249360" y="44147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3" name="Shape 1350"/>
          <p:cNvSpPr/>
          <p:nvPr/>
        </p:nvSpPr>
        <p:spPr>
          <a:xfrm>
            <a:off x="4462291" y="45472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4" name="Shape 1351"/>
          <p:cNvSpPr/>
          <p:nvPr/>
        </p:nvSpPr>
        <p:spPr>
          <a:xfrm>
            <a:off x="4294469" y="43110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5" name="Shape 1352"/>
          <p:cNvSpPr/>
          <p:nvPr/>
        </p:nvSpPr>
        <p:spPr>
          <a:xfrm>
            <a:off x="4329682" y="42956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6" name="Shape 1353"/>
          <p:cNvSpPr/>
          <p:nvPr/>
        </p:nvSpPr>
        <p:spPr>
          <a:xfrm>
            <a:off x="4607595" y="44926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7" name="Shape 1354"/>
          <p:cNvSpPr/>
          <p:nvPr/>
        </p:nvSpPr>
        <p:spPr>
          <a:xfrm>
            <a:off x="4252747" y="44241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8" name="Shape 1355"/>
          <p:cNvSpPr/>
          <p:nvPr/>
        </p:nvSpPr>
        <p:spPr>
          <a:xfrm>
            <a:off x="4625412" y="39473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9" name="Shape 1356"/>
          <p:cNvSpPr/>
          <p:nvPr/>
        </p:nvSpPr>
        <p:spPr>
          <a:xfrm>
            <a:off x="4269368" y="38478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0" name="Shape 1357"/>
          <p:cNvSpPr/>
          <p:nvPr/>
        </p:nvSpPr>
        <p:spPr>
          <a:xfrm>
            <a:off x="4397261" y="41700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1" name="Shape 1358"/>
          <p:cNvSpPr/>
          <p:nvPr/>
        </p:nvSpPr>
        <p:spPr>
          <a:xfrm>
            <a:off x="4505202" y="37106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2" name="Shape 1359"/>
          <p:cNvSpPr/>
          <p:nvPr/>
        </p:nvSpPr>
        <p:spPr>
          <a:xfrm>
            <a:off x="4512456" y="42575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3" name="Shape 1360"/>
          <p:cNvSpPr/>
          <p:nvPr/>
        </p:nvSpPr>
        <p:spPr>
          <a:xfrm>
            <a:off x="4218934" y="47465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4" name="Shape 1361"/>
          <p:cNvSpPr/>
          <p:nvPr/>
        </p:nvSpPr>
        <p:spPr>
          <a:xfrm>
            <a:off x="4382906" y="43206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5" name="Shape 1362"/>
          <p:cNvSpPr/>
          <p:nvPr/>
        </p:nvSpPr>
        <p:spPr>
          <a:xfrm>
            <a:off x="4546942" y="44768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6" name="Shape 1363"/>
          <p:cNvSpPr/>
          <p:nvPr/>
        </p:nvSpPr>
        <p:spPr>
          <a:xfrm>
            <a:off x="4223986" y="43834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7" name="Shape 1364"/>
          <p:cNvSpPr/>
          <p:nvPr/>
        </p:nvSpPr>
        <p:spPr>
          <a:xfrm>
            <a:off x="4591190" y="46165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8" name="Shape 1365"/>
          <p:cNvSpPr/>
          <p:nvPr/>
        </p:nvSpPr>
        <p:spPr>
          <a:xfrm>
            <a:off x="4505414" y="45352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9" name="Shape 1366"/>
          <p:cNvSpPr/>
          <p:nvPr/>
        </p:nvSpPr>
        <p:spPr>
          <a:xfrm>
            <a:off x="4299425" y="44964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0" name="Shape 1367"/>
          <p:cNvSpPr/>
          <p:nvPr/>
        </p:nvSpPr>
        <p:spPr>
          <a:xfrm>
            <a:off x="4398862" y="44867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1" name="Shape 1368"/>
          <p:cNvSpPr/>
          <p:nvPr/>
        </p:nvSpPr>
        <p:spPr>
          <a:xfrm>
            <a:off x="4318423" y="44114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2" name="Shape 1369"/>
          <p:cNvSpPr/>
          <p:nvPr/>
        </p:nvSpPr>
        <p:spPr>
          <a:xfrm>
            <a:off x="4532467" y="43767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3" name="Shape 1370"/>
          <p:cNvSpPr/>
          <p:nvPr/>
        </p:nvSpPr>
        <p:spPr>
          <a:xfrm>
            <a:off x="4511410" y="46278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4" name="Shape 1371"/>
          <p:cNvSpPr/>
          <p:nvPr/>
        </p:nvSpPr>
        <p:spPr>
          <a:xfrm>
            <a:off x="4272382" y="46792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5" name="Shape 1372"/>
          <p:cNvSpPr/>
          <p:nvPr/>
        </p:nvSpPr>
        <p:spPr>
          <a:xfrm>
            <a:off x="4297383" y="40174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6" name="Shape 1373"/>
          <p:cNvSpPr/>
          <p:nvPr/>
        </p:nvSpPr>
        <p:spPr>
          <a:xfrm>
            <a:off x="4418670" y="45986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7" name="Shape 1374"/>
          <p:cNvSpPr/>
          <p:nvPr/>
        </p:nvSpPr>
        <p:spPr>
          <a:xfrm>
            <a:off x="4416888" y="40584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8" name="Shape 1375"/>
          <p:cNvSpPr/>
          <p:nvPr/>
        </p:nvSpPr>
        <p:spPr>
          <a:xfrm>
            <a:off x="4442403" y="40623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9" name="Shape 1376"/>
          <p:cNvSpPr/>
          <p:nvPr/>
        </p:nvSpPr>
        <p:spPr>
          <a:xfrm>
            <a:off x="4244408" y="40129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0" name="Shape 1377"/>
          <p:cNvSpPr/>
          <p:nvPr/>
        </p:nvSpPr>
        <p:spPr>
          <a:xfrm>
            <a:off x="4216577" y="40488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1" name="Shape 1378"/>
          <p:cNvSpPr/>
          <p:nvPr/>
        </p:nvSpPr>
        <p:spPr>
          <a:xfrm>
            <a:off x="4332553" y="41451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2" name="Shape 1379"/>
          <p:cNvSpPr/>
          <p:nvPr/>
        </p:nvSpPr>
        <p:spPr>
          <a:xfrm>
            <a:off x="4375604" y="40749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3" name="Shape 1380"/>
          <p:cNvSpPr/>
          <p:nvPr/>
        </p:nvSpPr>
        <p:spPr>
          <a:xfrm>
            <a:off x="4424619" y="40807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4" name="Shape 1381"/>
          <p:cNvSpPr/>
          <p:nvPr/>
        </p:nvSpPr>
        <p:spPr>
          <a:xfrm>
            <a:off x="4535967" y="40126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5" name="Shape 1382"/>
          <p:cNvSpPr/>
          <p:nvPr/>
        </p:nvSpPr>
        <p:spPr>
          <a:xfrm>
            <a:off x="4445000" y="3597206"/>
            <a:ext cx="127" cy="101935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1386" name="Shape 1383"/>
          <p:cNvSpPr/>
          <p:nvPr/>
        </p:nvSpPr>
        <p:spPr>
          <a:xfrm>
            <a:off x="4343400" y="4616563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1387" name="Shape 1384"/>
          <p:cNvSpPr/>
          <p:nvPr/>
        </p:nvSpPr>
        <p:spPr>
          <a:xfrm>
            <a:off x="4343400" y="3597206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1388" name="Shape 1385"/>
          <p:cNvSpPr/>
          <p:nvPr/>
        </p:nvSpPr>
        <p:spPr>
          <a:xfrm>
            <a:off x="4292600" y="4004094"/>
            <a:ext cx="304800" cy="388882"/>
          </a:xfrm>
          <a:prstGeom prst="rect">
            <a:avLst/>
          </a:prstGeom>
          <a:solidFill>
            <a:srgbClr val="FFFFFF"/>
          </a:solidFill>
          <a:ln w="19050">
            <a:solidFill>
              <a:srgbClr val="32887D"/>
            </a:solidFill>
            <a:prstDash val="solid"/>
          </a:ln>
        </p:spPr>
      </p:sp>
      <p:sp>
        <p:nvSpPr>
          <p:cNvPr id="1389" name="Shape 1386"/>
          <p:cNvSpPr/>
          <p:nvPr/>
        </p:nvSpPr>
        <p:spPr>
          <a:xfrm>
            <a:off x="4292600" y="4244119"/>
            <a:ext cx="304800" cy="127"/>
          </a:xfrm>
          <a:prstGeom prst="line">
            <a:avLst/>
          </a:prstGeom>
          <a:noFill/>
          <a:ln w="30480">
            <a:solidFill>
              <a:srgbClr val="32887D"/>
            </a:solidFill>
            <a:prstDash val="solid"/>
          </a:ln>
        </p:spPr>
      </p:sp>
      <p:sp>
        <p:nvSpPr>
          <p:cNvPr id="1390" name="Shape 1387"/>
          <p:cNvSpPr/>
          <p:nvPr/>
        </p:nvSpPr>
        <p:spPr>
          <a:xfrm>
            <a:off x="5318522" y="42664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1" name="Shape 1388"/>
          <p:cNvSpPr/>
          <p:nvPr/>
        </p:nvSpPr>
        <p:spPr>
          <a:xfrm>
            <a:off x="5275574" y="43080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2" name="Shape 1389"/>
          <p:cNvSpPr/>
          <p:nvPr/>
        </p:nvSpPr>
        <p:spPr>
          <a:xfrm>
            <a:off x="5027588" y="42755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3" name="Shape 1390"/>
          <p:cNvSpPr/>
          <p:nvPr/>
        </p:nvSpPr>
        <p:spPr>
          <a:xfrm>
            <a:off x="5245504" y="42087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4" name="Shape 1391"/>
          <p:cNvSpPr/>
          <p:nvPr/>
        </p:nvSpPr>
        <p:spPr>
          <a:xfrm>
            <a:off x="4910370" y="42756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5" name="Shape 1392"/>
          <p:cNvSpPr/>
          <p:nvPr/>
        </p:nvSpPr>
        <p:spPr>
          <a:xfrm>
            <a:off x="5109186" y="42894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6" name="Shape 1393"/>
          <p:cNvSpPr/>
          <p:nvPr/>
        </p:nvSpPr>
        <p:spPr>
          <a:xfrm>
            <a:off x="5079078" y="43368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7" name="Shape 1394"/>
          <p:cNvSpPr/>
          <p:nvPr/>
        </p:nvSpPr>
        <p:spPr>
          <a:xfrm>
            <a:off x="5134055" y="42544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8" name="Shape 1395"/>
          <p:cNvSpPr/>
          <p:nvPr/>
        </p:nvSpPr>
        <p:spPr>
          <a:xfrm>
            <a:off x="5113218" y="42921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399" name="Shape 1396"/>
          <p:cNvSpPr/>
          <p:nvPr/>
        </p:nvSpPr>
        <p:spPr>
          <a:xfrm>
            <a:off x="5323096" y="42852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0" name="Shape 1397"/>
          <p:cNvSpPr/>
          <p:nvPr/>
        </p:nvSpPr>
        <p:spPr>
          <a:xfrm>
            <a:off x="5124200" y="43769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1" name="Shape 1398"/>
          <p:cNvSpPr/>
          <p:nvPr/>
        </p:nvSpPr>
        <p:spPr>
          <a:xfrm>
            <a:off x="5268747" y="43017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2" name="Shape 1399"/>
          <p:cNvSpPr/>
          <p:nvPr/>
        </p:nvSpPr>
        <p:spPr>
          <a:xfrm>
            <a:off x="5110143" y="42723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3" name="Shape 1400"/>
          <p:cNvSpPr/>
          <p:nvPr/>
        </p:nvSpPr>
        <p:spPr>
          <a:xfrm>
            <a:off x="5311866" y="42844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4" name="Shape 1401"/>
          <p:cNvSpPr/>
          <p:nvPr/>
        </p:nvSpPr>
        <p:spPr>
          <a:xfrm>
            <a:off x="4950458" y="42869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5" name="Shape 1402"/>
          <p:cNvSpPr/>
          <p:nvPr/>
        </p:nvSpPr>
        <p:spPr>
          <a:xfrm>
            <a:off x="4942111" y="43351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6" name="Shape 1403"/>
          <p:cNvSpPr/>
          <p:nvPr/>
        </p:nvSpPr>
        <p:spPr>
          <a:xfrm>
            <a:off x="4967818" y="42386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7" name="Shape 1404"/>
          <p:cNvSpPr/>
          <p:nvPr/>
        </p:nvSpPr>
        <p:spPr>
          <a:xfrm>
            <a:off x="5057618" y="44051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8" name="Shape 1405"/>
          <p:cNvSpPr/>
          <p:nvPr/>
        </p:nvSpPr>
        <p:spPr>
          <a:xfrm>
            <a:off x="4959191" y="42976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09" name="Shape 1406"/>
          <p:cNvSpPr/>
          <p:nvPr/>
        </p:nvSpPr>
        <p:spPr>
          <a:xfrm>
            <a:off x="5268993" y="42284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0" name="Shape 1407"/>
          <p:cNvSpPr/>
          <p:nvPr/>
        </p:nvSpPr>
        <p:spPr>
          <a:xfrm>
            <a:off x="5281975" y="42183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1" name="Shape 1408"/>
          <p:cNvSpPr/>
          <p:nvPr/>
        </p:nvSpPr>
        <p:spPr>
          <a:xfrm>
            <a:off x="4967882" y="42862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2" name="Shape 1409"/>
          <p:cNvSpPr/>
          <p:nvPr/>
        </p:nvSpPr>
        <p:spPr>
          <a:xfrm>
            <a:off x="5072745" y="42527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3" name="Shape 1410"/>
          <p:cNvSpPr/>
          <p:nvPr/>
        </p:nvSpPr>
        <p:spPr>
          <a:xfrm>
            <a:off x="4942510" y="42620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4" name="Shape 1411"/>
          <p:cNvSpPr/>
          <p:nvPr/>
        </p:nvSpPr>
        <p:spPr>
          <a:xfrm>
            <a:off x="4927305" y="42940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5" name="Shape 1412"/>
          <p:cNvSpPr/>
          <p:nvPr/>
        </p:nvSpPr>
        <p:spPr>
          <a:xfrm>
            <a:off x="5095547" y="42831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6" name="Shape 1413"/>
          <p:cNvSpPr/>
          <p:nvPr/>
        </p:nvSpPr>
        <p:spPr>
          <a:xfrm>
            <a:off x="4974883" y="42957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7" name="Shape 1414"/>
          <p:cNvSpPr/>
          <p:nvPr/>
        </p:nvSpPr>
        <p:spPr>
          <a:xfrm>
            <a:off x="5292082" y="43225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8" name="Shape 1415"/>
          <p:cNvSpPr/>
          <p:nvPr/>
        </p:nvSpPr>
        <p:spPr>
          <a:xfrm>
            <a:off x="5047156" y="44016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19" name="Shape 1416"/>
          <p:cNvSpPr/>
          <p:nvPr/>
        </p:nvSpPr>
        <p:spPr>
          <a:xfrm>
            <a:off x="5012434" y="42618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0" name="Shape 1417"/>
          <p:cNvSpPr/>
          <p:nvPr/>
        </p:nvSpPr>
        <p:spPr>
          <a:xfrm>
            <a:off x="4900374" y="42859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1" name="Shape 1418"/>
          <p:cNvSpPr/>
          <p:nvPr/>
        </p:nvSpPr>
        <p:spPr>
          <a:xfrm>
            <a:off x="5319283" y="42475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2" name="Shape 1419"/>
          <p:cNvSpPr/>
          <p:nvPr/>
        </p:nvSpPr>
        <p:spPr>
          <a:xfrm>
            <a:off x="5079759" y="42275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3" name="Shape 1420"/>
          <p:cNvSpPr/>
          <p:nvPr/>
        </p:nvSpPr>
        <p:spPr>
          <a:xfrm>
            <a:off x="5046417" y="43075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4" name="Shape 1421"/>
          <p:cNvSpPr/>
          <p:nvPr/>
        </p:nvSpPr>
        <p:spPr>
          <a:xfrm>
            <a:off x="5295485" y="42177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5" name="Shape 1422"/>
          <p:cNvSpPr/>
          <p:nvPr/>
        </p:nvSpPr>
        <p:spPr>
          <a:xfrm>
            <a:off x="5246424" y="42839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6" name="Shape 1423"/>
          <p:cNvSpPr/>
          <p:nvPr/>
        </p:nvSpPr>
        <p:spPr>
          <a:xfrm>
            <a:off x="4939360" y="43480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7" name="Shape 1424"/>
          <p:cNvSpPr/>
          <p:nvPr/>
        </p:nvSpPr>
        <p:spPr>
          <a:xfrm>
            <a:off x="5016141" y="42838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8" name="Shape 1425"/>
          <p:cNvSpPr/>
          <p:nvPr/>
        </p:nvSpPr>
        <p:spPr>
          <a:xfrm>
            <a:off x="5060407" y="43200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29" name="Shape 1426"/>
          <p:cNvSpPr/>
          <p:nvPr/>
        </p:nvSpPr>
        <p:spPr>
          <a:xfrm>
            <a:off x="5023459" y="42916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0" name="Shape 1427"/>
          <p:cNvSpPr/>
          <p:nvPr/>
        </p:nvSpPr>
        <p:spPr>
          <a:xfrm>
            <a:off x="5180159" y="42913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1" name="Shape 1428"/>
          <p:cNvSpPr/>
          <p:nvPr/>
        </p:nvSpPr>
        <p:spPr>
          <a:xfrm>
            <a:off x="5059408" y="43177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2" name="Shape 1429"/>
          <p:cNvSpPr/>
          <p:nvPr/>
        </p:nvSpPr>
        <p:spPr>
          <a:xfrm>
            <a:off x="4957041" y="42915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3" name="Shape 1430"/>
          <p:cNvSpPr/>
          <p:nvPr/>
        </p:nvSpPr>
        <p:spPr>
          <a:xfrm>
            <a:off x="4980573" y="43027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4" name="Shape 1431"/>
          <p:cNvSpPr/>
          <p:nvPr/>
        </p:nvSpPr>
        <p:spPr>
          <a:xfrm>
            <a:off x="4899538" y="44566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5" name="Shape 1432"/>
          <p:cNvSpPr/>
          <p:nvPr/>
        </p:nvSpPr>
        <p:spPr>
          <a:xfrm>
            <a:off x="5105559" y="42381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6" name="Shape 1433"/>
          <p:cNvSpPr/>
          <p:nvPr/>
        </p:nvSpPr>
        <p:spPr>
          <a:xfrm>
            <a:off x="5041379" y="42285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7" name="Shape 1434"/>
          <p:cNvSpPr/>
          <p:nvPr/>
        </p:nvSpPr>
        <p:spPr>
          <a:xfrm>
            <a:off x="4896129" y="43551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8" name="Shape 1435"/>
          <p:cNvSpPr/>
          <p:nvPr/>
        </p:nvSpPr>
        <p:spPr>
          <a:xfrm>
            <a:off x="5104745" y="42255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39" name="Shape 1436"/>
          <p:cNvSpPr/>
          <p:nvPr/>
        </p:nvSpPr>
        <p:spPr>
          <a:xfrm>
            <a:off x="5115933" y="43148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0" name="Shape 1437"/>
          <p:cNvSpPr/>
          <p:nvPr/>
        </p:nvSpPr>
        <p:spPr>
          <a:xfrm>
            <a:off x="5024033" y="42620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1" name="Shape 1438"/>
          <p:cNvSpPr/>
          <p:nvPr/>
        </p:nvSpPr>
        <p:spPr>
          <a:xfrm>
            <a:off x="5009863" y="42560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2" name="Shape 1439"/>
          <p:cNvSpPr/>
          <p:nvPr/>
        </p:nvSpPr>
        <p:spPr>
          <a:xfrm>
            <a:off x="5166256" y="43252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3" name="Shape 1440"/>
          <p:cNvSpPr/>
          <p:nvPr/>
        </p:nvSpPr>
        <p:spPr>
          <a:xfrm>
            <a:off x="4925826" y="43937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4" name="Shape 1441"/>
          <p:cNvSpPr/>
          <p:nvPr/>
        </p:nvSpPr>
        <p:spPr>
          <a:xfrm>
            <a:off x="5040131" y="42965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5" name="Shape 1442"/>
          <p:cNvSpPr/>
          <p:nvPr/>
        </p:nvSpPr>
        <p:spPr>
          <a:xfrm>
            <a:off x="5252577" y="42720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6" name="Shape 1443"/>
          <p:cNvSpPr/>
          <p:nvPr/>
        </p:nvSpPr>
        <p:spPr>
          <a:xfrm>
            <a:off x="5138118" y="43046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7" name="Shape 1444"/>
          <p:cNvSpPr/>
          <p:nvPr/>
        </p:nvSpPr>
        <p:spPr>
          <a:xfrm>
            <a:off x="5200314" y="43086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8" name="Shape 1445"/>
          <p:cNvSpPr/>
          <p:nvPr/>
        </p:nvSpPr>
        <p:spPr>
          <a:xfrm>
            <a:off x="5078385" y="42341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49" name="Shape 1446"/>
          <p:cNvSpPr/>
          <p:nvPr/>
        </p:nvSpPr>
        <p:spPr>
          <a:xfrm>
            <a:off x="5278243" y="43038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0" name="Shape 1447"/>
          <p:cNvSpPr/>
          <p:nvPr/>
        </p:nvSpPr>
        <p:spPr>
          <a:xfrm>
            <a:off x="4959163" y="43464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1" name="Shape 1448"/>
          <p:cNvSpPr/>
          <p:nvPr/>
        </p:nvSpPr>
        <p:spPr>
          <a:xfrm>
            <a:off x="5105961" y="43170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2" name="Shape 1449"/>
          <p:cNvSpPr/>
          <p:nvPr/>
        </p:nvSpPr>
        <p:spPr>
          <a:xfrm>
            <a:off x="5172938" y="43410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3" name="Shape 1450"/>
          <p:cNvSpPr/>
          <p:nvPr/>
        </p:nvSpPr>
        <p:spPr>
          <a:xfrm>
            <a:off x="4925472" y="42928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4" name="Shape 1451"/>
          <p:cNvSpPr/>
          <p:nvPr/>
        </p:nvSpPr>
        <p:spPr>
          <a:xfrm>
            <a:off x="5102747" y="42598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5" name="Shape 1452"/>
          <p:cNvSpPr/>
          <p:nvPr/>
        </p:nvSpPr>
        <p:spPr>
          <a:xfrm>
            <a:off x="5030950" y="43529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6" name="Shape 1453"/>
          <p:cNvSpPr/>
          <p:nvPr/>
        </p:nvSpPr>
        <p:spPr>
          <a:xfrm>
            <a:off x="4902521" y="42617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7" name="Shape 1454"/>
          <p:cNvSpPr/>
          <p:nvPr/>
        </p:nvSpPr>
        <p:spPr>
          <a:xfrm>
            <a:off x="5170950" y="43356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8" name="Shape 1455"/>
          <p:cNvSpPr/>
          <p:nvPr/>
        </p:nvSpPr>
        <p:spPr>
          <a:xfrm>
            <a:off x="5180371" y="42757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59" name="Shape 1456"/>
          <p:cNvSpPr/>
          <p:nvPr/>
        </p:nvSpPr>
        <p:spPr>
          <a:xfrm>
            <a:off x="5008861" y="41785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0" name="Shape 1457"/>
          <p:cNvSpPr/>
          <p:nvPr/>
        </p:nvSpPr>
        <p:spPr>
          <a:xfrm>
            <a:off x="5107143" y="42680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1" name="Shape 1458"/>
          <p:cNvSpPr/>
          <p:nvPr/>
        </p:nvSpPr>
        <p:spPr>
          <a:xfrm>
            <a:off x="5270357" y="43540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2" name="Shape 1459"/>
          <p:cNvSpPr/>
          <p:nvPr/>
        </p:nvSpPr>
        <p:spPr>
          <a:xfrm>
            <a:off x="5136888" y="44297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3" name="Shape 1460"/>
          <p:cNvSpPr/>
          <p:nvPr/>
        </p:nvSpPr>
        <p:spPr>
          <a:xfrm>
            <a:off x="5087686" y="43485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4" name="Shape 1461"/>
          <p:cNvSpPr/>
          <p:nvPr/>
        </p:nvSpPr>
        <p:spPr>
          <a:xfrm>
            <a:off x="4950525" y="42859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5" name="Shape 1462"/>
          <p:cNvSpPr/>
          <p:nvPr/>
        </p:nvSpPr>
        <p:spPr>
          <a:xfrm>
            <a:off x="5117334" y="42357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6" name="Shape 1463"/>
          <p:cNvSpPr/>
          <p:nvPr/>
        </p:nvSpPr>
        <p:spPr>
          <a:xfrm>
            <a:off x="5215388" y="42464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7" name="Shape 1464"/>
          <p:cNvSpPr/>
          <p:nvPr/>
        </p:nvSpPr>
        <p:spPr>
          <a:xfrm>
            <a:off x="5062636" y="43742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8" name="Shape 1465"/>
          <p:cNvSpPr/>
          <p:nvPr/>
        </p:nvSpPr>
        <p:spPr>
          <a:xfrm>
            <a:off x="5291466" y="40393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69" name="Shape 1466"/>
          <p:cNvSpPr/>
          <p:nvPr/>
        </p:nvSpPr>
        <p:spPr>
          <a:xfrm>
            <a:off x="5131107" y="42362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0" name="Shape 1467"/>
          <p:cNvSpPr/>
          <p:nvPr/>
        </p:nvSpPr>
        <p:spPr>
          <a:xfrm>
            <a:off x="4923271" y="43963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1" name="Shape 1468"/>
          <p:cNvSpPr/>
          <p:nvPr/>
        </p:nvSpPr>
        <p:spPr>
          <a:xfrm>
            <a:off x="5057698" y="43329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2" name="Shape 1469"/>
          <p:cNvSpPr/>
          <p:nvPr/>
        </p:nvSpPr>
        <p:spPr>
          <a:xfrm>
            <a:off x="5204652" y="42735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3" name="Shape 1470"/>
          <p:cNvSpPr/>
          <p:nvPr/>
        </p:nvSpPr>
        <p:spPr>
          <a:xfrm>
            <a:off x="5285579" y="43666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4" name="Shape 1471"/>
          <p:cNvSpPr/>
          <p:nvPr/>
        </p:nvSpPr>
        <p:spPr>
          <a:xfrm>
            <a:off x="5034683" y="44317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5" name="Shape 1472"/>
          <p:cNvSpPr/>
          <p:nvPr/>
        </p:nvSpPr>
        <p:spPr>
          <a:xfrm>
            <a:off x="5280736" y="42037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6" name="Shape 1473"/>
          <p:cNvSpPr/>
          <p:nvPr/>
        </p:nvSpPr>
        <p:spPr>
          <a:xfrm>
            <a:off x="5037667" y="43976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7" name="Shape 1474"/>
          <p:cNvSpPr/>
          <p:nvPr/>
        </p:nvSpPr>
        <p:spPr>
          <a:xfrm>
            <a:off x="5154115" y="43304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8" name="Shape 1475"/>
          <p:cNvSpPr/>
          <p:nvPr/>
        </p:nvSpPr>
        <p:spPr>
          <a:xfrm>
            <a:off x="5306589" y="43114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79" name="Shape 1476"/>
          <p:cNvSpPr/>
          <p:nvPr/>
        </p:nvSpPr>
        <p:spPr>
          <a:xfrm>
            <a:off x="4914947" y="45010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0" name="Shape 1477"/>
          <p:cNvSpPr/>
          <p:nvPr/>
        </p:nvSpPr>
        <p:spPr>
          <a:xfrm>
            <a:off x="4915141" y="46947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1" name="Shape 1478"/>
          <p:cNvSpPr/>
          <p:nvPr/>
        </p:nvSpPr>
        <p:spPr>
          <a:xfrm>
            <a:off x="5302638" y="43298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2" name="Shape 1479"/>
          <p:cNvSpPr/>
          <p:nvPr/>
        </p:nvSpPr>
        <p:spPr>
          <a:xfrm>
            <a:off x="5004251" y="45878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3" name="Shape 1480"/>
          <p:cNvSpPr/>
          <p:nvPr/>
        </p:nvSpPr>
        <p:spPr>
          <a:xfrm>
            <a:off x="5140901" y="45812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4" name="Shape 1481"/>
          <p:cNvSpPr/>
          <p:nvPr/>
        </p:nvSpPr>
        <p:spPr>
          <a:xfrm>
            <a:off x="4895183" y="46503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5" name="Shape 1482"/>
          <p:cNvSpPr/>
          <p:nvPr/>
        </p:nvSpPr>
        <p:spPr>
          <a:xfrm>
            <a:off x="5129637" y="46608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6" name="Shape 1483"/>
          <p:cNvSpPr/>
          <p:nvPr/>
        </p:nvSpPr>
        <p:spPr>
          <a:xfrm>
            <a:off x="5089530" y="44348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7" name="Shape 1484"/>
          <p:cNvSpPr/>
          <p:nvPr/>
        </p:nvSpPr>
        <p:spPr>
          <a:xfrm>
            <a:off x="5249856" y="41671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8" name="Shape 1485"/>
          <p:cNvSpPr/>
          <p:nvPr/>
        </p:nvSpPr>
        <p:spPr>
          <a:xfrm>
            <a:off x="5230158" y="42564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89" name="Shape 1486"/>
          <p:cNvSpPr/>
          <p:nvPr/>
        </p:nvSpPr>
        <p:spPr>
          <a:xfrm>
            <a:off x="4920119" y="40111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0" name="Shape 1487"/>
          <p:cNvSpPr/>
          <p:nvPr/>
        </p:nvSpPr>
        <p:spPr>
          <a:xfrm>
            <a:off x="5018043" y="34181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1" name="Shape 1488"/>
          <p:cNvSpPr/>
          <p:nvPr/>
        </p:nvSpPr>
        <p:spPr>
          <a:xfrm>
            <a:off x="5083070" y="38935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2" name="Shape 1489"/>
          <p:cNvSpPr/>
          <p:nvPr/>
        </p:nvSpPr>
        <p:spPr>
          <a:xfrm>
            <a:off x="5275960" y="42202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3" name="Shape 1490"/>
          <p:cNvSpPr/>
          <p:nvPr/>
        </p:nvSpPr>
        <p:spPr>
          <a:xfrm>
            <a:off x="5275949" y="33584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4" name="Shape 1491"/>
          <p:cNvSpPr/>
          <p:nvPr/>
        </p:nvSpPr>
        <p:spPr>
          <a:xfrm>
            <a:off x="4928556" y="42740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5" name="Shape 1492"/>
          <p:cNvSpPr/>
          <p:nvPr/>
        </p:nvSpPr>
        <p:spPr>
          <a:xfrm>
            <a:off x="5087700" y="34151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6" name="Shape 1493"/>
          <p:cNvSpPr/>
          <p:nvPr/>
        </p:nvSpPr>
        <p:spPr>
          <a:xfrm>
            <a:off x="5157402" y="36576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7" name="Shape 1494"/>
          <p:cNvSpPr/>
          <p:nvPr/>
        </p:nvSpPr>
        <p:spPr>
          <a:xfrm>
            <a:off x="5203858" y="36043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8" name="Shape 1495"/>
          <p:cNvSpPr/>
          <p:nvPr/>
        </p:nvSpPr>
        <p:spPr>
          <a:xfrm>
            <a:off x="5110097" y="37774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499" name="Shape 1496"/>
          <p:cNvSpPr/>
          <p:nvPr/>
        </p:nvSpPr>
        <p:spPr>
          <a:xfrm>
            <a:off x="5037954" y="35547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0" name="Shape 1497"/>
          <p:cNvSpPr/>
          <p:nvPr/>
        </p:nvSpPr>
        <p:spPr>
          <a:xfrm>
            <a:off x="5306224" y="44474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1" name="Shape 1498"/>
          <p:cNvSpPr/>
          <p:nvPr/>
        </p:nvSpPr>
        <p:spPr>
          <a:xfrm>
            <a:off x="5199128" y="33546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2" name="Shape 1499"/>
          <p:cNvSpPr/>
          <p:nvPr/>
        </p:nvSpPr>
        <p:spPr>
          <a:xfrm>
            <a:off x="5209358" y="31509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3" name="Shape 1500"/>
          <p:cNvSpPr/>
          <p:nvPr/>
        </p:nvSpPr>
        <p:spPr>
          <a:xfrm>
            <a:off x="5225781" y="41960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4" name="Shape 1501"/>
          <p:cNvSpPr/>
          <p:nvPr/>
        </p:nvSpPr>
        <p:spPr>
          <a:xfrm>
            <a:off x="4913562" y="38159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5" name="Shape 1502"/>
          <p:cNvSpPr/>
          <p:nvPr/>
        </p:nvSpPr>
        <p:spPr>
          <a:xfrm>
            <a:off x="5224694" y="33647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6" name="Shape 1503"/>
          <p:cNvSpPr/>
          <p:nvPr/>
        </p:nvSpPr>
        <p:spPr>
          <a:xfrm>
            <a:off x="5179776" y="42656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7" name="Shape 1504"/>
          <p:cNvSpPr/>
          <p:nvPr/>
        </p:nvSpPr>
        <p:spPr>
          <a:xfrm>
            <a:off x="5132075" y="43645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8" name="Shape 1505"/>
          <p:cNvSpPr/>
          <p:nvPr/>
        </p:nvSpPr>
        <p:spPr>
          <a:xfrm>
            <a:off x="5317130" y="33989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09" name="Shape 1506"/>
          <p:cNvSpPr/>
          <p:nvPr/>
        </p:nvSpPr>
        <p:spPr>
          <a:xfrm>
            <a:off x="4917707" y="33558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0" name="Shape 1507"/>
          <p:cNvSpPr/>
          <p:nvPr/>
        </p:nvSpPr>
        <p:spPr>
          <a:xfrm>
            <a:off x="5317491" y="39641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1" name="Shape 1508"/>
          <p:cNvSpPr/>
          <p:nvPr/>
        </p:nvSpPr>
        <p:spPr>
          <a:xfrm>
            <a:off x="5060596" y="38724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2" name="Shape 1509"/>
          <p:cNvSpPr/>
          <p:nvPr/>
        </p:nvSpPr>
        <p:spPr>
          <a:xfrm>
            <a:off x="5058100" y="34408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3" name="Shape 1510"/>
          <p:cNvSpPr/>
          <p:nvPr/>
        </p:nvSpPr>
        <p:spPr>
          <a:xfrm>
            <a:off x="5173796" y="36774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4" name="Shape 1511"/>
          <p:cNvSpPr/>
          <p:nvPr/>
        </p:nvSpPr>
        <p:spPr>
          <a:xfrm>
            <a:off x="5107859" y="39171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5" name="Shape 1512"/>
          <p:cNvSpPr/>
          <p:nvPr/>
        </p:nvSpPr>
        <p:spPr>
          <a:xfrm>
            <a:off x="5235596" y="35179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6" name="Shape 1513"/>
          <p:cNvSpPr/>
          <p:nvPr/>
        </p:nvSpPr>
        <p:spPr>
          <a:xfrm>
            <a:off x="5266744" y="43781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7" name="Shape 1514"/>
          <p:cNvSpPr/>
          <p:nvPr/>
        </p:nvSpPr>
        <p:spPr>
          <a:xfrm>
            <a:off x="5032464" y="43819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8" name="Shape 1515"/>
          <p:cNvSpPr/>
          <p:nvPr/>
        </p:nvSpPr>
        <p:spPr>
          <a:xfrm>
            <a:off x="4977824" y="34069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19" name="Shape 1516"/>
          <p:cNvSpPr/>
          <p:nvPr/>
        </p:nvSpPr>
        <p:spPr>
          <a:xfrm>
            <a:off x="5082028" y="37318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0" name="Shape 1517"/>
          <p:cNvSpPr/>
          <p:nvPr/>
        </p:nvSpPr>
        <p:spPr>
          <a:xfrm>
            <a:off x="5103903" y="36088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1" name="Shape 1518"/>
          <p:cNvSpPr/>
          <p:nvPr/>
        </p:nvSpPr>
        <p:spPr>
          <a:xfrm>
            <a:off x="5186048" y="40156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2" name="Shape 1519"/>
          <p:cNvSpPr/>
          <p:nvPr/>
        </p:nvSpPr>
        <p:spPr>
          <a:xfrm>
            <a:off x="4907798" y="34349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3" name="Shape 1520"/>
          <p:cNvSpPr/>
          <p:nvPr/>
        </p:nvSpPr>
        <p:spPr>
          <a:xfrm>
            <a:off x="5209740" y="41121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4" name="Shape 1521"/>
          <p:cNvSpPr/>
          <p:nvPr/>
        </p:nvSpPr>
        <p:spPr>
          <a:xfrm>
            <a:off x="5206060" y="38425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5" name="Shape 1522"/>
          <p:cNvSpPr/>
          <p:nvPr/>
        </p:nvSpPr>
        <p:spPr>
          <a:xfrm>
            <a:off x="5153797" y="40104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6" name="Shape 1523"/>
          <p:cNvSpPr/>
          <p:nvPr/>
        </p:nvSpPr>
        <p:spPr>
          <a:xfrm>
            <a:off x="5298179" y="42052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7" name="Shape 1524"/>
          <p:cNvSpPr/>
          <p:nvPr/>
        </p:nvSpPr>
        <p:spPr>
          <a:xfrm>
            <a:off x="4959072" y="42049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8" name="Shape 1525"/>
          <p:cNvSpPr/>
          <p:nvPr/>
        </p:nvSpPr>
        <p:spPr>
          <a:xfrm>
            <a:off x="5106736" y="38613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29" name="Shape 1526"/>
          <p:cNvSpPr/>
          <p:nvPr/>
        </p:nvSpPr>
        <p:spPr>
          <a:xfrm>
            <a:off x="4924605" y="43304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0" name="Shape 1527"/>
          <p:cNvSpPr/>
          <p:nvPr/>
        </p:nvSpPr>
        <p:spPr>
          <a:xfrm>
            <a:off x="5211322" y="43736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1" name="Shape 1528"/>
          <p:cNvSpPr/>
          <p:nvPr/>
        </p:nvSpPr>
        <p:spPr>
          <a:xfrm>
            <a:off x="5269542" y="43225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2" name="Shape 1529"/>
          <p:cNvSpPr/>
          <p:nvPr/>
        </p:nvSpPr>
        <p:spPr>
          <a:xfrm>
            <a:off x="5040869" y="44197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3" name="Shape 1530"/>
          <p:cNvSpPr/>
          <p:nvPr/>
        </p:nvSpPr>
        <p:spPr>
          <a:xfrm>
            <a:off x="5012079" y="43375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4" name="Shape 1531"/>
          <p:cNvSpPr/>
          <p:nvPr/>
        </p:nvSpPr>
        <p:spPr>
          <a:xfrm>
            <a:off x="5027349" y="43523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5" name="Shape 1532"/>
          <p:cNvSpPr/>
          <p:nvPr/>
        </p:nvSpPr>
        <p:spPr>
          <a:xfrm>
            <a:off x="5047535" y="37311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6" name="Shape 1533"/>
          <p:cNvSpPr/>
          <p:nvPr/>
        </p:nvSpPr>
        <p:spPr>
          <a:xfrm>
            <a:off x="5081198" y="44370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7" name="Shape 1534"/>
          <p:cNvSpPr/>
          <p:nvPr/>
        </p:nvSpPr>
        <p:spPr>
          <a:xfrm>
            <a:off x="4961942" y="43565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8" name="Shape 1535"/>
          <p:cNvSpPr/>
          <p:nvPr/>
        </p:nvSpPr>
        <p:spPr>
          <a:xfrm>
            <a:off x="5058663" y="43240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39" name="Shape 1536"/>
          <p:cNvSpPr/>
          <p:nvPr/>
        </p:nvSpPr>
        <p:spPr>
          <a:xfrm>
            <a:off x="5032279" y="42619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0" name="Shape 1537"/>
          <p:cNvSpPr/>
          <p:nvPr/>
        </p:nvSpPr>
        <p:spPr>
          <a:xfrm>
            <a:off x="5192979" y="41830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1" name="Shape 1538"/>
          <p:cNvSpPr/>
          <p:nvPr/>
        </p:nvSpPr>
        <p:spPr>
          <a:xfrm>
            <a:off x="4975302" y="37558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2" name="Shape 1539"/>
          <p:cNvSpPr/>
          <p:nvPr/>
        </p:nvSpPr>
        <p:spPr>
          <a:xfrm>
            <a:off x="5087269" y="40523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3" name="Shape 1540"/>
          <p:cNvSpPr/>
          <p:nvPr/>
        </p:nvSpPr>
        <p:spPr>
          <a:xfrm>
            <a:off x="5242303" y="40616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4" name="Shape 1541"/>
          <p:cNvSpPr/>
          <p:nvPr/>
        </p:nvSpPr>
        <p:spPr>
          <a:xfrm>
            <a:off x="5172813" y="41299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5" name="Shape 1542"/>
          <p:cNvSpPr/>
          <p:nvPr/>
        </p:nvSpPr>
        <p:spPr>
          <a:xfrm>
            <a:off x="5265714" y="36479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6" name="Shape 1543"/>
          <p:cNvSpPr/>
          <p:nvPr/>
        </p:nvSpPr>
        <p:spPr>
          <a:xfrm>
            <a:off x="4957666" y="43003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7" name="Shape 1544"/>
          <p:cNvSpPr/>
          <p:nvPr/>
        </p:nvSpPr>
        <p:spPr>
          <a:xfrm>
            <a:off x="5087517" y="43003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8" name="Shape 1545"/>
          <p:cNvSpPr/>
          <p:nvPr/>
        </p:nvSpPr>
        <p:spPr>
          <a:xfrm>
            <a:off x="5017664" y="43724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49" name="Shape 1546"/>
          <p:cNvSpPr/>
          <p:nvPr/>
        </p:nvSpPr>
        <p:spPr>
          <a:xfrm>
            <a:off x="5149827" y="40478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0" name="Shape 1547"/>
          <p:cNvSpPr/>
          <p:nvPr/>
        </p:nvSpPr>
        <p:spPr>
          <a:xfrm>
            <a:off x="5317468" y="39849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1" name="Shape 1548"/>
          <p:cNvSpPr/>
          <p:nvPr/>
        </p:nvSpPr>
        <p:spPr>
          <a:xfrm>
            <a:off x="5302037" y="44894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2" name="Shape 1549"/>
          <p:cNvSpPr/>
          <p:nvPr/>
        </p:nvSpPr>
        <p:spPr>
          <a:xfrm>
            <a:off x="5036739" y="30375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3" name="Shape 1550"/>
          <p:cNvSpPr/>
          <p:nvPr/>
        </p:nvSpPr>
        <p:spPr>
          <a:xfrm>
            <a:off x="4971173" y="38484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4" name="Shape 1551"/>
          <p:cNvSpPr/>
          <p:nvPr/>
        </p:nvSpPr>
        <p:spPr>
          <a:xfrm>
            <a:off x="5006732" y="38475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5" name="Shape 1552"/>
          <p:cNvSpPr/>
          <p:nvPr/>
        </p:nvSpPr>
        <p:spPr>
          <a:xfrm>
            <a:off x="5005123" y="41621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6" name="Shape 1553"/>
          <p:cNvSpPr/>
          <p:nvPr/>
        </p:nvSpPr>
        <p:spPr>
          <a:xfrm>
            <a:off x="5016175" y="41523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7" name="Shape 1554"/>
          <p:cNvSpPr/>
          <p:nvPr/>
        </p:nvSpPr>
        <p:spPr>
          <a:xfrm>
            <a:off x="5067067" y="37035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8" name="Shape 1555"/>
          <p:cNvSpPr/>
          <p:nvPr/>
        </p:nvSpPr>
        <p:spPr>
          <a:xfrm>
            <a:off x="4990046" y="38356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59" name="Shape 1556"/>
          <p:cNvSpPr/>
          <p:nvPr/>
        </p:nvSpPr>
        <p:spPr>
          <a:xfrm>
            <a:off x="5126108" y="40317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0" name="Shape 1557"/>
          <p:cNvSpPr/>
          <p:nvPr/>
        </p:nvSpPr>
        <p:spPr>
          <a:xfrm>
            <a:off x="5085157" y="42773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1" name="Shape 1558"/>
          <p:cNvSpPr/>
          <p:nvPr/>
        </p:nvSpPr>
        <p:spPr>
          <a:xfrm>
            <a:off x="5288360" y="41055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2" name="Shape 1559"/>
          <p:cNvSpPr/>
          <p:nvPr/>
        </p:nvSpPr>
        <p:spPr>
          <a:xfrm>
            <a:off x="5277077" y="37880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3" name="Shape 1560"/>
          <p:cNvSpPr/>
          <p:nvPr/>
        </p:nvSpPr>
        <p:spPr>
          <a:xfrm>
            <a:off x="5170122" y="43327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4" name="Shape 1561"/>
          <p:cNvSpPr/>
          <p:nvPr/>
        </p:nvSpPr>
        <p:spPr>
          <a:xfrm>
            <a:off x="5106526" y="41251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5" name="Shape 1562"/>
          <p:cNvSpPr/>
          <p:nvPr/>
        </p:nvSpPr>
        <p:spPr>
          <a:xfrm>
            <a:off x="5236419" y="40539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6" name="Shape 1563"/>
          <p:cNvSpPr/>
          <p:nvPr/>
        </p:nvSpPr>
        <p:spPr>
          <a:xfrm>
            <a:off x="5208278" y="31711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7" name="Shape 1564"/>
          <p:cNvSpPr/>
          <p:nvPr/>
        </p:nvSpPr>
        <p:spPr>
          <a:xfrm>
            <a:off x="5035816" y="39154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8" name="Shape 1565"/>
          <p:cNvSpPr/>
          <p:nvPr/>
        </p:nvSpPr>
        <p:spPr>
          <a:xfrm>
            <a:off x="5323936" y="38382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69" name="Shape 1566"/>
          <p:cNvSpPr/>
          <p:nvPr/>
        </p:nvSpPr>
        <p:spPr>
          <a:xfrm>
            <a:off x="5098604" y="40381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0" name="Shape 1567"/>
          <p:cNvSpPr/>
          <p:nvPr/>
        </p:nvSpPr>
        <p:spPr>
          <a:xfrm>
            <a:off x="4962421" y="39678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1" name="Shape 1568"/>
          <p:cNvSpPr/>
          <p:nvPr/>
        </p:nvSpPr>
        <p:spPr>
          <a:xfrm>
            <a:off x="5106378" y="39890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2" name="Shape 1569"/>
          <p:cNvSpPr/>
          <p:nvPr/>
        </p:nvSpPr>
        <p:spPr>
          <a:xfrm>
            <a:off x="5209173" y="37905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3" name="Shape 1570"/>
          <p:cNvSpPr/>
          <p:nvPr/>
        </p:nvSpPr>
        <p:spPr>
          <a:xfrm>
            <a:off x="5315054" y="38966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4" name="Shape 1571"/>
          <p:cNvSpPr/>
          <p:nvPr/>
        </p:nvSpPr>
        <p:spPr>
          <a:xfrm>
            <a:off x="5001876" y="39291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5" name="Shape 1572"/>
          <p:cNvSpPr/>
          <p:nvPr/>
        </p:nvSpPr>
        <p:spPr>
          <a:xfrm>
            <a:off x="4930106" y="32064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6" name="Shape 1573"/>
          <p:cNvSpPr/>
          <p:nvPr/>
        </p:nvSpPr>
        <p:spPr>
          <a:xfrm>
            <a:off x="5087090" y="38492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7" name="Shape 1574"/>
          <p:cNvSpPr/>
          <p:nvPr/>
        </p:nvSpPr>
        <p:spPr>
          <a:xfrm>
            <a:off x="5241848" y="40137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8" name="Shape 1575"/>
          <p:cNvSpPr/>
          <p:nvPr/>
        </p:nvSpPr>
        <p:spPr>
          <a:xfrm>
            <a:off x="4989178" y="40589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79" name="Shape 1576"/>
          <p:cNvSpPr/>
          <p:nvPr/>
        </p:nvSpPr>
        <p:spPr>
          <a:xfrm>
            <a:off x="5071584" y="38368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0" name="Shape 1577"/>
          <p:cNvSpPr/>
          <p:nvPr/>
        </p:nvSpPr>
        <p:spPr>
          <a:xfrm>
            <a:off x="4899776" y="38109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1" name="Shape 1578"/>
          <p:cNvSpPr/>
          <p:nvPr/>
        </p:nvSpPr>
        <p:spPr>
          <a:xfrm>
            <a:off x="5185771" y="40002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2" name="Shape 1579"/>
          <p:cNvSpPr/>
          <p:nvPr/>
        </p:nvSpPr>
        <p:spPr>
          <a:xfrm>
            <a:off x="5176405" y="39262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3" name="Shape 1580"/>
          <p:cNvSpPr/>
          <p:nvPr/>
        </p:nvSpPr>
        <p:spPr>
          <a:xfrm>
            <a:off x="5227154" y="37439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4" name="Shape 1581"/>
          <p:cNvSpPr/>
          <p:nvPr/>
        </p:nvSpPr>
        <p:spPr>
          <a:xfrm>
            <a:off x="5034836" y="35881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5" name="Shape 1582"/>
          <p:cNvSpPr/>
          <p:nvPr/>
        </p:nvSpPr>
        <p:spPr>
          <a:xfrm>
            <a:off x="5133982" y="39444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6" name="Shape 1583"/>
          <p:cNvSpPr/>
          <p:nvPr/>
        </p:nvSpPr>
        <p:spPr>
          <a:xfrm>
            <a:off x="5129623" y="40857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7" name="Shape 1584"/>
          <p:cNvSpPr/>
          <p:nvPr/>
        </p:nvSpPr>
        <p:spPr>
          <a:xfrm>
            <a:off x="5322515" y="38510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8" name="Shape 1585"/>
          <p:cNvSpPr/>
          <p:nvPr/>
        </p:nvSpPr>
        <p:spPr>
          <a:xfrm>
            <a:off x="5315485" y="37999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89" name="Shape 1586"/>
          <p:cNvSpPr/>
          <p:nvPr/>
        </p:nvSpPr>
        <p:spPr>
          <a:xfrm>
            <a:off x="5069697" y="42019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0" name="Shape 1587"/>
          <p:cNvSpPr/>
          <p:nvPr/>
        </p:nvSpPr>
        <p:spPr>
          <a:xfrm>
            <a:off x="5270303" y="35523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1" name="Shape 1588"/>
          <p:cNvSpPr/>
          <p:nvPr/>
        </p:nvSpPr>
        <p:spPr>
          <a:xfrm>
            <a:off x="5200983" y="38156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2" name="Shape 1589"/>
          <p:cNvSpPr/>
          <p:nvPr/>
        </p:nvSpPr>
        <p:spPr>
          <a:xfrm>
            <a:off x="5106792" y="38953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3" name="Shape 1590"/>
          <p:cNvSpPr/>
          <p:nvPr/>
        </p:nvSpPr>
        <p:spPr>
          <a:xfrm>
            <a:off x="5016847" y="35842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4" name="Shape 1591"/>
          <p:cNvSpPr/>
          <p:nvPr/>
        </p:nvSpPr>
        <p:spPr>
          <a:xfrm>
            <a:off x="5164259" y="39987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5" name="Shape 1592"/>
          <p:cNvSpPr/>
          <p:nvPr/>
        </p:nvSpPr>
        <p:spPr>
          <a:xfrm>
            <a:off x="5159301" y="41386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6" name="Shape 1593"/>
          <p:cNvSpPr/>
          <p:nvPr/>
        </p:nvSpPr>
        <p:spPr>
          <a:xfrm>
            <a:off x="5118087" y="37114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7" name="Shape 1594"/>
          <p:cNvSpPr/>
          <p:nvPr/>
        </p:nvSpPr>
        <p:spPr>
          <a:xfrm>
            <a:off x="5053098" y="38207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8" name="Shape 1595"/>
          <p:cNvSpPr/>
          <p:nvPr/>
        </p:nvSpPr>
        <p:spPr>
          <a:xfrm>
            <a:off x="5310948" y="40693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599" name="Shape 1596"/>
          <p:cNvSpPr/>
          <p:nvPr/>
        </p:nvSpPr>
        <p:spPr>
          <a:xfrm>
            <a:off x="5320298" y="35522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0" name="Shape 1597"/>
          <p:cNvSpPr/>
          <p:nvPr/>
        </p:nvSpPr>
        <p:spPr>
          <a:xfrm>
            <a:off x="4956716" y="37348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1" name="Shape 1598"/>
          <p:cNvSpPr/>
          <p:nvPr/>
        </p:nvSpPr>
        <p:spPr>
          <a:xfrm>
            <a:off x="5239056" y="37666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2" name="Shape 1599"/>
          <p:cNvSpPr/>
          <p:nvPr/>
        </p:nvSpPr>
        <p:spPr>
          <a:xfrm>
            <a:off x="5145459" y="45317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3" name="Shape 1600"/>
          <p:cNvSpPr/>
          <p:nvPr/>
        </p:nvSpPr>
        <p:spPr>
          <a:xfrm>
            <a:off x="4949273" y="40897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4" name="Shape 1601"/>
          <p:cNvSpPr/>
          <p:nvPr/>
        </p:nvSpPr>
        <p:spPr>
          <a:xfrm>
            <a:off x="4898934" y="41527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5" name="Shape 1602"/>
          <p:cNvSpPr/>
          <p:nvPr/>
        </p:nvSpPr>
        <p:spPr>
          <a:xfrm>
            <a:off x="5300693" y="42387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6" name="Shape 1603"/>
          <p:cNvSpPr/>
          <p:nvPr/>
        </p:nvSpPr>
        <p:spPr>
          <a:xfrm>
            <a:off x="5008066" y="40404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7" name="Shape 1604"/>
          <p:cNvSpPr/>
          <p:nvPr/>
        </p:nvSpPr>
        <p:spPr>
          <a:xfrm>
            <a:off x="5282687" y="37855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8" name="Shape 1605"/>
          <p:cNvSpPr/>
          <p:nvPr/>
        </p:nvSpPr>
        <p:spPr>
          <a:xfrm>
            <a:off x="4998516" y="39340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09" name="Shape 1606"/>
          <p:cNvSpPr/>
          <p:nvPr/>
        </p:nvSpPr>
        <p:spPr>
          <a:xfrm>
            <a:off x="5210759" y="40717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0" name="Shape 1607"/>
          <p:cNvSpPr/>
          <p:nvPr/>
        </p:nvSpPr>
        <p:spPr>
          <a:xfrm>
            <a:off x="5258779" y="37728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1" name="Shape 1608"/>
          <p:cNvSpPr/>
          <p:nvPr/>
        </p:nvSpPr>
        <p:spPr>
          <a:xfrm>
            <a:off x="5300505" y="37969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2" name="Shape 1609"/>
          <p:cNvSpPr/>
          <p:nvPr/>
        </p:nvSpPr>
        <p:spPr>
          <a:xfrm>
            <a:off x="4943637" y="37742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3" name="Shape 1610"/>
          <p:cNvSpPr/>
          <p:nvPr/>
        </p:nvSpPr>
        <p:spPr>
          <a:xfrm>
            <a:off x="5156604" y="37687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4" name="Shape 1611"/>
          <p:cNvSpPr/>
          <p:nvPr/>
        </p:nvSpPr>
        <p:spPr>
          <a:xfrm>
            <a:off x="5033916" y="41621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5" name="Shape 1612"/>
          <p:cNvSpPr/>
          <p:nvPr/>
        </p:nvSpPr>
        <p:spPr>
          <a:xfrm>
            <a:off x="5055743" y="41169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6" name="Shape 1613"/>
          <p:cNvSpPr/>
          <p:nvPr/>
        </p:nvSpPr>
        <p:spPr>
          <a:xfrm>
            <a:off x="5026222" y="42478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7" name="Shape 1614"/>
          <p:cNvSpPr/>
          <p:nvPr/>
        </p:nvSpPr>
        <p:spPr>
          <a:xfrm>
            <a:off x="5172447" y="41291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8" name="Shape 1615"/>
          <p:cNvSpPr/>
          <p:nvPr/>
        </p:nvSpPr>
        <p:spPr>
          <a:xfrm>
            <a:off x="5249075" y="41059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19" name="Shape 1616"/>
          <p:cNvSpPr/>
          <p:nvPr/>
        </p:nvSpPr>
        <p:spPr>
          <a:xfrm>
            <a:off x="5037120" y="40523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0" name="Shape 1617"/>
          <p:cNvSpPr/>
          <p:nvPr/>
        </p:nvSpPr>
        <p:spPr>
          <a:xfrm>
            <a:off x="5285383" y="40500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1" name="Shape 1618"/>
          <p:cNvSpPr/>
          <p:nvPr/>
        </p:nvSpPr>
        <p:spPr>
          <a:xfrm>
            <a:off x="4905254" y="40501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2" name="Shape 1619"/>
          <p:cNvSpPr/>
          <p:nvPr/>
        </p:nvSpPr>
        <p:spPr>
          <a:xfrm>
            <a:off x="5306522" y="42028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3" name="Shape 1620"/>
          <p:cNvSpPr/>
          <p:nvPr/>
        </p:nvSpPr>
        <p:spPr>
          <a:xfrm>
            <a:off x="4955653" y="44242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4" name="Shape 1621"/>
          <p:cNvSpPr/>
          <p:nvPr/>
        </p:nvSpPr>
        <p:spPr>
          <a:xfrm>
            <a:off x="5157285" y="44266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5" name="Shape 1622"/>
          <p:cNvSpPr/>
          <p:nvPr/>
        </p:nvSpPr>
        <p:spPr>
          <a:xfrm>
            <a:off x="4899300" y="44516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6" name="Shape 1623"/>
          <p:cNvSpPr/>
          <p:nvPr/>
        </p:nvSpPr>
        <p:spPr>
          <a:xfrm>
            <a:off x="5002537" y="45824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7" name="Shape 1624"/>
          <p:cNvSpPr/>
          <p:nvPr/>
        </p:nvSpPr>
        <p:spPr>
          <a:xfrm>
            <a:off x="5153635" y="43698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8" name="Shape 1625"/>
          <p:cNvSpPr/>
          <p:nvPr/>
        </p:nvSpPr>
        <p:spPr>
          <a:xfrm>
            <a:off x="4992944" y="46337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29" name="Shape 1626"/>
          <p:cNvSpPr/>
          <p:nvPr/>
        </p:nvSpPr>
        <p:spPr>
          <a:xfrm>
            <a:off x="5199798" y="44976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0" name="Shape 1627"/>
          <p:cNvSpPr/>
          <p:nvPr/>
        </p:nvSpPr>
        <p:spPr>
          <a:xfrm>
            <a:off x="5118718" y="46830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1" name="Shape 1628"/>
          <p:cNvSpPr/>
          <p:nvPr/>
        </p:nvSpPr>
        <p:spPr>
          <a:xfrm>
            <a:off x="5179610" y="44638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2" name="Shape 1629"/>
          <p:cNvSpPr/>
          <p:nvPr/>
        </p:nvSpPr>
        <p:spPr>
          <a:xfrm>
            <a:off x="4983049" y="46040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3" name="Shape 1630"/>
          <p:cNvSpPr/>
          <p:nvPr/>
        </p:nvSpPr>
        <p:spPr>
          <a:xfrm>
            <a:off x="5026258" y="44199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4" name="Shape 1631"/>
          <p:cNvSpPr/>
          <p:nvPr/>
        </p:nvSpPr>
        <p:spPr>
          <a:xfrm>
            <a:off x="5110601" y="46544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5" name="Shape 1632"/>
          <p:cNvSpPr/>
          <p:nvPr/>
        </p:nvSpPr>
        <p:spPr>
          <a:xfrm>
            <a:off x="5006655" y="37265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6" name="Shape 1633"/>
          <p:cNvSpPr/>
          <p:nvPr/>
        </p:nvSpPr>
        <p:spPr>
          <a:xfrm>
            <a:off x="5062746" y="37125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7" name="Shape 1634"/>
          <p:cNvSpPr/>
          <p:nvPr/>
        </p:nvSpPr>
        <p:spPr>
          <a:xfrm>
            <a:off x="5254597" y="41945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8" name="Shape 1635"/>
          <p:cNvSpPr/>
          <p:nvPr/>
        </p:nvSpPr>
        <p:spPr>
          <a:xfrm>
            <a:off x="5175465" y="42178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39" name="Shape 1636"/>
          <p:cNvSpPr/>
          <p:nvPr/>
        </p:nvSpPr>
        <p:spPr>
          <a:xfrm>
            <a:off x="5169315" y="37538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0" name="Shape 1637"/>
          <p:cNvSpPr/>
          <p:nvPr/>
        </p:nvSpPr>
        <p:spPr>
          <a:xfrm>
            <a:off x="5269397" y="41556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1" name="Shape 1638"/>
          <p:cNvSpPr/>
          <p:nvPr/>
        </p:nvSpPr>
        <p:spPr>
          <a:xfrm>
            <a:off x="5171678" y="42267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2" name="Shape 1639"/>
          <p:cNvSpPr/>
          <p:nvPr/>
        </p:nvSpPr>
        <p:spPr>
          <a:xfrm>
            <a:off x="5092073" y="39539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3" name="Shape 1640"/>
          <p:cNvSpPr/>
          <p:nvPr/>
        </p:nvSpPr>
        <p:spPr>
          <a:xfrm>
            <a:off x="5287660" y="41875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4" name="Shape 1641"/>
          <p:cNvSpPr/>
          <p:nvPr/>
        </p:nvSpPr>
        <p:spPr>
          <a:xfrm>
            <a:off x="4951182" y="43193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5" name="Shape 1642"/>
          <p:cNvSpPr/>
          <p:nvPr/>
        </p:nvSpPr>
        <p:spPr>
          <a:xfrm>
            <a:off x="5260404" y="41435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6" name="Shape 1643"/>
          <p:cNvSpPr/>
          <p:nvPr/>
        </p:nvSpPr>
        <p:spPr>
          <a:xfrm>
            <a:off x="5152651" y="39819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7" name="Shape 1644"/>
          <p:cNvSpPr/>
          <p:nvPr/>
        </p:nvSpPr>
        <p:spPr>
          <a:xfrm>
            <a:off x="5120661" y="42516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8" name="Shape 1645"/>
          <p:cNvSpPr/>
          <p:nvPr/>
        </p:nvSpPr>
        <p:spPr>
          <a:xfrm>
            <a:off x="4997447" y="38500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49" name="Shape 1646"/>
          <p:cNvSpPr/>
          <p:nvPr/>
        </p:nvSpPr>
        <p:spPr>
          <a:xfrm>
            <a:off x="4923391" y="38320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0" name="Shape 1647"/>
          <p:cNvSpPr/>
          <p:nvPr/>
        </p:nvSpPr>
        <p:spPr>
          <a:xfrm>
            <a:off x="5275477" y="38517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1" name="Shape 1648"/>
          <p:cNvSpPr/>
          <p:nvPr/>
        </p:nvSpPr>
        <p:spPr>
          <a:xfrm>
            <a:off x="5247545" y="38343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2" name="Shape 1649"/>
          <p:cNvSpPr/>
          <p:nvPr/>
        </p:nvSpPr>
        <p:spPr>
          <a:xfrm>
            <a:off x="4969770" y="38487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3" name="Shape 1650"/>
          <p:cNvSpPr/>
          <p:nvPr/>
        </p:nvSpPr>
        <p:spPr>
          <a:xfrm>
            <a:off x="4942502" y="38474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4" name="Shape 1651"/>
          <p:cNvSpPr/>
          <p:nvPr/>
        </p:nvSpPr>
        <p:spPr>
          <a:xfrm>
            <a:off x="5079473" y="39532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5" name="Shape 1652"/>
          <p:cNvSpPr/>
          <p:nvPr/>
        </p:nvSpPr>
        <p:spPr>
          <a:xfrm>
            <a:off x="5251843" y="40380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6" name="Shape 1653"/>
          <p:cNvSpPr/>
          <p:nvPr/>
        </p:nvSpPr>
        <p:spPr>
          <a:xfrm>
            <a:off x="4929242" y="41637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7" name="Shape 1654"/>
          <p:cNvSpPr/>
          <p:nvPr/>
        </p:nvSpPr>
        <p:spPr>
          <a:xfrm>
            <a:off x="5310243" y="40117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8" name="Shape 1655"/>
          <p:cNvSpPr/>
          <p:nvPr/>
        </p:nvSpPr>
        <p:spPr>
          <a:xfrm>
            <a:off x="5159409" y="38858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59" name="Shape 1656"/>
          <p:cNvSpPr/>
          <p:nvPr/>
        </p:nvSpPr>
        <p:spPr>
          <a:xfrm>
            <a:off x="5155486" y="43942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0" name="Shape 1657"/>
          <p:cNvSpPr/>
          <p:nvPr/>
        </p:nvSpPr>
        <p:spPr>
          <a:xfrm>
            <a:off x="4894877" y="42948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1" name="Shape 1658"/>
          <p:cNvSpPr/>
          <p:nvPr/>
        </p:nvSpPr>
        <p:spPr>
          <a:xfrm>
            <a:off x="5006068" y="42338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2" name="Shape 1659"/>
          <p:cNvSpPr/>
          <p:nvPr/>
        </p:nvSpPr>
        <p:spPr>
          <a:xfrm>
            <a:off x="5063589" y="43133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3" name="Shape 1660"/>
          <p:cNvSpPr/>
          <p:nvPr/>
        </p:nvSpPr>
        <p:spPr>
          <a:xfrm>
            <a:off x="4950948" y="32130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4" name="Shape 1661"/>
          <p:cNvSpPr/>
          <p:nvPr/>
        </p:nvSpPr>
        <p:spPr>
          <a:xfrm>
            <a:off x="4959688" y="41990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5" name="Shape 1662"/>
          <p:cNvSpPr/>
          <p:nvPr/>
        </p:nvSpPr>
        <p:spPr>
          <a:xfrm>
            <a:off x="4978059" y="44710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6" name="Shape 1663"/>
          <p:cNvSpPr/>
          <p:nvPr/>
        </p:nvSpPr>
        <p:spPr>
          <a:xfrm>
            <a:off x="5132812" y="44818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7" name="Shape 1664"/>
          <p:cNvSpPr/>
          <p:nvPr/>
        </p:nvSpPr>
        <p:spPr>
          <a:xfrm>
            <a:off x="5251520" y="44513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8" name="Shape 1665"/>
          <p:cNvSpPr/>
          <p:nvPr/>
        </p:nvSpPr>
        <p:spPr>
          <a:xfrm>
            <a:off x="5076431" y="45623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69" name="Shape 1666"/>
          <p:cNvSpPr/>
          <p:nvPr/>
        </p:nvSpPr>
        <p:spPr>
          <a:xfrm>
            <a:off x="5316429" y="44044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0" name="Shape 1667"/>
          <p:cNvSpPr/>
          <p:nvPr/>
        </p:nvSpPr>
        <p:spPr>
          <a:xfrm>
            <a:off x="5052051" y="35359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1" name="Shape 1668"/>
          <p:cNvSpPr/>
          <p:nvPr/>
        </p:nvSpPr>
        <p:spPr>
          <a:xfrm>
            <a:off x="5185487" y="35707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2" name="Shape 1669"/>
          <p:cNvSpPr/>
          <p:nvPr/>
        </p:nvSpPr>
        <p:spPr>
          <a:xfrm>
            <a:off x="5018331" y="42263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3" name="Shape 1670"/>
          <p:cNvSpPr/>
          <p:nvPr/>
        </p:nvSpPr>
        <p:spPr>
          <a:xfrm>
            <a:off x="5093820" y="44927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4" name="Shape 1671"/>
          <p:cNvSpPr/>
          <p:nvPr/>
        </p:nvSpPr>
        <p:spPr>
          <a:xfrm>
            <a:off x="4991858" y="44616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5" name="Shape 1672"/>
          <p:cNvSpPr/>
          <p:nvPr/>
        </p:nvSpPr>
        <p:spPr>
          <a:xfrm>
            <a:off x="4894373" y="38753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6" name="Shape 1673"/>
          <p:cNvSpPr/>
          <p:nvPr/>
        </p:nvSpPr>
        <p:spPr>
          <a:xfrm>
            <a:off x="5257758" y="38470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7" name="Shape 1674"/>
          <p:cNvSpPr/>
          <p:nvPr/>
        </p:nvSpPr>
        <p:spPr>
          <a:xfrm>
            <a:off x="5012803" y="32278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8" name="Shape 1675"/>
          <p:cNvSpPr/>
          <p:nvPr/>
        </p:nvSpPr>
        <p:spPr>
          <a:xfrm>
            <a:off x="5060644" y="40316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79" name="Shape 1676"/>
          <p:cNvSpPr/>
          <p:nvPr/>
        </p:nvSpPr>
        <p:spPr>
          <a:xfrm>
            <a:off x="5320269" y="41290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0" name="Shape 1677"/>
          <p:cNvSpPr/>
          <p:nvPr/>
        </p:nvSpPr>
        <p:spPr>
          <a:xfrm>
            <a:off x="5169339" y="38649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1" name="Shape 1678"/>
          <p:cNvSpPr/>
          <p:nvPr/>
        </p:nvSpPr>
        <p:spPr>
          <a:xfrm>
            <a:off x="5241097" y="36995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2" name="Shape 1679"/>
          <p:cNvSpPr/>
          <p:nvPr/>
        </p:nvSpPr>
        <p:spPr>
          <a:xfrm>
            <a:off x="5170270" y="41188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3" name="Shape 1680"/>
          <p:cNvSpPr/>
          <p:nvPr/>
        </p:nvSpPr>
        <p:spPr>
          <a:xfrm>
            <a:off x="4959446" y="40569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4" name="Shape 1681"/>
          <p:cNvSpPr/>
          <p:nvPr/>
        </p:nvSpPr>
        <p:spPr>
          <a:xfrm>
            <a:off x="5180708" y="41697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5" name="Shape 1682"/>
          <p:cNvSpPr/>
          <p:nvPr/>
        </p:nvSpPr>
        <p:spPr>
          <a:xfrm>
            <a:off x="5048634" y="35999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6" name="Shape 1683"/>
          <p:cNvSpPr/>
          <p:nvPr/>
        </p:nvSpPr>
        <p:spPr>
          <a:xfrm>
            <a:off x="5005079" y="41798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7" name="Shape 1684"/>
          <p:cNvSpPr/>
          <p:nvPr/>
        </p:nvSpPr>
        <p:spPr>
          <a:xfrm>
            <a:off x="5197197" y="42817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8" name="Shape 1685"/>
          <p:cNvSpPr/>
          <p:nvPr/>
        </p:nvSpPr>
        <p:spPr>
          <a:xfrm>
            <a:off x="5155613" y="33444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89" name="Shape 1686"/>
          <p:cNvSpPr/>
          <p:nvPr/>
        </p:nvSpPr>
        <p:spPr>
          <a:xfrm>
            <a:off x="4950941" y="41691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0" name="Shape 1687"/>
          <p:cNvSpPr/>
          <p:nvPr/>
        </p:nvSpPr>
        <p:spPr>
          <a:xfrm>
            <a:off x="5020155" y="38928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1" name="Shape 1688"/>
          <p:cNvSpPr/>
          <p:nvPr/>
        </p:nvSpPr>
        <p:spPr>
          <a:xfrm>
            <a:off x="4979433" y="39216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2" name="Shape 1689"/>
          <p:cNvSpPr/>
          <p:nvPr/>
        </p:nvSpPr>
        <p:spPr>
          <a:xfrm>
            <a:off x="5197603" y="41003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3" name="Shape 1690"/>
          <p:cNvSpPr/>
          <p:nvPr/>
        </p:nvSpPr>
        <p:spPr>
          <a:xfrm>
            <a:off x="5115221" y="40339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4" name="Shape 1691"/>
          <p:cNvSpPr/>
          <p:nvPr/>
        </p:nvSpPr>
        <p:spPr>
          <a:xfrm>
            <a:off x="4990088" y="38942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5" name="Shape 1692"/>
          <p:cNvSpPr/>
          <p:nvPr/>
        </p:nvSpPr>
        <p:spPr>
          <a:xfrm>
            <a:off x="5147303" y="43348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6" name="Shape 1693"/>
          <p:cNvSpPr/>
          <p:nvPr/>
        </p:nvSpPr>
        <p:spPr>
          <a:xfrm>
            <a:off x="4952233" y="43636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7" name="Shape 1694"/>
          <p:cNvSpPr/>
          <p:nvPr/>
        </p:nvSpPr>
        <p:spPr>
          <a:xfrm>
            <a:off x="5143223" y="43964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8" name="Shape 1695"/>
          <p:cNvSpPr/>
          <p:nvPr/>
        </p:nvSpPr>
        <p:spPr>
          <a:xfrm>
            <a:off x="5121868" y="44095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699" name="Shape 1696"/>
          <p:cNvSpPr/>
          <p:nvPr/>
        </p:nvSpPr>
        <p:spPr>
          <a:xfrm>
            <a:off x="5118632" y="37730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0" name="Shape 1697"/>
          <p:cNvSpPr/>
          <p:nvPr/>
        </p:nvSpPr>
        <p:spPr>
          <a:xfrm>
            <a:off x="4945073" y="37640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1" name="Shape 1698"/>
          <p:cNvSpPr/>
          <p:nvPr/>
        </p:nvSpPr>
        <p:spPr>
          <a:xfrm>
            <a:off x="5175700" y="40418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2" name="Shape 1699"/>
          <p:cNvSpPr/>
          <p:nvPr/>
        </p:nvSpPr>
        <p:spPr>
          <a:xfrm>
            <a:off x="4969980" y="37922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3" name="Shape 1700"/>
          <p:cNvSpPr/>
          <p:nvPr/>
        </p:nvSpPr>
        <p:spPr>
          <a:xfrm>
            <a:off x="5303481" y="36860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4" name="Shape 1701"/>
          <p:cNvSpPr/>
          <p:nvPr/>
        </p:nvSpPr>
        <p:spPr>
          <a:xfrm>
            <a:off x="4974218" y="38787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5" name="Shape 1702"/>
          <p:cNvSpPr/>
          <p:nvPr/>
        </p:nvSpPr>
        <p:spPr>
          <a:xfrm>
            <a:off x="5213796" y="40677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6" name="Shape 1703"/>
          <p:cNvSpPr/>
          <p:nvPr/>
        </p:nvSpPr>
        <p:spPr>
          <a:xfrm>
            <a:off x="5224565" y="40933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7" name="Shape 1704"/>
          <p:cNvSpPr/>
          <p:nvPr/>
        </p:nvSpPr>
        <p:spPr>
          <a:xfrm>
            <a:off x="5195849" y="39765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8" name="Shape 1705"/>
          <p:cNvSpPr/>
          <p:nvPr/>
        </p:nvSpPr>
        <p:spPr>
          <a:xfrm>
            <a:off x="4913953" y="42635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09" name="Shape 1706"/>
          <p:cNvSpPr/>
          <p:nvPr/>
        </p:nvSpPr>
        <p:spPr>
          <a:xfrm>
            <a:off x="5070241" y="42472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0" name="Shape 1707"/>
          <p:cNvSpPr/>
          <p:nvPr/>
        </p:nvSpPr>
        <p:spPr>
          <a:xfrm>
            <a:off x="5154273" y="42985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1" name="Shape 1708"/>
          <p:cNvSpPr/>
          <p:nvPr/>
        </p:nvSpPr>
        <p:spPr>
          <a:xfrm>
            <a:off x="5141582" y="43404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2" name="Shape 1709"/>
          <p:cNvSpPr/>
          <p:nvPr/>
        </p:nvSpPr>
        <p:spPr>
          <a:xfrm>
            <a:off x="5209965" y="42475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3" name="Shape 1710"/>
          <p:cNvSpPr/>
          <p:nvPr/>
        </p:nvSpPr>
        <p:spPr>
          <a:xfrm>
            <a:off x="4946947" y="42826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4" name="Shape 1711"/>
          <p:cNvSpPr/>
          <p:nvPr/>
        </p:nvSpPr>
        <p:spPr>
          <a:xfrm>
            <a:off x="5127715" y="40697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5" name="Shape 1712"/>
          <p:cNvSpPr/>
          <p:nvPr/>
        </p:nvSpPr>
        <p:spPr>
          <a:xfrm>
            <a:off x="4901084" y="39818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6" name="Shape 1713"/>
          <p:cNvSpPr/>
          <p:nvPr/>
        </p:nvSpPr>
        <p:spPr>
          <a:xfrm>
            <a:off x="5306743" y="42205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7" name="Shape 1714"/>
          <p:cNvSpPr/>
          <p:nvPr/>
        </p:nvSpPr>
        <p:spPr>
          <a:xfrm>
            <a:off x="5034615" y="41733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8" name="Shape 1715"/>
          <p:cNvSpPr/>
          <p:nvPr/>
        </p:nvSpPr>
        <p:spPr>
          <a:xfrm>
            <a:off x="5080980" y="38120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19" name="Shape 1716"/>
          <p:cNvSpPr/>
          <p:nvPr/>
        </p:nvSpPr>
        <p:spPr>
          <a:xfrm>
            <a:off x="5167066" y="37754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0" name="Shape 1717"/>
          <p:cNvSpPr/>
          <p:nvPr/>
        </p:nvSpPr>
        <p:spPr>
          <a:xfrm>
            <a:off x="5065119" y="40851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1" name="Shape 1718"/>
          <p:cNvSpPr/>
          <p:nvPr/>
        </p:nvSpPr>
        <p:spPr>
          <a:xfrm>
            <a:off x="4931511" y="38881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2" name="Shape 1719"/>
          <p:cNvSpPr/>
          <p:nvPr/>
        </p:nvSpPr>
        <p:spPr>
          <a:xfrm>
            <a:off x="5237116" y="42521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3" name="Shape 1720"/>
          <p:cNvSpPr/>
          <p:nvPr/>
        </p:nvSpPr>
        <p:spPr>
          <a:xfrm>
            <a:off x="5303693" y="42366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4" name="Shape 1721"/>
          <p:cNvSpPr/>
          <p:nvPr/>
        </p:nvSpPr>
        <p:spPr>
          <a:xfrm>
            <a:off x="4933513" y="41567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5" name="Shape 1722"/>
          <p:cNvSpPr/>
          <p:nvPr/>
        </p:nvSpPr>
        <p:spPr>
          <a:xfrm>
            <a:off x="5068339" y="37842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6" name="Shape 1723"/>
          <p:cNvSpPr/>
          <p:nvPr/>
        </p:nvSpPr>
        <p:spPr>
          <a:xfrm>
            <a:off x="5244932" y="37145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7" name="Shape 1724"/>
          <p:cNvSpPr/>
          <p:nvPr/>
        </p:nvSpPr>
        <p:spPr>
          <a:xfrm>
            <a:off x="5288702" y="41335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8" name="Shape 1725"/>
          <p:cNvSpPr/>
          <p:nvPr/>
        </p:nvSpPr>
        <p:spPr>
          <a:xfrm>
            <a:off x="5060527" y="38695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29" name="Shape 1726"/>
          <p:cNvSpPr/>
          <p:nvPr/>
        </p:nvSpPr>
        <p:spPr>
          <a:xfrm>
            <a:off x="5076856" y="41532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0" name="Shape 1727"/>
          <p:cNvSpPr/>
          <p:nvPr/>
        </p:nvSpPr>
        <p:spPr>
          <a:xfrm>
            <a:off x="5023529" y="45174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1" name="Shape 1728"/>
          <p:cNvSpPr/>
          <p:nvPr/>
        </p:nvSpPr>
        <p:spPr>
          <a:xfrm>
            <a:off x="4958118" y="46424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2" name="Shape 1729"/>
          <p:cNvSpPr/>
          <p:nvPr/>
        </p:nvSpPr>
        <p:spPr>
          <a:xfrm>
            <a:off x="5044017" y="46455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3" name="Shape 1730"/>
          <p:cNvSpPr/>
          <p:nvPr/>
        </p:nvSpPr>
        <p:spPr>
          <a:xfrm>
            <a:off x="5121553" y="45728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4" name="Shape 1731"/>
          <p:cNvSpPr/>
          <p:nvPr/>
        </p:nvSpPr>
        <p:spPr>
          <a:xfrm>
            <a:off x="5117710" y="44585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5" name="Shape 1732"/>
          <p:cNvSpPr/>
          <p:nvPr/>
        </p:nvSpPr>
        <p:spPr>
          <a:xfrm>
            <a:off x="5164819" y="46067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6" name="Shape 1733"/>
          <p:cNvSpPr/>
          <p:nvPr/>
        </p:nvSpPr>
        <p:spPr>
          <a:xfrm>
            <a:off x="4938479" y="44312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7" name="Shape 1734"/>
          <p:cNvSpPr/>
          <p:nvPr/>
        </p:nvSpPr>
        <p:spPr>
          <a:xfrm>
            <a:off x="5126188" y="45055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8" name="Shape 1735"/>
          <p:cNvSpPr/>
          <p:nvPr/>
        </p:nvSpPr>
        <p:spPr>
          <a:xfrm>
            <a:off x="5206686" y="46524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39" name="Shape 1736"/>
          <p:cNvSpPr/>
          <p:nvPr/>
        </p:nvSpPr>
        <p:spPr>
          <a:xfrm>
            <a:off x="4919073" y="46565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0" name="Shape 1737"/>
          <p:cNvSpPr/>
          <p:nvPr/>
        </p:nvSpPr>
        <p:spPr>
          <a:xfrm>
            <a:off x="5220863" y="35607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1" name="Shape 1738"/>
          <p:cNvSpPr/>
          <p:nvPr/>
        </p:nvSpPr>
        <p:spPr>
          <a:xfrm>
            <a:off x="5262642" y="43152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2" name="Shape 1739"/>
          <p:cNvSpPr/>
          <p:nvPr/>
        </p:nvSpPr>
        <p:spPr>
          <a:xfrm>
            <a:off x="5095412" y="42701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3" name="Shape 1740"/>
          <p:cNvSpPr/>
          <p:nvPr/>
        </p:nvSpPr>
        <p:spPr>
          <a:xfrm>
            <a:off x="4948761" y="40480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4" name="Shape 1741"/>
          <p:cNvSpPr/>
          <p:nvPr/>
        </p:nvSpPr>
        <p:spPr>
          <a:xfrm>
            <a:off x="5280287" y="41443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5" name="Shape 1742"/>
          <p:cNvSpPr/>
          <p:nvPr/>
        </p:nvSpPr>
        <p:spPr>
          <a:xfrm>
            <a:off x="5187679" y="41428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6" name="Shape 1743"/>
          <p:cNvSpPr/>
          <p:nvPr/>
        </p:nvSpPr>
        <p:spPr>
          <a:xfrm>
            <a:off x="5145814" y="36905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7" name="Shape 1744"/>
          <p:cNvSpPr/>
          <p:nvPr/>
        </p:nvSpPr>
        <p:spPr>
          <a:xfrm>
            <a:off x="5197185" y="42900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8" name="Shape 1745"/>
          <p:cNvSpPr/>
          <p:nvPr/>
        </p:nvSpPr>
        <p:spPr>
          <a:xfrm>
            <a:off x="5096320" y="41264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49" name="Shape 1746"/>
          <p:cNvSpPr/>
          <p:nvPr/>
        </p:nvSpPr>
        <p:spPr>
          <a:xfrm>
            <a:off x="5159696" y="42637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0" name="Shape 1747"/>
          <p:cNvSpPr/>
          <p:nvPr/>
        </p:nvSpPr>
        <p:spPr>
          <a:xfrm>
            <a:off x="4950646" y="41253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1" name="Shape 1748"/>
          <p:cNvSpPr/>
          <p:nvPr/>
        </p:nvSpPr>
        <p:spPr>
          <a:xfrm>
            <a:off x="5023824" y="43363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2" name="Shape 1749"/>
          <p:cNvSpPr/>
          <p:nvPr/>
        </p:nvSpPr>
        <p:spPr>
          <a:xfrm>
            <a:off x="4914444" y="34277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3" name="Shape 1750"/>
          <p:cNvSpPr/>
          <p:nvPr/>
        </p:nvSpPr>
        <p:spPr>
          <a:xfrm>
            <a:off x="5194869" y="43302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4" name="Shape 1751"/>
          <p:cNvSpPr/>
          <p:nvPr/>
        </p:nvSpPr>
        <p:spPr>
          <a:xfrm>
            <a:off x="5268111" y="42404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5" name="Shape 1752"/>
          <p:cNvSpPr/>
          <p:nvPr/>
        </p:nvSpPr>
        <p:spPr>
          <a:xfrm>
            <a:off x="5252319" y="38163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6" name="Shape 1753"/>
          <p:cNvSpPr/>
          <p:nvPr/>
        </p:nvSpPr>
        <p:spPr>
          <a:xfrm>
            <a:off x="4961889" y="38152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7" name="Shape 1754"/>
          <p:cNvSpPr/>
          <p:nvPr/>
        </p:nvSpPr>
        <p:spPr>
          <a:xfrm>
            <a:off x="5028040" y="36842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8" name="Shape 1755"/>
          <p:cNvSpPr/>
          <p:nvPr/>
        </p:nvSpPr>
        <p:spPr>
          <a:xfrm>
            <a:off x="5019589" y="33816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59" name="Shape 1756"/>
          <p:cNvSpPr/>
          <p:nvPr/>
        </p:nvSpPr>
        <p:spPr>
          <a:xfrm>
            <a:off x="5013697" y="34276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0" name="Shape 1757"/>
          <p:cNvSpPr/>
          <p:nvPr/>
        </p:nvSpPr>
        <p:spPr>
          <a:xfrm>
            <a:off x="5215219" y="38369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1" name="Shape 1758"/>
          <p:cNvSpPr/>
          <p:nvPr/>
        </p:nvSpPr>
        <p:spPr>
          <a:xfrm>
            <a:off x="5202140" y="38219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2" name="Shape 1759"/>
          <p:cNvSpPr/>
          <p:nvPr/>
        </p:nvSpPr>
        <p:spPr>
          <a:xfrm>
            <a:off x="5282190" y="35989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3" name="Shape 1760"/>
          <p:cNvSpPr/>
          <p:nvPr/>
        </p:nvSpPr>
        <p:spPr>
          <a:xfrm>
            <a:off x="5139916" y="34153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4" name="Shape 1761"/>
          <p:cNvSpPr/>
          <p:nvPr/>
        </p:nvSpPr>
        <p:spPr>
          <a:xfrm>
            <a:off x="5301003" y="34771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5" name="Shape 1762"/>
          <p:cNvSpPr/>
          <p:nvPr/>
        </p:nvSpPr>
        <p:spPr>
          <a:xfrm>
            <a:off x="5053273" y="33266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6" name="Shape 1763"/>
          <p:cNvSpPr/>
          <p:nvPr/>
        </p:nvSpPr>
        <p:spPr>
          <a:xfrm>
            <a:off x="5078343" y="31409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7" name="Shape 1764"/>
          <p:cNvSpPr/>
          <p:nvPr/>
        </p:nvSpPr>
        <p:spPr>
          <a:xfrm>
            <a:off x="5086722" y="38163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8" name="Shape 1765"/>
          <p:cNvSpPr/>
          <p:nvPr/>
        </p:nvSpPr>
        <p:spPr>
          <a:xfrm>
            <a:off x="5090764" y="37508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69" name="Shape 1766"/>
          <p:cNvSpPr/>
          <p:nvPr/>
        </p:nvSpPr>
        <p:spPr>
          <a:xfrm>
            <a:off x="5039030" y="34786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0" name="Shape 1767"/>
          <p:cNvSpPr/>
          <p:nvPr/>
        </p:nvSpPr>
        <p:spPr>
          <a:xfrm>
            <a:off x="4981026" y="37892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1" name="Shape 1768"/>
          <p:cNvSpPr/>
          <p:nvPr/>
        </p:nvSpPr>
        <p:spPr>
          <a:xfrm>
            <a:off x="5071104" y="34773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2" name="Shape 1769"/>
          <p:cNvSpPr/>
          <p:nvPr/>
        </p:nvSpPr>
        <p:spPr>
          <a:xfrm>
            <a:off x="5219016" y="32909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3" name="Shape 1770"/>
          <p:cNvSpPr/>
          <p:nvPr/>
        </p:nvSpPr>
        <p:spPr>
          <a:xfrm>
            <a:off x="4999029" y="38578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4" name="Shape 1771"/>
          <p:cNvSpPr/>
          <p:nvPr/>
        </p:nvSpPr>
        <p:spPr>
          <a:xfrm>
            <a:off x="5216891" y="38105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5" name="Shape 1772"/>
          <p:cNvSpPr/>
          <p:nvPr/>
        </p:nvSpPr>
        <p:spPr>
          <a:xfrm>
            <a:off x="5101230" y="39472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6" name="Shape 1773"/>
          <p:cNvSpPr/>
          <p:nvPr/>
        </p:nvSpPr>
        <p:spPr>
          <a:xfrm>
            <a:off x="5130743" y="34531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7" name="Shape 1774"/>
          <p:cNvSpPr/>
          <p:nvPr/>
        </p:nvSpPr>
        <p:spPr>
          <a:xfrm>
            <a:off x="5322983" y="39761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8" name="Shape 1775"/>
          <p:cNvSpPr/>
          <p:nvPr/>
        </p:nvSpPr>
        <p:spPr>
          <a:xfrm>
            <a:off x="5179275" y="43564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79" name="Shape 1776"/>
          <p:cNvSpPr/>
          <p:nvPr/>
        </p:nvSpPr>
        <p:spPr>
          <a:xfrm>
            <a:off x="5159324" y="39143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0" name="Shape 1777"/>
          <p:cNvSpPr/>
          <p:nvPr/>
        </p:nvSpPr>
        <p:spPr>
          <a:xfrm>
            <a:off x="5246775" y="39286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1" name="Shape 1778"/>
          <p:cNvSpPr/>
          <p:nvPr/>
        </p:nvSpPr>
        <p:spPr>
          <a:xfrm>
            <a:off x="5065805" y="39352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2" name="Shape 1779"/>
          <p:cNvSpPr/>
          <p:nvPr/>
        </p:nvSpPr>
        <p:spPr>
          <a:xfrm>
            <a:off x="5142166" y="41035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3" name="Shape 1780"/>
          <p:cNvSpPr/>
          <p:nvPr/>
        </p:nvSpPr>
        <p:spPr>
          <a:xfrm>
            <a:off x="4932207" y="41887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4" name="Shape 1781"/>
          <p:cNvSpPr/>
          <p:nvPr/>
        </p:nvSpPr>
        <p:spPr>
          <a:xfrm>
            <a:off x="5154445" y="40993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5" name="Shape 1782"/>
          <p:cNvSpPr/>
          <p:nvPr/>
        </p:nvSpPr>
        <p:spPr>
          <a:xfrm>
            <a:off x="5251772" y="46430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6" name="Shape 1783"/>
          <p:cNvSpPr/>
          <p:nvPr/>
        </p:nvSpPr>
        <p:spPr>
          <a:xfrm>
            <a:off x="5199091" y="43513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7" name="Shape 1784"/>
          <p:cNvSpPr/>
          <p:nvPr/>
        </p:nvSpPr>
        <p:spPr>
          <a:xfrm>
            <a:off x="5212505" y="44233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8" name="Shape 1785"/>
          <p:cNvSpPr/>
          <p:nvPr/>
        </p:nvSpPr>
        <p:spPr>
          <a:xfrm>
            <a:off x="5204817" y="47271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89" name="Shape 1786"/>
          <p:cNvSpPr/>
          <p:nvPr/>
        </p:nvSpPr>
        <p:spPr>
          <a:xfrm>
            <a:off x="4916714" y="39577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0" name="Shape 1787"/>
          <p:cNvSpPr/>
          <p:nvPr/>
        </p:nvSpPr>
        <p:spPr>
          <a:xfrm>
            <a:off x="5019670" y="40132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1" name="Shape 1788"/>
          <p:cNvSpPr/>
          <p:nvPr/>
        </p:nvSpPr>
        <p:spPr>
          <a:xfrm>
            <a:off x="5292256" y="39745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2" name="Shape 1789"/>
          <p:cNvSpPr/>
          <p:nvPr/>
        </p:nvSpPr>
        <p:spPr>
          <a:xfrm>
            <a:off x="5137586" y="40390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3" name="Shape 1790"/>
          <p:cNvSpPr/>
          <p:nvPr/>
        </p:nvSpPr>
        <p:spPr>
          <a:xfrm>
            <a:off x="5244152" y="40128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4" name="Shape 1791"/>
          <p:cNvSpPr/>
          <p:nvPr/>
        </p:nvSpPr>
        <p:spPr>
          <a:xfrm>
            <a:off x="5020105" y="40361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5" name="Shape 1792"/>
          <p:cNvSpPr/>
          <p:nvPr/>
        </p:nvSpPr>
        <p:spPr>
          <a:xfrm>
            <a:off x="5260070" y="40279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6" name="Shape 1793"/>
          <p:cNvSpPr/>
          <p:nvPr/>
        </p:nvSpPr>
        <p:spPr>
          <a:xfrm>
            <a:off x="5220653" y="40263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7" name="Shape 1794"/>
          <p:cNvSpPr/>
          <p:nvPr/>
        </p:nvSpPr>
        <p:spPr>
          <a:xfrm>
            <a:off x="5285563" y="39796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8" name="Shape 1795"/>
          <p:cNvSpPr/>
          <p:nvPr/>
        </p:nvSpPr>
        <p:spPr>
          <a:xfrm>
            <a:off x="4956741" y="40215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799" name="Shape 1796"/>
          <p:cNvSpPr/>
          <p:nvPr/>
        </p:nvSpPr>
        <p:spPr>
          <a:xfrm>
            <a:off x="5323061" y="39848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0" name="Shape 1797"/>
          <p:cNvSpPr/>
          <p:nvPr/>
        </p:nvSpPr>
        <p:spPr>
          <a:xfrm>
            <a:off x="5158979" y="40741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1" name="Shape 1798"/>
          <p:cNvSpPr/>
          <p:nvPr/>
        </p:nvSpPr>
        <p:spPr>
          <a:xfrm>
            <a:off x="5302618" y="39961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2" name="Shape 1799"/>
          <p:cNvSpPr/>
          <p:nvPr/>
        </p:nvSpPr>
        <p:spPr>
          <a:xfrm>
            <a:off x="5248491" y="39997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3" name="Shape 1800"/>
          <p:cNvSpPr/>
          <p:nvPr/>
        </p:nvSpPr>
        <p:spPr>
          <a:xfrm>
            <a:off x="4935160" y="43279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4" name="Shape 1801"/>
          <p:cNvSpPr/>
          <p:nvPr/>
        </p:nvSpPr>
        <p:spPr>
          <a:xfrm>
            <a:off x="5148091" y="44676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5" name="Shape 1802"/>
          <p:cNvSpPr/>
          <p:nvPr/>
        </p:nvSpPr>
        <p:spPr>
          <a:xfrm>
            <a:off x="4980269" y="41805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6" name="Shape 1803"/>
          <p:cNvSpPr/>
          <p:nvPr/>
        </p:nvSpPr>
        <p:spPr>
          <a:xfrm>
            <a:off x="5015482" y="42501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7" name="Shape 1804"/>
          <p:cNvSpPr/>
          <p:nvPr/>
        </p:nvSpPr>
        <p:spPr>
          <a:xfrm>
            <a:off x="5293395" y="44082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8" name="Shape 1805"/>
          <p:cNvSpPr/>
          <p:nvPr/>
        </p:nvSpPr>
        <p:spPr>
          <a:xfrm>
            <a:off x="4938547" y="43847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09" name="Shape 1806"/>
          <p:cNvSpPr/>
          <p:nvPr/>
        </p:nvSpPr>
        <p:spPr>
          <a:xfrm>
            <a:off x="5311212" y="39527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0" name="Shape 1807"/>
          <p:cNvSpPr/>
          <p:nvPr/>
        </p:nvSpPr>
        <p:spPr>
          <a:xfrm>
            <a:off x="4955168" y="38585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1" name="Shape 1808"/>
          <p:cNvSpPr/>
          <p:nvPr/>
        </p:nvSpPr>
        <p:spPr>
          <a:xfrm>
            <a:off x="5083061" y="42315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2" name="Shape 1809"/>
          <p:cNvSpPr/>
          <p:nvPr/>
        </p:nvSpPr>
        <p:spPr>
          <a:xfrm>
            <a:off x="5191002" y="38339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3" name="Shape 1810"/>
          <p:cNvSpPr/>
          <p:nvPr/>
        </p:nvSpPr>
        <p:spPr>
          <a:xfrm>
            <a:off x="5198256" y="43834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4" name="Shape 1811"/>
          <p:cNvSpPr/>
          <p:nvPr/>
        </p:nvSpPr>
        <p:spPr>
          <a:xfrm>
            <a:off x="4904734" y="46096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5" name="Shape 1812"/>
          <p:cNvSpPr/>
          <p:nvPr/>
        </p:nvSpPr>
        <p:spPr>
          <a:xfrm>
            <a:off x="5068706" y="44474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6" name="Shape 1813"/>
          <p:cNvSpPr/>
          <p:nvPr/>
        </p:nvSpPr>
        <p:spPr>
          <a:xfrm>
            <a:off x="5232742" y="43646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7" name="Shape 1814"/>
          <p:cNvSpPr/>
          <p:nvPr/>
        </p:nvSpPr>
        <p:spPr>
          <a:xfrm>
            <a:off x="4909786" y="43946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8" name="Shape 1815"/>
          <p:cNvSpPr/>
          <p:nvPr/>
        </p:nvSpPr>
        <p:spPr>
          <a:xfrm>
            <a:off x="5276990" y="45663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19" name="Shape 1816"/>
          <p:cNvSpPr/>
          <p:nvPr/>
        </p:nvSpPr>
        <p:spPr>
          <a:xfrm>
            <a:off x="5191214" y="44283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0" name="Shape 1817"/>
          <p:cNvSpPr/>
          <p:nvPr/>
        </p:nvSpPr>
        <p:spPr>
          <a:xfrm>
            <a:off x="4985225" y="45062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1" name="Shape 1818"/>
          <p:cNvSpPr/>
          <p:nvPr/>
        </p:nvSpPr>
        <p:spPr>
          <a:xfrm>
            <a:off x="5084662" y="44714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2" name="Shape 1819"/>
          <p:cNvSpPr/>
          <p:nvPr/>
        </p:nvSpPr>
        <p:spPr>
          <a:xfrm>
            <a:off x="5004223" y="33942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3" name="Shape 1820"/>
          <p:cNvSpPr/>
          <p:nvPr/>
        </p:nvSpPr>
        <p:spPr>
          <a:xfrm>
            <a:off x="5218267" y="37280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4" name="Shape 1821"/>
          <p:cNvSpPr/>
          <p:nvPr/>
        </p:nvSpPr>
        <p:spPr>
          <a:xfrm>
            <a:off x="5197210" y="46659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5" name="Shape 1822"/>
          <p:cNvSpPr/>
          <p:nvPr/>
        </p:nvSpPr>
        <p:spPr>
          <a:xfrm>
            <a:off x="4958182" y="46606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6" name="Shape 1823"/>
          <p:cNvSpPr/>
          <p:nvPr/>
        </p:nvSpPr>
        <p:spPr>
          <a:xfrm>
            <a:off x="4983183" y="40033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7" name="Shape 1824"/>
          <p:cNvSpPr/>
          <p:nvPr/>
        </p:nvSpPr>
        <p:spPr>
          <a:xfrm>
            <a:off x="5104470" y="45414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8" name="Shape 1825"/>
          <p:cNvSpPr/>
          <p:nvPr/>
        </p:nvSpPr>
        <p:spPr>
          <a:xfrm>
            <a:off x="5102688" y="39969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29" name="Shape 1826"/>
          <p:cNvSpPr/>
          <p:nvPr/>
        </p:nvSpPr>
        <p:spPr>
          <a:xfrm>
            <a:off x="5128203" y="40346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30" name="Shape 1827"/>
          <p:cNvSpPr/>
          <p:nvPr/>
        </p:nvSpPr>
        <p:spPr>
          <a:xfrm>
            <a:off x="4930208" y="40418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31" name="Shape 1828"/>
          <p:cNvSpPr/>
          <p:nvPr/>
        </p:nvSpPr>
        <p:spPr>
          <a:xfrm>
            <a:off x="4902377" y="39859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32" name="Shape 1829"/>
          <p:cNvSpPr/>
          <p:nvPr/>
        </p:nvSpPr>
        <p:spPr>
          <a:xfrm>
            <a:off x="5018353" y="41203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33" name="Shape 1830"/>
          <p:cNvSpPr/>
          <p:nvPr/>
        </p:nvSpPr>
        <p:spPr>
          <a:xfrm>
            <a:off x="5061404" y="40910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34" name="Shape 1831"/>
          <p:cNvSpPr/>
          <p:nvPr/>
        </p:nvSpPr>
        <p:spPr>
          <a:xfrm>
            <a:off x="5110419" y="40921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35" name="Shape 1832"/>
          <p:cNvSpPr/>
          <p:nvPr/>
        </p:nvSpPr>
        <p:spPr>
          <a:xfrm>
            <a:off x="5221767" y="40428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836" name="Shape 1833"/>
          <p:cNvSpPr/>
          <p:nvPr/>
        </p:nvSpPr>
        <p:spPr>
          <a:xfrm>
            <a:off x="5130800" y="3450504"/>
            <a:ext cx="127" cy="1127502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1837" name="Shape 1834"/>
          <p:cNvSpPr/>
          <p:nvPr/>
        </p:nvSpPr>
        <p:spPr>
          <a:xfrm>
            <a:off x="5029200" y="4578006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1838" name="Shape 1835"/>
          <p:cNvSpPr/>
          <p:nvPr/>
        </p:nvSpPr>
        <p:spPr>
          <a:xfrm>
            <a:off x="5029200" y="3450504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1839" name="Shape 1836"/>
          <p:cNvSpPr/>
          <p:nvPr/>
        </p:nvSpPr>
        <p:spPr>
          <a:xfrm>
            <a:off x="4978400" y="3897154"/>
            <a:ext cx="304800" cy="440381"/>
          </a:xfrm>
          <a:prstGeom prst="rect">
            <a:avLst/>
          </a:prstGeom>
          <a:solidFill>
            <a:srgbClr val="FFFFFF"/>
          </a:solidFill>
          <a:ln w="19050">
            <a:solidFill>
              <a:srgbClr val="5575B2"/>
            </a:solidFill>
            <a:prstDash val="solid"/>
          </a:ln>
        </p:spPr>
      </p:sp>
      <p:sp>
        <p:nvSpPr>
          <p:cNvPr id="1840" name="Shape 1837"/>
          <p:cNvSpPr/>
          <p:nvPr/>
        </p:nvSpPr>
        <p:spPr>
          <a:xfrm>
            <a:off x="4978400" y="4183088"/>
            <a:ext cx="304800" cy="127"/>
          </a:xfrm>
          <a:prstGeom prst="line">
            <a:avLst/>
          </a:prstGeom>
          <a:noFill/>
          <a:ln w="30480">
            <a:solidFill>
              <a:srgbClr val="5575B2"/>
            </a:solidFill>
            <a:prstDash val="solid"/>
          </a:ln>
        </p:spPr>
      </p:sp>
      <p:sp>
        <p:nvSpPr>
          <p:cNvPr id="1841" name="Shape 1838"/>
          <p:cNvSpPr/>
          <p:nvPr/>
        </p:nvSpPr>
        <p:spPr>
          <a:xfrm>
            <a:off x="7490222" y="42650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2" name="Shape 1839"/>
          <p:cNvSpPr/>
          <p:nvPr/>
        </p:nvSpPr>
        <p:spPr>
          <a:xfrm>
            <a:off x="7447274" y="42740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3" name="Shape 1840"/>
          <p:cNvSpPr/>
          <p:nvPr/>
        </p:nvSpPr>
        <p:spPr>
          <a:xfrm>
            <a:off x="7199288" y="43195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4" name="Shape 1841"/>
          <p:cNvSpPr/>
          <p:nvPr/>
        </p:nvSpPr>
        <p:spPr>
          <a:xfrm>
            <a:off x="7417204" y="43500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5" name="Shape 1842"/>
          <p:cNvSpPr/>
          <p:nvPr/>
        </p:nvSpPr>
        <p:spPr>
          <a:xfrm>
            <a:off x="7082070" y="43833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6" name="Shape 1843"/>
          <p:cNvSpPr/>
          <p:nvPr/>
        </p:nvSpPr>
        <p:spPr>
          <a:xfrm>
            <a:off x="7280886" y="43063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7" name="Shape 1844"/>
          <p:cNvSpPr/>
          <p:nvPr/>
        </p:nvSpPr>
        <p:spPr>
          <a:xfrm>
            <a:off x="7250778" y="43975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8" name="Shape 1845"/>
          <p:cNvSpPr/>
          <p:nvPr/>
        </p:nvSpPr>
        <p:spPr>
          <a:xfrm>
            <a:off x="7305755" y="42855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9" name="Shape 1846"/>
          <p:cNvSpPr/>
          <p:nvPr/>
        </p:nvSpPr>
        <p:spPr>
          <a:xfrm>
            <a:off x="7284918" y="42970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0" name="Shape 1847"/>
          <p:cNvSpPr/>
          <p:nvPr/>
        </p:nvSpPr>
        <p:spPr>
          <a:xfrm>
            <a:off x="7494796" y="42638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1" name="Shape 1848"/>
          <p:cNvSpPr/>
          <p:nvPr/>
        </p:nvSpPr>
        <p:spPr>
          <a:xfrm>
            <a:off x="7295900" y="43299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2" name="Shape 1849"/>
          <p:cNvSpPr/>
          <p:nvPr/>
        </p:nvSpPr>
        <p:spPr>
          <a:xfrm>
            <a:off x="7440447" y="43258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3" name="Shape 1850"/>
          <p:cNvSpPr/>
          <p:nvPr/>
        </p:nvSpPr>
        <p:spPr>
          <a:xfrm>
            <a:off x="7281843" y="43607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4" name="Shape 1851"/>
          <p:cNvSpPr/>
          <p:nvPr/>
        </p:nvSpPr>
        <p:spPr>
          <a:xfrm>
            <a:off x="7483566" y="43051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5" name="Shape 1852"/>
          <p:cNvSpPr/>
          <p:nvPr/>
        </p:nvSpPr>
        <p:spPr>
          <a:xfrm>
            <a:off x="7122158" y="43175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6" name="Shape 1853"/>
          <p:cNvSpPr/>
          <p:nvPr/>
        </p:nvSpPr>
        <p:spPr>
          <a:xfrm>
            <a:off x="7113811" y="43787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7" name="Shape 1854"/>
          <p:cNvSpPr/>
          <p:nvPr/>
        </p:nvSpPr>
        <p:spPr>
          <a:xfrm>
            <a:off x="7139518" y="44171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8" name="Shape 1855"/>
          <p:cNvSpPr/>
          <p:nvPr/>
        </p:nvSpPr>
        <p:spPr>
          <a:xfrm>
            <a:off x="7229318" y="43822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9" name="Shape 1856"/>
          <p:cNvSpPr/>
          <p:nvPr/>
        </p:nvSpPr>
        <p:spPr>
          <a:xfrm>
            <a:off x="7130891" y="43393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0" name="Shape 1857"/>
          <p:cNvSpPr/>
          <p:nvPr/>
        </p:nvSpPr>
        <p:spPr>
          <a:xfrm>
            <a:off x="7440693" y="43189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1" name="Shape 1858"/>
          <p:cNvSpPr/>
          <p:nvPr/>
        </p:nvSpPr>
        <p:spPr>
          <a:xfrm>
            <a:off x="7453675" y="42869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2" name="Shape 1859"/>
          <p:cNvSpPr/>
          <p:nvPr/>
        </p:nvSpPr>
        <p:spPr>
          <a:xfrm>
            <a:off x="7139582" y="42822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3" name="Shape 1860"/>
          <p:cNvSpPr/>
          <p:nvPr/>
        </p:nvSpPr>
        <p:spPr>
          <a:xfrm>
            <a:off x="7244445" y="43086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4" name="Shape 1861"/>
          <p:cNvSpPr/>
          <p:nvPr/>
        </p:nvSpPr>
        <p:spPr>
          <a:xfrm>
            <a:off x="7114210" y="43283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5" name="Shape 1862"/>
          <p:cNvSpPr/>
          <p:nvPr/>
        </p:nvSpPr>
        <p:spPr>
          <a:xfrm>
            <a:off x="7099005" y="42915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6" name="Shape 1863"/>
          <p:cNvSpPr/>
          <p:nvPr/>
        </p:nvSpPr>
        <p:spPr>
          <a:xfrm>
            <a:off x="7267247" y="44506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7" name="Shape 1864"/>
          <p:cNvSpPr/>
          <p:nvPr/>
        </p:nvSpPr>
        <p:spPr>
          <a:xfrm>
            <a:off x="7146583" y="43364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8" name="Shape 1865"/>
          <p:cNvSpPr/>
          <p:nvPr/>
        </p:nvSpPr>
        <p:spPr>
          <a:xfrm>
            <a:off x="7463782" y="43038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9" name="Shape 1866"/>
          <p:cNvSpPr/>
          <p:nvPr/>
        </p:nvSpPr>
        <p:spPr>
          <a:xfrm>
            <a:off x="7218856" y="43040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0" name="Shape 1867"/>
          <p:cNvSpPr/>
          <p:nvPr/>
        </p:nvSpPr>
        <p:spPr>
          <a:xfrm>
            <a:off x="7184134" y="43538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1" name="Shape 1868"/>
          <p:cNvSpPr/>
          <p:nvPr/>
        </p:nvSpPr>
        <p:spPr>
          <a:xfrm>
            <a:off x="7072074" y="44052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2" name="Shape 1869"/>
          <p:cNvSpPr/>
          <p:nvPr/>
        </p:nvSpPr>
        <p:spPr>
          <a:xfrm>
            <a:off x="7490983" y="43449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3" name="Shape 1870"/>
          <p:cNvSpPr/>
          <p:nvPr/>
        </p:nvSpPr>
        <p:spPr>
          <a:xfrm>
            <a:off x="7251459" y="43054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4" name="Shape 1871"/>
          <p:cNvSpPr/>
          <p:nvPr/>
        </p:nvSpPr>
        <p:spPr>
          <a:xfrm>
            <a:off x="7218117" y="43120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5" name="Shape 1872"/>
          <p:cNvSpPr/>
          <p:nvPr/>
        </p:nvSpPr>
        <p:spPr>
          <a:xfrm>
            <a:off x="7467185" y="43274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6" name="Shape 1873"/>
          <p:cNvSpPr/>
          <p:nvPr/>
        </p:nvSpPr>
        <p:spPr>
          <a:xfrm>
            <a:off x="7418124" y="44546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7" name="Shape 1874"/>
          <p:cNvSpPr/>
          <p:nvPr/>
        </p:nvSpPr>
        <p:spPr>
          <a:xfrm>
            <a:off x="7111060" y="43322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8" name="Shape 1875"/>
          <p:cNvSpPr/>
          <p:nvPr/>
        </p:nvSpPr>
        <p:spPr>
          <a:xfrm>
            <a:off x="7187841" y="43564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9" name="Shape 1876"/>
          <p:cNvSpPr/>
          <p:nvPr/>
        </p:nvSpPr>
        <p:spPr>
          <a:xfrm>
            <a:off x="7232107" y="43062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0" name="Shape 1877"/>
          <p:cNvSpPr/>
          <p:nvPr/>
        </p:nvSpPr>
        <p:spPr>
          <a:xfrm>
            <a:off x="7195159" y="42842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1" name="Shape 1878"/>
          <p:cNvSpPr/>
          <p:nvPr/>
        </p:nvSpPr>
        <p:spPr>
          <a:xfrm>
            <a:off x="7351859" y="43582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2" name="Shape 1879"/>
          <p:cNvSpPr/>
          <p:nvPr/>
        </p:nvSpPr>
        <p:spPr>
          <a:xfrm>
            <a:off x="7231108" y="43034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3" name="Shape 1880"/>
          <p:cNvSpPr/>
          <p:nvPr/>
        </p:nvSpPr>
        <p:spPr>
          <a:xfrm>
            <a:off x="7128741" y="43031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4" name="Shape 1881"/>
          <p:cNvSpPr/>
          <p:nvPr/>
        </p:nvSpPr>
        <p:spPr>
          <a:xfrm>
            <a:off x="7152273" y="42925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5" name="Shape 1882"/>
          <p:cNvSpPr/>
          <p:nvPr/>
        </p:nvSpPr>
        <p:spPr>
          <a:xfrm>
            <a:off x="7071238" y="43339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6" name="Shape 1883"/>
          <p:cNvSpPr/>
          <p:nvPr/>
        </p:nvSpPr>
        <p:spPr>
          <a:xfrm>
            <a:off x="7277259" y="43112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7" name="Shape 1884"/>
          <p:cNvSpPr/>
          <p:nvPr/>
        </p:nvSpPr>
        <p:spPr>
          <a:xfrm>
            <a:off x="7213079" y="44379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8" name="Shape 1885"/>
          <p:cNvSpPr/>
          <p:nvPr/>
        </p:nvSpPr>
        <p:spPr>
          <a:xfrm>
            <a:off x="7067829" y="43845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9" name="Shape 1886"/>
          <p:cNvSpPr/>
          <p:nvPr/>
        </p:nvSpPr>
        <p:spPr>
          <a:xfrm>
            <a:off x="7276445" y="43823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0" name="Shape 1887"/>
          <p:cNvSpPr/>
          <p:nvPr/>
        </p:nvSpPr>
        <p:spPr>
          <a:xfrm>
            <a:off x="7287633" y="43283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1" name="Shape 1888"/>
          <p:cNvSpPr/>
          <p:nvPr/>
        </p:nvSpPr>
        <p:spPr>
          <a:xfrm>
            <a:off x="7195733" y="43744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2" name="Shape 1889"/>
          <p:cNvSpPr/>
          <p:nvPr/>
        </p:nvSpPr>
        <p:spPr>
          <a:xfrm>
            <a:off x="7181563" y="42502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3" name="Shape 1890"/>
          <p:cNvSpPr/>
          <p:nvPr/>
        </p:nvSpPr>
        <p:spPr>
          <a:xfrm>
            <a:off x="7337956" y="43805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4" name="Shape 1891"/>
          <p:cNvSpPr/>
          <p:nvPr/>
        </p:nvSpPr>
        <p:spPr>
          <a:xfrm>
            <a:off x="7097526" y="44575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5" name="Shape 1892"/>
          <p:cNvSpPr/>
          <p:nvPr/>
        </p:nvSpPr>
        <p:spPr>
          <a:xfrm>
            <a:off x="7211831" y="43829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6" name="Shape 1893"/>
          <p:cNvSpPr/>
          <p:nvPr/>
        </p:nvSpPr>
        <p:spPr>
          <a:xfrm>
            <a:off x="7424277" y="43364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7" name="Shape 1894"/>
          <p:cNvSpPr/>
          <p:nvPr/>
        </p:nvSpPr>
        <p:spPr>
          <a:xfrm>
            <a:off x="7309818" y="42706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8" name="Shape 1895"/>
          <p:cNvSpPr/>
          <p:nvPr/>
        </p:nvSpPr>
        <p:spPr>
          <a:xfrm>
            <a:off x="7372014" y="44023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9" name="Shape 1896"/>
          <p:cNvSpPr/>
          <p:nvPr/>
        </p:nvSpPr>
        <p:spPr>
          <a:xfrm>
            <a:off x="7250085" y="42967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0" name="Shape 1897"/>
          <p:cNvSpPr/>
          <p:nvPr/>
        </p:nvSpPr>
        <p:spPr>
          <a:xfrm>
            <a:off x="7449943" y="43349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1" name="Shape 1898"/>
          <p:cNvSpPr/>
          <p:nvPr/>
        </p:nvSpPr>
        <p:spPr>
          <a:xfrm>
            <a:off x="7130863" y="43251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2" name="Shape 1899"/>
          <p:cNvSpPr/>
          <p:nvPr/>
        </p:nvSpPr>
        <p:spPr>
          <a:xfrm>
            <a:off x="7277661" y="43730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3" name="Shape 1900"/>
          <p:cNvSpPr/>
          <p:nvPr/>
        </p:nvSpPr>
        <p:spPr>
          <a:xfrm>
            <a:off x="7344638" y="43490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4" name="Shape 1901"/>
          <p:cNvSpPr/>
          <p:nvPr/>
        </p:nvSpPr>
        <p:spPr>
          <a:xfrm>
            <a:off x="7097172" y="42688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5" name="Shape 1902"/>
          <p:cNvSpPr/>
          <p:nvPr/>
        </p:nvSpPr>
        <p:spPr>
          <a:xfrm>
            <a:off x="7274447" y="43000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6" name="Shape 1903"/>
          <p:cNvSpPr/>
          <p:nvPr/>
        </p:nvSpPr>
        <p:spPr>
          <a:xfrm>
            <a:off x="7202650" y="43380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7" name="Shape 1904"/>
          <p:cNvSpPr/>
          <p:nvPr/>
        </p:nvSpPr>
        <p:spPr>
          <a:xfrm>
            <a:off x="7074221" y="43395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8" name="Shape 1905"/>
          <p:cNvSpPr/>
          <p:nvPr/>
        </p:nvSpPr>
        <p:spPr>
          <a:xfrm>
            <a:off x="7342650" y="43299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9" name="Shape 1906"/>
          <p:cNvSpPr/>
          <p:nvPr/>
        </p:nvSpPr>
        <p:spPr>
          <a:xfrm>
            <a:off x="7352071" y="43499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0" name="Shape 1907"/>
          <p:cNvSpPr/>
          <p:nvPr/>
        </p:nvSpPr>
        <p:spPr>
          <a:xfrm>
            <a:off x="7180561" y="43397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1" name="Shape 1908"/>
          <p:cNvSpPr/>
          <p:nvPr/>
        </p:nvSpPr>
        <p:spPr>
          <a:xfrm>
            <a:off x="7278843" y="43218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2" name="Shape 1909"/>
          <p:cNvSpPr/>
          <p:nvPr/>
        </p:nvSpPr>
        <p:spPr>
          <a:xfrm>
            <a:off x="7442057" y="44634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3" name="Shape 1910"/>
          <p:cNvSpPr/>
          <p:nvPr/>
        </p:nvSpPr>
        <p:spPr>
          <a:xfrm>
            <a:off x="7308588" y="43134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4" name="Shape 1911"/>
          <p:cNvSpPr/>
          <p:nvPr/>
        </p:nvSpPr>
        <p:spPr>
          <a:xfrm>
            <a:off x="7259386" y="43298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5" name="Shape 1912"/>
          <p:cNvSpPr/>
          <p:nvPr/>
        </p:nvSpPr>
        <p:spPr>
          <a:xfrm>
            <a:off x="7122225" y="43781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6" name="Shape 1913"/>
          <p:cNvSpPr/>
          <p:nvPr/>
        </p:nvSpPr>
        <p:spPr>
          <a:xfrm>
            <a:off x="7289034" y="44239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7" name="Shape 1914"/>
          <p:cNvSpPr/>
          <p:nvPr/>
        </p:nvSpPr>
        <p:spPr>
          <a:xfrm>
            <a:off x="7387088" y="42774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8" name="Shape 1915"/>
          <p:cNvSpPr/>
          <p:nvPr/>
        </p:nvSpPr>
        <p:spPr>
          <a:xfrm>
            <a:off x="7234336" y="43543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9" name="Shape 1916"/>
          <p:cNvSpPr/>
          <p:nvPr/>
        </p:nvSpPr>
        <p:spPr>
          <a:xfrm>
            <a:off x="7463166" y="37723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0" name="Shape 1917"/>
          <p:cNvSpPr/>
          <p:nvPr/>
        </p:nvSpPr>
        <p:spPr>
          <a:xfrm>
            <a:off x="7302807" y="42777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1" name="Shape 1918"/>
          <p:cNvSpPr/>
          <p:nvPr/>
        </p:nvSpPr>
        <p:spPr>
          <a:xfrm>
            <a:off x="7094971" y="42535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2" name="Shape 1919"/>
          <p:cNvSpPr/>
          <p:nvPr/>
        </p:nvSpPr>
        <p:spPr>
          <a:xfrm>
            <a:off x="7229398" y="42202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3" name="Shape 1920"/>
          <p:cNvSpPr/>
          <p:nvPr/>
        </p:nvSpPr>
        <p:spPr>
          <a:xfrm>
            <a:off x="7376352" y="42909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4" name="Shape 1921"/>
          <p:cNvSpPr/>
          <p:nvPr/>
        </p:nvSpPr>
        <p:spPr>
          <a:xfrm>
            <a:off x="7457279" y="43579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5" name="Shape 1922"/>
          <p:cNvSpPr/>
          <p:nvPr/>
        </p:nvSpPr>
        <p:spPr>
          <a:xfrm>
            <a:off x="7206383" y="46490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6" name="Shape 1923"/>
          <p:cNvSpPr/>
          <p:nvPr/>
        </p:nvSpPr>
        <p:spPr>
          <a:xfrm>
            <a:off x="7452436" y="42765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7" name="Shape 1924"/>
          <p:cNvSpPr/>
          <p:nvPr/>
        </p:nvSpPr>
        <p:spPr>
          <a:xfrm>
            <a:off x="7209367" y="42823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8" name="Shape 1925"/>
          <p:cNvSpPr/>
          <p:nvPr/>
        </p:nvSpPr>
        <p:spPr>
          <a:xfrm>
            <a:off x="7325815" y="44223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9" name="Shape 1926"/>
          <p:cNvSpPr/>
          <p:nvPr/>
        </p:nvSpPr>
        <p:spPr>
          <a:xfrm>
            <a:off x="7478289" y="44129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0" name="Shape 1927"/>
          <p:cNvSpPr/>
          <p:nvPr/>
        </p:nvSpPr>
        <p:spPr>
          <a:xfrm>
            <a:off x="7086647" y="46497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1" name="Shape 1928"/>
          <p:cNvSpPr/>
          <p:nvPr/>
        </p:nvSpPr>
        <p:spPr>
          <a:xfrm>
            <a:off x="7086841" y="44784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2" name="Shape 1929"/>
          <p:cNvSpPr/>
          <p:nvPr/>
        </p:nvSpPr>
        <p:spPr>
          <a:xfrm>
            <a:off x="7474338" y="43201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3" name="Shape 1930"/>
          <p:cNvSpPr/>
          <p:nvPr/>
        </p:nvSpPr>
        <p:spPr>
          <a:xfrm>
            <a:off x="7175951" y="44233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4" name="Shape 1931"/>
          <p:cNvSpPr/>
          <p:nvPr/>
        </p:nvSpPr>
        <p:spPr>
          <a:xfrm>
            <a:off x="7312601" y="46046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5" name="Shape 1932"/>
          <p:cNvSpPr/>
          <p:nvPr/>
        </p:nvSpPr>
        <p:spPr>
          <a:xfrm>
            <a:off x="7066883" y="44193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6" name="Shape 1933"/>
          <p:cNvSpPr/>
          <p:nvPr/>
        </p:nvSpPr>
        <p:spPr>
          <a:xfrm>
            <a:off x="7301337" y="47415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7" name="Shape 1934"/>
          <p:cNvSpPr/>
          <p:nvPr/>
        </p:nvSpPr>
        <p:spPr>
          <a:xfrm>
            <a:off x="7261230" y="45030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8" name="Shape 1935"/>
          <p:cNvSpPr/>
          <p:nvPr/>
        </p:nvSpPr>
        <p:spPr>
          <a:xfrm>
            <a:off x="7421556" y="42648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9" name="Shape 1936"/>
          <p:cNvSpPr/>
          <p:nvPr/>
        </p:nvSpPr>
        <p:spPr>
          <a:xfrm>
            <a:off x="7401858" y="42509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0" name="Shape 1937"/>
          <p:cNvSpPr/>
          <p:nvPr/>
        </p:nvSpPr>
        <p:spPr>
          <a:xfrm>
            <a:off x="7091819" y="42920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1" name="Shape 1938"/>
          <p:cNvSpPr/>
          <p:nvPr/>
        </p:nvSpPr>
        <p:spPr>
          <a:xfrm>
            <a:off x="7189743" y="38842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2" name="Shape 1939"/>
          <p:cNvSpPr/>
          <p:nvPr/>
        </p:nvSpPr>
        <p:spPr>
          <a:xfrm>
            <a:off x="7254770" y="40544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3" name="Shape 1940"/>
          <p:cNvSpPr/>
          <p:nvPr/>
        </p:nvSpPr>
        <p:spPr>
          <a:xfrm>
            <a:off x="7447660" y="43872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4" name="Shape 1941"/>
          <p:cNvSpPr/>
          <p:nvPr/>
        </p:nvSpPr>
        <p:spPr>
          <a:xfrm>
            <a:off x="7447649" y="47642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5" name="Shape 1942"/>
          <p:cNvSpPr/>
          <p:nvPr/>
        </p:nvSpPr>
        <p:spPr>
          <a:xfrm>
            <a:off x="7100256" y="43626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6" name="Shape 1943"/>
          <p:cNvSpPr/>
          <p:nvPr/>
        </p:nvSpPr>
        <p:spPr>
          <a:xfrm>
            <a:off x="7259400" y="45944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7" name="Shape 1944"/>
          <p:cNvSpPr/>
          <p:nvPr/>
        </p:nvSpPr>
        <p:spPr>
          <a:xfrm>
            <a:off x="7329102" y="41014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8" name="Shape 1945"/>
          <p:cNvSpPr/>
          <p:nvPr/>
        </p:nvSpPr>
        <p:spPr>
          <a:xfrm>
            <a:off x="7375558" y="41156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9" name="Shape 1946"/>
          <p:cNvSpPr/>
          <p:nvPr/>
        </p:nvSpPr>
        <p:spPr>
          <a:xfrm>
            <a:off x="7281797" y="40938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0" name="Shape 1947"/>
          <p:cNvSpPr/>
          <p:nvPr/>
        </p:nvSpPr>
        <p:spPr>
          <a:xfrm>
            <a:off x="7209654" y="40447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1" name="Shape 1948"/>
          <p:cNvSpPr/>
          <p:nvPr/>
        </p:nvSpPr>
        <p:spPr>
          <a:xfrm>
            <a:off x="7477924" y="43597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2" name="Shape 1949"/>
          <p:cNvSpPr/>
          <p:nvPr/>
        </p:nvSpPr>
        <p:spPr>
          <a:xfrm>
            <a:off x="7370828" y="46345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3" name="Shape 1950"/>
          <p:cNvSpPr/>
          <p:nvPr/>
        </p:nvSpPr>
        <p:spPr>
          <a:xfrm>
            <a:off x="7381058" y="40690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4" name="Shape 1951"/>
          <p:cNvSpPr/>
          <p:nvPr/>
        </p:nvSpPr>
        <p:spPr>
          <a:xfrm>
            <a:off x="7397481" y="43931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5" name="Shape 1952"/>
          <p:cNvSpPr/>
          <p:nvPr/>
        </p:nvSpPr>
        <p:spPr>
          <a:xfrm>
            <a:off x="7085262" y="40302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6" name="Shape 1953"/>
          <p:cNvSpPr/>
          <p:nvPr/>
        </p:nvSpPr>
        <p:spPr>
          <a:xfrm>
            <a:off x="7396394" y="46028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7" name="Shape 1954"/>
          <p:cNvSpPr/>
          <p:nvPr/>
        </p:nvSpPr>
        <p:spPr>
          <a:xfrm>
            <a:off x="7351476" y="43881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8" name="Shape 1955"/>
          <p:cNvSpPr/>
          <p:nvPr/>
        </p:nvSpPr>
        <p:spPr>
          <a:xfrm>
            <a:off x="7303775" y="43425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9" name="Shape 1956"/>
          <p:cNvSpPr/>
          <p:nvPr/>
        </p:nvSpPr>
        <p:spPr>
          <a:xfrm>
            <a:off x="7488830" y="46017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0" name="Shape 1957"/>
          <p:cNvSpPr/>
          <p:nvPr/>
        </p:nvSpPr>
        <p:spPr>
          <a:xfrm>
            <a:off x="7089407" y="46615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1" name="Shape 1958"/>
          <p:cNvSpPr/>
          <p:nvPr/>
        </p:nvSpPr>
        <p:spPr>
          <a:xfrm>
            <a:off x="7489191" y="40917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2" name="Shape 1959"/>
          <p:cNvSpPr/>
          <p:nvPr/>
        </p:nvSpPr>
        <p:spPr>
          <a:xfrm>
            <a:off x="7232296" y="40675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3" name="Shape 1960"/>
          <p:cNvSpPr/>
          <p:nvPr/>
        </p:nvSpPr>
        <p:spPr>
          <a:xfrm>
            <a:off x="7229800" y="40201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4" name="Shape 1961"/>
          <p:cNvSpPr/>
          <p:nvPr/>
        </p:nvSpPr>
        <p:spPr>
          <a:xfrm>
            <a:off x="7345496" y="39973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5" name="Shape 1962"/>
          <p:cNvSpPr/>
          <p:nvPr/>
        </p:nvSpPr>
        <p:spPr>
          <a:xfrm>
            <a:off x="7279559" y="41129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6" name="Shape 1963"/>
          <p:cNvSpPr/>
          <p:nvPr/>
        </p:nvSpPr>
        <p:spPr>
          <a:xfrm>
            <a:off x="7407296" y="40368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7" name="Shape 1964"/>
          <p:cNvSpPr/>
          <p:nvPr/>
        </p:nvSpPr>
        <p:spPr>
          <a:xfrm>
            <a:off x="7438444" y="48418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8" name="Shape 1965"/>
          <p:cNvSpPr/>
          <p:nvPr/>
        </p:nvSpPr>
        <p:spPr>
          <a:xfrm>
            <a:off x="7204164" y="49249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9" name="Shape 1966"/>
          <p:cNvSpPr/>
          <p:nvPr/>
        </p:nvSpPr>
        <p:spPr>
          <a:xfrm>
            <a:off x="7149524" y="42717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0" name="Shape 1967"/>
          <p:cNvSpPr/>
          <p:nvPr/>
        </p:nvSpPr>
        <p:spPr>
          <a:xfrm>
            <a:off x="7253728" y="42569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1" name="Shape 1968"/>
          <p:cNvSpPr/>
          <p:nvPr/>
        </p:nvSpPr>
        <p:spPr>
          <a:xfrm>
            <a:off x="7275603" y="44595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2" name="Shape 1969"/>
          <p:cNvSpPr/>
          <p:nvPr/>
        </p:nvSpPr>
        <p:spPr>
          <a:xfrm>
            <a:off x="7357748" y="34679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3" name="Shape 1970"/>
          <p:cNvSpPr/>
          <p:nvPr/>
        </p:nvSpPr>
        <p:spPr>
          <a:xfrm>
            <a:off x="7079498" y="39222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4" name="Shape 1971"/>
          <p:cNvSpPr/>
          <p:nvPr/>
        </p:nvSpPr>
        <p:spPr>
          <a:xfrm>
            <a:off x="7381440" y="36145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5" name="Shape 1972"/>
          <p:cNvSpPr/>
          <p:nvPr/>
        </p:nvSpPr>
        <p:spPr>
          <a:xfrm>
            <a:off x="7377760" y="37848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6" name="Shape 1973"/>
          <p:cNvSpPr/>
          <p:nvPr/>
        </p:nvSpPr>
        <p:spPr>
          <a:xfrm>
            <a:off x="7325497" y="37739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7" name="Shape 1974"/>
          <p:cNvSpPr/>
          <p:nvPr/>
        </p:nvSpPr>
        <p:spPr>
          <a:xfrm>
            <a:off x="7469879" y="38252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8" name="Shape 1975"/>
          <p:cNvSpPr/>
          <p:nvPr/>
        </p:nvSpPr>
        <p:spPr>
          <a:xfrm>
            <a:off x="7130772" y="38426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9" name="Shape 1976"/>
          <p:cNvSpPr/>
          <p:nvPr/>
        </p:nvSpPr>
        <p:spPr>
          <a:xfrm>
            <a:off x="7278436" y="39242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0" name="Shape 1977"/>
          <p:cNvSpPr/>
          <p:nvPr/>
        </p:nvSpPr>
        <p:spPr>
          <a:xfrm>
            <a:off x="7096305" y="38518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1" name="Shape 1978"/>
          <p:cNvSpPr/>
          <p:nvPr/>
        </p:nvSpPr>
        <p:spPr>
          <a:xfrm>
            <a:off x="7383022" y="38733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2" name="Shape 1979"/>
          <p:cNvSpPr/>
          <p:nvPr/>
        </p:nvSpPr>
        <p:spPr>
          <a:xfrm>
            <a:off x="7441242" y="39390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3" name="Shape 1980"/>
          <p:cNvSpPr/>
          <p:nvPr/>
        </p:nvSpPr>
        <p:spPr>
          <a:xfrm>
            <a:off x="7212569" y="37526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4" name="Shape 1981"/>
          <p:cNvSpPr/>
          <p:nvPr/>
        </p:nvSpPr>
        <p:spPr>
          <a:xfrm>
            <a:off x="7183779" y="39835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5" name="Shape 1982"/>
          <p:cNvSpPr/>
          <p:nvPr/>
        </p:nvSpPr>
        <p:spPr>
          <a:xfrm>
            <a:off x="7199049" y="38514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6" name="Shape 1983"/>
          <p:cNvSpPr/>
          <p:nvPr/>
        </p:nvSpPr>
        <p:spPr>
          <a:xfrm>
            <a:off x="7219235" y="33087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7" name="Shape 1984"/>
          <p:cNvSpPr/>
          <p:nvPr/>
        </p:nvSpPr>
        <p:spPr>
          <a:xfrm>
            <a:off x="7252898" y="41582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8" name="Shape 1985"/>
          <p:cNvSpPr/>
          <p:nvPr/>
        </p:nvSpPr>
        <p:spPr>
          <a:xfrm>
            <a:off x="7133642" y="42449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9" name="Shape 1986"/>
          <p:cNvSpPr/>
          <p:nvPr/>
        </p:nvSpPr>
        <p:spPr>
          <a:xfrm>
            <a:off x="7230363" y="39721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0" name="Shape 1987"/>
          <p:cNvSpPr/>
          <p:nvPr/>
        </p:nvSpPr>
        <p:spPr>
          <a:xfrm>
            <a:off x="7203979" y="37188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1" name="Shape 1988"/>
          <p:cNvSpPr/>
          <p:nvPr/>
        </p:nvSpPr>
        <p:spPr>
          <a:xfrm>
            <a:off x="7364679" y="36238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2" name="Shape 1989"/>
          <p:cNvSpPr/>
          <p:nvPr/>
        </p:nvSpPr>
        <p:spPr>
          <a:xfrm>
            <a:off x="7147002" y="36160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3" name="Shape 1990"/>
          <p:cNvSpPr/>
          <p:nvPr/>
        </p:nvSpPr>
        <p:spPr>
          <a:xfrm>
            <a:off x="7258969" y="39839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4" name="Shape 1991"/>
          <p:cNvSpPr/>
          <p:nvPr/>
        </p:nvSpPr>
        <p:spPr>
          <a:xfrm>
            <a:off x="7414003" y="38241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5" name="Shape 1992"/>
          <p:cNvSpPr/>
          <p:nvPr/>
        </p:nvSpPr>
        <p:spPr>
          <a:xfrm>
            <a:off x="7344513" y="39201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6" name="Shape 1993"/>
          <p:cNvSpPr/>
          <p:nvPr/>
        </p:nvSpPr>
        <p:spPr>
          <a:xfrm>
            <a:off x="7437414" y="33217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7" name="Shape 1994"/>
          <p:cNvSpPr/>
          <p:nvPr/>
        </p:nvSpPr>
        <p:spPr>
          <a:xfrm>
            <a:off x="7129366" y="36109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8" name="Shape 1995"/>
          <p:cNvSpPr/>
          <p:nvPr/>
        </p:nvSpPr>
        <p:spPr>
          <a:xfrm>
            <a:off x="7259217" y="37262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9" name="Shape 1996"/>
          <p:cNvSpPr/>
          <p:nvPr/>
        </p:nvSpPr>
        <p:spPr>
          <a:xfrm>
            <a:off x="7189364" y="40141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0" name="Shape 1997"/>
          <p:cNvSpPr/>
          <p:nvPr/>
        </p:nvSpPr>
        <p:spPr>
          <a:xfrm>
            <a:off x="7321527" y="37222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1" name="Shape 1998"/>
          <p:cNvSpPr/>
          <p:nvPr/>
        </p:nvSpPr>
        <p:spPr>
          <a:xfrm>
            <a:off x="7489168" y="38026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2" name="Shape 1999"/>
          <p:cNvSpPr/>
          <p:nvPr/>
        </p:nvSpPr>
        <p:spPr>
          <a:xfrm>
            <a:off x="7473737" y="38082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3" name="Shape 2000"/>
          <p:cNvSpPr/>
          <p:nvPr/>
        </p:nvSpPr>
        <p:spPr>
          <a:xfrm>
            <a:off x="7208439" y="32618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4" name="Shape 2001"/>
          <p:cNvSpPr/>
          <p:nvPr/>
        </p:nvSpPr>
        <p:spPr>
          <a:xfrm>
            <a:off x="7142873" y="38453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5" name="Shape 2002"/>
          <p:cNvSpPr/>
          <p:nvPr/>
        </p:nvSpPr>
        <p:spPr>
          <a:xfrm>
            <a:off x="7178432" y="40096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6" name="Shape 2003"/>
          <p:cNvSpPr/>
          <p:nvPr/>
        </p:nvSpPr>
        <p:spPr>
          <a:xfrm>
            <a:off x="7176823" y="38034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7" name="Shape 2004"/>
          <p:cNvSpPr/>
          <p:nvPr/>
        </p:nvSpPr>
        <p:spPr>
          <a:xfrm>
            <a:off x="7187875" y="38340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8" name="Shape 2005"/>
          <p:cNvSpPr/>
          <p:nvPr/>
        </p:nvSpPr>
        <p:spPr>
          <a:xfrm>
            <a:off x="7238767" y="36793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9" name="Shape 2006"/>
          <p:cNvSpPr/>
          <p:nvPr/>
        </p:nvSpPr>
        <p:spPr>
          <a:xfrm>
            <a:off x="7161746" y="40615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0" name="Shape 2007"/>
          <p:cNvSpPr/>
          <p:nvPr/>
        </p:nvSpPr>
        <p:spPr>
          <a:xfrm>
            <a:off x="7297808" y="42872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1" name="Shape 2008"/>
          <p:cNvSpPr/>
          <p:nvPr/>
        </p:nvSpPr>
        <p:spPr>
          <a:xfrm>
            <a:off x="7256857" y="41162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2" name="Shape 2009"/>
          <p:cNvSpPr/>
          <p:nvPr/>
        </p:nvSpPr>
        <p:spPr>
          <a:xfrm>
            <a:off x="7460060" y="36645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3" name="Shape 2010"/>
          <p:cNvSpPr/>
          <p:nvPr/>
        </p:nvSpPr>
        <p:spPr>
          <a:xfrm>
            <a:off x="7448777" y="38480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4" name="Shape 2011"/>
          <p:cNvSpPr/>
          <p:nvPr/>
        </p:nvSpPr>
        <p:spPr>
          <a:xfrm>
            <a:off x="7341822" y="41730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5" name="Shape 2012"/>
          <p:cNvSpPr/>
          <p:nvPr/>
        </p:nvSpPr>
        <p:spPr>
          <a:xfrm>
            <a:off x="7278226" y="40592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6" name="Shape 2013"/>
          <p:cNvSpPr/>
          <p:nvPr/>
        </p:nvSpPr>
        <p:spPr>
          <a:xfrm>
            <a:off x="7408119" y="39359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7" name="Shape 2014"/>
          <p:cNvSpPr/>
          <p:nvPr/>
        </p:nvSpPr>
        <p:spPr>
          <a:xfrm>
            <a:off x="7379978" y="36935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8" name="Shape 2015"/>
          <p:cNvSpPr/>
          <p:nvPr/>
        </p:nvSpPr>
        <p:spPr>
          <a:xfrm>
            <a:off x="7207516" y="38418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9" name="Shape 2016"/>
          <p:cNvSpPr/>
          <p:nvPr/>
        </p:nvSpPr>
        <p:spPr>
          <a:xfrm>
            <a:off x="7495636" y="37025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0" name="Shape 2017"/>
          <p:cNvSpPr/>
          <p:nvPr/>
        </p:nvSpPr>
        <p:spPr>
          <a:xfrm>
            <a:off x="7270304" y="39384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1" name="Shape 2018"/>
          <p:cNvSpPr/>
          <p:nvPr/>
        </p:nvSpPr>
        <p:spPr>
          <a:xfrm>
            <a:off x="7134121" y="36694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2" name="Shape 2019"/>
          <p:cNvSpPr/>
          <p:nvPr/>
        </p:nvSpPr>
        <p:spPr>
          <a:xfrm>
            <a:off x="7278078" y="38854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3" name="Shape 2020"/>
          <p:cNvSpPr/>
          <p:nvPr/>
        </p:nvSpPr>
        <p:spPr>
          <a:xfrm>
            <a:off x="7380873" y="38442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4" name="Shape 2021"/>
          <p:cNvSpPr/>
          <p:nvPr/>
        </p:nvSpPr>
        <p:spPr>
          <a:xfrm>
            <a:off x="7486754" y="38589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5" name="Shape 2022"/>
          <p:cNvSpPr/>
          <p:nvPr/>
        </p:nvSpPr>
        <p:spPr>
          <a:xfrm>
            <a:off x="7173576" y="33611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6" name="Shape 2023"/>
          <p:cNvSpPr/>
          <p:nvPr/>
        </p:nvSpPr>
        <p:spPr>
          <a:xfrm>
            <a:off x="7101806" y="35471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7" name="Shape 2024"/>
          <p:cNvSpPr/>
          <p:nvPr/>
        </p:nvSpPr>
        <p:spPr>
          <a:xfrm>
            <a:off x="7258790" y="36945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8" name="Shape 2025"/>
          <p:cNvSpPr/>
          <p:nvPr/>
        </p:nvSpPr>
        <p:spPr>
          <a:xfrm>
            <a:off x="7413548" y="38433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9" name="Shape 2026"/>
          <p:cNvSpPr/>
          <p:nvPr/>
        </p:nvSpPr>
        <p:spPr>
          <a:xfrm>
            <a:off x="7160878" y="33401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0" name="Shape 2027"/>
          <p:cNvSpPr/>
          <p:nvPr/>
        </p:nvSpPr>
        <p:spPr>
          <a:xfrm>
            <a:off x="7243284" y="37659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1" name="Shape 2028"/>
          <p:cNvSpPr/>
          <p:nvPr/>
        </p:nvSpPr>
        <p:spPr>
          <a:xfrm>
            <a:off x="7071476" y="36298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2" name="Shape 2029"/>
          <p:cNvSpPr/>
          <p:nvPr/>
        </p:nvSpPr>
        <p:spPr>
          <a:xfrm>
            <a:off x="7357471" y="39803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3" name="Shape 2030"/>
          <p:cNvSpPr/>
          <p:nvPr/>
        </p:nvSpPr>
        <p:spPr>
          <a:xfrm>
            <a:off x="7348105" y="39186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4" name="Shape 2031"/>
          <p:cNvSpPr/>
          <p:nvPr/>
        </p:nvSpPr>
        <p:spPr>
          <a:xfrm>
            <a:off x="7398854" y="37780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5" name="Shape 2032"/>
          <p:cNvSpPr/>
          <p:nvPr/>
        </p:nvSpPr>
        <p:spPr>
          <a:xfrm>
            <a:off x="7206536" y="37560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6" name="Shape 2033"/>
          <p:cNvSpPr/>
          <p:nvPr/>
        </p:nvSpPr>
        <p:spPr>
          <a:xfrm>
            <a:off x="7305682" y="38732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7" name="Shape 2034"/>
          <p:cNvSpPr/>
          <p:nvPr/>
        </p:nvSpPr>
        <p:spPr>
          <a:xfrm>
            <a:off x="7301323" y="39457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8" name="Shape 2035"/>
          <p:cNvSpPr/>
          <p:nvPr/>
        </p:nvSpPr>
        <p:spPr>
          <a:xfrm>
            <a:off x="7494215" y="36555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9" name="Shape 2036"/>
          <p:cNvSpPr/>
          <p:nvPr/>
        </p:nvSpPr>
        <p:spPr>
          <a:xfrm>
            <a:off x="7487185" y="39083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0" name="Shape 2037"/>
          <p:cNvSpPr/>
          <p:nvPr/>
        </p:nvSpPr>
        <p:spPr>
          <a:xfrm>
            <a:off x="7241397" y="39471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1" name="Shape 2038"/>
          <p:cNvSpPr/>
          <p:nvPr/>
        </p:nvSpPr>
        <p:spPr>
          <a:xfrm>
            <a:off x="7442003" y="38294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2" name="Shape 2039"/>
          <p:cNvSpPr/>
          <p:nvPr/>
        </p:nvSpPr>
        <p:spPr>
          <a:xfrm>
            <a:off x="7372683" y="34476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3" name="Shape 2040"/>
          <p:cNvSpPr/>
          <p:nvPr/>
        </p:nvSpPr>
        <p:spPr>
          <a:xfrm>
            <a:off x="7278492" y="37481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4" name="Shape 2041"/>
          <p:cNvSpPr/>
          <p:nvPr/>
        </p:nvSpPr>
        <p:spPr>
          <a:xfrm>
            <a:off x="7188547" y="37700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5" name="Shape 2042"/>
          <p:cNvSpPr/>
          <p:nvPr/>
        </p:nvSpPr>
        <p:spPr>
          <a:xfrm>
            <a:off x="7335959" y="38549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6" name="Shape 2043"/>
          <p:cNvSpPr/>
          <p:nvPr/>
        </p:nvSpPr>
        <p:spPr>
          <a:xfrm>
            <a:off x="7331001" y="39326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7" name="Shape 2044"/>
          <p:cNvSpPr/>
          <p:nvPr/>
        </p:nvSpPr>
        <p:spPr>
          <a:xfrm>
            <a:off x="7289787" y="37010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8" name="Shape 2045"/>
          <p:cNvSpPr/>
          <p:nvPr/>
        </p:nvSpPr>
        <p:spPr>
          <a:xfrm>
            <a:off x="7224798" y="39200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9" name="Shape 2046"/>
          <p:cNvSpPr/>
          <p:nvPr/>
        </p:nvSpPr>
        <p:spPr>
          <a:xfrm>
            <a:off x="7482648" y="39443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0" name="Shape 2047"/>
          <p:cNvSpPr/>
          <p:nvPr/>
        </p:nvSpPr>
        <p:spPr>
          <a:xfrm>
            <a:off x="7491998" y="39613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1" name="Shape 2048"/>
          <p:cNvSpPr/>
          <p:nvPr/>
        </p:nvSpPr>
        <p:spPr>
          <a:xfrm>
            <a:off x="7128416" y="32747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2" name="Shape 2049"/>
          <p:cNvSpPr/>
          <p:nvPr/>
        </p:nvSpPr>
        <p:spPr>
          <a:xfrm>
            <a:off x="7410756" y="36910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3" name="Shape 2050"/>
          <p:cNvSpPr/>
          <p:nvPr/>
        </p:nvSpPr>
        <p:spPr>
          <a:xfrm>
            <a:off x="7317159" y="41601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4" name="Shape 2051"/>
          <p:cNvSpPr/>
          <p:nvPr/>
        </p:nvSpPr>
        <p:spPr>
          <a:xfrm>
            <a:off x="7120973" y="42039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5" name="Shape 2052"/>
          <p:cNvSpPr/>
          <p:nvPr/>
        </p:nvSpPr>
        <p:spPr>
          <a:xfrm>
            <a:off x="7070634" y="42247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6" name="Shape 2053"/>
          <p:cNvSpPr/>
          <p:nvPr/>
        </p:nvSpPr>
        <p:spPr>
          <a:xfrm>
            <a:off x="7472393" y="38826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7" name="Shape 2054"/>
          <p:cNvSpPr/>
          <p:nvPr/>
        </p:nvSpPr>
        <p:spPr>
          <a:xfrm>
            <a:off x="7179766" y="41169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8" name="Shape 2055"/>
          <p:cNvSpPr/>
          <p:nvPr/>
        </p:nvSpPr>
        <p:spPr>
          <a:xfrm>
            <a:off x="7454387" y="37696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9" name="Shape 2056"/>
          <p:cNvSpPr/>
          <p:nvPr/>
        </p:nvSpPr>
        <p:spPr>
          <a:xfrm>
            <a:off x="7170216" y="41133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0" name="Shape 2057"/>
          <p:cNvSpPr/>
          <p:nvPr/>
        </p:nvSpPr>
        <p:spPr>
          <a:xfrm>
            <a:off x="7382459" y="37376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1" name="Shape 2058"/>
          <p:cNvSpPr/>
          <p:nvPr/>
        </p:nvSpPr>
        <p:spPr>
          <a:xfrm>
            <a:off x="7430479" y="37513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2" name="Shape 2059"/>
          <p:cNvSpPr/>
          <p:nvPr/>
        </p:nvSpPr>
        <p:spPr>
          <a:xfrm>
            <a:off x="7472205" y="41171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3" name="Shape 2060"/>
          <p:cNvSpPr/>
          <p:nvPr/>
        </p:nvSpPr>
        <p:spPr>
          <a:xfrm>
            <a:off x="7115337" y="39288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4" name="Shape 2061"/>
          <p:cNvSpPr/>
          <p:nvPr/>
        </p:nvSpPr>
        <p:spPr>
          <a:xfrm>
            <a:off x="7328304" y="38374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5" name="Shape 2062"/>
          <p:cNvSpPr/>
          <p:nvPr/>
        </p:nvSpPr>
        <p:spPr>
          <a:xfrm>
            <a:off x="7205616" y="37205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6" name="Shape 2063"/>
          <p:cNvSpPr/>
          <p:nvPr/>
        </p:nvSpPr>
        <p:spPr>
          <a:xfrm>
            <a:off x="7227443" y="37429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7" name="Shape 2064"/>
          <p:cNvSpPr/>
          <p:nvPr/>
        </p:nvSpPr>
        <p:spPr>
          <a:xfrm>
            <a:off x="7197922" y="43635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8" name="Shape 2065"/>
          <p:cNvSpPr/>
          <p:nvPr/>
        </p:nvSpPr>
        <p:spPr>
          <a:xfrm>
            <a:off x="7344147" y="43818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9" name="Shape 2066"/>
          <p:cNvSpPr/>
          <p:nvPr/>
        </p:nvSpPr>
        <p:spPr>
          <a:xfrm>
            <a:off x="7420775" y="40351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0" name="Shape 2067"/>
          <p:cNvSpPr/>
          <p:nvPr/>
        </p:nvSpPr>
        <p:spPr>
          <a:xfrm>
            <a:off x="7208820" y="40898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1" name="Shape 2068"/>
          <p:cNvSpPr/>
          <p:nvPr/>
        </p:nvSpPr>
        <p:spPr>
          <a:xfrm>
            <a:off x="7457083" y="39242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2" name="Shape 2069"/>
          <p:cNvSpPr/>
          <p:nvPr/>
        </p:nvSpPr>
        <p:spPr>
          <a:xfrm>
            <a:off x="7076954" y="40661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3" name="Shape 2070"/>
          <p:cNvSpPr/>
          <p:nvPr/>
        </p:nvSpPr>
        <p:spPr>
          <a:xfrm>
            <a:off x="7478222" y="39914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4" name="Shape 2071"/>
          <p:cNvSpPr/>
          <p:nvPr/>
        </p:nvSpPr>
        <p:spPr>
          <a:xfrm>
            <a:off x="7127353" y="46565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5" name="Shape 2072"/>
          <p:cNvSpPr/>
          <p:nvPr/>
        </p:nvSpPr>
        <p:spPr>
          <a:xfrm>
            <a:off x="7328985" y="46917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6" name="Shape 2073"/>
          <p:cNvSpPr/>
          <p:nvPr/>
        </p:nvSpPr>
        <p:spPr>
          <a:xfrm>
            <a:off x="7071000" y="46678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7" name="Shape 2074"/>
          <p:cNvSpPr/>
          <p:nvPr/>
        </p:nvSpPr>
        <p:spPr>
          <a:xfrm>
            <a:off x="7174237" y="43770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8" name="Shape 2075"/>
          <p:cNvSpPr/>
          <p:nvPr/>
        </p:nvSpPr>
        <p:spPr>
          <a:xfrm>
            <a:off x="7325335" y="46808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9" name="Shape 2076"/>
          <p:cNvSpPr/>
          <p:nvPr/>
        </p:nvSpPr>
        <p:spPr>
          <a:xfrm>
            <a:off x="7164644" y="44840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0" name="Shape 2077"/>
          <p:cNvSpPr/>
          <p:nvPr/>
        </p:nvSpPr>
        <p:spPr>
          <a:xfrm>
            <a:off x="7371498" y="45202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1" name="Shape 2078"/>
          <p:cNvSpPr/>
          <p:nvPr/>
        </p:nvSpPr>
        <p:spPr>
          <a:xfrm>
            <a:off x="7290418" y="46264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2" name="Shape 2079"/>
          <p:cNvSpPr/>
          <p:nvPr/>
        </p:nvSpPr>
        <p:spPr>
          <a:xfrm>
            <a:off x="7351310" y="44079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3" name="Shape 2080"/>
          <p:cNvSpPr/>
          <p:nvPr/>
        </p:nvSpPr>
        <p:spPr>
          <a:xfrm>
            <a:off x="7154749" y="46054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4" name="Shape 2081"/>
          <p:cNvSpPr/>
          <p:nvPr/>
        </p:nvSpPr>
        <p:spPr>
          <a:xfrm>
            <a:off x="7197958" y="45347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5" name="Shape 2082"/>
          <p:cNvSpPr/>
          <p:nvPr/>
        </p:nvSpPr>
        <p:spPr>
          <a:xfrm>
            <a:off x="7282301" y="46228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6" name="Shape 2083"/>
          <p:cNvSpPr/>
          <p:nvPr/>
        </p:nvSpPr>
        <p:spPr>
          <a:xfrm>
            <a:off x="7178355" y="38178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7" name="Shape 2084"/>
          <p:cNvSpPr/>
          <p:nvPr/>
        </p:nvSpPr>
        <p:spPr>
          <a:xfrm>
            <a:off x="7234446" y="42634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8" name="Shape 2085"/>
          <p:cNvSpPr/>
          <p:nvPr/>
        </p:nvSpPr>
        <p:spPr>
          <a:xfrm>
            <a:off x="7426297" y="41294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9" name="Shape 2086"/>
          <p:cNvSpPr/>
          <p:nvPr/>
        </p:nvSpPr>
        <p:spPr>
          <a:xfrm>
            <a:off x="7347165" y="41291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0" name="Shape 2087"/>
          <p:cNvSpPr/>
          <p:nvPr/>
        </p:nvSpPr>
        <p:spPr>
          <a:xfrm>
            <a:off x="7341015" y="37819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1" name="Shape 2088"/>
          <p:cNvSpPr/>
          <p:nvPr/>
        </p:nvSpPr>
        <p:spPr>
          <a:xfrm>
            <a:off x="7441097" y="34772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2" name="Shape 2089"/>
          <p:cNvSpPr/>
          <p:nvPr/>
        </p:nvSpPr>
        <p:spPr>
          <a:xfrm>
            <a:off x="7343378" y="41360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3" name="Shape 2090"/>
          <p:cNvSpPr/>
          <p:nvPr/>
        </p:nvSpPr>
        <p:spPr>
          <a:xfrm>
            <a:off x="7263773" y="38772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4" name="Shape 2091"/>
          <p:cNvSpPr/>
          <p:nvPr/>
        </p:nvSpPr>
        <p:spPr>
          <a:xfrm>
            <a:off x="7459360" y="36162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5" name="Shape 2092"/>
          <p:cNvSpPr/>
          <p:nvPr/>
        </p:nvSpPr>
        <p:spPr>
          <a:xfrm>
            <a:off x="7122882" y="41467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6" name="Shape 2093"/>
          <p:cNvSpPr/>
          <p:nvPr/>
        </p:nvSpPr>
        <p:spPr>
          <a:xfrm>
            <a:off x="7432104" y="41605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7" name="Shape 2094"/>
          <p:cNvSpPr/>
          <p:nvPr/>
        </p:nvSpPr>
        <p:spPr>
          <a:xfrm>
            <a:off x="7324351" y="38794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8" name="Shape 2095"/>
          <p:cNvSpPr/>
          <p:nvPr/>
        </p:nvSpPr>
        <p:spPr>
          <a:xfrm>
            <a:off x="7292361" y="34284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9" name="Shape 2096"/>
          <p:cNvSpPr/>
          <p:nvPr/>
        </p:nvSpPr>
        <p:spPr>
          <a:xfrm>
            <a:off x="7169147" y="38488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0" name="Shape 2097"/>
          <p:cNvSpPr/>
          <p:nvPr/>
        </p:nvSpPr>
        <p:spPr>
          <a:xfrm>
            <a:off x="7095091" y="38347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1" name="Shape 2098"/>
          <p:cNvSpPr/>
          <p:nvPr/>
        </p:nvSpPr>
        <p:spPr>
          <a:xfrm>
            <a:off x="7447177" y="38216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2" name="Shape 2099"/>
          <p:cNvSpPr/>
          <p:nvPr/>
        </p:nvSpPr>
        <p:spPr>
          <a:xfrm>
            <a:off x="7419245" y="40100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3" name="Shape 2100"/>
          <p:cNvSpPr/>
          <p:nvPr/>
        </p:nvSpPr>
        <p:spPr>
          <a:xfrm>
            <a:off x="7141470" y="43996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4" name="Shape 2101"/>
          <p:cNvSpPr/>
          <p:nvPr/>
        </p:nvSpPr>
        <p:spPr>
          <a:xfrm>
            <a:off x="7114202" y="38322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5" name="Shape 2102"/>
          <p:cNvSpPr/>
          <p:nvPr/>
        </p:nvSpPr>
        <p:spPr>
          <a:xfrm>
            <a:off x="7251173" y="45346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6" name="Shape 2103"/>
          <p:cNvSpPr/>
          <p:nvPr/>
        </p:nvSpPr>
        <p:spPr>
          <a:xfrm>
            <a:off x="7423543" y="45374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7" name="Shape 2104"/>
          <p:cNvSpPr/>
          <p:nvPr/>
        </p:nvSpPr>
        <p:spPr>
          <a:xfrm>
            <a:off x="7100942" y="41396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8" name="Shape 2105"/>
          <p:cNvSpPr/>
          <p:nvPr/>
        </p:nvSpPr>
        <p:spPr>
          <a:xfrm>
            <a:off x="7481943" y="40622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9" name="Shape 2106"/>
          <p:cNvSpPr/>
          <p:nvPr/>
        </p:nvSpPr>
        <p:spPr>
          <a:xfrm>
            <a:off x="7331109" y="39949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0" name="Shape 2107"/>
          <p:cNvSpPr/>
          <p:nvPr/>
        </p:nvSpPr>
        <p:spPr>
          <a:xfrm>
            <a:off x="7327186" y="44199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1" name="Shape 2108"/>
          <p:cNvSpPr/>
          <p:nvPr/>
        </p:nvSpPr>
        <p:spPr>
          <a:xfrm>
            <a:off x="7066577" y="44032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2" name="Shape 2109"/>
          <p:cNvSpPr/>
          <p:nvPr/>
        </p:nvSpPr>
        <p:spPr>
          <a:xfrm>
            <a:off x="7177768" y="44246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3" name="Shape 2110"/>
          <p:cNvSpPr/>
          <p:nvPr/>
        </p:nvSpPr>
        <p:spPr>
          <a:xfrm>
            <a:off x="7235289" y="45092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4" name="Shape 2111"/>
          <p:cNvSpPr/>
          <p:nvPr/>
        </p:nvSpPr>
        <p:spPr>
          <a:xfrm>
            <a:off x="7122648" y="39887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5" name="Shape 2112"/>
          <p:cNvSpPr/>
          <p:nvPr/>
        </p:nvSpPr>
        <p:spPr>
          <a:xfrm>
            <a:off x="7131388" y="42066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6" name="Shape 2113"/>
          <p:cNvSpPr/>
          <p:nvPr/>
        </p:nvSpPr>
        <p:spPr>
          <a:xfrm>
            <a:off x="7149759" y="45861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7" name="Shape 2114"/>
          <p:cNvSpPr/>
          <p:nvPr/>
        </p:nvSpPr>
        <p:spPr>
          <a:xfrm>
            <a:off x="7304512" y="44939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8" name="Shape 2115"/>
          <p:cNvSpPr/>
          <p:nvPr/>
        </p:nvSpPr>
        <p:spPr>
          <a:xfrm>
            <a:off x="7423220" y="45034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9" name="Shape 2116"/>
          <p:cNvSpPr/>
          <p:nvPr/>
        </p:nvSpPr>
        <p:spPr>
          <a:xfrm>
            <a:off x="7248131" y="47268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0" name="Shape 2117"/>
          <p:cNvSpPr/>
          <p:nvPr/>
        </p:nvSpPr>
        <p:spPr>
          <a:xfrm>
            <a:off x="7488129" y="43363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1" name="Shape 2118"/>
          <p:cNvSpPr/>
          <p:nvPr/>
        </p:nvSpPr>
        <p:spPr>
          <a:xfrm>
            <a:off x="7223751" y="29980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2" name="Shape 2119"/>
          <p:cNvSpPr/>
          <p:nvPr/>
        </p:nvSpPr>
        <p:spPr>
          <a:xfrm>
            <a:off x="7357187" y="29592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3" name="Shape 2120"/>
          <p:cNvSpPr/>
          <p:nvPr/>
        </p:nvSpPr>
        <p:spPr>
          <a:xfrm>
            <a:off x="7190031" y="42253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4" name="Shape 2121"/>
          <p:cNvSpPr/>
          <p:nvPr/>
        </p:nvSpPr>
        <p:spPr>
          <a:xfrm>
            <a:off x="7163558" y="39059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5" name="Shape 2122"/>
          <p:cNvSpPr/>
          <p:nvPr/>
        </p:nvSpPr>
        <p:spPr>
          <a:xfrm>
            <a:off x="7066073" y="37175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6" name="Shape 2123"/>
          <p:cNvSpPr/>
          <p:nvPr/>
        </p:nvSpPr>
        <p:spPr>
          <a:xfrm>
            <a:off x="7429458" y="29684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7" name="Shape 2124"/>
          <p:cNvSpPr/>
          <p:nvPr/>
        </p:nvSpPr>
        <p:spPr>
          <a:xfrm>
            <a:off x="7184503" y="38813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8" name="Shape 2125"/>
          <p:cNvSpPr/>
          <p:nvPr/>
        </p:nvSpPr>
        <p:spPr>
          <a:xfrm>
            <a:off x="7232344" y="38476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9" name="Shape 2126"/>
          <p:cNvSpPr/>
          <p:nvPr/>
        </p:nvSpPr>
        <p:spPr>
          <a:xfrm>
            <a:off x="7491969" y="36013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0" name="Shape 2127"/>
          <p:cNvSpPr/>
          <p:nvPr/>
        </p:nvSpPr>
        <p:spPr>
          <a:xfrm>
            <a:off x="7341039" y="37001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1" name="Shape 2128"/>
          <p:cNvSpPr/>
          <p:nvPr/>
        </p:nvSpPr>
        <p:spPr>
          <a:xfrm>
            <a:off x="7412797" y="36285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2" name="Shape 2129"/>
          <p:cNvSpPr/>
          <p:nvPr/>
        </p:nvSpPr>
        <p:spPr>
          <a:xfrm>
            <a:off x="7341970" y="39975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3" name="Shape 2130"/>
          <p:cNvSpPr/>
          <p:nvPr/>
        </p:nvSpPr>
        <p:spPr>
          <a:xfrm>
            <a:off x="7131146" y="40118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4" name="Shape 2131"/>
          <p:cNvSpPr/>
          <p:nvPr/>
        </p:nvSpPr>
        <p:spPr>
          <a:xfrm>
            <a:off x="7352408" y="36778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5" name="Shape 2132"/>
          <p:cNvSpPr/>
          <p:nvPr/>
        </p:nvSpPr>
        <p:spPr>
          <a:xfrm>
            <a:off x="7220334" y="37113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6" name="Shape 2133"/>
          <p:cNvSpPr/>
          <p:nvPr/>
        </p:nvSpPr>
        <p:spPr>
          <a:xfrm>
            <a:off x="7176779" y="39523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7" name="Shape 2134"/>
          <p:cNvSpPr/>
          <p:nvPr/>
        </p:nvSpPr>
        <p:spPr>
          <a:xfrm>
            <a:off x="7368897" y="41446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8" name="Shape 2135"/>
          <p:cNvSpPr/>
          <p:nvPr/>
        </p:nvSpPr>
        <p:spPr>
          <a:xfrm>
            <a:off x="7327313" y="45604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9" name="Shape 2136"/>
          <p:cNvSpPr/>
          <p:nvPr/>
        </p:nvSpPr>
        <p:spPr>
          <a:xfrm>
            <a:off x="7122641" y="42740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0" name="Shape 2137"/>
          <p:cNvSpPr/>
          <p:nvPr/>
        </p:nvSpPr>
        <p:spPr>
          <a:xfrm>
            <a:off x="7191855" y="41675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1" name="Shape 2138"/>
          <p:cNvSpPr/>
          <p:nvPr/>
        </p:nvSpPr>
        <p:spPr>
          <a:xfrm>
            <a:off x="7151133" y="43971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2" name="Shape 2139"/>
          <p:cNvSpPr/>
          <p:nvPr/>
        </p:nvSpPr>
        <p:spPr>
          <a:xfrm>
            <a:off x="7369303" y="43185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3" name="Shape 2140"/>
          <p:cNvSpPr/>
          <p:nvPr/>
        </p:nvSpPr>
        <p:spPr>
          <a:xfrm>
            <a:off x="7286921" y="42851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4" name="Shape 2141"/>
          <p:cNvSpPr/>
          <p:nvPr/>
        </p:nvSpPr>
        <p:spPr>
          <a:xfrm>
            <a:off x="7161788" y="42443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5" name="Shape 2142"/>
          <p:cNvSpPr/>
          <p:nvPr/>
        </p:nvSpPr>
        <p:spPr>
          <a:xfrm>
            <a:off x="7319003" y="43692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6" name="Shape 2143"/>
          <p:cNvSpPr/>
          <p:nvPr/>
        </p:nvSpPr>
        <p:spPr>
          <a:xfrm>
            <a:off x="7123933" y="44377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7" name="Shape 2144"/>
          <p:cNvSpPr/>
          <p:nvPr/>
        </p:nvSpPr>
        <p:spPr>
          <a:xfrm>
            <a:off x="7314923" y="43851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8" name="Shape 2145"/>
          <p:cNvSpPr/>
          <p:nvPr/>
        </p:nvSpPr>
        <p:spPr>
          <a:xfrm>
            <a:off x="7293568" y="45668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9" name="Shape 2146"/>
          <p:cNvSpPr/>
          <p:nvPr/>
        </p:nvSpPr>
        <p:spPr>
          <a:xfrm>
            <a:off x="7290332" y="38868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0" name="Shape 2147"/>
          <p:cNvSpPr/>
          <p:nvPr/>
        </p:nvSpPr>
        <p:spPr>
          <a:xfrm>
            <a:off x="7116773" y="41284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1" name="Shape 2148"/>
          <p:cNvSpPr/>
          <p:nvPr/>
        </p:nvSpPr>
        <p:spPr>
          <a:xfrm>
            <a:off x="7347400" y="38106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2" name="Shape 2149"/>
          <p:cNvSpPr/>
          <p:nvPr/>
        </p:nvSpPr>
        <p:spPr>
          <a:xfrm>
            <a:off x="7141680" y="36829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3" name="Shape 2150"/>
          <p:cNvSpPr/>
          <p:nvPr/>
        </p:nvSpPr>
        <p:spPr>
          <a:xfrm>
            <a:off x="7475181" y="35978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4" name="Shape 2151"/>
          <p:cNvSpPr/>
          <p:nvPr/>
        </p:nvSpPr>
        <p:spPr>
          <a:xfrm>
            <a:off x="7145918" y="41292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5" name="Shape 2152"/>
          <p:cNvSpPr/>
          <p:nvPr/>
        </p:nvSpPr>
        <p:spPr>
          <a:xfrm>
            <a:off x="7385496" y="43174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6" name="Shape 2153"/>
          <p:cNvSpPr/>
          <p:nvPr/>
        </p:nvSpPr>
        <p:spPr>
          <a:xfrm>
            <a:off x="7396265" y="37341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7" name="Shape 2154"/>
          <p:cNvSpPr/>
          <p:nvPr/>
        </p:nvSpPr>
        <p:spPr>
          <a:xfrm>
            <a:off x="7367549" y="37174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8" name="Shape 2155"/>
          <p:cNvSpPr/>
          <p:nvPr/>
        </p:nvSpPr>
        <p:spPr>
          <a:xfrm>
            <a:off x="7085653" y="41928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9" name="Shape 2156"/>
          <p:cNvSpPr/>
          <p:nvPr/>
        </p:nvSpPr>
        <p:spPr>
          <a:xfrm>
            <a:off x="7241941" y="40220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0" name="Shape 2157"/>
          <p:cNvSpPr/>
          <p:nvPr/>
        </p:nvSpPr>
        <p:spPr>
          <a:xfrm>
            <a:off x="7325973" y="41779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1" name="Shape 2158"/>
          <p:cNvSpPr/>
          <p:nvPr/>
        </p:nvSpPr>
        <p:spPr>
          <a:xfrm>
            <a:off x="7313282" y="35945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2" name="Shape 2159"/>
          <p:cNvSpPr/>
          <p:nvPr/>
        </p:nvSpPr>
        <p:spPr>
          <a:xfrm>
            <a:off x="7381665" y="41383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3" name="Shape 2160"/>
          <p:cNvSpPr/>
          <p:nvPr/>
        </p:nvSpPr>
        <p:spPr>
          <a:xfrm>
            <a:off x="7118647" y="37542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4" name="Shape 2161"/>
          <p:cNvSpPr/>
          <p:nvPr/>
        </p:nvSpPr>
        <p:spPr>
          <a:xfrm>
            <a:off x="7299415" y="36670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5" name="Shape 2162"/>
          <p:cNvSpPr/>
          <p:nvPr/>
        </p:nvSpPr>
        <p:spPr>
          <a:xfrm>
            <a:off x="7072784" y="37993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6" name="Shape 2163"/>
          <p:cNvSpPr/>
          <p:nvPr/>
        </p:nvSpPr>
        <p:spPr>
          <a:xfrm>
            <a:off x="7478443" y="41409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7" name="Shape 2164"/>
          <p:cNvSpPr/>
          <p:nvPr/>
        </p:nvSpPr>
        <p:spPr>
          <a:xfrm>
            <a:off x="7206315" y="42511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8" name="Shape 2165"/>
          <p:cNvSpPr/>
          <p:nvPr/>
        </p:nvSpPr>
        <p:spPr>
          <a:xfrm>
            <a:off x="7252680" y="39107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9" name="Shape 2166"/>
          <p:cNvSpPr/>
          <p:nvPr/>
        </p:nvSpPr>
        <p:spPr>
          <a:xfrm>
            <a:off x="7338766" y="36891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0" name="Shape 2167"/>
          <p:cNvSpPr/>
          <p:nvPr/>
        </p:nvSpPr>
        <p:spPr>
          <a:xfrm>
            <a:off x="7236819" y="40184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1" name="Shape 2168"/>
          <p:cNvSpPr/>
          <p:nvPr/>
        </p:nvSpPr>
        <p:spPr>
          <a:xfrm>
            <a:off x="7103211" y="37199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2" name="Shape 2169"/>
          <p:cNvSpPr/>
          <p:nvPr/>
        </p:nvSpPr>
        <p:spPr>
          <a:xfrm>
            <a:off x="7408816" y="40253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3" name="Shape 2170"/>
          <p:cNvSpPr/>
          <p:nvPr/>
        </p:nvSpPr>
        <p:spPr>
          <a:xfrm>
            <a:off x="7475393" y="38113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4" name="Shape 2171"/>
          <p:cNvSpPr/>
          <p:nvPr/>
        </p:nvSpPr>
        <p:spPr>
          <a:xfrm>
            <a:off x="7105213" y="40015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5" name="Shape 2172"/>
          <p:cNvSpPr/>
          <p:nvPr/>
        </p:nvSpPr>
        <p:spPr>
          <a:xfrm>
            <a:off x="7240039" y="36176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6" name="Shape 2173"/>
          <p:cNvSpPr/>
          <p:nvPr/>
        </p:nvSpPr>
        <p:spPr>
          <a:xfrm>
            <a:off x="7416632" y="32247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7" name="Shape 2174"/>
          <p:cNvSpPr/>
          <p:nvPr/>
        </p:nvSpPr>
        <p:spPr>
          <a:xfrm>
            <a:off x="7460402" y="41301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8" name="Shape 2175"/>
          <p:cNvSpPr/>
          <p:nvPr/>
        </p:nvSpPr>
        <p:spPr>
          <a:xfrm>
            <a:off x="7232227" y="39424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9" name="Shape 2176"/>
          <p:cNvSpPr/>
          <p:nvPr/>
        </p:nvSpPr>
        <p:spPr>
          <a:xfrm>
            <a:off x="7248556" y="40865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0" name="Shape 2177"/>
          <p:cNvSpPr/>
          <p:nvPr/>
        </p:nvSpPr>
        <p:spPr>
          <a:xfrm>
            <a:off x="7195229" y="42525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1" name="Shape 2178"/>
          <p:cNvSpPr/>
          <p:nvPr/>
        </p:nvSpPr>
        <p:spPr>
          <a:xfrm>
            <a:off x="7129818" y="45502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2" name="Shape 2179"/>
          <p:cNvSpPr/>
          <p:nvPr/>
        </p:nvSpPr>
        <p:spPr>
          <a:xfrm>
            <a:off x="7215717" y="44021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3" name="Shape 2180"/>
          <p:cNvSpPr/>
          <p:nvPr/>
        </p:nvSpPr>
        <p:spPr>
          <a:xfrm>
            <a:off x="7293253" y="41614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4" name="Shape 2181"/>
          <p:cNvSpPr/>
          <p:nvPr/>
        </p:nvSpPr>
        <p:spPr>
          <a:xfrm>
            <a:off x="7289410" y="35500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5" name="Shape 2182"/>
          <p:cNvSpPr/>
          <p:nvPr/>
        </p:nvSpPr>
        <p:spPr>
          <a:xfrm>
            <a:off x="7336519" y="41597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6" name="Shape 2183"/>
          <p:cNvSpPr/>
          <p:nvPr/>
        </p:nvSpPr>
        <p:spPr>
          <a:xfrm>
            <a:off x="7110179" y="43082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7" name="Shape 2184"/>
          <p:cNvSpPr/>
          <p:nvPr/>
        </p:nvSpPr>
        <p:spPr>
          <a:xfrm>
            <a:off x="7297888" y="42567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8" name="Shape 2185"/>
          <p:cNvSpPr/>
          <p:nvPr/>
        </p:nvSpPr>
        <p:spPr>
          <a:xfrm>
            <a:off x="7378386" y="42629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9" name="Shape 2186"/>
          <p:cNvSpPr/>
          <p:nvPr/>
        </p:nvSpPr>
        <p:spPr>
          <a:xfrm>
            <a:off x="7090773" y="45217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0" name="Shape 2187"/>
          <p:cNvSpPr/>
          <p:nvPr/>
        </p:nvSpPr>
        <p:spPr>
          <a:xfrm>
            <a:off x="7392563" y="39454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1" name="Shape 2188"/>
          <p:cNvSpPr/>
          <p:nvPr/>
        </p:nvSpPr>
        <p:spPr>
          <a:xfrm>
            <a:off x="7434342" y="38456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2" name="Shape 2189"/>
          <p:cNvSpPr/>
          <p:nvPr/>
        </p:nvSpPr>
        <p:spPr>
          <a:xfrm>
            <a:off x="7267112" y="39081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3" name="Shape 2190"/>
          <p:cNvSpPr/>
          <p:nvPr/>
        </p:nvSpPr>
        <p:spPr>
          <a:xfrm>
            <a:off x="7120461" y="40780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4" name="Shape 2191"/>
          <p:cNvSpPr/>
          <p:nvPr/>
        </p:nvSpPr>
        <p:spPr>
          <a:xfrm>
            <a:off x="7451987" y="41182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5" name="Shape 2192"/>
          <p:cNvSpPr/>
          <p:nvPr/>
        </p:nvSpPr>
        <p:spPr>
          <a:xfrm>
            <a:off x="7359379" y="42340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6" name="Shape 2193"/>
          <p:cNvSpPr/>
          <p:nvPr/>
        </p:nvSpPr>
        <p:spPr>
          <a:xfrm>
            <a:off x="7317514" y="40790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7" name="Shape 2194"/>
          <p:cNvSpPr/>
          <p:nvPr/>
        </p:nvSpPr>
        <p:spPr>
          <a:xfrm>
            <a:off x="7368885" y="43185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8" name="Shape 2195"/>
          <p:cNvSpPr/>
          <p:nvPr/>
        </p:nvSpPr>
        <p:spPr>
          <a:xfrm>
            <a:off x="7268020" y="38667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9" name="Shape 2196"/>
          <p:cNvSpPr/>
          <p:nvPr/>
        </p:nvSpPr>
        <p:spPr>
          <a:xfrm>
            <a:off x="7331396" y="40297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0" name="Shape 2197"/>
          <p:cNvSpPr/>
          <p:nvPr/>
        </p:nvSpPr>
        <p:spPr>
          <a:xfrm>
            <a:off x="7122346" y="39955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1" name="Shape 2198"/>
          <p:cNvSpPr/>
          <p:nvPr/>
        </p:nvSpPr>
        <p:spPr>
          <a:xfrm>
            <a:off x="7195524" y="40928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2" name="Shape 2199"/>
          <p:cNvSpPr/>
          <p:nvPr/>
        </p:nvSpPr>
        <p:spPr>
          <a:xfrm>
            <a:off x="7086144" y="12411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3" name="Shape 2200"/>
          <p:cNvSpPr/>
          <p:nvPr/>
        </p:nvSpPr>
        <p:spPr>
          <a:xfrm>
            <a:off x="7366569" y="43303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4" name="Shape 2201"/>
          <p:cNvSpPr/>
          <p:nvPr/>
        </p:nvSpPr>
        <p:spPr>
          <a:xfrm>
            <a:off x="7439811" y="42554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5" name="Shape 2202"/>
          <p:cNvSpPr/>
          <p:nvPr/>
        </p:nvSpPr>
        <p:spPr>
          <a:xfrm>
            <a:off x="7424019" y="38352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6" name="Shape 2203"/>
          <p:cNvSpPr/>
          <p:nvPr/>
        </p:nvSpPr>
        <p:spPr>
          <a:xfrm>
            <a:off x="7133589" y="36089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7" name="Shape 2204"/>
          <p:cNvSpPr/>
          <p:nvPr/>
        </p:nvSpPr>
        <p:spPr>
          <a:xfrm>
            <a:off x="7199740" y="35743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8" name="Shape 2205"/>
          <p:cNvSpPr/>
          <p:nvPr/>
        </p:nvSpPr>
        <p:spPr>
          <a:xfrm>
            <a:off x="7191289" y="38301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9" name="Shape 2206"/>
          <p:cNvSpPr/>
          <p:nvPr/>
        </p:nvSpPr>
        <p:spPr>
          <a:xfrm>
            <a:off x="7185397" y="34534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0" name="Shape 2207"/>
          <p:cNvSpPr/>
          <p:nvPr/>
        </p:nvSpPr>
        <p:spPr>
          <a:xfrm>
            <a:off x="7386919" y="38239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1" name="Shape 2208"/>
          <p:cNvSpPr/>
          <p:nvPr/>
        </p:nvSpPr>
        <p:spPr>
          <a:xfrm>
            <a:off x="7373840" y="35577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2" name="Shape 2209"/>
          <p:cNvSpPr/>
          <p:nvPr/>
        </p:nvSpPr>
        <p:spPr>
          <a:xfrm>
            <a:off x="7453890" y="35654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3" name="Shape 2210"/>
          <p:cNvSpPr/>
          <p:nvPr/>
        </p:nvSpPr>
        <p:spPr>
          <a:xfrm>
            <a:off x="7311616" y="32577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4" name="Shape 2211"/>
          <p:cNvSpPr/>
          <p:nvPr/>
        </p:nvSpPr>
        <p:spPr>
          <a:xfrm>
            <a:off x="7472703" y="34046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5" name="Shape 2212"/>
          <p:cNvSpPr/>
          <p:nvPr/>
        </p:nvSpPr>
        <p:spPr>
          <a:xfrm>
            <a:off x="7224973" y="35908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6" name="Shape 2213"/>
          <p:cNvSpPr/>
          <p:nvPr/>
        </p:nvSpPr>
        <p:spPr>
          <a:xfrm>
            <a:off x="7250043" y="34015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7" name="Shape 2214"/>
          <p:cNvSpPr/>
          <p:nvPr/>
        </p:nvSpPr>
        <p:spPr>
          <a:xfrm>
            <a:off x="7258422" y="36286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8" name="Shape 2215"/>
          <p:cNvSpPr/>
          <p:nvPr/>
        </p:nvSpPr>
        <p:spPr>
          <a:xfrm>
            <a:off x="7262464" y="33961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9" name="Shape 2216"/>
          <p:cNvSpPr/>
          <p:nvPr/>
        </p:nvSpPr>
        <p:spPr>
          <a:xfrm>
            <a:off x="7210730" y="39028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0" name="Shape 2217"/>
          <p:cNvSpPr/>
          <p:nvPr/>
        </p:nvSpPr>
        <p:spPr>
          <a:xfrm>
            <a:off x="7152726" y="33850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1" name="Shape 2218"/>
          <p:cNvSpPr/>
          <p:nvPr/>
        </p:nvSpPr>
        <p:spPr>
          <a:xfrm>
            <a:off x="7242804" y="34236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2" name="Shape 2219"/>
          <p:cNvSpPr/>
          <p:nvPr/>
        </p:nvSpPr>
        <p:spPr>
          <a:xfrm>
            <a:off x="7390716" y="34480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3" name="Shape 2220"/>
          <p:cNvSpPr/>
          <p:nvPr/>
        </p:nvSpPr>
        <p:spPr>
          <a:xfrm>
            <a:off x="7170729" y="37776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4" name="Shape 2221"/>
          <p:cNvSpPr/>
          <p:nvPr/>
        </p:nvSpPr>
        <p:spPr>
          <a:xfrm>
            <a:off x="7388591" y="34063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5" name="Shape 2222"/>
          <p:cNvSpPr/>
          <p:nvPr/>
        </p:nvSpPr>
        <p:spPr>
          <a:xfrm>
            <a:off x="7272930" y="39804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6" name="Shape 2223"/>
          <p:cNvSpPr/>
          <p:nvPr/>
        </p:nvSpPr>
        <p:spPr>
          <a:xfrm>
            <a:off x="7302443" y="34278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7" name="Shape 2224"/>
          <p:cNvSpPr/>
          <p:nvPr/>
        </p:nvSpPr>
        <p:spPr>
          <a:xfrm>
            <a:off x="7494683" y="40681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8" name="Shape 2225"/>
          <p:cNvSpPr/>
          <p:nvPr/>
        </p:nvSpPr>
        <p:spPr>
          <a:xfrm>
            <a:off x="7350975" y="44506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9" name="Shape 2226"/>
          <p:cNvSpPr/>
          <p:nvPr/>
        </p:nvSpPr>
        <p:spPr>
          <a:xfrm>
            <a:off x="7331024" y="42004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0" name="Shape 2227"/>
          <p:cNvSpPr/>
          <p:nvPr/>
        </p:nvSpPr>
        <p:spPr>
          <a:xfrm>
            <a:off x="7418475" y="40467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1" name="Shape 2228"/>
          <p:cNvSpPr/>
          <p:nvPr/>
        </p:nvSpPr>
        <p:spPr>
          <a:xfrm>
            <a:off x="7237505" y="41802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2" name="Shape 2229"/>
          <p:cNvSpPr/>
          <p:nvPr/>
        </p:nvSpPr>
        <p:spPr>
          <a:xfrm>
            <a:off x="7313866" y="42530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3" name="Shape 2230"/>
          <p:cNvSpPr/>
          <p:nvPr/>
        </p:nvSpPr>
        <p:spPr>
          <a:xfrm>
            <a:off x="7103907" y="40141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4" name="Shape 2231"/>
          <p:cNvSpPr/>
          <p:nvPr/>
        </p:nvSpPr>
        <p:spPr>
          <a:xfrm>
            <a:off x="7326145" y="42402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5" name="Shape 2232"/>
          <p:cNvSpPr/>
          <p:nvPr/>
        </p:nvSpPr>
        <p:spPr>
          <a:xfrm>
            <a:off x="7423472" y="46718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6" name="Shape 2233"/>
          <p:cNvSpPr/>
          <p:nvPr/>
        </p:nvSpPr>
        <p:spPr>
          <a:xfrm>
            <a:off x="7370791" y="44942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7" name="Shape 2234"/>
          <p:cNvSpPr/>
          <p:nvPr/>
        </p:nvSpPr>
        <p:spPr>
          <a:xfrm>
            <a:off x="7384205" y="45502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8" name="Shape 2235"/>
          <p:cNvSpPr/>
          <p:nvPr/>
        </p:nvSpPr>
        <p:spPr>
          <a:xfrm>
            <a:off x="7376517" y="47156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9" name="Shape 2236"/>
          <p:cNvSpPr/>
          <p:nvPr/>
        </p:nvSpPr>
        <p:spPr>
          <a:xfrm>
            <a:off x="7088414" y="38845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0" name="Shape 2237"/>
          <p:cNvSpPr/>
          <p:nvPr/>
        </p:nvSpPr>
        <p:spPr>
          <a:xfrm>
            <a:off x="7191370" y="37423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1" name="Shape 2238"/>
          <p:cNvSpPr/>
          <p:nvPr/>
        </p:nvSpPr>
        <p:spPr>
          <a:xfrm>
            <a:off x="7463956" y="37685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2" name="Shape 2239"/>
          <p:cNvSpPr/>
          <p:nvPr/>
        </p:nvSpPr>
        <p:spPr>
          <a:xfrm>
            <a:off x="7309286" y="38585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3" name="Shape 2240"/>
          <p:cNvSpPr/>
          <p:nvPr/>
        </p:nvSpPr>
        <p:spPr>
          <a:xfrm>
            <a:off x="7415852" y="39518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4" name="Shape 2241"/>
          <p:cNvSpPr/>
          <p:nvPr/>
        </p:nvSpPr>
        <p:spPr>
          <a:xfrm>
            <a:off x="7191805" y="39700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5" name="Shape 2242"/>
          <p:cNvSpPr/>
          <p:nvPr/>
        </p:nvSpPr>
        <p:spPr>
          <a:xfrm>
            <a:off x="7431770" y="38544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6" name="Shape 2243"/>
          <p:cNvSpPr/>
          <p:nvPr/>
        </p:nvSpPr>
        <p:spPr>
          <a:xfrm>
            <a:off x="7392353" y="39158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7" name="Shape 2244"/>
          <p:cNvSpPr/>
          <p:nvPr/>
        </p:nvSpPr>
        <p:spPr>
          <a:xfrm>
            <a:off x="7457263" y="39639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8" name="Shape 2245"/>
          <p:cNvSpPr/>
          <p:nvPr/>
        </p:nvSpPr>
        <p:spPr>
          <a:xfrm>
            <a:off x="7128441" y="40175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9" name="Shape 2246"/>
          <p:cNvSpPr/>
          <p:nvPr/>
        </p:nvSpPr>
        <p:spPr>
          <a:xfrm>
            <a:off x="7494761" y="38572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0" name="Shape 2247"/>
          <p:cNvSpPr/>
          <p:nvPr/>
        </p:nvSpPr>
        <p:spPr>
          <a:xfrm>
            <a:off x="7330679" y="39581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1" name="Shape 2248"/>
          <p:cNvSpPr/>
          <p:nvPr/>
        </p:nvSpPr>
        <p:spPr>
          <a:xfrm>
            <a:off x="7474318" y="39875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2" name="Shape 2249"/>
          <p:cNvSpPr/>
          <p:nvPr/>
        </p:nvSpPr>
        <p:spPr>
          <a:xfrm>
            <a:off x="7420191" y="36212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3" name="Shape 2250"/>
          <p:cNvSpPr/>
          <p:nvPr/>
        </p:nvSpPr>
        <p:spPr>
          <a:xfrm>
            <a:off x="7106860" y="43454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4" name="Shape 2251"/>
          <p:cNvSpPr/>
          <p:nvPr/>
        </p:nvSpPr>
        <p:spPr>
          <a:xfrm>
            <a:off x="7319791" y="43861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5" name="Shape 2252"/>
          <p:cNvSpPr/>
          <p:nvPr/>
        </p:nvSpPr>
        <p:spPr>
          <a:xfrm>
            <a:off x="7151969" y="38936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6" name="Shape 2253"/>
          <p:cNvSpPr/>
          <p:nvPr/>
        </p:nvSpPr>
        <p:spPr>
          <a:xfrm>
            <a:off x="7187182" y="42590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7" name="Shape 2254"/>
          <p:cNvSpPr/>
          <p:nvPr/>
        </p:nvSpPr>
        <p:spPr>
          <a:xfrm>
            <a:off x="7465095" y="44040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8" name="Shape 2255"/>
          <p:cNvSpPr/>
          <p:nvPr/>
        </p:nvSpPr>
        <p:spPr>
          <a:xfrm>
            <a:off x="7110247" y="44838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9" name="Shape 2256"/>
          <p:cNvSpPr/>
          <p:nvPr/>
        </p:nvSpPr>
        <p:spPr>
          <a:xfrm>
            <a:off x="7482912" y="38877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0" name="Shape 2257"/>
          <p:cNvSpPr/>
          <p:nvPr/>
        </p:nvSpPr>
        <p:spPr>
          <a:xfrm>
            <a:off x="7126868" y="37756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1" name="Shape 2258"/>
          <p:cNvSpPr/>
          <p:nvPr/>
        </p:nvSpPr>
        <p:spPr>
          <a:xfrm>
            <a:off x="7254761" y="39428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2" name="Shape 2259"/>
          <p:cNvSpPr/>
          <p:nvPr/>
        </p:nvSpPr>
        <p:spPr>
          <a:xfrm>
            <a:off x="7362702" y="35456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3" name="Shape 2260"/>
          <p:cNvSpPr/>
          <p:nvPr/>
        </p:nvSpPr>
        <p:spPr>
          <a:xfrm>
            <a:off x="7369956" y="42037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4" name="Shape 2261"/>
          <p:cNvSpPr/>
          <p:nvPr/>
        </p:nvSpPr>
        <p:spPr>
          <a:xfrm>
            <a:off x="7076434" y="46420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5" name="Shape 2262"/>
          <p:cNvSpPr/>
          <p:nvPr/>
        </p:nvSpPr>
        <p:spPr>
          <a:xfrm>
            <a:off x="7240406" y="44464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6" name="Shape 2263"/>
          <p:cNvSpPr/>
          <p:nvPr/>
        </p:nvSpPr>
        <p:spPr>
          <a:xfrm>
            <a:off x="7404442" y="44040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7" name="Shape 2264"/>
          <p:cNvSpPr/>
          <p:nvPr/>
        </p:nvSpPr>
        <p:spPr>
          <a:xfrm>
            <a:off x="7081486" y="44229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8" name="Shape 2265"/>
          <p:cNvSpPr/>
          <p:nvPr/>
        </p:nvSpPr>
        <p:spPr>
          <a:xfrm>
            <a:off x="7448690" y="45189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9" name="Shape 2266"/>
          <p:cNvSpPr/>
          <p:nvPr/>
        </p:nvSpPr>
        <p:spPr>
          <a:xfrm>
            <a:off x="7362914" y="44170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0" name="Shape 2267"/>
          <p:cNvSpPr/>
          <p:nvPr/>
        </p:nvSpPr>
        <p:spPr>
          <a:xfrm>
            <a:off x="7156925" y="45492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1" name="Shape 2268"/>
          <p:cNvSpPr/>
          <p:nvPr/>
        </p:nvSpPr>
        <p:spPr>
          <a:xfrm>
            <a:off x="7256362" y="44609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2" name="Shape 2269"/>
          <p:cNvSpPr/>
          <p:nvPr/>
        </p:nvSpPr>
        <p:spPr>
          <a:xfrm>
            <a:off x="7175923" y="46225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3" name="Shape 2270"/>
          <p:cNvSpPr/>
          <p:nvPr/>
        </p:nvSpPr>
        <p:spPr>
          <a:xfrm>
            <a:off x="7389967" y="45552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4" name="Shape 2271"/>
          <p:cNvSpPr/>
          <p:nvPr/>
        </p:nvSpPr>
        <p:spPr>
          <a:xfrm>
            <a:off x="7368910" y="46073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5" name="Shape 2272"/>
          <p:cNvSpPr/>
          <p:nvPr/>
        </p:nvSpPr>
        <p:spPr>
          <a:xfrm>
            <a:off x="7129882" y="46304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6" name="Shape 2273"/>
          <p:cNvSpPr/>
          <p:nvPr/>
        </p:nvSpPr>
        <p:spPr>
          <a:xfrm>
            <a:off x="7154883" y="37256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7" name="Shape 2274"/>
          <p:cNvSpPr/>
          <p:nvPr/>
        </p:nvSpPr>
        <p:spPr>
          <a:xfrm>
            <a:off x="7276170" y="44719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8" name="Shape 2275"/>
          <p:cNvSpPr/>
          <p:nvPr/>
        </p:nvSpPr>
        <p:spPr>
          <a:xfrm>
            <a:off x="7274388" y="40830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9" name="Shape 2276"/>
          <p:cNvSpPr/>
          <p:nvPr/>
        </p:nvSpPr>
        <p:spPr>
          <a:xfrm>
            <a:off x="7299903" y="40117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0" name="Shape 2277"/>
          <p:cNvSpPr/>
          <p:nvPr/>
        </p:nvSpPr>
        <p:spPr>
          <a:xfrm>
            <a:off x="7101908" y="40548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1" name="Shape 2278"/>
          <p:cNvSpPr/>
          <p:nvPr/>
        </p:nvSpPr>
        <p:spPr>
          <a:xfrm>
            <a:off x="7074077" y="39556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2" name="Shape 2279"/>
          <p:cNvSpPr/>
          <p:nvPr/>
        </p:nvSpPr>
        <p:spPr>
          <a:xfrm>
            <a:off x="7190053" y="40239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3" name="Shape 2280"/>
          <p:cNvSpPr/>
          <p:nvPr/>
        </p:nvSpPr>
        <p:spPr>
          <a:xfrm>
            <a:off x="7233104" y="40406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4" name="Shape 2281"/>
          <p:cNvSpPr/>
          <p:nvPr/>
        </p:nvSpPr>
        <p:spPr>
          <a:xfrm>
            <a:off x="7282119" y="40636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5" name="Shape 2282"/>
          <p:cNvSpPr/>
          <p:nvPr/>
        </p:nvSpPr>
        <p:spPr>
          <a:xfrm>
            <a:off x="7393467" y="39552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6" name="Shape 2283"/>
          <p:cNvSpPr/>
          <p:nvPr/>
        </p:nvSpPr>
        <p:spPr>
          <a:xfrm>
            <a:off x="7302500" y="3477238"/>
            <a:ext cx="127" cy="114797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2287" name="Shape 2284"/>
          <p:cNvSpPr/>
          <p:nvPr/>
        </p:nvSpPr>
        <p:spPr>
          <a:xfrm>
            <a:off x="7200900" y="4625215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2288" name="Shape 2285"/>
          <p:cNvSpPr/>
          <p:nvPr/>
        </p:nvSpPr>
        <p:spPr>
          <a:xfrm>
            <a:off x="7200900" y="3477238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2289" name="Shape 2286"/>
          <p:cNvSpPr/>
          <p:nvPr/>
        </p:nvSpPr>
        <p:spPr>
          <a:xfrm>
            <a:off x="7150100" y="3866268"/>
            <a:ext cx="304800" cy="494427"/>
          </a:xfrm>
          <a:prstGeom prst="rect">
            <a:avLst/>
          </a:prstGeom>
          <a:solidFill>
            <a:srgbClr val="FFFFFF"/>
          </a:solidFill>
          <a:ln w="19050">
            <a:solidFill>
              <a:srgbClr val="32887D"/>
            </a:solidFill>
            <a:prstDash val="solid"/>
          </a:ln>
        </p:spPr>
      </p:sp>
      <p:sp>
        <p:nvSpPr>
          <p:cNvPr id="2290" name="Shape 2287"/>
          <p:cNvSpPr/>
          <p:nvPr/>
        </p:nvSpPr>
        <p:spPr>
          <a:xfrm>
            <a:off x="7150100" y="4137931"/>
            <a:ext cx="304800" cy="127"/>
          </a:xfrm>
          <a:prstGeom prst="line">
            <a:avLst/>
          </a:prstGeom>
          <a:noFill/>
          <a:ln w="30480">
            <a:solidFill>
              <a:srgbClr val="32887D"/>
            </a:solidFill>
            <a:prstDash val="solid"/>
          </a:ln>
        </p:spPr>
      </p:sp>
      <p:sp>
        <p:nvSpPr>
          <p:cNvPr id="2291" name="Shape 2288"/>
          <p:cNvSpPr/>
          <p:nvPr/>
        </p:nvSpPr>
        <p:spPr>
          <a:xfrm>
            <a:off x="8176022" y="41466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2" name="Shape 2289"/>
          <p:cNvSpPr/>
          <p:nvPr/>
        </p:nvSpPr>
        <p:spPr>
          <a:xfrm>
            <a:off x="8133074" y="40241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3" name="Shape 2290"/>
          <p:cNvSpPr/>
          <p:nvPr/>
        </p:nvSpPr>
        <p:spPr>
          <a:xfrm>
            <a:off x="7885088" y="40961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4" name="Shape 2291"/>
          <p:cNvSpPr/>
          <p:nvPr/>
        </p:nvSpPr>
        <p:spPr>
          <a:xfrm>
            <a:off x="8103004" y="41290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5" name="Shape 2292"/>
          <p:cNvSpPr/>
          <p:nvPr/>
        </p:nvSpPr>
        <p:spPr>
          <a:xfrm>
            <a:off x="7767870" y="39320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6" name="Shape 2293"/>
          <p:cNvSpPr/>
          <p:nvPr/>
        </p:nvSpPr>
        <p:spPr>
          <a:xfrm>
            <a:off x="7966686" y="40805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7" name="Shape 2294"/>
          <p:cNvSpPr/>
          <p:nvPr/>
        </p:nvSpPr>
        <p:spPr>
          <a:xfrm>
            <a:off x="7936578" y="42120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8" name="Shape 2295"/>
          <p:cNvSpPr/>
          <p:nvPr/>
        </p:nvSpPr>
        <p:spPr>
          <a:xfrm>
            <a:off x="7991555" y="41107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299" name="Shape 2296"/>
          <p:cNvSpPr/>
          <p:nvPr/>
        </p:nvSpPr>
        <p:spPr>
          <a:xfrm>
            <a:off x="7970718" y="40159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0" name="Shape 2297"/>
          <p:cNvSpPr/>
          <p:nvPr/>
        </p:nvSpPr>
        <p:spPr>
          <a:xfrm>
            <a:off x="8180596" y="40902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1" name="Shape 2298"/>
          <p:cNvSpPr/>
          <p:nvPr/>
        </p:nvSpPr>
        <p:spPr>
          <a:xfrm>
            <a:off x="7981700" y="42574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2" name="Shape 2299"/>
          <p:cNvSpPr/>
          <p:nvPr/>
        </p:nvSpPr>
        <p:spPr>
          <a:xfrm>
            <a:off x="8126247" y="40259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3" name="Shape 2300"/>
          <p:cNvSpPr/>
          <p:nvPr/>
        </p:nvSpPr>
        <p:spPr>
          <a:xfrm>
            <a:off x="7967643" y="40565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4" name="Shape 2301"/>
          <p:cNvSpPr/>
          <p:nvPr/>
        </p:nvSpPr>
        <p:spPr>
          <a:xfrm>
            <a:off x="8169366" y="40377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5" name="Shape 2302"/>
          <p:cNvSpPr/>
          <p:nvPr/>
        </p:nvSpPr>
        <p:spPr>
          <a:xfrm>
            <a:off x="7807958" y="38787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6" name="Shape 2303"/>
          <p:cNvSpPr/>
          <p:nvPr/>
        </p:nvSpPr>
        <p:spPr>
          <a:xfrm>
            <a:off x="7799611" y="41448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7" name="Shape 2304"/>
          <p:cNvSpPr/>
          <p:nvPr/>
        </p:nvSpPr>
        <p:spPr>
          <a:xfrm>
            <a:off x="7825318" y="40145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8" name="Shape 2305"/>
          <p:cNvSpPr/>
          <p:nvPr/>
        </p:nvSpPr>
        <p:spPr>
          <a:xfrm>
            <a:off x="7915118" y="42782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09" name="Shape 2306"/>
          <p:cNvSpPr/>
          <p:nvPr/>
        </p:nvSpPr>
        <p:spPr>
          <a:xfrm>
            <a:off x="7816691" y="41617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0" name="Shape 2307"/>
          <p:cNvSpPr/>
          <p:nvPr/>
        </p:nvSpPr>
        <p:spPr>
          <a:xfrm>
            <a:off x="8126493" y="40526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1" name="Shape 2308"/>
          <p:cNvSpPr/>
          <p:nvPr/>
        </p:nvSpPr>
        <p:spPr>
          <a:xfrm>
            <a:off x="8139475" y="39543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2" name="Shape 2309"/>
          <p:cNvSpPr/>
          <p:nvPr/>
        </p:nvSpPr>
        <p:spPr>
          <a:xfrm>
            <a:off x="7825382" y="40721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3" name="Shape 2310"/>
          <p:cNvSpPr/>
          <p:nvPr/>
        </p:nvSpPr>
        <p:spPr>
          <a:xfrm>
            <a:off x="7930245" y="41098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4" name="Shape 2311"/>
          <p:cNvSpPr/>
          <p:nvPr/>
        </p:nvSpPr>
        <p:spPr>
          <a:xfrm>
            <a:off x="7800010" y="40295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5" name="Shape 2312"/>
          <p:cNvSpPr/>
          <p:nvPr/>
        </p:nvSpPr>
        <p:spPr>
          <a:xfrm>
            <a:off x="7784805" y="40967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6" name="Shape 2313"/>
          <p:cNvSpPr/>
          <p:nvPr/>
        </p:nvSpPr>
        <p:spPr>
          <a:xfrm>
            <a:off x="7953047" y="41910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7" name="Shape 2314"/>
          <p:cNvSpPr/>
          <p:nvPr/>
        </p:nvSpPr>
        <p:spPr>
          <a:xfrm>
            <a:off x="7832383" y="40961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8" name="Shape 2315"/>
          <p:cNvSpPr/>
          <p:nvPr/>
        </p:nvSpPr>
        <p:spPr>
          <a:xfrm>
            <a:off x="8149582" y="41184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19" name="Shape 2316"/>
          <p:cNvSpPr/>
          <p:nvPr/>
        </p:nvSpPr>
        <p:spPr>
          <a:xfrm>
            <a:off x="7904656" y="40590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0" name="Shape 2317"/>
          <p:cNvSpPr/>
          <p:nvPr/>
        </p:nvSpPr>
        <p:spPr>
          <a:xfrm>
            <a:off x="7869934" y="41827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1" name="Shape 2318"/>
          <p:cNvSpPr/>
          <p:nvPr/>
        </p:nvSpPr>
        <p:spPr>
          <a:xfrm>
            <a:off x="7757874" y="40669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2" name="Shape 2319"/>
          <p:cNvSpPr/>
          <p:nvPr/>
        </p:nvSpPr>
        <p:spPr>
          <a:xfrm>
            <a:off x="8176783" y="40593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3" name="Shape 2320"/>
          <p:cNvSpPr/>
          <p:nvPr/>
        </p:nvSpPr>
        <p:spPr>
          <a:xfrm>
            <a:off x="7937259" y="41157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4" name="Shape 2321"/>
          <p:cNvSpPr/>
          <p:nvPr/>
        </p:nvSpPr>
        <p:spPr>
          <a:xfrm>
            <a:off x="7903917" y="40581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5" name="Shape 2322"/>
          <p:cNvSpPr/>
          <p:nvPr/>
        </p:nvSpPr>
        <p:spPr>
          <a:xfrm>
            <a:off x="8152985" y="40788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6" name="Shape 2323"/>
          <p:cNvSpPr/>
          <p:nvPr/>
        </p:nvSpPr>
        <p:spPr>
          <a:xfrm>
            <a:off x="8103924" y="41023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7" name="Shape 2324"/>
          <p:cNvSpPr/>
          <p:nvPr/>
        </p:nvSpPr>
        <p:spPr>
          <a:xfrm>
            <a:off x="7796860" y="39671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8" name="Shape 2325"/>
          <p:cNvSpPr/>
          <p:nvPr/>
        </p:nvSpPr>
        <p:spPr>
          <a:xfrm>
            <a:off x="7873641" y="39647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29" name="Shape 2326"/>
          <p:cNvSpPr/>
          <p:nvPr/>
        </p:nvSpPr>
        <p:spPr>
          <a:xfrm>
            <a:off x="7917907" y="42137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0" name="Shape 2327"/>
          <p:cNvSpPr/>
          <p:nvPr/>
        </p:nvSpPr>
        <p:spPr>
          <a:xfrm>
            <a:off x="7880959" y="41118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1" name="Shape 2328"/>
          <p:cNvSpPr/>
          <p:nvPr/>
        </p:nvSpPr>
        <p:spPr>
          <a:xfrm>
            <a:off x="8037659" y="41891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2" name="Shape 2329"/>
          <p:cNvSpPr/>
          <p:nvPr/>
        </p:nvSpPr>
        <p:spPr>
          <a:xfrm>
            <a:off x="7916908" y="39997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3" name="Shape 2330"/>
          <p:cNvSpPr/>
          <p:nvPr/>
        </p:nvSpPr>
        <p:spPr>
          <a:xfrm>
            <a:off x="7814541" y="41022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4" name="Shape 2331"/>
          <p:cNvSpPr/>
          <p:nvPr/>
        </p:nvSpPr>
        <p:spPr>
          <a:xfrm>
            <a:off x="7838073" y="41859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5" name="Shape 2332"/>
          <p:cNvSpPr/>
          <p:nvPr/>
        </p:nvSpPr>
        <p:spPr>
          <a:xfrm>
            <a:off x="7757038" y="41233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6" name="Shape 2333"/>
          <p:cNvSpPr/>
          <p:nvPr/>
        </p:nvSpPr>
        <p:spPr>
          <a:xfrm>
            <a:off x="7963059" y="40251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7" name="Shape 2334"/>
          <p:cNvSpPr/>
          <p:nvPr/>
        </p:nvSpPr>
        <p:spPr>
          <a:xfrm>
            <a:off x="7898879" y="41090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8" name="Shape 2335"/>
          <p:cNvSpPr/>
          <p:nvPr/>
        </p:nvSpPr>
        <p:spPr>
          <a:xfrm>
            <a:off x="7753629" y="41377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39" name="Shape 2336"/>
          <p:cNvSpPr/>
          <p:nvPr/>
        </p:nvSpPr>
        <p:spPr>
          <a:xfrm>
            <a:off x="7962245" y="40980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0" name="Shape 2337"/>
          <p:cNvSpPr/>
          <p:nvPr/>
        </p:nvSpPr>
        <p:spPr>
          <a:xfrm>
            <a:off x="7973433" y="40720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1" name="Shape 2338"/>
          <p:cNvSpPr/>
          <p:nvPr/>
        </p:nvSpPr>
        <p:spPr>
          <a:xfrm>
            <a:off x="7881533" y="42716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2" name="Shape 2339"/>
          <p:cNvSpPr/>
          <p:nvPr/>
        </p:nvSpPr>
        <p:spPr>
          <a:xfrm>
            <a:off x="7867363" y="40882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3" name="Shape 2340"/>
          <p:cNvSpPr/>
          <p:nvPr/>
        </p:nvSpPr>
        <p:spPr>
          <a:xfrm>
            <a:off x="8023756" y="44001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4" name="Shape 2341"/>
          <p:cNvSpPr/>
          <p:nvPr/>
        </p:nvSpPr>
        <p:spPr>
          <a:xfrm>
            <a:off x="7783326" y="39506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5" name="Shape 2342"/>
          <p:cNvSpPr/>
          <p:nvPr/>
        </p:nvSpPr>
        <p:spPr>
          <a:xfrm>
            <a:off x="7897631" y="41529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6" name="Shape 2343"/>
          <p:cNvSpPr/>
          <p:nvPr/>
        </p:nvSpPr>
        <p:spPr>
          <a:xfrm>
            <a:off x="8110077" y="42154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7" name="Shape 2344"/>
          <p:cNvSpPr/>
          <p:nvPr/>
        </p:nvSpPr>
        <p:spPr>
          <a:xfrm>
            <a:off x="7995618" y="40828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8" name="Shape 2345"/>
          <p:cNvSpPr/>
          <p:nvPr/>
        </p:nvSpPr>
        <p:spPr>
          <a:xfrm>
            <a:off x="8057814" y="41788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49" name="Shape 2346"/>
          <p:cNvSpPr/>
          <p:nvPr/>
        </p:nvSpPr>
        <p:spPr>
          <a:xfrm>
            <a:off x="7935885" y="41240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0" name="Shape 2347"/>
          <p:cNvSpPr/>
          <p:nvPr/>
        </p:nvSpPr>
        <p:spPr>
          <a:xfrm>
            <a:off x="8135743" y="40526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1" name="Shape 2348"/>
          <p:cNvSpPr/>
          <p:nvPr/>
        </p:nvSpPr>
        <p:spPr>
          <a:xfrm>
            <a:off x="7816663" y="40698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2" name="Shape 2349"/>
          <p:cNvSpPr/>
          <p:nvPr/>
        </p:nvSpPr>
        <p:spPr>
          <a:xfrm>
            <a:off x="7963461" y="41480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3" name="Shape 2350"/>
          <p:cNvSpPr/>
          <p:nvPr/>
        </p:nvSpPr>
        <p:spPr>
          <a:xfrm>
            <a:off x="8030438" y="41897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4" name="Shape 2351"/>
          <p:cNvSpPr/>
          <p:nvPr/>
        </p:nvSpPr>
        <p:spPr>
          <a:xfrm>
            <a:off x="7782972" y="41091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5" name="Shape 2352"/>
          <p:cNvSpPr/>
          <p:nvPr/>
        </p:nvSpPr>
        <p:spPr>
          <a:xfrm>
            <a:off x="7960247" y="39817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6" name="Shape 2353"/>
          <p:cNvSpPr/>
          <p:nvPr/>
        </p:nvSpPr>
        <p:spPr>
          <a:xfrm>
            <a:off x="7888450" y="42586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7" name="Shape 2354"/>
          <p:cNvSpPr/>
          <p:nvPr/>
        </p:nvSpPr>
        <p:spPr>
          <a:xfrm>
            <a:off x="7760021" y="40873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8" name="Shape 2355"/>
          <p:cNvSpPr/>
          <p:nvPr/>
        </p:nvSpPr>
        <p:spPr>
          <a:xfrm>
            <a:off x="8028450" y="40896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59" name="Shape 2356"/>
          <p:cNvSpPr/>
          <p:nvPr/>
        </p:nvSpPr>
        <p:spPr>
          <a:xfrm>
            <a:off x="8037871" y="40953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0" name="Shape 2357"/>
          <p:cNvSpPr/>
          <p:nvPr/>
        </p:nvSpPr>
        <p:spPr>
          <a:xfrm>
            <a:off x="7866361" y="41215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1" name="Shape 2358"/>
          <p:cNvSpPr/>
          <p:nvPr/>
        </p:nvSpPr>
        <p:spPr>
          <a:xfrm>
            <a:off x="7964643" y="41420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2" name="Shape 2359"/>
          <p:cNvSpPr/>
          <p:nvPr/>
        </p:nvSpPr>
        <p:spPr>
          <a:xfrm>
            <a:off x="8127857" y="40966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3" name="Shape 2360"/>
          <p:cNvSpPr/>
          <p:nvPr/>
        </p:nvSpPr>
        <p:spPr>
          <a:xfrm>
            <a:off x="7994388" y="41839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4" name="Shape 2361"/>
          <p:cNvSpPr/>
          <p:nvPr/>
        </p:nvSpPr>
        <p:spPr>
          <a:xfrm>
            <a:off x="7945186" y="40745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5" name="Shape 2362"/>
          <p:cNvSpPr/>
          <p:nvPr/>
        </p:nvSpPr>
        <p:spPr>
          <a:xfrm>
            <a:off x="7808025" y="42068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6" name="Shape 2363"/>
          <p:cNvSpPr/>
          <p:nvPr/>
        </p:nvSpPr>
        <p:spPr>
          <a:xfrm>
            <a:off x="7974834" y="41632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7" name="Shape 2364"/>
          <p:cNvSpPr/>
          <p:nvPr/>
        </p:nvSpPr>
        <p:spPr>
          <a:xfrm>
            <a:off x="8072888" y="40644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8" name="Shape 2365"/>
          <p:cNvSpPr/>
          <p:nvPr/>
        </p:nvSpPr>
        <p:spPr>
          <a:xfrm>
            <a:off x="7920136" y="41298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69" name="Shape 2366"/>
          <p:cNvSpPr/>
          <p:nvPr/>
        </p:nvSpPr>
        <p:spPr>
          <a:xfrm>
            <a:off x="8148966" y="38235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0" name="Shape 2367"/>
          <p:cNvSpPr/>
          <p:nvPr/>
        </p:nvSpPr>
        <p:spPr>
          <a:xfrm>
            <a:off x="7988607" y="41749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1" name="Shape 2368"/>
          <p:cNvSpPr/>
          <p:nvPr/>
        </p:nvSpPr>
        <p:spPr>
          <a:xfrm>
            <a:off x="7780771" y="41646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2" name="Shape 2369"/>
          <p:cNvSpPr/>
          <p:nvPr/>
        </p:nvSpPr>
        <p:spPr>
          <a:xfrm>
            <a:off x="7915198" y="42629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3" name="Shape 2370"/>
          <p:cNvSpPr/>
          <p:nvPr/>
        </p:nvSpPr>
        <p:spPr>
          <a:xfrm>
            <a:off x="8062152" y="41444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4" name="Shape 2371"/>
          <p:cNvSpPr/>
          <p:nvPr/>
        </p:nvSpPr>
        <p:spPr>
          <a:xfrm>
            <a:off x="8143079" y="42020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5" name="Shape 2372"/>
          <p:cNvSpPr/>
          <p:nvPr/>
        </p:nvSpPr>
        <p:spPr>
          <a:xfrm>
            <a:off x="7892183" y="41933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6" name="Shape 2373"/>
          <p:cNvSpPr/>
          <p:nvPr/>
        </p:nvSpPr>
        <p:spPr>
          <a:xfrm>
            <a:off x="8138236" y="41402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7" name="Shape 2374"/>
          <p:cNvSpPr/>
          <p:nvPr/>
        </p:nvSpPr>
        <p:spPr>
          <a:xfrm>
            <a:off x="7895167" y="42998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8" name="Shape 2375"/>
          <p:cNvSpPr/>
          <p:nvPr/>
        </p:nvSpPr>
        <p:spPr>
          <a:xfrm>
            <a:off x="8011615" y="43759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79" name="Shape 2376"/>
          <p:cNvSpPr/>
          <p:nvPr/>
        </p:nvSpPr>
        <p:spPr>
          <a:xfrm>
            <a:off x="8164089" y="42755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0" name="Shape 2377"/>
          <p:cNvSpPr/>
          <p:nvPr/>
        </p:nvSpPr>
        <p:spPr>
          <a:xfrm>
            <a:off x="7772447" y="46371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1" name="Shape 2378"/>
          <p:cNvSpPr/>
          <p:nvPr/>
        </p:nvSpPr>
        <p:spPr>
          <a:xfrm>
            <a:off x="7772641" y="43874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2" name="Shape 2379"/>
          <p:cNvSpPr/>
          <p:nvPr/>
        </p:nvSpPr>
        <p:spPr>
          <a:xfrm>
            <a:off x="8160138" y="43984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3" name="Shape 2380"/>
          <p:cNvSpPr/>
          <p:nvPr/>
        </p:nvSpPr>
        <p:spPr>
          <a:xfrm>
            <a:off x="7861751" y="43342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4" name="Shape 2381"/>
          <p:cNvSpPr/>
          <p:nvPr/>
        </p:nvSpPr>
        <p:spPr>
          <a:xfrm>
            <a:off x="7998401" y="45397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5" name="Shape 2382"/>
          <p:cNvSpPr/>
          <p:nvPr/>
        </p:nvSpPr>
        <p:spPr>
          <a:xfrm>
            <a:off x="7752683" y="44404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6" name="Shape 2383"/>
          <p:cNvSpPr/>
          <p:nvPr/>
        </p:nvSpPr>
        <p:spPr>
          <a:xfrm>
            <a:off x="7987137" y="45349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7" name="Shape 2384"/>
          <p:cNvSpPr/>
          <p:nvPr/>
        </p:nvSpPr>
        <p:spPr>
          <a:xfrm>
            <a:off x="7947030" y="43755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8" name="Shape 2385"/>
          <p:cNvSpPr/>
          <p:nvPr/>
        </p:nvSpPr>
        <p:spPr>
          <a:xfrm>
            <a:off x="8107356" y="41132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89" name="Shape 2386"/>
          <p:cNvSpPr/>
          <p:nvPr/>
        </p:nvSpPr>
        <p:spPr>
          <a:xfrm>
            <a:off x="8087658" y="41126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0" name="Shape 2387"/>
          <p:cNvSpPr/>
          <p:nvPr/>
        </p:nvSpPr>
        <p:spPr>
          <a:xfrm>
            <a:off x="7777619" y="40875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1" name="Shape 2388"/>
          <p:cNvSpPr/>
          <p:nvPr/>
        </p:nvSpPr>
        <p:spPr>
          <a:xfrm>
            <a:off x="7875543" y="32833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2" name="Shape 2389"/>
          <p:cNvSpPr/>
          <p:nvPr/>
        </p:nvSpPr>
        <p:spPr>
          <a:xfrm>
            <a:off x="7940570" y="37168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3" name="Shape 2390"/>
          <p:cNvSpPr/>
          <p:nvPr/>
        </p:nvSpPr>
        <p:spPr>
          <a:xfrm>
            <a:off x="8133460" y="43455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4" name="Shape 2391"/>
          <p:cNvSpPr/>
          <p:nvPr/>
        </p:nvSpPr>
        <p:spPr>
          <a:xfrm>
            <a:off x="8133449" y="39124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5" name="Shape 2392"/>
          <p:cNvSpPr/>
          <p:nvPr/>
        </p:nvSpPr>
        <p:spPr>
          <a:xfrm>
            <a:off x="7786056" y="44031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6" name="Shape 2393"/>
          <p:cNvSpPr/>
          <p:nvPr/>
        </p:nvSpPr>
        <p:spPr>
          <a:xfrm>
            <a:off x="7945200" y="39511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7" name="Shape 2394"/>
          <p:cNvSpPr/>
          <p:nvPr/>
        </p:nvSpPr>
        <p:spPr>
          <a:xfrm>
            <a:off x="8014902" y="37121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8" name="Shape 2395"/>
          <p:cNvSpPr/>
          <p:nvPr/>
        </p:nvSpPr>
        <p:spPr>
          <a:xfrm>
            <a:off x="8061358" y="37915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399" name="Shape 2396"/>
          <p:cNvSpPr/>
          <p:nvPr/>
        </p:nvSpPr>
        <p:spPr>
          <a:xfrm>
            <a:off x="7967597" y="39373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0" name="Shape 2397"/>
          <p:cNvSpPr/>
          <p:nvPr/>
        </p:nvSpPr>
        <p:spPr>
          <a:xfrm>
            <a:off x="7895454" y="37639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1" name="Shape 2398"/>
          <p:cNvSpPr/>
          <p:nvPr/>
        </p:nvSpPr>
        <p:spPr>
          <a:xfrm>
            <a:off x="8163724" y="43773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2" name="Shape 2399"/>
          <p:cNvSpPr/>
          <p:nvPr/>
        </p:nvSpPr>
        <p:spPr>
          <a:xfrm>
            <a:off x="8056628" y="40525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3" name="Shape 2400"/>
          <p:cNvSpPr/>
          <p:nvPr/>
        </p:nvSpPr>
        <p:spPr>
          <a:xfrm>
            <a:off x="8066858" y="32576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4" name="Shape 2401"/>
          <p:cNvSpPr/>
          <p:nvPr/>
        </p:nvSpPr>
        <p:spPr>
          <a:xfrm>
            <a:off x="8083281" y="42740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5" name="Shape 2402"/>
          <p:cNvSpPr/>
          <p:nvPr/>
        </p:nvSpPr>
        <p:spPr>
          <a:xfrm>
            <a:off x="7771062" y="39277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6" name="Shape 2403"/>
          <p:cNvSpPr/>
          <p:nvPr/>
        </p:nvSpPr>
        <p:spPr>
          <a:xfrm>
            <a:off x="8082194" y="40854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7" name="Shape 2404"/>
          <p:cNvSpPr/>
          <p:nvPr/>
        </p:nvSpPr>
        <p:spPr>
          <a:xfrm>
            <a:off x="8037276" y="43744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8" name="Shape 2405"/>
          <p:cNvSpPr/>
          <p:nvPr/>
        </p:nvSpPr>
        <p:spPr>
          <a:xfrm>
            <a:off x="7989575" y="43617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09" name="Shape 2406"/>
          <p:cNvSpPr/>
          <p:nvPr/>
        </p:nvSpPr>
        <p:spPr>
          <a:xfrm>
            <a:off x="8174630" y="38311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0" name="Shape 2407"/>
          <p:cNvSpPr/>
          <p:nvPr/>
        </p:nvSpPr>
        <p:spPr>
          <a:xfrm>
            <a:off x="7775207" y="38600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1" name="Shape 2408"/>
          <p:cNvSpPr/>
          <p:nvPr/>
        </p:nvSpPr>
        <p:spPr>
          <a:xfrm>
            <a:off x="8174991" y="40511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2" name="Shape 2409"/>
          <p:cNvSpPr/>
          <p:nvPr/>
        </p:nvSpPr>
        <p:spPr>
          <a:xfrm>
            <a:off x="7918096" y="39091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3" name="Shape 2410"/>
          <p:cNvSpPr/>
          <p:nvPr/>
        </p:nvSpPr>
        <p:spPr>
          <a:xfrm>
            <a:off x="7915600" y="38409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4" name="Shape 2411"/>
          <p:cNvSpPr/>
          <p:nvPr/>
        </p:nvSpPr>
        <p:spPr>
          <a:xfrm>
            <a:off x="8031296" y="37456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5" name="Shape 2412"/>
          <p:cNvSpPr/>
          <p:nvPr/>
        </p:nvSpPr>
        <p:spPr>
          <a:xfrm>
            <a:off x="7965359" y="40536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6" name="Shape 2413"/>
          <p:cNvSpPr/>
          <p:nvPr/>
        </p:nvSpPr>
        <p:spPr>
          <a:xfrm>
            <a:off x="8093096" y="37217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7" name="Shape 2414"/>
          <p:cNvSpPr/>
          <p:nvPr/>
        </p:nvSpPr>
        <p:spPr>
          <a:xfrm>
            <a:off x="8124244" y="44290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8" name="Shape 2415"/>
          <p:cNvSpPr/>
          <p:nvPr/>
        </p:nvSpPr>
        <p:spPr>
          <a:xfrm>
            <a:off x="7889964" y="43306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19" name="Shape 2416"/>
          <p:cNvSpPr/>
          <p:nvPr/>
        </p:nvSpPr>
        <p:spPr>
          <a:xfrm>
            <a:off x="7835324" y="33613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0" name="Shape 2417"/>
          <p:cNvSpPr/>
          <p:nvPr/>
        </p:nvSpPr>
        <p:spPr>
          <a:xfrm>
            <a:off x="7939528" y="35839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1" name="Shape 2418"/>
          <p:cNvSpPr/>
          <p:nvPr/>
        </p:nvSpPr>
        <p:spPr>
          <a:xfrm>
            <a:off x="7961403" y="38517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2" name="Shape 2419"/>
          <p:cNvSpPr/>
          <p:nvPr/>
        </p:nvSpPr>
        <p:spPr>
          <a:xfrm>
            <a:off x="8043548" y="36885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3" name="Shape 2420"/>
          <p:cNvSpPr/>
          <p:nvPr/>
        </p:nvSpPr>
        <p:spPr>
          <a:xfrm>
            <a:off x="7765298" y="38336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4" name="Shape 2421"/>
          <p:cNvSpPr/>
          <p:nvPr/>
        </p:nvSpPr>
        <p:spPr>
          <a:xfrm>
            <a:off x="8067240" y="36346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5" name="Shape 2422"/>
          <p:cNvSpPr/>
          <p:nvPr/>
        </p:nvSpPr>
        <p:spPr>
          <a:xfrm>
            <a:off x="8063560" y="37816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6" name="Shape 2423"/>
          <p:cNvSpPr/>
          <p:nvPr/>
        </p:nvSpPr>
        <p:spPr>
          <a:xfrm>
            <a:off x="8011297" y="38783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7" name="Shape 2424"/>
          <p:cNvSpPr/>
          <p:nvPr/>
        </p:nvSpPr>
        <p:spPr>
          <a:xfrm>
            <a:off x="8155679" y="37206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8" name="Shape 2425"/>
          <p:cNvSpPr/>
          <p:nvPr/>
        </p:nvSpPr>
        <p:spPr>
          <a:xfrm>
            <a:off x="7816572" y="39025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29" name="Shape 2426"/>
          <p:cNvSpPr/>
          <p:nvPr/>
        </p:nvSpPr>
        <p:spPr>
          <a:xfrm>
            <a:off x="7964236" y="38557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0" name="Shape 2427"/>
          <p:cNvSpPr/>
          <p:nvPr/>
        </p:nvSpPr>
        <p:spPr>
          <a:xfrm>
            <a:off x="7782105" y="38548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1" name="Shape 2428"/>
          <p:cNvSpPr/>
          <p:nvPr/>
        </p:nvSpPr>
        <p:spPr>
          <a:xfrm>
            <a:off x="8068822" y="38320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2" name="Shape 2429"/>
          <p:cNvSpPr/>
          <p:nvPr/>
        </p:nvSpPr>
        <p:spPr>
          <a:xfrm>
            <a:off x="8127042" y="39631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3" name="Shape 2430"/>
          <p:cNvSpPr/>
          <p:nvPr/>
        </p:nvSpPr>
        <p:spPr>
          <a:xfrm>
            <a:off x="7898369" y="35981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4" name="Shape 2431"/>
          <p:cNvSpPr/>
          <p:nvPr/>
        </p:nvSpPr>
        <p:spPr>
          <a:xfrm>
            <a:off x="7869579" y="39090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5" name="Shape 2432"/>
          <p:cNvSpPr/>
          <p:nvPr/>
        </p:nvSpPr>
        <p:spPr>
          <a:xfrm>
            <a:off x="7884849" y="37889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6" name="Shape 2433"/>
          <p:cNvSpPr/>
          <p:nvPr/>
        </p:nvSpPr>
        <p:spPr>
          <a:xfrm>
            <a:off x="7905035" y="36272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7" name="Shape 2434"/>
          <p:cNvSpPr/>
          <p:nvPr/>
        </p:nvSpPr>
        <p:spPr>
          <a:xfrm>
            <a:off x="7938698" y="40894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8" name="Shape 2435"/>
          <p:cNvSpPr/>
          <p:nvPr/>
        </p:nvSpPr>
        <p:spPr>
          <a:xfrm>
            <a:off x="7819442" y="40142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39" name="Shape 2436"/>
          <p:cNvSpPr/>
          <p:nvPr/>
        </p:nvSpPr>
        <p:spPr>
          <a:xfrm>
            <a:off x="7916163" y="39513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0" name="Shape 2437"/>
          <p:cNvSpPr/>
          <p:nvPr/>
        </p:nvSpPr>
        <p:spPr>
          <a:xfrm>
            <a:off x="7889779" y="37014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1" name="Shape 2438"/>
          <p:cNvSpPr/>
          <p:nvPr/>
        </p:nvSpPr>
        <p:spPr>
          <a:xfrm>
            <a:off x="8050479" y="39039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2" name="Shape 2439"/>
          <p:cNvSpPr/>
          <p:nvPr/>
        </p:nvSpPr>
        <p:spPr>
          <a:xfrm>
            <a:off x="7832802" y="35867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3" name="Shape 2440"/>
          <p:cNvSpPr/>
          <p:nvPr/>
        </p:nvSpPr>
        <p:spPr>
          <a:xfrm>
            <a:off x="7944769" y="38368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4" name="Shape 2441"/>
          <p:cNvSpPr/>
          <p:nvPr/>
        </p:nvSpPr>
        <p:spPr>
          <a:xfrm>
            <a:off x="8099803" y="38302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5" name="Shape 2442"/>
          <p:cNvSpPr/>
          <p:nvPr/>
        </p:nvSpPr>
        <p:spPr>
          <a:xfrm>
            <a:off x="8030313" y="38395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6" name="Shape 2443"/>
          <p:cNvSpPr/>
          <p:nvPr/>
        </p:nvSpPr>
        <p:spPr>
          <a:xfrm>
            <a:off x="8123214" y="34273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7" name="Shape 2444"/>
          <p:cNvSpPr/>
          <p:nvPr/>
        </p:nvSpPr>
        <p:spPr>
          <a:xfrm>
            <a:off x="7815166" y="36071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8" name="Shape 2445"/>
          <p:cNvSpPr/>
          <p:nvPr/>
        </p:nvSpPr>
        <p:spPr>
          <a:xfrm>
            <a:off x="7945017" y="38837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49" name="Shape 2446"/>
          <p:cNvSpPr/>
          <p:nvPr/>
        </p:nvSpPr>
        <p:spPr>
          <a:xfrm>
            <a:off x="7875164" y="40607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0" name="Shape 2447"/>
          <p:cNvSpPr/>
          <p:nvPr/>
        </p:nvSpPr>
        <p:spPr>
          <a:xfrm>
            <a:off x="8007327" y="37471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1" name="Shape 2448"/>
          <p:cNvSpPr/>
          <p:nvPr/>
        </p:nvSpPr>
        <p:spPr>
          <a:xfrm>
            <a:off x="8174968" y="37905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2" name="Shape 2449"/>
          <p:cNvSpPr/>
          <p:nvPr/>
        </p:nvSpPr>
        <p:spPr>
          <a:xfrm>
            <a:off x="8159537" y="38437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3" name="Shape 2450"/>
          <p:cNvSpPr/>
          <p:nvPr/>
        </p:nvSpPr>
        <p:spPr>
          <a:xfrm>
            <a:off x="7894239" y="32792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4" name="Shape 2451"/>
          <p:cNvSpPr/>
          <p:nvPr/>
        </p:nvSpPr>
        <p:spPr>
          <a:xfrm>
            <a:off x="7828673" y="37902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5" name="Shape 2452"/>
          <p:cNvSpPr/>
          <p:nvPr/>
        </p:nvSpPr>
        <p:spPr>
          <a:xfrm>
            <a:off x="7864232" y="39025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6" name="Shape 2453"/>
          <p:cNvSpPr/>
          <p:nvPr/>
        </p:nvSpPr>
        <p:spPr>
          <a:xfrm>
            <a:off x="7862623" y="36936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7" name="Shape 2454"/>
          <p:cNvSpPr/>
          <p:nvPr/>
        </p:nvSpPr>
        <p:spPr>
          <a:xfrm>
            <a:off x="7873675" y="38798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8" name="Shape 2455"/>
          <p:cNvSpPr/>
          <p:nvPr/>
        </p:nvSpPr>
        <p:spPr>
          <a:xfrm>
            <a:off x="7924567" y="36525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59" name="Shape 2456"/>
          <p:cNvSpPr/>
          <p:nvPr/>
        </p:nvSpPr>
        <p:spPr>
          <a:xfrm>
            <a:off x="7847546" y="37799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0" name="Shape 2457"/>
          <p:cNvSpPr/>
          <p:nvPr/>
        </p:nvSpPr>
        <p:spPr>
          <a:xfrm>
            <a:off x="7983608" y="36954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1" name="Shape 2458"/>
          <p:cNvSpPr/>
          <p:nvPr/>
        </p:nvSpPr>
        <p:spPr>
          <a:xfrm>
            <a:off x="7942657" y="42801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2" name="Shape 2459"/>
          <p:cNvSpPr/>
          <p:nvPr/>
        </p:nvSpPr>
        <p:spPr>
          <a:xfrm>
            <a:off x="8145860" y="38893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3" name="Shape 2460"/>
          <p:cNvSpPr/>
          <p:nvPr/>
        </p:nvSpPr>
        <p:spPr>
          <a:xfrm>
            <a:off x="8134577" y="37603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4" name="Shape 2461"/>
          <p:cNvSpPr/>
          <p:nvPr/>
        </p:nvSpPr>
        <p:spPr>
          <a:xfrm>
            <a:off x="8027622" y="41868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5" name="Shape 2462"/>
          <p:cNvSpPr/>
          <p:nvPr/>
        </p:nvSpPr>
        <p:spPr>
          <a:xfrm>
            <a:off x="7964026" y="39818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6" name="Shape 2463"/>
          <p:cNvSpPr/>
          <p:nvPr/>
        </p:nvSpPr>
        <p:spPr>
          <a:xfrm>
            <a:off x="8093919" y="39982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7" name="Shape 2464"/>
          <p:cNvSpPr/>
          <p:nvPr/>
        </p:nvSpPr>
        <p:spPr>
          <a:xfrm>
            <a:off x="8065778" y="34748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8" name="Shape 2465"/>
          <p:cNvSpPr/>
          <p:nvPr/>
        </p:nvSpPr>
        <p:spPr>
          <a:xfrm>
            <a:off x="7893316" y="37454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69" name="Shape 2466"/>
          <p:cNvSpPr/>
          <p:nvPr/>
        </p:nvSpPr>
        <p:spPr>
          <a:xfrm>
            <a:off x="8181436" y="37879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0" name="Shape 2467"/>
          <p:cNvSpPr/>
          <p:nvPr/>
        </p:nvSpPr>
        <p:spPr>
          <a:xfrm>
            <a:off x="7956104" y="38542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1" name="Shape 2468"/>
          <p:cNvSpPr/>
          <p:nvPr/>
        </p:nvSpPr>
        <p:spPr>
          <a:xfrm>
            <a:off x="7819921" y="36836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2" name="Shape 2469"/>
          <p:cNvSpPr/>
          <p:nvPr/>
        </p:nvSpPr>
        <p:spPr>
          <a:xfrm>
            <a:off x="7963878" y="39785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3" name="Shape 2470"/>
          <p:cNvSpPr/>
          <p:nvPr/>
        </p:nvSpPr>
        <p:spPr>
          <a:xfrm>
            <a:off x="8066673" y="37557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4" name="Shape 2471"/>
          <p:cNvSpPr/>
          <p:nvPr/>
        </p:nvSpPr>
        <p:spPr>
          <a:xfrm>
            <a:off x="8172554" y="39404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5" name="Shape 2472"/>
          <p:cNvSpPr/>
          <p:nvPr/>
        </p:nvSpPr>
        <p:spPr>
          <a:xfrm>
            <a:off x="7859376" y="33874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6" name="Shape 2473"/>
          <p:cNvSpPr/>
          <p:nvPr/>
        </p:nvSpPr>
        <p:spPr>
          <a:xfrm>
            <a:off x="7787606" y="34240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7" name="Shape 2474"/>
          <p:cNvSpPr/>
          <p:nvPr/>
        </p:nvSpPr>
        <p:spPr>
          <a:xfrm>
            <a:off x="7944590" y="37299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8" name="Shape 2475"/>
          <p:cNvSpPr/>
          <p:nvPr/>
        </p:nvSpPr>
        <p:spPr>
          <a:xfrm>
            <a:off x="8099348" y="37828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79" name="Shape 2476"/>
          <p:cNvSpPr/>
          <p:nvPr/>
        </p:nvSpPr>
        <p:spPr>
          <a:xfrm>
            <a:off x="7846678" y="34742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0" name="Shape 2477"/>
          <p:cNvSpPr/>
          <p:nvPr/>
        </p:nvSpPr>
        <p:spPr>
          <a:xfrm>
            <a:off x="7929084" y="39289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1" name="Shape 2478"/>
          <p:cNvSpPr/>
          <p:nvPr/>
        </p:nvSpPr>
        <p:spPr>
          <a:xfrm>
            <a:off x="7757276" y="36512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2" name="Shape 2479"/>
          <p:cNvSpPr/>
          <p:nvPr/>
        </p:nvSpPr>
        <p:spPr>
          <a:xfrm>
            <a:off x="8043271" y="39615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3" name="Shape 2480"/>
          <p:cNvSpPr/>
          <p:nvPr/>
        </p:nvSpPr>
        <p:spPr>
          <a:xfrm>
            <a:off x="8033905" y="38947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4" name="Shape 2481"/>
          <p:cNvSpPr/>
          <p:nvPr/>
        </p:nvSpPr>
        <p:spPr>
          <a:xfrm>
            <a:off x="8084654" y="37840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5" name="Shape 2482"/>
          <p:cNvSpPr/>
          <p:nvPr/>
        </p:nvSpPr>
        <p:spPr>
          <a:xfrm>
            <a:off x="7892336" y="38403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6" name="Shape 2483"/>
          <p:cNvSpPr/>
          <p:nvPr/>
        </p:nvSpPr>
        <p:spPr>
          <a:xfrm>
            <a:off x="7991482" y="38489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7" name="Shape 2484"/>
          <p:cNvSpPr/>
          <p:nvPr/>
        </p:nvSpPr>
        <p:spPr>
          <a:xfrm>
            <a:off x="7987123" y="40248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8" name="Shape 2485"/>
          <p:cNvSpPr/>
          <p:nvPr/>
        </p:nvSpPr>
        <p:spPr>
          <a:xfrm>
            <a:off x="8180015" y="38994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89" name="Shape 2486"/>
          <p:cNvSpPr/>
          <p:nvPr/>
        </p:nvSpPr>
        <p:spPr>
          <a:xfrm>
            <a:off x="8172985" y="38160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0" name="Shape 2487"/>
          <p:cNvSpPr/>
          <p:nvPr/>
        </p:nvSpPr>
        <p:spPr>
          <a:xfrm>
            <a:off x="7927197" y="40032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1" name="Shape 2488"/>
          <p:cNvSpPr/>
          <p:nvPr/>
        </p:nvSpPr>
        <p:spPr>
          <a:xfrm>
            <a:off x="8127803" y="39175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2" name="Shape 2489"/>
          <p:cNvSpPr/>
          <p:nvPr/>
        </p:nvSpPr>
        <p:spPr>
          <a:xfrm>
            <a:off x="8058483" y="33971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3" name="Shape 2490"/>
          <p:cNvSpPr/>
          <p:nvPr/>
        </p:nvSpPr>
        <p:spPr>
          <a:xfrm>
            <a:off x="7964292" y="38116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4" name="Shape 2491"/>
          <p:cNvSpPr/>
          <p:nvPr/>
        </p:nvSpPr>
        <p:spPr>
          <a:xfrm>
            <a:off x="7874347" y="37100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5" name="Shape 2492"/>
          <p:cNvSpPr/>
          <p:nvPr/>
        </p:nvSpPr>
        <p:spPr>
          <a:xfrm>
            <a:off x="8021759" y="38498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6" name="Shape 2493"/>
          <p:cNvSpPr/>
          <p:nvPr/>
        </p:nvSpPr>
        <p:spPr>
          <a:xfrm>
            <a:off x="8016801" y="40298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7" name="Shape 2494"/>
          <p:cNvSpPr/>
          <p:nvPr/>
        </p:nvSpPr>
        <p:spPr>
          <a:xfrm>
            <a:off x="7975587" y="37404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8" name="Shape 2495"/>
          <p:cNvSpPr/>
          <p:nvPr/>
        </p:nvSpPr>
        <p:spPr>
          <a:xfrm>
            <a:off x="7910598" y="39288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499" name="Shape 2496"/>
          <p:cNvSpPr/>
          <p:nvPr/>
        </p:nvSpPr>
        <p:spPr>
          <a:xfrm>
            <a:off x="8168448" y="39511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0" name="Shape 2497"/>
          <p:cNvSpPr/>
          <p:nvPr/>
        </p:nvSpPr>
        <p:spPr>
          <a:xfrm>
            <a:off x="8177798" y="38158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1" name="Shape 2498"/>
          <p:cNvSpPr/>
          <p:nvPr/>
        </p:nvSpPr>
        <p:spPr>
          <a:xfrm>
            <a:off x="7814216" y="32669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2" name="Shape 2499"/>
          <p:cNvSpPr/>
          <p:nvPr/>
        </p:nvSpPr>
        <p:spPr>
          <a:xfrm>
            <a:off x="8096556" y="38231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3" name="Shape 2500"/>
          <p:cNvSpPr/>
          <p:nvPr/>
        </p:nvSpPr>
        <p:spPr>
          <a:xfrm>
            <a:off x="8002959" y="43496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4" name="Shape 2501"/>
          <p:cNvSpPr/>
          <p:nvPr/>
        </p:nvSpPr>
        <p:spPr>
          <a:xfrm>
            <a:off x="7806773" y="42086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5" name="Shape 2502"/>
          <p:cNvSpPr/>
          <p:nvPr/>
        </p:nvSpPr>
        <p:spPr>
          <a:xfrm>
            <a:off x="7756434" y="41667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6" name="Shape 2503"/>
          <p:cNvSpPr/>
          <p:nvPr/>
        </p:nvSpPr>
        <p:spPr>
          <a:xfrm>
            <a:off x="8158193" y="38726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7" name="Shape 2504"/>
          <p:cNvSpPr/>
          <p:nvPr/>
        </p:nvSpPr>
        <p:spPr>
          <a:xfrm>
            <a:off x="7865566" y="36532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8" name="Shape 2505"/>
          <p:cNvSpPr/>
          <p:nvPr/>
        </p:nvSpPr>
        <p:spPr>
          <a:xfrm>
            <a:off x="8140187" y="36915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09" name="Shape 2506"/>
          <p:cNvSpPr/>
          <p:nvPr/>
        </p:nvSpPr>
        <p:spPr>
          <a:xfrm>
            <a:off x="7856016" y="37496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0" name="Shape 2507"/>
          <p:cNvSpPr/>
          <p:nvPr/>
        </p:nvSpPr>
        <p:spPr>
          <a:xfrm>
            <a:off x="8068259" y="36770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1" name="Shape 2508"/>
          <p:cNvSpPr/>
          <p:nvPr/>
        </p:nvSpPr>
        <p:spPr>
          <a:xfrm>
            <a:off x="8116279" y="37069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2" name="Shape 2509"/>
          <p:cNvSpPr/>
          <p:nvPr/>
        </p:nvSpPr>
        <p:spPr>
          <a:xfrm>
            <a:off x="8158005" y="36741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3" name="Shape 2510"/>
          <p:cNvSpPr/>
          <p:nvPr/>
        </p:nvSpPr>
        <p:spPr>
          <a:xfrm>
            <a:off x="7801137" y="37092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4" name="Shape 2511"/>
          <p:cNvSpPr/>
          <p:nvPr/>
        </p:nvSpPr>
        <p:spPr>
          <a:xfrm>
            <a:off x="8014104" y="37316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5" name="Shape 2512"/>
          <p:cNvSpPr/>
          <p:nvPr/>
        </p:nvSpPr>
        <p:spPr>
          <a:xfrm>
            <a:off x="7891416" y="36919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6" name="Shape 2513"/>
          <p:cNvSpPr/>
          <p:nvPr/>
        </p:nvSpPr>
        <p:spPr>
          <a:xfrm>
            <a:off x="7913243" y="36192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7" name="Shape 2514"/>
          <p:cNvSpPr/>
          <p:nvPr/>
        </p:nvSpPr>
        <p:spPr>
          <a:xfrm>
            <a:off x="7883722" y="40567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8" name="Shape 2515"/>
          <p:cNvSpPr/>
          <p:nvPr/>
        </p:nvSpPr>
        <p:spPr>
          <a:xfrm>
            <a:off x="8029947" y="41084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19" name="Shape 2516"/>
          <p:cNvSpPr/>
          <p:nvPr/>
        </p:nvSpPr>
        <p:spPr>
          <a:xfrm>
            <a:off x="8106575" y="39829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0" name="Shape 2517"/>
          <p:cNvSpPr/>
          <p:nvPr/>
        </p:nvSpPr>
        <p:spPr>
          <a:xfrm>
            <a:off x="7894620" y="40308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1" name="Shape 2518"/>
          <p:cNvSpPr/>
          <p:nvPr/>
        </p:nvSpPr>
        <p:spPr>
          <a:xfrm>
            <a:off x="8142883" y="38826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2" name="Shape 2519"/>
          <p:cNvSpPr/>
          <p:nvPr/>
        </p:nvSpPr>
        <p:spPr>
          <a:xfrm>
            <a:off x="7762754" y="39337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3" name="Shape 2520"/>
          <p:cNvSpPr/>
          <p:nvPr/>
        </p:nvSpPr>
        <p:spPr>
          <a:xfrm>
            <a:off x="8164022" y="39894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4" name="Shape 2521"/>
          <p:cNvSpPr/>
          <p:nvPr/>
        </p:nvSpPr>
        <p:spPr>
          <a:xfrm>
            <a:off x="7813153" y="44678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5" name="Shape 2522"/>
          <p:cNvSpPr/>
          <p:nvPr/>
        </p:nvSpPr>
        <p:spPr>
          <a:xfrm>
            <a:off x="8014785" y="45724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6" name="Shape 2523"/>
          <p:cNvSpPr/>
          <p:nvPr/>
        </p:nvSpPr>
        <p:spPr>
          <a:xfrm>
            <a:off x="7756800" y="44965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7" name="Shape 2524"/>
          <p:cNvSpPr/>
          <p:nvPr/>
        </p:nvSpPr>
        <p:spPr>
          <a:xfrm>
            <a:off x="7860037" y="42577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8" name="Shape 2525"/>
          <p:cNvSpPr/>
          <p:nvPr/>
        </p:nvSpPr>
        <p:spPr>
          <a:xfrm>
            <a:off x="8011135" y="44932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29" name="Shape 2526"/>
          <p:cNvSpPr/>
          <p:nvPr/>
        </p:nvSpPr>
        <p:spPr>
          <a:xfrm>
            <a:off x="7850444" y="46420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0" name="Shape 2527"/>
          <p:cNvSpPr/>
          <p:nvPr/>
        </p:nvSpPr>
        <p:spPr>
          <a:xfrm>
            <a:off x="8057298" y="43701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1" name="Shape 2528"/>
          <p:cNvSpPr/>
          <p:nvPr/>
        </p:nvSpPr>
        <p:spPr>
          <a:xfrm>
            <a:off x="7976218" y="46463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2" name="Shape 2529"/>
          <p:cNvSpPr/>
          <p:nvPr/>
        </p:nvSpPr>
        <p:spPr>
          <a:xfrm>
            <a:off x="8037110" y="42355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3" name="Shape 2530"/>
          <p:cNvSpPr/>
          <p:nvPr/>
        </p:nvSpPr>
        <p:spPr>
          <a:xfrm>
            <a:off x="7840549" y="46786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4" name="Shape 2531"/>
          <p:cNvSpPr/>
          <p:nvPr/>
        </p:nvSpPr>
        <p:spPr>
          <a:xfrm>
            <a:off x="7883758" y="43054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5" name="Shape 2532"/>
          <p:cNvSpPr/>
          <p:nvPr/>
        </p:nvSpPr>
        <p:spPr>
          <a:xfrm>
            <a:off x="7968101" y="46674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6" name="Shape 2533"/>
          <p:cNvSpPr/>
          <p:nvPr/>
        </p:nvSpPr>
        <p:spPr>
          <a:xfrm>
            <a:off x="7864155" y="35038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7" name="Shape 2534"/>
          <p:cNvSpPr/>
          <p:nvPr/>
        </p:nvSpPr>
        <p:spPr>
          <a:xfrm>
            <a:off x="7920246" y="36660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8" name="Shape 2535"/>
          <p:cNvSpPr/>
          <p:nvPr/>
        </p:nvSpPr>
        <p:spPr>
          <a:xfrm>
            <a:off x="8112097" y="41847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39" name="Shape 2536"/>
          <p:cNvSpPr/>
          <p:nvPr/>
        </p:nvSpPr>
        <p:spPr>
          <a:xfrm>
            <a:off x="8032965" y="43004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0" name="Shape 2537"/>
          <p:cNvSpPr/>
          <p:nvPr/>
        </p:nvSpPr>
        <p:spPr>
          <a:xfrm>
            <a:off x="8026815" y="36589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1" name="Shape 2538"/>
          <p:cNvSpPr/>
          <p:nvPr/>
        </p:nvSpPr>
        <p:spPr>
          <a:xfrm>
            <a:off x="8126897" y="33577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2" name="Shape 2539"/>
          <p:cNvSpPr/>
          <p:nvPr/>
        </p:nvSpPr>
        <p:spPr>
          <a:xfrm>
            <a:off x="8029178" y="42008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3" name="Shape 2540"/>
          <p:cNvSpPr/>
          <p:nvPr/>
        </p:nvSpPr>
        <p:spPr>
          <a:xfrm>
            <a:off x="7949573" y="38544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4" name="Shape 2541"/>
          <p:cNvSpPr/>
          <p:nvPr/>
        </p:nvSpPr>
        <p:spPr>
          <a:xfrm>
            <a:off x="8145160" y="34678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5" name="Shape 2542"/>
          <p:cNvSpPr/>
          <p:nvPr/>
        </p:nvSpPr>
        <p:spPr>
          <a:xfrm>
            <a:off x="7808682" y="41210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6" name="Shape 2543"/>
          <p:cNvSpPr/>
          <p:nvPr/>
        </p:nvSpPr>
        <p:spPr>
          <a:xfrm>
            <a:off x="8117904" y="42239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7" name="Shape 2544"/>
          <p:cNvSpPr/>
          <p:nvPr/>
        </p:nvSpPr>
        <p:spPr>
          <a:xfrm>
            <a:off x="8010151" y="36773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8" name="Shape 2545"/>
          <p:cNvSpPr/>
          <p:nvPr/>
        </p:nvSpPr>
        <p:spPr>
          <a:xfrm>
            <a:off x="7978161" y="34602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49" name="Shape 2546"/>
          <p:cNvSpPr/>
          <p:nvPr/>
        </p:nvSpPr>
        <p:spPr>
          <a:xfrm>
            <a:off x="7854947" y="38415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0" name="Shape 2547"/>
          <p:cNvSpPr/>
          <p:nvPr/>
        </p:nvSpPr>
        <p:spPr>
          <a:xfrm>
            <a:off x="7780891" y="41636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1" name="Shape 2548"/>
          <p:cNvSpPr/>
          <p:nvPr/>
        </p:nvSpPr>
        <p:spPr>
          <a:xfrm>
            <a:off x="8132977" y="38176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2" name="Shape 2549"/>
          <p:cNvSpPr/>
          <p:nvPr/>
        </p:nvSpPr>
        <p:spPr>
          <a:xfrm>
            <a:off x="8105045" y="39700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3" name="Shape 2550"/>
          <p:cNvSpPr/>
          <p:nvPr/>
        </p:nvSpPr>
        <p:spPr>
          <a:xfrm>
            <a:off x="7827270" y="42020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4" name="Shape 2551"/>
          <p:cNvSpPr/>
          <p:nvPr/>
        </p:nvSpPr>
        <p:spPr>
          <a:xfrm>
            <a:off x="7800002" y="38337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5" name="Shape 2552"/>
          <p:cNvSpPr/>
          <p:nvPr/>
        </p:nvSpPr>
        <p:spPr>
          <a:xfrm>
            <a:off x="7936973" y="40204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6" name="Shape 2553"/>
          <p:cNvSpPr/>
          <p:nvPr/>
        </p:nvSpPr>
        <p:spPr>
          <a:xfrm>
            <a:off x="8109343" y="40887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7" name="Shape 2554"/>
          <p:cNvSpPr/>
          <p:nvPr/>
        </p:nvSpPr>
        <p:spPr>
          <a:xfrm>
            <a:off x="7786742" y="41212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8" name="Shape 2555"/>
          <p:cNvSpPr/>
          <p:nvPr/>
        </p:nvSpPr>
        <p:spPr>
          <a:xfrm>
            <a:off x="8167743" y="41145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59" name="Shape 2556"/>
          <p:cNvSpPr/>
          <p:nvPr/>
        </p:nvSpPr>
        <p:spPr>
          <a:xfrm>
            <a:off x="8016909" y="40122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0" name="Shape 2557"/>
          <p:cNvSpPr/>
          <p:nvPr/>
        </p:nvSpPr>
        <p:spPr>
          <a:xfrm>
            <a:off x="8012986" y="43468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1" name="Shape 2558"/>
          <p:cNvSpPr/>
          <p:nvPr/>
        </p:nvSpPr>
        <p:spPr>
          <a:xfrm>
            <a:off x="7752377" y="43340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2" name="Shape 2559"/>
          <p:cNvSpPr/>
          <p:nvPr/>
        </p:nvSpPr>
        <p:spPr>
          <a:xfrm>
            <a:off x="7863568" y="45919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3" name="Shape 2560"/>
          <p:cNvSpPr/>
          <p:nvPr/>
        </p:nvSpPr>
        <p:spPr>
          <a:xfrm>
            <a:off x="7921089" y="42936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4" name="Shape 2561"/>
          <p:cNvSpPr/>
          <p:nvPr/>
        </p:nvSpPr>
        <p:spPr>
          <a:xfrm>
            <a:off x="7808448" y="39037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5" name="Shape 2562"/>
          <p:cNvSpPr/>
          <p:nvPr/>
        </p:nvSpPr>
        <p:spPr>
          <a:xfrm>
            <a:off x="7817188" y="40955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6" name="Shape 2563"/>
          <p:cNvSpPr/>
          <p:nvPr/>
        </p:nvSpPr>
        <p:spPr>
          <a:xfrm>
            <a:off x="7835559" y="44050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7" name="Shape 2564"/>
          <p:cNvSpPr/>
          <p:nvPr/>
        </p:nvSpPr>
        <p:spPr>
          <a:xfrm>
            <a:off x="7990312" y="44087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8" name="Shape 2565"/>
          <p:cNvSpPr/>
          <p:nvPr/>
        </p:nvSpPr>
        <p:spPr>
          <a:xfrm>
            <a:off x="8109020" y="44019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69" name="Shape 2566"/>
          <p:cNvSpPr/>
          <p:nvPr/>
        </p:nvSpPr>
        <p:spPr>
          <a:xfrm>
            <a:off x="7933931" y="45135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0" name="Shape 2567"/>
          <p:cNvSpPr/>
          <p:nvPr/>
        </p:nvSpPr>
        <p:spPr>
          <a:xfrm>
            <a:off x="8173929" y="42855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1" name="Shape 2568"/>
          <p:cNvSpPr/>
          <p:nvPr/>
        </p:nvSpPr>
        <p:spPr>
          <a:xfrm>
            <a:off x="7909551" y="29480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2" name="Shape 2569"/>
          <p:cNvSpPr/>
          <p:nvPr/>
        </p:nvSpPr>
        <p:spPr>
          <a:xfrm>
            <a:off x="8042987" y="30447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3" name="Shape 2570"/>
          <p:cNvSpPr/>
          <p:nvPr/>
        </p:nvSpPr>
        <p:spPr>
          <a:xfrm>
            <a:off x="7875831" y="41571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4" name="Shape 2571"/>
          <p:cNvSpPr/>
          <p:nvPr/>
        </p:nvSpPr>
        <p:spPr>
          <a:xfrm>
            <a:off x="7951320" y="40003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5" name="Shape 2572"/>
          <p:cNvSpPr/>
          <p:nvPr/>
        </p:nvSpPr>
        <p:spPr>
          <a:xfrm>
            <a:off x="7849358" y="39783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6" name="Shape 2573"/>
          <p:cNvSpPr/>
          <p:nvPr/>
        </p:nvSpPr>
        <p:spPr>
          <a:xfrm>
            <a:off x="7751873" y="37421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7" name="Shape 2574"/>
          <p:cNvSpPr/>
          <p:nvPr/>
        </p:nvSpPr>
        <p:spPr>
          <a:xfrm>
            <a:off x="8115258" y="29009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8" name="Shape 2575"/>
          <p:cNvSpPr/>
          <p:nvPr/>
        </p:nvSpPr>
        <p:spPr>
          <a:xfrm>
            <a:off x="7870303" y="39909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79" name="Shape 2576"/>
          <p:cNvSpPr/>
          <p:nvPr/>
        </p:nvSpPr>
        <p:spPr>
          <a:xfrm>
            <a:off x="7918144" y="38921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0" name="Shape 2577"/>
          <p:cNvSpPr/>
          <p:nvPr/>
        </p:nvSpPr>
        <p:spPr>
          <a:xfrm>
            <a:off x="8177769" y="40856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1" name="Shape 2578"/>
          <p:cNvSpPr/>
          <p:nvPr/>
        </p:nvSpPr>
        <p:spPr>
          <a:xfrm>
            <a:off x="8026839" y="35618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2" name="Shape 2579"/>
          <p:cNvSpPr/>
          <p:nvPr/>
        </p:nvSpPr>
        <p:spPr>
          <a:xfrm>
            <a:off x="8098597" y="35264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3" name="Shape 2580"/>
          <p:cNvSpPr/>
          <p:nvPr/>
        </p:nvSpPr>
        <p:spPr>
          <a:xfrm>
            <a:off x="8027770" y="39478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4" name="Shape 2581"/>
          <p:cNvSpPr/>
          <p:nvPr/>
        </p:nvSpPr>
        <p:spPr>
          <a:xfrm>
            <a:off x="7816946" y="38061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5" name="Shape 2582"/>
          <p:cNvSpPr/>
          <p:nvPr/>
        </p:nvSpPr>
        <p:spPr>
          <a:xfrm>
            <a:off x="8038208" y="36952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6" name="Shape 2583"/>
          <p:cNvSpPr/>
          <p:nvPr/>
        </p:nvSpPr>
        <p:spPr>
          <a:xfrm>
            <a:off x="7906134" y="37835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7" name="Shape 2584"/>
          <p:cNvSpPr/>
          <p:nvPr/>
        </p:nvSpPr>
        <p:spPr>
          <a:xfrm>
            <a:off x="7862579" y="37187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8" name="Shape 2585"/>
          <p:cNvSpPr/>
          <p:nvPr/>
        </p:nvSpPr>
        <p:spPr>
          <a:xfrm>
            <a:off x="8054697" y="40929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89" name="Shape 2586"/>
          <p:cNvSpPr/>
          <p:nvPr/>
        </p:nvSpPr>
        <p:spPr>
          <a:xfrm>
            <a:off x="8013113" y="47451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0" name="Shape 2587"/>
          <p:cNvSpPr/>
          <p:nvPr/>
        </p:nvSpPr>
        <p:spPr>
          <a:xfrm>
            <a:off x="7808441" y="38053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1" name="Shape 2588"/>
          <p:cNvSpPr/>
          <p:nvPr/>
        </p:nvSpPr>
        <p:spPr>
          <a:xfrm>
            <a:off x="7877655" y="37714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2" name="Shape 2589"/>
          <p:cNvSpPr/>
          <p:nvPr/>
        </p:nvSpPr>
        <p:spPr>
          <a:xfrm>
            <a:off x="7836933" y="38567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3" name="Shape 2590"/>
          <p:cNvSpPr/>
          <p:nvPr/>
        </p:nvSpPr>
        <p:spPr>
          <a:xfrm>
            <a:off x="8055103" y="36274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4" name="Shape 2591"/>
          <p:cNvSpPr/>
          <p:nvPr/>
        </p:nvSpPr>
        <p:spPr>
          <a:xfrm>
            <a:off x="7972721" y="37351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5" name="Shape 2592"/>
          <p:cNvSpPr/>
          <p:nvPr/>
        </p:nvSpPr>
        <p:spPr>
          <a:xfrm>
            <a:off x="7847588" y="38028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6" name="Shape 2593"/>
          <p:cNvSpPr/>
          <p:nvPr/>
        </p:nvSpPr>
        <p:spPr>
          <a:xfrm>
            <a:off x="8004803" y="43914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7" name="Shape 2594"/>
          <p:cNvSpPr/>
          <p:nvPr/>
        </p:nvSpPr>
        <p:spPr>
          <a:xfrm>
            <a:off x="7809733" y="44205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8" name="Shape 2595"/>
          <p:cNvSpPr/>
          <p:nvPr/>
        </p:nvSpPr>
        <p:spPr>
          <a:xfrm>
            <a:off x="8000723" y="43846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599" name="Shape 2596"/>
          <p:cNvSpPr/>
          <p:nvPr/>
        </p:nvSpPr>
        <p:spPr>
          <a:xfrm>
            <a:off x="7979368" y="44272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0" name="Shape 2597"/>
          <p:cNvSpPr/>
          <p:nvPr/>
        </p:nvSpPr>
        <p:spPr>
          <a:xfrm>
            <a:off x="7976132" y="37556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1" name="Shape 2598"/>
          <p:cNvSpPr/>
          <p:nvPr/>
        </p:nvSpPr>
        <p:spPr>
          <a:xfrm>
            <a:off x="7802573" y="37547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2" name="Shape 2599"/>
          <p:cNvSpPr/>
          <p:nvPr/>
        </p:nvSpPr>
        <p:spPr>
          <a:xfrm>
            <a:off x="8033200" y="41388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3" name="Shape 2600"/>
          <p:cNvSpPr/>
          <p:nvPr/>
        </p:nvSpPr>
        <p:spPr>
          <a:xfrm>
            <a:off x="7827480" y="36271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4" name="Shape 2601"/>
          <p:cNvSpPr/>
          <p:nvPr/>
        </p:nvSpPr>
        <p:spPr>
          <a:xfrm>
            <a:off x="8160981" y="36189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5" name="Shape 2602"/>
          <p:cNvSpPr/>
          <p:nvPr/>
        </p:nvSpPr>
        <p:spPr>
          <a:xfrm>
            <a:off x="7831718" y="39369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6" name="Shape 2603"/>
          <p:cNvSpPr/>
          <p:nvPr/>
        </p:nvSpPr>
        <p:spPr>
          <a:xfrm>
            <a:off x="8071296" y="37020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7" name="Shape 2604"/>
          <p:cNvSpPr/>
          <p:nvPr/>
        </p:nvSpPr>
        <p:spPr>
          <a:xfrm>
            <a:off x="8082065" y="37110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8" name="Shape 2605"/>
          <p:cNvSpPr/>
          <p:nvPr/>
        </p:nvSpPr>
        <p:spPr>
          <a:xfrm>
            <a:off x="8053349" y="37395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09" name="Shape 2606"/>
          <p:cNvSpPr/>
          <p:nvPr/>
        </p:nvSpPr>
        <p:spPr>
          <a:xfrm>
            <a:off x="7771453" y="40329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0" name="Shape 2607"/>
          <p:cNvSpPr/>
          <p:nvPr/>
        </p:nvSpPr>
        <p:spPr>
          <a:xfrm>
            <a:off x="7927741" y="40686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1" name="Shape 2608"/>
          <p:cNvSpPr/>
          <p:nvPr/>
        </p:nvSpPr>
        <p:spPr>
          <a:xfrm>
            <a:off x="8011773" y="41957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2" name="Shape 2609"/>
          <p:cNvSpPr/>
          <p:nvPr/>
        </p:nvSpPr>
        <p:spPr>
          <a:xfrm>
            <a:off x="7999082" y="39237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3" name="Shape 2610"/>
          <p:cNvSpPr/>
          <p:nvPr/>
        </p:nvSpPr>
        <p:spPr>
          <a:xfrm>
            <a:off x="8067465" y="41090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4" name="Shape 2611"/>
          <p:cNvSpPr/>
          <p:nvPr/>
        </p:nvSpPr>
        <p:spPr>
          <a:xfrm>
            <a:off x="7804447" y="41386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5" name="Shape 2612"/>
          <p:cNvSpPr/>
          <p:nvPr/>
        </p:nvSpPr>
        <p:spPr>
          <a:xfrm>
            <a:off x="7985215" y="37251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6" name="Shape 2613"/>
          <p:cNvSpPr/>
          <p:nvPr/>
        </p:nvSpPr>
        <p:spPr>
          <a:xfrm>
            <a:off x="7758584" y="380620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7" name="Shape 2614"/>
          <p:cNvSpPr/>
          <p:nvPr/>
        </p:nvSpPr>
        <p:spPr>
          <a:xfrm>
            <a:off x="8164243" y="39820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8" name="Shape 2615"/>
          <p:cNvSpPr/>
          <p:nvPr/>
        </p:nvSpPr>
        <p:spPr>
          <a:xfrm>
            <a:off x="7892115" y="42628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19" name="Shape 2616"/>
          <p:cNvSpPr/>
          <p:nvPr/>
        </p:nvSpPr>
        <p:spPr>
          <a:xfrm>
            <a:off x="7938480" y="38248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0" name="Shape 2617"/>
          <p:cNvSpPr/>
          <p:nvPr/>
        </p:nvSpPr>
        <p:spPr>
          <a:xfrm>
            <a:off x="8024566" y="37551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1" name="Shape 2618"/>
          <p:cNvSpPr/>
          <p:nvPr/>
        </p:nvSpPr>
        <p:spPr>
          <a:xfrm>
            <a:off x="7922619" y="40280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2" name="Shape 2619"/>
          <p:cNvSpPr/>
          <p:nvPr/>
        </p:nvSpPr>
        <p:spPr>
          <a:xfrm>
            <a:off x="7789011" y="38787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3" name="Shape 2620"/>
          <p:cNvSpPr/>
          <p:nvPr/>
        </p:nvSpPr>
        <p:spPr>
          <a:xfrm>
            <a:off x="8094616" y="40134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4" name="Shape 2621"/>
          <p:cNvSpPr/>
          <p:nvPr/>
        </p:nvSpPr>
        <p:spPr>
          <a:xfrm>
            <a:off x="8161193" y="38938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5" name="Shape 2622"/>
          <p:cNvSpPr/>
          <p:nvPr/>
        </p:nvSpPr>
        <p:spPr>
          <a:xfrm>
            <a:off x="7791013" y="40516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6" name="Shape 2623"/>
          <p:cNvSpPr/>
          <p:nvPr/>
        </p:nvSpPr>
        <p:spPr>
          <a:xfrm>
            <a:off x="7925839" y="35778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7" name="Shape 2624"/>
          <p:cNvSpPr/>
          <p:nvPr/>
        </p:nvSpPr>
        <p:spPr>
          <a:xfrm>
            <a:off x="8102432" y="30768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8" name="Shape 2625"/>
          <p:cNvSpPr/>
          <p:nvPr/>
        </p:nvSpPr>
        <p:spPr>
          <a:xfrm>
            <a:off x="8146202" y="39904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29" name="Shape 2626"/>
          <p:cNvSpPr/>
          <p:nvPr/>
        </p:nvSpPr>
        <p:spPr>
          <a:xfrm>
            <a:off x="7918027" y="38059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0" name="Shape 2627"/>
          <p:cNvSpPr/>
          <p:nvPr/>
        </p:nvSpPr>
        <p:spPr>
          <a:xfrm>
            <a:off x="7934356" y="40626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1" name="Shape 2628"/>
          <p:cNvSpPr/>
          <p:nvPr/>
        </p:nvSpPr>
        <p:spPr>
          <a:xfrm>
            <a:off x="7881029" y="42491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2" name="Shape 2629"/>
          <p:cNvSpPr/>
          <p:nvPr/>
        </p:nvSpPr>
        <p:spPr>
          <a:xfrm>
            <a:off x="7815618" y="43700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3" name="Shape 2630"/>
          <p:cNvSpPr/>
          <p:nvPr/>
        </p:nvSpPr>
        <p:spPr>
          <a:xfrm>
            <a:off x="7901517" y="42863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4" name="Shape 2631"/>
          <p:cNvSpPr/>
          <p:nvPr/>
        </p:nvSpPr>
        <p:spPr>
          <a:xfrm>
            <a:off x="7979053" y="41559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5" name="Shape 2632"/>
          <p:cNvSpPr/>
          <p:nvPr/>
        </p:nvSpPr>
        <p:spPr>
          <a:xfrm>
            <a:off x="7975210" y="42824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6" name="Shape 2633"/>
          <p:cNvSpPr/>
          <p:nvPr/>
        </p:nvSpPr>
        <p:spPr>
          <a:xfrm>
            <a:off x="8022319" y="41299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7" name="Shape 2634"/>
          <p:cNvSpPr/>
          <p:nvPr/>
        </p:nvSpPr>
        <p:spPr>
          <a:xfrm>
            <a:off x="7795979" y="43180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8" name="Shape 2635"/>
          <p:cNvSpPr/>
          <p:nvPr/>
        </p:nvSpPr>
        <p:spPr>
          <a:xfrm>
            <a:off x="7983688" y="41268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39" name="Shape 2636"/>
          <p:cNvSpPr/>
          <p:nvPr/>
        </p:nvSpPr>
        <p:spPr>
          <a:xfrm>
            <a:off x="8064186" y="42305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0" name="Shape 2637"/>
          <p:cNvSpPr/>
          <p:nvPr/>
        </p:nvSpPr>
        <p:spPr>
          <a:xfrm>
            <a:off x="7776573" y="42534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1" name="Shape 2638"/>
          <p:cNvSpPr/>
          <p:nvPr/>
        </p:nvSpPr>
        <p:spPr>
          <a:xfrm>
            <a:off x="8078363" y="35085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2" name="Shape 2639"/>
          <p:cNvSpPr/>
          <p:nvPr/>
        </p:nvSpPr>
        <p:spPr>
          <a:xfrm>
            <a:off x="8120142" y="40150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3" name="Shape 2640"/>
          <p:cNvSpPr/>
          <p:nvPr/>
        </p:nvSpPr>
        <p:spPr>
          <a:xfrm>
            <a:off x="7952912" y="39346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4" name="Shape 2641"/>
          <p:cNvSpPr/>
          <p:nvPr/>
        </p:nvSpPr>
        <p:spPr>
          <a:xfrm>
            <a:off x="7806261" y="39027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5" name="Shape 2642"/>
          <p:cNvSpPr/>
          <p:nvPr/>
        </p:nvSpPr>
        <p:spPr>
          <a:xfrm>
            <a:off x="8137787" y="39313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6" name="Shape 2643"/>
          <p:cNvSpPr/>
          <p:nvPr/>
        </p:nvSpPr>
        <p:spPr>
          <a:xfrm>
            <a:off x="8045179" y="42248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7" name="Shape 2644"/>
          <p:cNvSpPr/>
          <p:nvPr/>
        </p:nvSpPr>
        <p:spPr>
          <a:xfrm>
            <a:off x="8003314" y="36414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8" name="Shape 2645"/>
          <p:cNvSpPr/>
          <p:nvPr/>
        </p:nvSpPr>
        <p:spPr>
          <a:xfrm>
            <a:off x="8054685" y="42155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49" name="Shape 2646"/>
          <p:cNvSpPr/>
          <p:nvPr/>
        </p:nvSpPr>
        <p:spPr>
          <a:xfrm>
            <a:off x="7953820" y="38326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0" name="Shape 2647"/>
          <p:cNvSpPr/>
          <p:nvPr/>
        </p:nvSpPr>
        <p:spPr>
          <a:xfrm>
            <a:off x="8017196" y="42599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1" name="Shape 2648"/>
          <p:cNvSpPr/>
          <p:nvPr/>
        </p:nvSpPr>
        <p:spPr>
          <a:xfrm>
            <a:off x="7808146" y="40861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2" name="Shape 2649"/>
          <p:cNvSpPr/>
          <p:nvPr/>
        </p:nvSpPr>
        <p:spPr>
          <a:xfrm>
            <a:off x="7881324" y="41852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3" name="Shape 2650"/>
          <p:cNvSpPr/>
          <p:nvPr/>
        </p:nvSpPr>
        <p:spPr>
          <a:xfrm>
            <a:off x="7771944" y="12411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4" name="Shape 2651"/>
          <p:cNvSpPr/>
          <p:nvPr/>
        </p:nvSpPr>
        <p:spPr>
          <a:xfrm>
            <a:off x="8052369" y="45575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5" name="Shape 2652"/>
          <p:cNvSpPr/>
          <p:nvPr/>
        </p:nvSpPr>
        <p:spPr>
          <a:xfrm>
            <a:off x="8125611" y="42255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6" name="Shape 2653"/>
          <p:cNvSpPr/>
          <p:nvPr/>
        </p:nvSpPr>
        <p:spPr>
          <a:xfrm>
            <a:off x="8109819" y="36838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7" name="Shape 2654"/>
          <p:cNvSpPr/>
          <p:nvPr/>
        </p:nvSpPr>
        <p:spPr>
          <a:xfrm>
            <a:off x="7819389" y="36205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8" name="Shape 2655"/>
          <p:cNvSpPr/>
          <p:nvPr/>
        </p:nvSpPr>
        <p:spPr>
          <a:xfrm>
            <a:off x="7885540" y="34509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59" name="Shape 2656"/>
          <p:cNvSpPr/>
          <p:nvPr/>
        </p:nvSpPr>
        <p:spPr>
          <a:xfrm>
            <a:off x="7877089" y="32642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0" name="Shape 2657"/>
          <p:cNvSpPr/>
          <p:nvPr/>
        </p:nvSpPr>
        <p:spPr>
          <a:xfrm>
            <a:off x="7871197" y="33621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1" name="Shape 2658"/>
          <p:cNvSpPr/>
          <p:nvPr/>
        </p:nvSpPr>
        <p:spPr>
          <a:xfrm>
            <a:off x="8072719" y="38247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2" name="Shape 2659"/>
          <p:cNvSpPr/>
          <p:nvPr/>
        </p:nvSpPr>
        <p:spPr>
          <a:xfrm>
            <a:off x="8059640" y="36502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3" name="Shape 2660"/>
          <p:cNvSpPr/>
          <p:nvPr/>
        </p:nvSpPr>
        <p:spPr>
          <a:xfrm>
            <a:off x="8139690" y="36545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4" name="Shape 2661"/>
          <p:cNvSpPr/>
          <p:nvPr/>
        </p:nvSpPr>
        <p:spPr>
          <a:xfrm>
            <a:off x="7997416" y="32794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5" name="Shape 2662"/>
          <p:cNvSpPr/>
          <p:nvPr/>
        </p:nvSpPr>
        <p:spPr>
          <a:xfrm>
            <a:off x="8158503" y="32989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6" name="Shape 2663"/>
          <p:cNvSpPr/>
          <p:nvPr/>
        </p:nvSpPr>
        <p:spPr>
          <a:xfrm>
            <a:off x="7910773" y="33934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7" name="Shape 2664"/>
          <p:cNvSpPr/>
          <p:nvPr/>
        </p:nvSpPr>
        <p:spPr>
          <a:xfrm>
            <a:off x="7935843" y="30891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8" name="Shape 2665"/>
          <p:cNvSpPr/>
          <p:nvPr/>
        </p:nvSpPr>
        <p:spPr>
          <a:xfrm>
            <a:off x="7944222" y="37992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69" name="Shape 2666"/>
          <p:cNvSpPr/>
          <p:nvPr/>
        </p:nvSpPr>
        <p:spPr>
          <a:xfrm>
            <a:off x="7948264" y="32000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0" name="Shape 2667"/>
          <p:cNvSpPr/>
          <p:nvPr/>
        </p:nvSpPr>
        <p:spPr>
          <a:xfrm>
            <a:off x="7896530" y="33987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1" name="Shape 2668"/>
          <p:cNvSpPr/>
          <p:nvPr/>
        </p:nvSpPr>
        <p:spPr>
          <a:xfrm>
            <a:off x="7838526" y="33706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2" name="Shape 2669"/>
          <p:cNvSpPr/>
          <p:nvPr/>
        </p:nvSpPr>
        <p:spPr>
          <a:xfrm>
            <a:off x="7928604" y="33584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3" name="Shape 2670"/>
          <p:cNvSpPr/>
          <p:nvPr/>
        </p:nvSpPr>
        <p:spPr>
          <a:xfrm>
            <a:off x="8076516" y="34126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4" name="Shape 2671"/>
          <p:cNvSpPr/>
          <p:nvPr/>
        </p:nvSpPr>
        <p:spPr>
          <a:xfrm>
            <a:off x="7856529" y="37962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5" name="Shape 2672"/>
          <p:cNvSpPr/>
          <p:nvPr/>
        </p:nvSpPr>
        <p:spPr>
          <a:xfrm>
            <a:off x="8074391" y="35686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6" name="Shape 2673"/>
          <p:cNvSpPr/>
          <p:nvPr/>
        </p:nvSpPr>
        <p:spPr>
          <a:xfrm>
            <a:off x="7958730" y="39517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7" name="Shape 2674"/>
          <p:cNvSpPr/>
          <p:nvPr/>
        </p:nvSpPr>
        <p:spPr>
          <a:xfrm>
            <a:off x="7988243" y="33841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8" name="Shape 2675"/>
          <p:cNvSpPr/>
          <p:nvPr/>
        </p:nvSpPr>
        <p:spPr>
          <a:xfrm>
            <a:off x="8180483" y="39448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9" name="Shape 2676"/>
          <p:cNvSpPr/>
          <p:nvPr/>
        </p:nvSpPr>
        <p:spPr>
          <a:xfrm>
            <a:off x="8036775" y="44427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0" name="Shape 2677"/>
          <p:cNvSpPr/>
          <p:nvPr/>
        </p:nvSpPr>
        <p:spPr>
          <a:xfrm>
            <a:off x="8016824" y="40659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1" name="Shape 2678"/>
          <p:cNvSpPr/>
          <p:nvPr/>
        </p:nvSpPr>
        <p:spPr>
          <a:xfrm>
            <a:off x="8104275" y="41807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2" name="Shape 2679"/>
          <p:cNvSpPr/>
          <p:nvPr/>
        </p:nvSpPr>
        <p:spPr>
          <a:xfrm>
            <a:off x="7923305" y="41657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3" name="Shape 2680"/>
          <p:cNvSpPr/>
          <p:nvPr/>
        </p:nvSpPr>
        <p:spPr>
          <a:xfrm>
            <a:off x="7999666" y="41938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4" name="Shape 2681"/>
          <p:cNvSpPr/>
          <p:nvPr/>
        </p:nvSpPr>
        <p:spPr>
          <a:xfrm>
            <a:off x="7789707" y="39132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5" name="Shape 2682"/>
          <p:cNvSpPr/>
          <p:nvPr/>
        </p:nvSpPr>
        <p:spPr>
          <a:xfrm>
            <a:off x="8011945" y="40410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6" name="Shape 2683"/>
          <p:cNvSpPr/>
          <p:nvPr/>
        </p:nvSpPr>
        <p:spPr>
          <a:xfrm>
            <a:off x="8109272" y="46430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7" name="Shape 2684"/>
          <p:cNvSpPr/>
          <p:nvPr/>
        </p:nvSpPr>
        <p:spPr>
          <a:xfrm>
            <a:off x="8056591" y="44270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8" name="Shape 2685"/>
          <p:cNvSpPr/>
          <p:nvPr/>
        </p:nvSpPr>
        <p:spPr>
          <a:xfrm>
            <a:off x="8070005" y="45367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9" name="Shape 2686"/>
          <p:cNvSpPr/>
          <p:nvPr/>
        </p:nvSpPr>
        <p:spPr>
          <a:xfrm>
            <a:off x="8062317" y="46629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0" name="Shape 2687"/>
          <p:cNvSpPr/>
          <p:nvPr/>
        </p:nvSpPr>
        <p:spPr>
          <a:xfrm>
            <a:off x="7774214" y="39977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1" name="Shape 2688"/>
          <p:cNvSpPr/>
          <p:nvPr/>
        </p:nvSpPr>
        <p:spPr>
          <a:xfrm>
            <a:off x="7877170" y="39998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2" name="Shape 2689"/>
          <p:cNvSpPr/>
          <p:nvPr/>
        </p:nvSpPr>
        <p:spPr>
          <a:xfrm>
            <a:off x="8149756" y="39544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3" name="Shape 2690"/>
          <p:cNvSpPr/>
          <p:nvPr/>
        </p:nvSpPr>
        <p:spPr>
          <a:xfrm>
            <a:off x="7995086" y="40113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4" name="Shape 2691"/>
          <p:cNvSpPr/>
          <p:nvPr/>
        </p:nvSpPr>
        <p:spPr>
          <a:xfrm>
            <a:off x="8101652" y="39986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5" name="Shape 2692"/>
          <p:cNvSpPr/>
          <p:nvPr/>
        </p:nvSpPr>
        <p:spPr>
          <a:xfrm>
            <a:off x="7877605" y="40186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6" name="Shape 2693"/>
          <p:cNvSpPr/>
          <p:nvPr/>
        </p:nvSpPr>
        <p:spPr>
          <a:xfrm>
            <a:off x="8117570" y="40094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7" name="Shape 2694"/>
          <p:cNvSpPr/>
          <p:nvPr/>
        </p:nvSpPr>
        <p:spPr>
          <a:xfrm>
            <a:off x="8078153" y="39609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8" name="Shape 2695"/>
          <p:cNvSpPr/>
          <p:nvPr/>
        </p:nvSpPr>
        <p:spPr>
          <a:xfrm>
            <a:off x="8143063" y="40082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9" name="Shape 2696"/>
          <p:cNvSpPr/>
          <p:nvPr/>
        </p:nvSpPr>
        <p:spPr>
          <a:xfrm>
            <a:off x="7814241" y="40228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0" name="Shape 2697"/>
          <p:cNvSpPr/>
          <p:nvPr/>
        </p:nvSpPr>
        <p:spPr>
          <a:xfrm>
            <a:off x="8180561" y="40517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1" name="Shape 2698"/>
          <p:cNvSpPr/>
          <p:nvPr/>
        </p:nvSpPr>
        <p:spPr>
          <a:xfrm>
            <a:off x="8016479" y="40224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2" name="Shape 2699"/>
          <p:cNvSpPr/>
          <p:nvPr/>
        </p:nvSpPr>
        <p:spPr>
          <a:xfrm>
            <a:off x="8160118" y="40435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3" name="Shape 2700"/>
          <p:cNvSpPr/>
          <p:nvPr/>
        </p:nvSpPr>
        <p:spPr>
          <a:xfrm>
            <a:off x="8105991" y="40017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4" name="Shape 2701"/>
          <p:cNvSpPr/>
          <p:nvPr/>
        </p:nvSpPr>
        <p:spPr>
          <a:xfrm>
            <a:off x="7792660" y="42925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5" name="Shape 2702"/>
          <p:cNvSpPr/>
          <p:nvPr/>
        </p:nvSpPr>
        <p:spPr>
          <a:xfrm>
            <a:off x="8005591" y="43584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6" name="Shape 2703"/>
          <p:cNvSpPr/>
          <p:nvPr/>
        </p:nvSpPr>
        <p:spPr>
          <a:xfrm>
            <a:off x="7837769" y="39845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7" name="Shape 2704"/>
          <p:cNvSpPr/>
          <p:nvPr/>
        </p:nvSpPr>
        <p:spPr>
          <a:xfrm>
            <a:off x="7872982" y="42044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8" name="Shape 2705"/>
          <p:cNvSpPr/>
          <p:nvPr/>
        </p:nvSpPr>
        <p:spPr>
          <a:xfrm>
            <a:off x="8150895" y="43677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9" name="Shape 2706"/>
          <p:cNvSpPr/>
          <p:nvPr/>
        </p:nvSpPr>
        <p:spPr>
          <a:xfrm>
            <a:off x="7796047" y="42160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0" name="Shape 2707"/>
          <p:cNvSpPr/>
          <p:nvPr/>
        </p:nvSpPr>
        <p:spPr>
          <a:xfrm>
            <a:off x="8168712" y="37895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1" name="Shape 2708"/>
          <p:cNvSpPr/>
          <p:nvPr/>
        </p:nvSpPr>
        <p:spPr>
          <a:xfrm>
            <a:off x="7812668" y="37794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2" name="Shape 2709"/>
          <p:cNvSpPr/>
          <p:nvPr/>
        </p:nvSpPr>
        <p:spPr>
          <a:xfrm>
            <a:off x="7940561" y="30625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3" name="Shape 2710"/>
          <p:cNvSpPr/>
          <p:nvPr/>
        </p:nvSpPr>
        <p:spPr>
          <a:xfrm>
            <a:off x="8048502" y="38236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4" name="Shape 2711"/>
          <p:cNvSpPr/>
          <p:nvPr/>
        </p:nvSpPr>
        <p:spPr>
          <a:xfrm>
            <a:off x="8055756" y="41361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5" name="Shape 2712"/>
          <p:cNvSpPr/>
          <p:nvPr/>
        </p:nvSpPr>
        <p:spPr>
          <a:xfrm>
            <a:off x="7762234" y="44302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6" name="Shape 2713"/>
          <p:cNvSpPr/>
          <p:nvPr/>
        </p:nvSpPr>
        <p:spPr>
          <a:xfrm>
            <a:off x="7926206" y="43515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7" name="Shape 2714"/>
          <p:cNvSpPr/>
          <p:nvPr/>
        </p:nvSpPr>
        <p:spPr>
          <a:xfrm>
            <a:off x="8090242" y="42835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8" name="Shape 2715"/>
          <p:cNvSpPr/>
          <p:nvPr/>
        </p:nvSpPr>
        <p:spPr>
          <a:xfrm>
            <a:off x="7767286" y="44169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9" name="Shape 2716"/>
          <p:cNvSpPr/>
          <p:nvPr/>
        </p:nvSpPr>
        <p:spPr>
          <a:xfrm>
            <a:off x="8134490" y="44839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0" name="Shape 2717"/>
          <p:cNvSpPr/>
          <p:nvPr/>
        </p:nvSpPr>
        <p:spPr>
          <a:xfrm>
            <a:off x="8048714" y="44340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1" name="Shape 2718"/>
          <p:cNvSpPr/>
          <p:nvPr/>
        </p:nvSpPr>
        <p:spPr>
          <a:xfrm>
            <a:off x="7842725" y="44480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2" name="Shape 2719"/>
          <p:cNvSpPr/>
          <p:nvPr/>
        </p:nvSpPr>
        <p:spPr>
          <a:xfrm>
            <a:off x="7942162" y="44741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3" name="Shape 2720"/>
          <p:cNvSpPr/>
          <p:nvPr/>
        </p:nvSpPr>
        <p:spPr>
          <a:xfrm>
            <a:off x="7861723" y="34069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4" name="Shape 2721"/>
          <p:cNvSpPr/>
          <p:nvPr/>
        </p:nvSpPr>
        <p:spPr>
          <a:xfrm>
            <a:off x="8075767" y="38010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5" name="Shape 2722"/>
          <p:cNvSpPr/>
          <p:nvPr/>
        </p:nvSpPr>
        <p:spPr>
          <a:xfrm>
            <a:off x="8054710" y="45490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6" name="Shape 2723"/>
          <p:cNvSpPr/>
          <p:nvPr/>
        </p:nvSpPr>
        <p:spPr>
          <a:xfrm>
            <a:off x="7815682" y="46008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7" name="Shape 2724"/>
          <p:cNvSpPr/>
          <p:nvPr/>
        </p:nvSpPr>
        <p:spPr>
          <a:xfrm>
            <a:off x="7840683" y="35509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8" name="Shape 2725"/>
          <p:cNvSpPr/>
          <p:nvPr/>
        </p:nvSpPr>
        <p:spPr>
          <a:xfrm>
            <a:off x="7961970" y="42035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9" name="Shape 2726"/>
          <p:cNvSpPr/>
          <p:nvPr/>
        </p:nvSpPr>
        <p:spPr>
          <a:xfrm>
            <a:off x="7960188" y="40119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0" name="Shape 2727"/>
          <p:cNvSpPr/>
          <p:nvPr/>
        </p:nvSpPr>
        <p:spPr>
          <a:xfrm>
            <a:off x="7985703" y="39787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1" name="Shape 2728"/>
          <p:cNvSpPr/>
          <p:nvPr/>
        </p:nvSpPr>
        <p:spPr>
          <a:xfrm>
            <a:off x="7787708" y="40632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2" name="Shape 2729"/>
          <p:cNvSpPr/>
          <p:nvPr/>
        </p:nvSpPr>
        <p:spPr>
          <a:xfrm>
            <a:off x="7759877" y="40563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3" name="Shape 2730"/>
          <p:cNvSpPr/>
          <p:nvPr/>
        </p:nvSpPr>
        <p:spPr>
          <a:xfrm>
            <a:off x="7875853" y="40025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4" name="Shape 2731"/>
          <p:cNvSpPr/>
          <p:nvPr/>
        </p:nvSpPr>
        <p:spPr>
          <a:xfrm>
            <a:off x="7918904" y="40516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5" name="Shape 2732"/>
          <p:cNvSpPr/>
          <p:nvPr/>
        </p:nvSpPr>
        <p:spPr>
          <a:xfrm>
            <a:off x="7967919" y="39975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6" name="Shape 2733"/>
          <p:cNvSpPr/>
          <p:nvPr/>
        </p:nvSpPr>
        <p:spPr>
          <a:xfrm>
            <a:off x="8079267" y="39678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7" name="Shape 2734"/>
          <p:cNvSpPr/>
          <p:nvPr/>
        </p:nvSpPr>
        <p:spPr>
          <a:xfrm>
            <a:off x="7988300" y="3415303"/>
            <a:ext cx="127" cy="1052392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2738" name="Shape 2735"/>
          <p:cNvSpPr/>
          <p:nvPr/>
        </p:nvSpPr>
        <p:spPr>
          <a:xfrm>
            <a:off x="7886700" y="4467695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2739" name="Shape 2736"/>
          <p:cNvSpPr/>
          <p:nvPr/>
        </p:nvSpPr>
        <p:spPr>
          <a:xfrm>
            <a:off x="7886700" y="3415303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2740" name="Shape 2737"/>
          <p:cNvSpPr/>
          <p:nvPr/>
        </p:nvSpPr>
        <p:spPr>
          <a:xfrm>
            <a:off x="7835900" y="3813660"/>
            <a:ext cx="304800" cy="3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5575B2"/>
            </a:solidFill>
            <a:prstDash val="solid"/>
          </a:ln>
        </p:spPr>
      </p:sp>
      <p:sp>
        <p:nvSpPr>
          <p:cNvPr id="2741" name="Shape 2738"/>
          <p:cNvSpPr/>
          <p:nvPr/>
        </p:nvSpPr>
        <p:spPr>
          <a:xfrm>
            <a:off x="7835900" y="4032601"/>
            <a:ext cx="304800" cy="127"/>
          </a:xfrm>
          <a:prstGeom prst="line">
            <a:avLst/>
          </a:prstGeom>
          <a:noFill/>
          <a:ln w="30480">
            <a:solidFill>
              <a:srgbClr val="5575B2"/>
            </a:solidFill>
            <a:prstDash val="solid"/>
          </a:ln>
        </p:spPr>
      </p:sp>
      <p:sp>
        <p:nvSpPr>
          <p:cNvPr id="2742" name="Shape 2739"/>
          <p:cNvSpPr/>
          <p:nvPr/>
        </p:nvSpPr>
        <p:spPr>
          <a:xfrm>
            <a:off x="9839722" y="42923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3" name="Shape 2740"/>
          <p:cNvSpPr/>
          <p:nvPr/>
        </p:nvSpPr>
        <p:spPr>
          <a:xfrm>
            <a:off x="9796774" y="43140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4" name="Shape 2741"/>
          <p:cNvSpPr/>
          <p:nvPr/>
        </p:nvSpPr>
        <p:spPr>
          <a:xfrm>
            <a:off x="9548788" y="43260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5" name="Shape 2742"/>
          <p:cNvSpPr/>
          <p:nvPr/>
        </p:nvSpPr>
        <p:spPr>
          <a:xfrm>
            <a:off x="9766704" y="42410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6" name="Shape 2743"/>
          <p:cNvSpPr/>
          <p:nvPr/>
        </p:nvSpPr>
        <p:spPr>
          <a:xfrm>
            <a:off x="9431570" y="42896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7" name="Shape 2744"/>
          <p:cNvSpPr/>
          <p:nvPr/>
        </p:nvSpPr>
        <p:spPr>
          <a:xfrm>
            <a:off x="9630386" y="42832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8" name="Shape 2745"/>
          <p:cNvSpPr/>
          <p:nvPr/>
        </p:nvSpPr>
        <p:spPr>
          <a:xfrm>
            <a:off x="9600278" y="43273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49" name="Shape 2746"/>
          <p:cNvSpPr/>
          <p:nvPr/>
        </p:nvSpPr>
        <p:spPr>
          <a:xfrm>
            <a:off x="9655255" y="42928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0" name="Shape 2747"/>
          <p:cNvSpPr/>
          <p:nvPr/>
        </p:nvSpPr>
        <p:spPr>
          <a:xfrm>
            <a:off x="9634418" y="43307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1" name="Shape 2748"/>
          <p:cNvSpPr/>
          <p:nvPr/>
        </p:nvSpPr>
        <p:spPr>
          <a:xfrm>
            <a:off x="9844296" y="44241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2" name="Shape 2749"/>
          <p:cNvSpPr/>
          <p:nvPr/>
        </p:nvSpPr>
        <p:spPr>
          <a:xfrm>
            <a:off x="9645400" y="43356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3" name="Shape 2750"/>
          <p:cNvSpPr/>
          <p:nvPr/>
        </p:nvSpPr>
        <p:spPr>
          <a:xfrm>
            <a:off x="9789947" y="43171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4" name="Shape 2751"/>
          <p:cNvSpPr/>
          <p:nvPr/>
        </p:nvSpPr>
        <p:spPr>
          <a:xfrm>
            <a:off x="9631343" y="43631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5" name="Shape 2752"/>
          <p:cNvSpPr/>
          <p:nvPr/>
        </p:nvSpPr>
        <p:spPr>
          <a:xfrm>
            <a:off x="9833066" y="42889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6" name="Shape 2753"/>
          <p:cNvSpPr/>
          <p:nvPr/>
        </p:nvSpPr>
        <p:spPr>
          <a:xfrm>
            <a:off x="9471658" y="44326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7" name="Shape 2754"/>
          <p:cNvSpPr/>
          <p:nvPr/>
        </p:nvSpPr>
        <p:spPr>
          <a:xfrm>
            <a:off x="9463311" y="44099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8" name="Shape 2755"/>
          <p:cNvSpPr/>
          <p:nvPr/>
        </p:nvSpPr>
        <p:spPr>
          <a:xfrm>
            <a:off x="9489018" y="42804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59" name="Shape 2756"/>
          <p:cNvSpPr/>
          <p:nvPr/>
        </p:nvSpPr>
        <p:spPr>
          <a:xfrm>
            <a:off x="9578818" y="44906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0" name="Shape 2757"/>
          <p:cNvSpPr/>
          <p:nvPr/>
        </p:nvSpPr>
        <p:spPr>
          <a:xfrm>
            <a:off x="9480391" y="43246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1" name="Shape 2758"/>
          <p:cNvSpPr/>
          <p:nvPr/>
        </p:nvSpPr>
        <p:spPr>
          <a:xfrm>
            <a:off x="9790193" y="42483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2" name="Shape 2759"/>
          <p:cNvSpPr/>
          <p:nvPr/>
        </p:nvSpPr>
        <p:spPr>
          <a:xfrm>
            <a:off x="9803175" y="43889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3" name="Shape 2760"/>
          <p:cNvSpPr/>
          <p:nvPr/>
        </p:nvSpPr>
        <p:spPr>
          <a:xfrm>
            <a:off x="9489082" y="42687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4" name="Shape 2761"/>
          <p:cNvSpPr/>
          <p:nvPr/>
        </p:nvSpPr>
        <p:spPr>
          <a:xfrm>
            <a:off x="9593945" y="43045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5" name="Shape 2762"/>
          <p:cNvSpPr/>
          <p:nvPr/>
        </p:nvSpPr>
        <p:spPr>
          <a:xfrm>
            <a:off x="9463710" y="43536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6" name="Shape 2763"/>
          <p:cNvSpPr/>
          <p:nvPr/>
        </p:nvSpPr>
        <p:spPr>
          <a:xfrm>
            <a:off x="9448505" y="43915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7" name="Shape 2764"/>
          <p:cNvSpPr/>
          <p:nvPr/>
        </p:nvSpPr>
        <p:spPr>
          <a:xfrm>
            <a:off x="9616747" y="42527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8" name="Shape 2765"/>
          <p:cNvSpPr/>
          <p:nvPr/>
        </p:nvSpPr>
        <p:spPr>
          <a:xfrm>
            <a:off x="9496083" y="44148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69" name="Shape 2766"/>
          <p:cNvSpPr/>
          <p:nvPr/>
        </p:nvSpPr>
        <p:spPr>
          <a:xfrm>
            <a:off x="9813282" y="43551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0" name="Shape 2767"/>
          <p:cNvSpPr/>
          <p:nvPr/>
        </p:nvSpPr>
        <p:spPr>
          <a:xfrm>
            <a:off x="9568356" y="43355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1" name="Shape 2768"/>
          <p:cNvSpPr/>
          <p:nvPr/>
        </p:nvSpPr>
        <p:spPr>
          <a:xfrm>
            <a:off x="9533634" y="43807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2" name="Shape 2769"/>
          <p:cNvSpPr/>
          <p:nvPr/>
        </p:nvSpPr>
        <p:spPr>
          <a:xfrm>
            <a:off x="9421574" y="43433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3" name="Shape 2770"/>
          <p:cNvSpPr/>
          <p:nvPr/>
        </p:nvSpPr>
        <p:spPr>
          <a:xfrm>
            <a:off x="9840483" y="43030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4" name="Shape 2771"/>
          <p:cNvSpPr/>
          <p:nvPr/>
        </p:nvSpPr>
        <p:spPr>
          <a:xfrm>
            <a:off x="9600959" y="43597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5" name="Shape 2772"/>
          <p:cNvSpPr/>
          <p:nvPr/>
        </p:nvSpPr>
        <p:spPr>
          <a:xfrm>
            <a:off x="9567617" y="44149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6" name="Shape 2773"/>
          <p:cNvSpPr/>
          <p:nvPr/>
        </p:nvSpPr>
        <p:spPr>
          <a:xfrm>
            <a:off x="9816685" y="43445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7" name="Shape 2774"/>
          <p:cNvSpPr/>
          <p:nvPr/>
        </p:nvSpPr>
        <p:spPr>
          <a:xfrm>
            <a:off x="9767624" y="43898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8" name="Shape 2775"/>
          <p:cNvSpPr/>
          <p:nvPr/>
        </p:nvSpPr>
        <p:spPr>
          <a:xfrm>
            <a:off x="9460560" y="43502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79" name="Shape 2776"/>
          <p:cNvSpPr/>
          <p:nvPr/>
        </p:nvSpPr>
        <p:spPr>
          <a:xfrm>
            <a:off x="9537341" y="43073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0" name="Shape 2777"/>
          <p:cNvSpPr/>
          <p:nvPr/>
        </p:nvSpPr>
        <p:spPr>
          <a:xfrm>
            <a:off x="9581607" y="44074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1" name="Shape 2778"/>
          <p:cNvSpPr/>
          <p:nvPr/>
        </p:nvSpPr>
        <p:spPr>
          <a:xfrm>
            <a:off x="9544659" y="43753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2" name="Shape 2779"/>
          <p:cNvSpPr/>
          <p:nvPr/>
        </p:nvSpPr>
        <p:spPr>
          <a:xfrm>
            <a:off x="9701359" y="43367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3" name="Shape 2780"/>
          <p:cNvSpPr/>
          <p:nvPr/>
        </p:nvSpPr>
        <p:spPr>
          <a:xfrm>
            <a:off x="9580608" y="43418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4" name="Shape 2781"/>
          <p:cNvSpPr/>
          <p:nvPr/>
        </p:nvSpPr>
        <p:spPr>
          <a:xfrm>
            <a:off x="9478241" y="43347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5" name="Shape 2782"/>
          <p:cNvSpPr/>
          <p:nvPr/>
        </p:nvSpPr>
        <p:spPr>
          <a:xfrm>
            <a:off x="9501773" y="43174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6" name="Shape 2783"/>
          <p:cNvSpPr/>
          <p:nvPr/>
        </p:nvSpPr>
        <p:spPr>
          <a:xfrm>
            <a:off x="9420738" y="44004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7" name="Shape 2784"/>
          <p:cNvSpPr/>
          <p:nvPr/>
        </p:nvSpPr>
        <p:spPr>
          <a:xfrm>
            <a:off x="9626759" y="43106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8" name="Shape 2785"/>
          <p:cNvSpPr/>
          <p:nvPr/>
        </p:nvSpPr>
        <p:spPr>
          <a:xfrm>
            <a:off x="9562579" y="42410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89" name="Shape 2786"/>
          <p:cNvSpPr/>
          <p:nvPr/>
        </p:nvSpPr>
        <p:spPr>
          <a:xfrm>
            <a:off x="9417329" y="42971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0" name="Shape 2787"/>
          <p:cNvSpPr/>
          <p:nvPr/>
        </p:nvSpPr>
        <p:spPr>
          <a:xfrm>
            <a:off x="9625945" y="43705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1" name="Shape 2788"/>
          <p:cNvSpPr/>
          <p:nvPr/>
        </p:nvSpPr>
        <p:spPr>
          <a:xfrm>
            <a:off x="9637133" y="44481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2" name="Shape 2789"/>
          <p:cNvSpPr/>
          <p:nvPr/>
        </p:nvSpPr>
        <p:spPr>
          <a:xfrm>
            <a:off x="9545233" y="43145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3" name="Shape 2790"/>
          <p:cNvSpPr/>
          <p:nvPr/>
        </p:nvSpPr>
        <p:spPr>
          <a:xfrm>
            <a:off x="9531063" y="43695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4" name="Shape 2791"/>
          <p:cNvSpPr/>
          <p:nvPr/>
        </p:nvSpPr>
        <p:spPr>
          <a:xfrm>
            <a:off x="9687456" y="43333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5" name="Shape 2792"/>
          <p:cNvSpPr/>
          <p:nvPr/>
        </p:nvSpPr>
        <p:spPr>
          <a:xfrm>
            <a:off x="9447026" y="43216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6" name="Shape 2793"/>
          <p:cNvSpPr/>
          <p:nvPr/>
        </p:nvSpPr>
        <p:spPr>
          <a:xfrm>
            <a:off x="9561331" y="44371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7" name="Shape 2794"/>
          <p:cNvSpPr/>
          <p:nvPr/>
        </p:nvSpPr>
        <p:spPr>
          <a:xfrm>
            <a:off x="9773777" y="42762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8" name="Shape 2795"/>
          <p:cNvSpPr/>
          <p:nvPr/>
        </p:nvSpPr>
        <p:spPr>
          <a:xfrm>
            <a:off x="9659318" y="43393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99" name="Shape 2796"/>
          <p:cNvSpPr/>
          <p:nvPr/>
        </p:nvSpPr>
        <p:spPr>
          <a:xfrm>
            <a:off x="9721514" y="43405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0" name="Shape 2797"/>
          <p:cNvSpPr/>
          <p:nvPr/>
        </p:nvSpPr>
        <p:spPr>
          <a:xfrm>
            <a:off x="9599585" y="42803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1" name="Shape 2798"/>
          <p:cNvSpPr/>
          <p:nvPr/>
        </p:nvSpPr>
        <p:spPr>
          <a:xfrm>
            <a:off x="9799443" y="43411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2" name="Shape 2799"/>
          <p:cNvSpPr/>
          <p:nvPr/>
        </p:nvSpPr>
        <p:spPr>
          <a:xfrm>
            <a:off x="9480363" y="43074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3" name="Shape 2800"/>
          <p:cNvSpPr/>
          <p:nvPr/>
        </p:nvSpPr>
        <p:spPr>
          <a:xfrm>
            <a:off x="9627161" y="43314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4" name="Shape 2801"/>
          <p:cNvSpPr/>
          <p:nvPr/>
        </p:nvSpPr>
        <p:spPr>
          <a:xfrm>
            <a:off x="9694138" y="43385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5" name="Shape 2802"/>
          <p:cNvSpPr/>
          <p:nvPr/>
        </p:nvSpPr>
        <p:spPr>
          <a:xfrm>
            <a:off x="9446672" y="43707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6" name="Shape 2803"/>
          <p:cNvSpPr/>
          <p:nvPr/>
        </p:nvSpPr>
        <p:spPr>
          <a:xfrm>
            <a:off x="9623947" y="42734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7" name="Shape 2804"/>
          <p:cNvSpPr/>
          <p:nvPr/>
        </p:nvSpPr>
        <p:spPr>
          <a:xfrm>
            <a:off x="9552150" y="43494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8" name="Shape 2805"/>
          <p:cNvSpPr/>
          <p:nvPr/>
        </p:nvSpPr>
        <p:spPr>
          <a:xfrm>
            <a:off x="9423721" y="43180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09" name="Shape 2806"/>
          <p:cNvSpPr/>
          <p:nvPr/>
        </p:nvSpPr>
        <p:spPr>
          <a:xfrm>
            <a:off x="9692150" y="43092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0" name="Shape 2807"/>
          <p:cNvSpPr/>
          <p:nvPr/>
        </p:nvSpPr>
        <p:spPr>
          <a:xfrm>
            <a:off x="9701571" y="43268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1" name="Shape 2808"/>
          <p:cNvSpPr/>
          <p:nvPr/>
        </p:nvSpPr>
        <p:spPr>
          <a:xfrm>
            <a:off x="9530061" y="43344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2" name="Shape 2809"/>
          <p:cNvSpPr/>
          <p:nvPr/>
        </p:nvSpPr>
        <p:spPr>
          <a:xfrm>
            <a:off x="9628343" y="43638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3" name="Shape 2810"/>
          <p:cNvSpPr/>
          <p:nvPr/>
        </p:nvSpPr>
        <p:spPr>
          <a:xfrm>
            <a:off x="9791557" y="43409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4" name="Shape 2811"/>
          <p:cNvSpPr/>
          <p:nvPr/>
        </p:nvSpPr>
        <p:spPr>
          <a:xfrm>
            <a:off x="9658088" y="43829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5" name="Shape 2812"/>
          <p:cNvSpPr/>
          <p:nvPr/>
        </p:nvSpPr>
        <p:spPr>
          <a:xfrm>
            <a:off x="9608886" y="43236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6" name="Shape 2813"/>
          <p:cNvSpPr/>
          <p:nvPr/>
        </p:nvSpPr>
        <p:spPr>
          <a:xfrm>
            <a:off x="9471725" y="42898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7" name="Shape 2814"/>
          <p:cNvSpPr/>
          <p:nvPr/>
        </p:nvSpPr>
        <p:spPr>
          <a:xfrm>
            <a:off x="9638534" y="43512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8" name="Shape 2815"/>
          <p:cNvSpPr/>
          <p:nvPr/>
        </p:nvSpPr>
        <p:spPr>
          <a:xfrm>
            <a:off x="9736588" y="43756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19" name="Shape 2816"/>
          <p:cNvSpPr/>
          <p:nvPr/>
        </p:nvSpPr>
        <p:spPr>
          <a:xfrm>
            <a:off x="9583836" y="42874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0" name="Shape 2817"/>
          <p:cNvSpPr/>
          <p:nvPr/>
        </p:nvSpPr>
        <p:spPr>
          <a:xfrm>
            <a:off x="9812666" y="40268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1" name="Shape 2818"/>
          <p:cNvSpPr/>
          <p:nvPr/>
        </p:nvSpPr>
        <p:spPr>
          <a:xfrm>
            <a:off x="9652307" y="44549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2" name="Shape 2819"/>
          <p:cNvSpPr/>
          <p:nvPr/>
        </p:nvSpPr>
        <p:spPr>
          <a:xfrm>
            <a:off x="9444471" y="41995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3" name="Shape 2820"/>
          <p:cNvSpPr/>
          <p:nvPr/>
        </p:nvSpPr>
        <p:spPr>
          <a:xfrm>
            <a:off x="9578898" y="43158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4" name="Shape 2821"/>
          <p:cNvSpPr/>
          <p:nvPr/>
        </p:nvSpPr>
        <p:spPr>
          <a:xfrm>
            <a:off x="9725852" y="43117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5" name="Shape 2822"/>
          <p:cNvSpPr/>
          <p:nvPr/>
        </p:nvSpPr>
        <p:spPr>
          <a:xfrm>
            <a:off x="9806779" y="43995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6" name="Shape 2823"/>
          <p:cNvSpPr/>
          <p:nvPr/>
        </p:nvSpPr>
        <p:spPr>
          <a:xfrm>
            <a:off x="9555883" y="45714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7" name="Shape 2824"/>
          <p:cNvSpPr/>
          <p:nvPr/>
        </p:nvSpPr>
        <p:spPr>
          <a:xfrm>
            <a:off x="9801936" y="42469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8" name="Shape 2825"/>
          <p:cNvSpPr/>
          <p:nvPr/>
        </p:nvSpPr>
        <p:spPr>
          <a:xfrm>
            <a:off x="9558867" y="43068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29" name="Shape 2826"/>
          <p:cNvSpPr/>
          <p:nvPr/>
        </p:nvSpPr>
        <p:spPr>
          <a:xfrm>
            <a:off x="9675315" y="43928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0" name="Shape 2827"/>
          <p:cNvSpPr/>
          <p:nvPr/>
        </p:nvSpPr>
        <p:spPr>
          <a:xfrm>
            <a:off x="9827789" y="44176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1" name="Shape 2828"/>
          <p:cNvSpPr/>
          <p:nvPr/>
        </p:nvSpPr>
        <p:spPr>
          <a:xfrm>
            <a:off x="9436147" y="46290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2" name="Shape 2829"/>
          <p:cNvSpPr/>
          <p:nvPr/>
        </p:nvSpPr>
        <p:spPr>
          <a:xfrm>
            <a:off x="9436341" y="47217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3" name="Shape 2830"/>
          <p:cNvSpPr/>
          <p:nvPr/>
        </p:nvSpPr>
        <p:spPr>
          <a:xfrm>
            <a:off x="9823838" y="45674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4" name="Shape 2831"/>
          <p:cNvSpPr/>
          <p:nvPr/>
        </p:nvSpPr>
        <p:spPr>
          <a:xfrm>
            <a:off x="9525451" y="47646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5" name="Shape 2832"/>
          <p:cNvSpPr/>
          <p:nvPr/>
        </p:nvSpPr>
        <p:spPr>
          <a:xfrm>
            <a:off x="9662101" y="47088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6" name="Shape 2833"/>
          <p:cNvSpPr/>
          <p:nvPr/>
        </p:nvSpPr>
        <p:spPr>
          <a:xfrm>
            <a:off x="9416383" y="46880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7" name="Shape 2834"/>
          <p:cNvSpPr/>
          <p:nvPr/>
        </p:nvSpPr>
        <p:spPr>
          <a:xfrm>
            <a:off x="9650837" y="47905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8" name="Shape 2835"/>
          <p:cNvSpPr/>
          <p:nvPr/>
        </p:nvSpPr>
        <p:spPr>
          <a:xfrm>
            <a:off x="9610730" y="45057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39" name="Shape 2836"/>
          <p:cNvSpPr/>
          <p:nvPr/>
        </p:nvSpPr>
        <p:spPr>
          <a:xfrm>
            <a:off x="9771056" y="42554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0" name="Shape 2837"/>
          <p:cNvSpPr/>
          <p:nvPr/>
        </p:nvSpPr>
        <p:spPr>
          <a:xfrm>
            <a:off x="9751358" y="42178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1" name="Shape 2838"/>
          <p:cNvSpPr/>
          <p:nvPr/>
        </p:nvSpPr>
        <p:spPr>
          <a:xfrm>
            <a:off x="9441319" y="43028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2" name="Shape 2839"/>
          <p:cNvSpPr/>
          <p:nvPr/>
        </p:nvSpPr>
        <p:spPr>
          <a:xfrm>
            <a:off x="9539243" y="41632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3" name="Shape 2840"/>
          <p:cNvSpPr/>
          <p:nvPr/>
        </p:nvSpPr>
        <p:spPr>
          <a:xfrm>
            <a:off x="9604270" y="41573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4" name="Shape 2841"/>
          <p:cNvSpPr/>
          <p:nvPr/>
        </p:nvSpPr>
        <p:spPr>
          <a:xfrm>
            <a:off x="9797160" y="43792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5" name="Shape 2842"/>
          <p:cNvSpPr/>
          <p:nvPr/>
        </p:nvSpPr>
        <p:spPr>
          <a:xfrm>
            <a:off x="9797149" y="45858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6" name="Shape 2843"/>
          <p:cNvSpPr/>
          <p:nvPr/>
        </p:nvSpPr>
        <p:spPr>
          <a:xfrm>
            <a:off x="9449756" y="43480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7" name="Shape 2844"/>
          <p:cNvSpPr/>
          <p:nvPr/>
        </p:nvSpPr>
        <p:spPr>
          <a:xfrm>
            <a:off x="9608900" y="44471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8" name="Shape 2845"/>
          <p:cNvSpPr/>
          <p:nvPr/>
        </p:nvSpPr>
        <p:spPr>
          <a:xfrm>
            <a:off x="9678602" y="42219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49" name="Shape 2846"/>
          <p:cNvSpPr/>
          <p:nvPr/>
        </p:nvSpPr>
        <p:spPr>
          <a:xfrm>
            <a:off x="9725058" y="39547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0" name="Shape 2847"/>
          <p:cNvSpPr/>
          <p:nvPr/>
        </p:nvSpPr>
        <p:spPr>
          <a:xfrm>
            <a:off x="9631297" y="42446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1" name="Shape 2848"/>
          <p:cNvSpPr/>
          <p:nvPr/>
        </p:nvSpPr>
        <p:spPr>
          <a:xfrm>
            <a:off x="9559154" y="40153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2" name="Shape 2849"/>
          <p:cNvSpPr/>
          <p:nvPr/>
        </p:nvSpPr>
        <p:spPr>
          <a:xfrm>
            <a:off x="9827424" y="43484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3" name="Shape 2850"/>
          <p:cNvSpPr/>
          <p:nvPr/>
        </p:nvSpPr>
        <p:spPr>
          <a:xfrm>
            <a:off x="9720328" y="43727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4" name="Shape 2851"/>
          <p:cNvSpPr/>
          <p:nvPr/>
        </p:nvSpPr>
        <p:spPr>
          <a:xfrm>
            <a:off x="9730558" y="41266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5" name="Shape 2852"/>
          <p:cNvSpPr/>
          <p:nvPr/>
        </p:nvSpPr>
        <p:spPr>
          <a:xfrm>
            <a:off x="9746981" y="43491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6" name="Shape 2853"/>
          <p:cNvSpPr/>
          <p:nvPr/>
        </p:nvSpPr>
        <p:spPr>
          <a:xfrm>
            <a:off x="9434762" y="39670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7" name="Shape 2854"/>
          <p:cNvSpPr/>
          <p:nvPr/>
        </p:nvSpPr>
        <p:spPr>
          <a:xfrm>
            <a:off x="9745894" y="42540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8" name="Shape 2855"/>
          <p:cNvSpPr/>
          <p:nvPr/>
        </p:nvSpPr>
        <p:spPr>
          <a:xfrm>
            <a:off x="9700976" y="42812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59" name="Shape 2856"/>
          <p:cNvSpPr/>
          <p:nvPr/>
        </p:nvSpPr>
        <p:spPr>
          <a:xfrm>
            <a:off x="9653275" y="44169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0" name="Shape 2857"/>
          <p:cNvSpPr/>
          <p:nvPr/>
        </p:nvSpPr>
        <p:spPr>
          <a:xfrm>
            <a:off x="9838330" y="43075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1" name="Shape 2858"/>
          <p:cNvSpPr/>
          <p:nvPr/>
        </p:nvSpPr>
        <p:spPr>
          <a:xfrm>
            <a:off x="9438907" y="47537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2" name="Shape 2859"/>
          <p:cNvSpPr/>
          <p:nvPr/>
        </p:nvSpPr>
        <p:spPr>
          <a:xfrm>
            <a:off x="9838691" y="41037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3" name="Shape 2860"/>
          <p:cNvSpPr/>
          <p:nvPr/>
        </p:nvSpPr>
        <p:spPr>
          <a:xfrm>
            <a:off x="9581796" y="42547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4" name="Shape 2861"/>
          <p:cNvSpPr/>
          <p:nvPr/>
        </p:nvSpPr>
        <p:spPr>
          <a:xfrm>
            <a:off x="9579300" y="40948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5" name="Shape 2862"/>
          <p:cNvSpPr/>
          <p:nvPr/>
        </p:nvSpPr>
        <p:spPr>
          <a:xfrm>
            <a:off x="9694996" y="40548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6" name="Shape 2863"/>
          <p:cNvSpPr/>
          <p:nvPr/>
        </p:nvSpPr>
        <p:spPr>
          <a:xfrm>
            <a:off x="9629059" y="41028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7" name="Shape 2864"/>
          <p:cNvSpPr/>
          <p:nvPr/>
        </p:nvSpPr>
        <p:spPr>
          <a:xfrm>
            <a:off x="9756796" y="39452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8" name="Shape 2865"/>
          <p:cNvSpPr/>
          <p:nvPr/>
        </p:nvSpPr>
        <p:spPr>
          <a:xfrm>
            <a:off x="9787944" y="45294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69" name="Shape 2866"/>
          <p:cNvSpPr/>
          <p:nvPr/>
        </p:nvSpPr>
        <p:spPr>
          <a:xfrm>
            <a:off x="9553664" y="47628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0" name="Shape 2867"/>
          <p:cNvSpPr/>
          <p:nvPr/>
        </p:nvSpPr>
        <p:spPr>
          <a:xfrm>
            <a:off x="9499024" y="43208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1" name="Shape 2868"/>
          <p:cNvSpPr/>
          <p:nvPr/>
        </p:nvSpPr>
        <p:spPr>
          <a:xfrm>
            <a:off x="9603228" y="43502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2" name="Shape 2869"/>
          <p:cNvSpPr/>
          <p:nvPr/>
        </p:nvSpPr>
        <p:spPr>
          <a:xfrm>
            <a:off x="9625103" y="44561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3" name="Shape 2870"/>
          <p:cNvSpPr/>
          <p:nvPr/>
        </p:nvSpPr>
        <p:spPr>
          <a:xfrm>
            <a:off x="9707248" y="40219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4" name="Shape 2871"/>
          <p:cNvSpPr/>
          <p:nvPr/>
        </p:nvSpPr>
        <p:spPr>
          <a:xfrm>
            <a:off x="9428998" y="40764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5" name="Shape 2872"/>
          <p:cNvSpPr/>
          <p:nvPr/>
        </p:nvSpPr>
        <p:spPr>
          <a:xfrm>
            <a:off x="9730940" y="43115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6" name="Shape 2873"/>
          <p:cNvSpPr/>
          <p:nvPr/>
        </p:nvSpPr>
        <p:spPr>
          <a:xfrm>
            <a:off x="9727260" y="40341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7" name="Shape 2874"/>
          <p:cNvSpPr/>
          <p:nvPr/>
        </p:nvSpPr>
        <p:spPr>
          <a:xfrm>
            <a:off x="9674997" y="43535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8" name="Shape 2875"/>
          <p:cNvSpPr/>
          <p:nvPr/>
        </p:nvSpPr>
        <p:spPr>
          <a:xfrm>
            <a:off x="9819379" y="44038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79" name="Shape 2876"/>
          <p:cNvSpPr/>
          <p:nvPr/>
        </p:nvSpPr>
        <p:spPr>
          <a:xfrm>
            <a:off x="9480272" y="42351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0" name="Shape 2877"/>
          <p:cNvSpPr/>
          <p:nvPr/>
        </p:nvSpPr>
        <p:spPr>
          <a:xfrm>
            <a:off x="9627936" y="42796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1" name="Shape 2878"/>
          <p:cNvSpPr/>
          <p:nvPr/>
        </p:nvSpPr>
        <p:spPr>
          <a:xfrm>
            <a:off x="9445805" y="44321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2" name="Shape 2879"/>
          <p:cNvSpPr/>
          <p:nvPr/>
        </p:nvSpPr>
        <p:spPr>
          <a:xfrm>
            <a:off x="9732522" y="44527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3" name="Shape 2880"/>
          <p:cNvSpPr/>
          <p:nvPr/>
        </p:nvSpPr>
        <p:spPr>
          <a:xfrm>
            <a:off x="9790742" y="45205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4" name="Shape 2881"/>
          <p:cNvSpPr/>
          <p:nvPr/>
        </p:nvSpPr>
        <p:spPr>
          <a:xfrm>
            <a:off x="9562069" y="46454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5" name="Shape 2882"/>
          <p:cNvSpPr/>
          <p:nvPr/>
        </p:nvSpPr>
        <p:spPr>
          <a:xfrm>
            <a:off x="9533279" y="43680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6" name="Shape 2883"/>
          <p:cNvSpPr/>
          <p:nvPr/>
        </p:nvSpPr>
        <p:spPr>
          <a:xfrm>
            <a:off x="9548549" y="45318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7" name="Shape 2884"/>
          <p:cNvSpPr/>
          <p:nvPr/>
        </p:nvSpPr>
        <p:spPr>
          <a:xfrm>
            <a:off x="9568735" y="39742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8" name="Shape 2885"/>
          <p:cNvSpPr/>
          <p:nvPr/>
        </p:nvSpPr>
        <p:spPr>
          <a:xfrm>
            <a:off x="9602398" y="44300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89" name="Shape 2886"/>
          <p:cNvSpPr/>
          <p:nvPr/>
        </p:nvSpPr>
        <p:spPr>
          <a:xfrm>
            <a:off x="9483142" y="44534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0" name="Shape 2887"/>
          <p:cNvSpPr/>
          <p:nvPr/>
        </p:nvSpPr>
        <p:spPr>
          <a:xfrm>
            <a:off x="9579863" y="44001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1" name="Shape 2888"/>
          <p:cNvSpPr/>
          <p:nvPr/>
        </p:nvSpPr>
        <p:spPr>
          <a:xfrm>
            <a:off x="9553479" y="41751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2" name="Shape 2889"/>
          <p:cNvSpPr/>
          <p:nvPr/>
        </p:nvSpPr>
        <p:spPr>
          <a:xfrm>
            <a:off x="9714179" y="40623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3" name="Shape 2890"/>
          <p:cNvSpPr/>
          <p:nvPr/>
        </p:nvSpPr>
        <p:spPr>
          <a:xfrm>
            <a:off x="9496502" y="37927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4" name="Shape 2891"/>
          <p:cNvSpPr/>
          <p:nvPr/>
        </p:nvSpPr>
        <p:spPr>
          <a:xfrm>
            <a:off x="9608469" y="42956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5" name="Shape 2892"/>
          <p:cNvSpPr/>
          <p:nvPr/>
        </p:nvSpPr>
        <p:spPr>
          <a:xfrm>
            <a:off x="9763503" y="42305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6" name="Shape 2893"/>
          <p:cNvSpPr/>
          <p:nvPr/>
        </p:nvSpPr>
        <p:spPr>
          <a:xfrm>
            <a:off x="9694013" y="44202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7" name="Shape 2894"/>
          <p:cNvSpPr/>
          <p:nvPr/>
        </p:nvSpPr>
        <p:spPr>
          <a:xfrm>
            <a:off x="9786914" y="39896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8" name="Shape 2895"/>
          <p:cNvSpPr/>
          <p:nvPr/>
        </p:nvSpPr>
        <p:spPr>
          <a:xfrm>
            <a:off x="9478866" y="44076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99" name="Shape 2896"/>
          <p:cNvSpPr/>
          <p:nvPr/>
        </p:nvSpPr>
        <p:spPr>
          <a:xfrm>
            <a:off x="9608717" y="38535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0" name="Shape 2897"/>
          <p:cNvSpPr/>
          <p:nvPr/>
        </p:nvSpPr>
        <p:spPr>
          <a:xfrm>
            <a:off x="9538864" y="44294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1" name="Shape 2898"/>
          <p:cNvSpPr/>
          <p:nvPr/>
        </p:nvSpPr>
        <p:spPr>
          <a:xfrm>
            <a:off x="9671027" y="42224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2" name="Shape 2899"/>
          <p:cNvSpPr/>
          <p:nvPr/>
        </p:nvSpPr>
        <p:spPr>
          <a:xfrm>
            <a:off x="9838668" y="40017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3" name="Shape 2900"/>
          <p:cNvSpPr/>
          <p:nvPr/>
        </p:nvSpPr>
        <p:spPr>
          <a:xfrm>
            <a:off x="9823237" y="45034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4" name="Shape 2901"/>
          <p:cNvSpPr/>
          <p:nvPr/>
        </p:nvSpPr>
        <p:spPr>
          <a:xfrm>
            <a:off x="9557939" y="33396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5" name="Shape 2902"/>
          <p:cNvSpPr/>
          <p:nvPr/>
        </p:nvSpPr>
        <p:spPr>
          <a:xfrm>
            <a:off x="9492373" y="39261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6" name="Shape 2903"/>
          <p:cNvSpPr/>
          <p:nvPr/>
        </p:nvSpPr>
        <p:spPr>
          <a:xfrm>
            <a:off x="9527932" y="43967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7" name="Shape 2904"/>
          <p:cNvSpPr/>
          <p:nvPr/>
        </p:nvSpPr>
        <p:spPr>
          <a:xfrm>
            <a:off x="9526323" y="41611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8" name="Shape 2905"/>
          <p:cNvSpPr/>
          <p:nvPr/>
        </p:nvSpPr>
        <p:spPr>
          <a:xfrm>
            <a:off x="9537375" y="41470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09" name="Shape 2906"/>
          <p:cNvSpPr/>
          <p:nvPr/>
        </p:nvSpPr>
        <p:spPr>
          <a:xfrm>
            <a:off x="9588267" y="38043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0" name="Shape 2907"/>
          <p:cNvSpPr/>
          <p:nvPr/>
        </p:nvSpPr>
        <p:spPr>
          <a:xfrm>
            <a:off x="9511246" y="42816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1" name="Shape 2908"/>
          <p:cNvSpPr/>
          <p:nvPr/>
        </p:nvSpPr>
        <p:spPr>
          <a:xfrm>
            <a:off x="9647308" y="43118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2" name="Shape 2909"/>
          <p:cNvSpPr/>
          <p:nvPr/>
        </p:nvSpPr>
        <p:spPr>
          <a:xfrm>
            <a:off x="9606357" y="42442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3" name="Shape 2910"/>
          <p:cNvSpPr/>
          <p:nvPr/>
        </p:nvSpPr>
        <p:spPr>
          <a:xfrm>
            <a:off x="9809560" y="41483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4" name="Shape 2911"/>
          <p:cNvSpPr/>
          <p:nvPr/>
        </p:nvSpPr>
        <p:spPr>
          <a:xfrm>
            <a:off x="9798277" y="39235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5" name="Shape 2912"/>
          <p:cNvSpPr/>
          <p:nvPr/>
        </p:nvSpPr>
        <p:spPr>
          <a:xfrm>
            <a:off x="9691322" y="42995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6" name="Shape 2913"/>
          <p:cNvSpPr/>
          <p:nvPr/>
        </p:nvSpPr>
        <p:spPr>
          <a:xfrm>
            <a:off x="9627726" y="41625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7" name="Shape 2914"/>
          <p:cNvSpPr/>
          <p:nvPr/>
        </p:nvSpPr>
        <p:spPr>
          <a:xfrm>
            <a:off x="9757619" y="41471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8" name="Shape 2915"/>
          <p:cNvSpPr/>
          <p:nvPr/>
        </p:nvSpPr>
        <p:spPr>
          <a:xfrm>
            <a:off x="9729478" y="38891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19" name="Shape 2916"/>
          <p:cNvSpPr/>
          <p:nvPr/>
        </p:nvSpPr>
        <p:spPr>
          <a:xfrm>
            <a:off x="9557016" y="39622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0" name="Shape 2917"/>
          <p:cNvSpPr/>
          <p:nvPr/>
        </p:nvSpPr>
        <p:spPr>
          <a:xfrm>
            <a:off x="9845136" y="37896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1" name="Shape 2918"/>
          <p:cNvSpPr/>
          <p:nvPr/>
        </p:nvSpPr>
        <p:spPr>
          <a:xfrm>
            <a:off x="9619804" y="40796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2" name="Shape 2919"/>
          <p:cNvSpPr/>
          <p:nvPr/>
        </p:nvSpPr>
        <p:spPr>
          <a:xfrm>
            <a:off x="9483621" y="39273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3" name="Shape 2920"/>
          <p:cNvSpPr/>
          <p:nvPr/>
        </p:nvSpPr>
        <p:spPr>
          <a:xfrm>
            <a:off x="9627578" y="40161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4" name="Shape 2921"/>
          <p:cNvSpPr/>
          <p:nvPr/>
        </p:nvSpPr>
        <p:spPr>
          <a:xfrm>
            <a:off x="9730373" y="37682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5" name="Shape 2922"/>
          <p:cNvSpPr/>
          <p:nvPr/>
        </p:nvSpPr>
        <p:spPr>
          <a:xfrm>
            <a:off x="9836254" y="39062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6" name="Shape 2923"/>
          <p:cNvSpPr/>
          <p:nvPr/>
        </p:nvSpPr>
        <p:spPr>
          <a:xfrm>
            <a:off x="9523076" y="40453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7" name="Shape 2924"/>
          <p:cNvSpPr/>
          <p:nvPr/>
        </p:nvSpPr>
        <p:spPr>
          <a:xfrm>
            <a:off x="9451306" y="38765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8" name="Shape 2925"/>
          <p:cNvSpPr/>
          <p:nvPr/>
        </p:nvSpPr>
        <p:spPr>
          <a:xfrm>
            <a:off x="9608290" y="39332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29" name="Shape 2926"/>
          <p:cNvSpPr/>
          <p:nvPr/>
        </p:nvSpPr>
        <p:spPr>
          <a:xfrm>
            <a:off x="9763048" y="40537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0" name="Shape 2927"/>
          <p:cNvSpPr/>
          <p:nvPr/>
        </p:nvSpPr>
        <p:spPr>
          <a:xfrm>
            <a:off x="9510378" y="40839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1" name="Shape 2928"/>
          <p:cNvSpPr/>
          <p:nvPr/>
        </p:nvSpPr>
        <p:spPr>
          <a:xfrm>
            <a:off x="9592784" y="39268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2" name="Shape 2929"/>
          <p:cNvSpPr/>
          <p:nvPr/>
        </p:nvSpPr>
        <p:spPr>
          <a:xfrm>
            <a:off x="9420976" y="39046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3" name="Shape 2930"/>
          <p:cNvSpPr/>
          <p:nvPr/>
        </p:nvSpPr>
        <p:spPr>
          <a:xfrm>
            <a:off x="9706971" y="41879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4" name="Shape 2931"/>
          <p:cNvSpPr/>
          <p:nvPr/>
        </p:nvSpPr>
        <p:spPr>
          <a:xfrm>
            <a:off x="9697605" y="39141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5" name="Shape 2932"/>
          <p:cNvSpPr/>
          <p:nvPr/>
        </p:nvSpPr>
        <p:spPr>
          <a:xfrm>
            <a:off x="9748354" y="38826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6" name="Shape 2933"/>
          <p:cNvSpPr/>
          <p:nvPr/>
        </p:nvSpPr>
        <p:spPr>
          <a:xfrm>
            <a:off x="9556036" y="39869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7" name="Shape 2934"/>
          <p:cNvSpPr/>
          <p:nvPr/>
        </p:nvSpPr>
        <p:spPr>
          <a:xfrm>
            <a:off x="9655182" y="40094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8" name="Shape 2935"/>
          <p:cNvSpPr/>
          <p:nvPr/>
        </p:nvSpPr>
        <p:spPr>
          <a:xfrm>
            <a:off x="9650823" y="39088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39" name="Shape 2936"/>
          <p:cNvSpPr/>
          <p:nvPr/>
        </p:nvSpPr>
        <p:spPr>
          <a:xfrm>
            <a:off x="9843715" y="41172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0" name="Shape 2937"/>
          <p:cNvSpPr/>
          <p:nvPr/>
        </p:nvSpPr>
        <p:spPr>
          <a:xfrm>
            <a:off x="9836685" y="38714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1" name="Shape 2938"/>
          <p:cNvSpPr/>
          <p:nvPr/>
        </p:nvSpPr>
        <p:spPr>
          <a:xfrm>
            <a:off x="9590897" y="41109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2" name="Shape 2939"/>
          <p:cNvSpPr/>
          <p:nvPr/>
        </p:nvSpPr>
        <p:spPr>
          <a:xfrm>
            <a:off x="9791503" y="40976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3" name="Shape 2940"/>
          <p:cNvSpPr/>
          <p:nvPr/>
        </p:nvSpPr>
        <p:spPr>
          <a:xfrm>
            <a:off x="9722183" y="37534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4" name="Shape 2941"/>
          <p:cNvSpPr/>
          <p:nvPr/>
        </p:nvSpPr>
        <p:spPr>
          <a:xfrm>
            <a:off x="9627992" y="38803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5" name="Shape 2942"/>
          <p:cNvSpPr/>
          <p:nvPr/>
        </p:nvSpPr>
        <p:spPr>
          <a:xfrm>
            <a:off x="9538047" y="40495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6" name="Shape 2943"/>
          <p:cNvSpPr/>
          <p:nvPr/>
        </p:nvSpPr>
        <p:spPr>
          <a:xfrm>
            <a:off x="9685459" y="40022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7" name="Shape 2944"/>
          <p:cNvSpPr/>
          <p:nvPr/>
        </p:nvSpPr>
        <p:spPr>
          <a:xfrm>
            <a:off x="9680501" y="39036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8" name="Shape 2945"/>
          <p:cNvSpPr/>
          <p:nvPr/>
        </p:nvSpPr>
        <p:spPr>
          <a:xfrm>
            <a:off x="9639287" y="40281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49" name="Shape 2946"/>
          <p:cNvSpPr/>
          <p:nvPr/>
        </p:nvSpPr>
        <p:spPr>
          <a:xfrm>
            <a:off x="9574298" y="39109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0" name="Shape 2947"/>
          <p:cNvSpPr/>
          <p:nvPr/>
        </p:nvSpPr>
        <p:spPr>
          <a:xfrm>
            <a:off x="9832148" y="41318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1" name="Shape 2948"/>
          <p:cNvSpPr/>
          <p:nvPr/>
        </p:nvSpPr>
        <p:spPr>
          <a:xfrm>
            <a:off x="9841498" y="39862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2" name="Shape 2949"/>
          <p:cNvSpPr/>
          <p:nvPr/>
        </p:nvSpPr>
        <p:spPr>
          <a:xfrm>
            <a:off x="9477916" y="37786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3" name="Shape 2950"/>
          <p:cNvSpPr/>
          <p:nvPr/>
        </p:nvSpPr>
        <p:spPr>
          <a:xfrm>
            <a:off x="9760256" y="39934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4" name="Shape 2951"/>
          <p:cNvSpPr/>
          <p:nvPr/>
        </p:nvSpPr>
        <p:spPr>
          <a:xfrm>
            <a:off x="9666659" y="44778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5" name="Shape 2952"/>
          <p:cNvSpPr/>
          <p:nvPr/>
        </p:nvSpPr>
        <p:spPr>
          <a:xfrm>
            <a:off x="9470473" y="42441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6" name="Shape 2953"/>
          <p:cNvSpPr/>
          <p:nvPr/>
        </p:nvSpPr>
        <p:spPr>
          <a:xfrm>
            <a:off x="9420134" y="42310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7" name="Shape 2954"/>
          <p:cNvSpPr/>
          <p:nvPr/>
        </p:nvSpPr>
        <p:spPr>
          <a:xfrm>
            <a:off x="9821893" y="42801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8" name="Shape 2955"/>
          <p:cNvSpPr/>
          <p:nvPr/>
        </p:nvSpPr>
        <p:spPr>
          <a:xfrm>
            <a:off x="9529266" y="39224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59" name="Shape 2956"/>
          <p:cNvSpPr/>
          <p:nvPr/>
        </p:nvSpPr>
        <p:spPr>
          <a:xfrm>
            <a:off x="9803887" y="39166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0" name="Shape 2957"/>
          <p:cNvSpPr/>
          <p:nvPr/>
        </p:nvSpPr>
        <p:spPr>
          <a:xfrm>
            <a:off x="9519716" y="40663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1" name="Shape 2958"/>
          <p:cNvSpPr/>
          <p:nvPr/>
        </p:nvSpPr>
        <p:spPr>
          <a:xfrm>
            <a:off x="9731959" y="41717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2" name="Shape 2959"/>
          <p:cNvSpPr/>
          <p:nvPr/>
        </p:nvSpPr>
        <p:spPr>
          <a:xfrm>
            <a:off x="9779979" y="38028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3" name="Shape 2960"/>
          <p:cNvSpPr/>
          <p:nvPr/>
        </p:nvSpPr>
        <p:spPr>
          <a:xfrm>
            <a:off x="9821705" y="38134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4" name="Shape 2961"/>
          <p:cNvSpPr/>
          <p:nvPr/>
        </p:nvSpPr>
        <p:spPr>
          <a:xfrm>
            <a:off x="9464837" y="39977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5" name="Shape 2962"/>
          <p:cNvSpPr/>
          <p:nvPr/>
        </p:nvSpPr>
        <p:spPr>
          <a:xfrm>
            <a:off x="9677804" y="37902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6" name="Shape 2963"/>
          <p:cNvSpPr/>
          <p:nvPr/>
        </p:nvSpPr>
        <p:spPr>
          <a:xfrm>
            <a:off x="9555116" y="37986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7" name="Shape 2964"/>
          <p:cNvSpPr/>
          <p:nvPr/>
        </p:nvSpPr>
        <p:spPr>
          <a:xfrm>
            <a:off x="9576943" y="40470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8" name="Shape 2965"/>
          <p:cNvSpPr/>
          <p:nvPr/>
        </p:nvSpPr>
        <p:spPr>
          <a:xfrm>
            <a:off x="9547422" y="43964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69" name="Shape 2966"/>
          <p:cNvSpPr/>
          <p:nvPr/>
        </p:nvSpPr>
        <p:spPr>
          <a:xfrm>
            <a:off x="9693647" y="45673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0" name="Shape 2967"/>
          <p:cNvSpPr/>
          <p:nvPr/>
        </p:nvSpPr>
        <p:spPr>
          <a:xfrm>
            <a:off x="9770275" y="41549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1" name="Shape 2968"/>
          <p:cNvSpPr/>
          <p:nvPr/>
        </p:nvSpPr>
        <p:spPr>
          <a:xfrm>
            <a:off x="9558320" y="40818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2" name="Shape 2969"/>
          <p:cNvSpPr/>
          <p:nvPr/>
        </p:nvSpPr>
        <p:spPr>
          <a:xfrm>
            <a:off x="9806583" y="40684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3" name="Shape 2970"/>
          <p:cNvSpPr/>
          <p:nvPr/>
        </p:nvSpPr>
        <p:spPr>
          <a:xfrm>
            <a:off x="9426454" y="40512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4" name="Shape 2971"/>
          <p:cNvSpPr/>
          <p:nvPr/>
        </p:nvSpPr>
        <p:spPr>
          <a:xfrm>
            <a:off x="9827722" y="42534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5" name="Shape 2972"/>
          <p:cNvSpPr/>
          <p:nvPr/>
        </p:nvSpPr>
        <p:spPr>
          <a:xfrm>
            <a:off x="9476853" y="45450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6" name="Shape 2973"/>
          <p:cNvSpPr/>
          <p:nvPr/>
        </p:nvSpPr>
        <p:spPr>
          <a:xfrm>
            <a:off x="9678485" y="45958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7" name="Shape 2974"/>
          <p:cNvSpPr/>
          <p:nvPr/>
        </p:nvSpPr>
        <p:spPr>
          <a:xfrm>
            <a:off x="9420500" y="45014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8" name="Shape 2975"/>
          <p:cNvSpPr/>
          <p:nvPr/>
        </p:nvSpPr>
        <p:spPr>
          <a:xfrm>
            <a:off x="9523737" y="46887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79" name="Shape 2976"/>
          <p:cNvSpPr/>
          <p:nvPr/>
        </p:nvSpPr>
        <p:spPr>
          <a:xfrm>
            <a:off x="9674835" y="45603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0" name="Shape 2977"/>
          <p:cNvSpPr/>
          <p:nvPr/>
        </p:nvSpPr>
        <p:spPr>
          <a:xfrm>
            <a:off x="9514144" y="45819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1" name="Shape 2978"/>
          <p:cNvSpPr/>
          <p:nvPr/>
        </p:nvSpPr>
        <p:spPr>
          <a:xfrm>
            <a:off x="9720998" y="46440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2" name="Shape 2979"/>
          <p:cNvSpPr/>
          <p:nvPr/>
        </p:nvSpPr>
        <p:spPr>
          <a:xfrm>
            <a:off x="9639918" y="45910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3" name="Shape 2980"/>
          <p:cNvSpPr/>
          <p:nvPr/>
        </p:nvSpPr>
        <p:spPr>
          <a:xfrm>
            <a:off x="9700810" y="46043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4" name="Shape 2981"/>
          <p:cNvSpPr/>
          <p:nvPr/>
        </p:nvSpPr>
        <p:spPr>
          <a:xfrm>
            <a:off x="9504249" y="45409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5" name="Shape 2982"/>
          <p:cNvSpPr/>
          <p:nvPr/>
        </p:nvSpPr>
        <p:spPr>
          <a:xfrm>
            <a:off x="9547458" y="46661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6" name="Shape 2983"/>
          <p:cNvSpPr/>
          <p:nvPr/>
        </p:nvSpPr>
        <p:spPr>
          <a:xfrm>
            <a:off x="9631801" y="46415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7" name="Shape 2984"/>
          <p:cNvSpPr/>
          <p:nvPr/>
        </p:nvSpPr>
        <p:spPr>
          <a:xfrm>
            <a:off x="9527855" y="41713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8" name="Shape 2985"/>
          <p:cNvSpPr/>
          <p:nvPr/>
        </p:nvSpPr>
        <p:spPr>
          <a:xfrm>
            <a:off x="9583946" y="43809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89" name="Shape 2986"/>
          <p:cNvSpPr/>
          <p:nvPr/>
        </p:nvSpPr>
        <p:spPr>
          <a:xfrm>
            <a:off x="9775797" y="41139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0" name="Shape 2987"/>
          <p:cNvSpPr/>
          <p:nvPr/>
        </p:nvSpPr>
        <p:spPr>
          <a:xfrm>
            <a:off x="9696665" y="41648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1" name="Shape 2988"/>
          <p:cNvSpPr/>
          <p:nvPr/>
        </p:nvSpPr>
        <p:spPr>
          <a:xfrm>
            <a:off x="9690515" y="41387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2" name="Shape 2989"/>
          <p:cNvSpPr/>
          <p:nvPr/>
        </p:nvSpPr>
        <p:spPr>
          <a:xfrm>
            <a:off x="9790597" y="43046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3" name="Shape 2990"/>
          <p:cNvSpPr/>
          <p:nvPr/>
        </p:nvSpPr>
        <p:spPr>
          <a:xfrm>
            <a:off x="9692878" y="41444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4" name="Shape 2991"/>
          <p:cNvSpPr/>
          <p:nvPr/>
        </p:nvSpPr>
        <p:spPr>
          <a:xfrm>
            <a:off x="9613273" y="41159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5" name="Shape 2992"/>
          <p:cNvSpPr/>
          <p:nvPr/>
        </p:nvSpPr>
        <p:spPr>
          <a:xfrm>
            <a:off x="9808860" y="42388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6" name="Shape 2993"/>
          <p:cNvSpPr/>
          <p:nvPr/>
        </p:nvSpPr>
        <p:spPr>
          <a:xfrm>
            <a:off x="9472382" y="40624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7" name="Shape 2994"/>
          <p:cNvSpPr/>
          <p:nvPr/>
        </p:nvSpPr>
        <p:spPr>
          <a:xfrm>
            <a:off x="9781604" y="40860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8" name="Shape 2995"/>
          <p:cNvSpPr/>
          <p:nvPr/>
        </p:nvSpPr>
        <p:spPr>
          <a:xfrm>
            <a:off x="9673851" y="40340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99" name="Shape 2996"/>
          <p:cNvSpPr/>
          <p:nvPr/>
        </p:nvSpPr>
        <p:spPr>
          <a:xfrm>
            <a:off x="9641861" y="42765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0" name="Shape 2997"/>
          <p:cNvSpPr/>
          <p:nvPr/>
        </p:nvSpPr>
        <p:spPr>
          <a:xfrm>
            <a:off x="9518647" y="38471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1" name="Shape 2998"/>
          <p:cNvSpPr/>
          <p:nvPr/>
        </p:nvSpPr>
        <p:spPr>
          <a:xfrm>
            <a:off x="9444591" y="38384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2" name="Shape 2999"/>
          <p:cNvSpPr/>
          <p:nvPr/>
        </p:nvSpPr>
        <p:spPr>
          <a:xfrm>
            <a:off x="9796677" y="38345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3" name="Shape 3000"/>
          <p:cNvSpPr/>
          <p:nvPr/>
        </p:nvSpPr>
        <p:spPr>
          <a:xfrm>
            <a:off x="9768745" y="38216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4" name="Shape 3001"/>
          <p:cNvSpPr/>
          <p:nvPr/>
        </p:nvSpPr>
        <p:spPr>
          <a:xfrm>
            <a:off x="9490970" y="38464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5" name="Shape 3002"/>
          <p:cNvSpPr/>
          <p:nvPr/>
        </p:nvSpPr>
        <p:spPr>
          <a:xfrm>
            <a:off x="9463702" y="38339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6" name="Shape 3003"/>
          <p:cNvSpPr/>
          <p:nvPr/>
        </p:nvSpPr>
        <p:spPr>
          <a:xfrm>
            <a:off x="9600673" y="44261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7" name="Shape 3004"/>
          <p:cNvSpPr/>
          <p:nvPr/>
        </p:nvSpPr>
        <p:spPr>
          <a:xfrm>
            <a:off x="9773043" y="45270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8" name="Shape 3005"/>
          <p:cNvSpPr/>
          <p:nvPr/>
        </p:nvSpPr>
        <p:spPr>
          <a:xfrm>
            <a:off x="9450442" y="42239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09" name="Shape 3006"/>
          <p:cNvSpPr/>
          <p:nvPr/>
        </p:nvSpPr>
        <p:spPr>
          <a:xfrm>
            <a:off x="9831443" y="40388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0" name="Shape 3007"/>
          <p:cNvSpPr/>
          <p:nvPr/>
        </p:nvSpPr>
        <p:spPr>
          <a:xfrm>
            <a:off x="9680609" y="42546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1" name="Shape 3008"/>
          <p:cNvSpPr/>
          <p:nvPr/>
        </p:nvSpPr>
        <p:spPr>
          <a:xfrm>
            <a:off x="9676686" y="43080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2" name="Shape 3009"/>
          <p:cNvSpPr/>
          <p:nvPr/>
        </p:nvSpPr>
        <p:spPr>
          <a:xfrm>
            <a:off x="9416077" y="43185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3" name="Shape 3010"/>
          <p:cNvSpPr/>
          <p:nvPr/>
        </p:nvSpPr>
        <p:spPr>
          <a:xfrm>
            <a:off x="9527268" y="44551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4" name="Shape 3011"/>
          <p:cNvSpPr/>
          <p:nvPr/>
        </p:nvSpPr>
        <p:spPr>
          <a:xfrm>
            <a:off x="9584789" y="44322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5" name="Shape 3012"/>
          <p:cNvSpPr/>
          <p:nvPr/>
        </p:nvSpPr>
        <p:spPr>
          <a:xfrm>
            <a:off x="9472148" y="43657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6" name="Shape 3013"/>
          <p:cNvSpPr/>
          <p:nvPr/>
        </p:nvSpPr>
        <p:spPr>
          <a:xfrm>
            <a:off x="9480888" y="42227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7" name="Shape 3014"/>
          <p:cNvSpPr/>
          <p:nvPr/>
        </p:nvSpPr>
        <p:spPr>
          <a:xfrm>
            <a:off x="9499259" y="45849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8" name="Shape 3015"/>
          <p:cNvSpPr/>
          <p:nvPr/>
        </p:nvSpPr>
        <p:spPr>
          <a:xfrm>
            <a:off x="9654012" y="44507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19" name="Shape 3016"/>
          <p:cNvSpPr/>
          <p:nvPr/>
        </p:nvSpPr>
        <p:spPr>
          <a:xfrm>
            <a:off x="9772720" y="45614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0" name="Shape 3017"/>
          <p:cNvSpPr/>
          <p:nvPr/>
        </p:nvSpPr>
        <p:spPr>
          <a:xfrm>
            <a:off x="9597631" y="46755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1" name="Shape 3018"/>
          <p:cNvSpPr/>
          <p:nvPr/>
        </p:nvSpPr>
        <p:spPr>
          <a:xfrm>
            <a:off x="9837629" y="45421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2" name="Shape 3019"/>
          <p:cNvSpPr/>
          <p:nvPr/>
        </p:nvSpPr>
        <p:spPr>
          <a:xfrm>
            <a:off x="9573251" y="39335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3" name="Shape 3020"/>
          <p:cNvSpPr/>
          <p:nvPr/>
        </p:nvSpPr>
        <p:spPr>
          <a:xfrm>
            <a:off x="9706687" y="39489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4" name="Shape 3021"/>
          <p:cNvSpPr/>
          <p:nvPr/>
        </p:nvSpPr>
        <p:spPr>
          <a:xfrm>
            <a:off x="9539531" y="43711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5" name="Shape 3022"/>
          <p:cNvSpPr/>
          <p:nvPr/>
        </p:nvSpPr>
        <p:spPr>
          <a:xfrm>
            <a:off x="9615020" y="44806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6" name="Shape 3023"/>
          <p:cNvSpPr/>
          <p:nvPr/>
        </p:nvSpPr>
        <p:spPr>
          <a:xfrm>
            <a:off x="9513058" y="44385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7" name="Shape 3024"/>
          <p:cNvSpPr/>
          <p:nvPr/>
        </p:nvSpPr>
        <p:spPr>
          <a:xfrm>
            <a:off x="9415573" y="38392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8" name="Shape 3025"/>
          <p:cNvSpPr/>
          <p:nvPr/>
        </p:nvSpPr>
        <p:spPr>
          <a:xfrm>
            <a:off x="9778958" y="39715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29" name="Shape 3026"/>
          <p:cNvSpPr/>
          <p:nvPr/>
        </p:nvSpPr>
        <p:spPr>
          <a:xfrm>
            <a:off x="9534003" y="40042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0" name="Shape 3027"/>
          <p:cNvSpPr/>
          <p:nvPr/>
        </p:nvSpPr>
        <p:spPr>
          <a:xfrm>
            <a:off x="9581844" y="40650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1" name="Shape 3028"/>
          <p:cNvSpPr/>
          <p:nvPr/>
        </p:nvSpPr>
        <p:spPr>
          <a:xfrm>
            <a:off x="9841469" y="41448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2" name="Shape 3029"/>
          <p:cNvSpPr/>
          <p:nvPr/>
        </p:nvSpPr>
        <p:spPr>
          <a:xfrm>
            <a:off x="9690539" y="37216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3" name="Shape 3030"/>
          <p:cNvSpPr/>
          <p:nvPr/>
        </p:nvSpPr>
        <p:spPr>
          <a:xfrm>
            <a:off x="9762297" y="35772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4" name="Shape 3031"/>
          <p:cNvSpPr/>
          <p:nvPr/>
        </p:nvSpPr>
        <p:spPr>
          <a:xfrm>
            <a:off x="9691470" y="41898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5" name="Shape 3032"/>
          <p:cNvSpPr/>
          <p:nvPr/>
        </p:nvSpPr>
        <p:spPr>
          <a:xfrm>
            <a:off x="9480646" y="41347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6" name="Shape 3033"/>
          <p:cNvSpPr/>
          <p:nvPr/>
        </p:nvSpPr>
        <p:spPr>
          <a:xfrm>
            <a:off x="9701908" y="42723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7" name="Shape 3034"/>
          <p:cNvSpPr/>
          <p:nvPr/>
        </p:nvSpPr>
        <p:spPr>
          <a:xfrm>
            <a:off x="9569834" y="36378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8" name="Shape 3035"/>
          <p:cNvSpPr/>
          <p:nvPr/>
        </p:nvSpPr>
        <p:spPr>
          <a:xfrm>
            <a:off x="9526279" y="41944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39" name="Shape 3036"/>
          <p:cNvSpPr/>
          <p:nvPr/>
        </p:nvSpPr>
        <p:spPr>
          <a:xfrm>
            <a:off x="9718397" y="44139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0" name="Shape 3037"/>
          <p:cNvSpPr/>
          <p:nvPr/>
        </p:nvSpPr>
        <p:spPr>
          <a:xfrm>
            <a:off x="9676813" y="45523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1" name="Shape 3038"/>
          <p:cNvSpPr/>
          <p:nvPr/>
        </p:nvSpPr>
        <p:spPr>
          <a:xfrm>
            <a:off x="9472141" y="43382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2" name="Shape 3039"/>
          <p:cNvSpPr/>
          <p:nvPr/>
        </p:nvSpPr>
        <p:spPr>
          <a:xfrm>
            <a:off x="9541355" y="41039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3" name="Shape 3040"/>
          <p:cNvSpPr/>
          <p:nvPr/>
        </p:nvSpPr>
        <p:spPr>
          <a:xfrm>
            <a:off x="9500633" y="43072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4" name="Shape 3041"/>
          <p:cNvSpPr/>
          <p:nvPr/>
        </p:nvSpPr>
        <p:spPr>
          <a:xfrm>
            <a:off x="9718803" y="44738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5" name="Shape 3042"/>
          <p:cNvSpPr/>
          <p:nvPr/>
        </p:nvSpPr>
        <p:spPr>
          <a:xfrm>
            <a:off x="9636421" y="42789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6" name="Shape 3043"/>
          <p:cNvSpPr/>
          <p:nvPr/>
        </p:nvSpPr>
        <p:spPr>
          <a:xfrm>
            <a:off x="9511288" y="457055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7" name="Shape 3044"/>
          <p:cNvSpPr/>
          <p:nvPr/>
        </p:nvSpPr>
        <p:spPr>
          <a:xfrm>
            <a:off x="9668503" y="44342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8" name="Shape 3045"/>
          <p:cNvSpPr/>
          <p:nvPr/>
        </p:nvSpPr>
        <p:spPr>
          <a:xfrm>
            <a:off x="9473433" y="44507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49" name="Shape 3046"/>
          <p:cNvSpPr/>
          <p:nvPr/>
        </p:nvSpPr>
        <p:spPr>
          <a:xfrm>
            <a:off x="9664423" y="44595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0" name="Shape 3047"/>
          <p:cNvSpPr/>
          <p:nvPr/>
        </p:nvSpPr>
        <p:spPr>
          <a:xfrm>
            <a:off x="9643068" y="44784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1" name="Shape 3048"/>
          <p:cNvSpPr/>
          <p:nvPr/>
        </p:nvSpPr>
        <p:spPr>
          <a:xfrm>
            <a:off x="9639832" y="39987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2" name="Shape 3049"/>
          <p:cNvSpPr/>
          <p:nvPr/>
        </p:nvSpPr>
        <p:spPr>
          <a:xfrm>
            <a:off x="9466273" y="42965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3" name="Shape 3050"/>
          <p:cNvSpPr/>
          <p:nvPr/>
        </p:nvSpPr>
        <p:spPr>
          <a:xfrm>
            <a:off x="9696900" y="40583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4" name="Shape 3051"/>
          <p:cNvSpPr/>
          <p:nvPr/>
        </p:nvSpPr>
        <p:spPr>
          <a:xfrm>
            <a:off x="9491180" y="40826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5" name="Shape 3052"/>
          <p:cNvSpPr/>
          <p:nvPr/>
        </p:nvSpPr>
        <p:spPr>
          <a:xfrm>
            <a:off x="9824681" y="39189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6" name="Shape 3053"/>
          <p:cNvSpPr/>
          <p:nvPr/>
        </p:nvSpPr>
        <p:spPr>
          <a:xfrm>
            <a:off x="9495418" y="41323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7" name="Shape 3054"/>
          <p:cNvSpPr/>
          <p:nvPr/>
        </p:nvSpPr>
        <p:spPr>
          <a:xfrm>
            <a:off x="9734996" y="42863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8" name="Shape 3055"/>
          <p:cNvSpPr/>
          <p:nvPr/>
        </p:nvSpPr>
        <p:spPr>
          <a:xfrm>
            <a:off x="9745765" y="40664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59" name="Shape 3056"/>
          <p:cNvSpPr/>
          <p:nvPr/>
        </p:nvSpPr>
        <p:spPr>
          <a:xfrm>
            <a:off x="9717049" y="39501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0" name="Shape 3057"/>
          <p:cNvSpPr/>
          <p:nvPr/>
        </p:nvSpPr>
        <p:spPr>
          <a:xfrm>
            <a:off x="9435153" y="43037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1" name="Shape 3058"/>
          <p:cNvSpPr/>
          <p:nvPr/>
        </p:nvSpPr>
        <p:spPr>
          <a:xfrm>
            <a:off x="9591441" y="42227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2" name="Shape 3059"/>
          <p:cNvSpPr/>
          <p:nvPr/>
        </p:nvSpPr>
        <p:spPr>
          <a:xfrm>
            <a:off x="9675473" y="42904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3" name="Shape 3060"/>
          <p:cNvSpPr/>
          <p:nvPr/>
        </p:nvSpPr>
        <p:spPr>
          <a:xfrm>
            <a:off x="9662782" y="43339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4" name="Shape 3061"/>
          <p:cNvSpPr/>
          <p:nvPr/>
        </p:nvSpPr>
        <p:spPr>
          <a:xfrm>
            <a:off x="9731165" y="42852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5" name="Shape 3062"/>
          <p:cNvSpPr/>
          <p:nvPr/>
        </p:nvSpPr>
        <p:spPr>
          <a:xfrm>
            <a:off x="9468147" y="43478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6" name="Shape 3063"/>
          <p:cNvSpPr/>
          <p:nvPr/>
        </p:nvSpPr>
        <p:spPr>
          <a:xfrm>
            <a:off x="9648915" y="41082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7" name="Shape 3064"/>
          <p:cNvSpPr/>
          <p:nvPr/>
        </p:nvSpPr>
        <p:spPr>
          <a:xfrm>
            <a:off x="9422284" y="39741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8" name="Shape 3065"/>
          <p:cNvSpPr/>
          <p:nvPr/>
        </p:nvSpPr>
        <p:spPr>
          <a:xfrm>
            <a:off x="9827943" y="42811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69" name="Shape 3066"/>
          <p:cNvSpPr/>
          <p:nvPr/>
        </p:nvSpPr>
        <p:spPr>
          <a:xfrm>
            <a:off x="9555815" y="43244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0" name="Shape 3067"/>
          <p:cNvSpPr/>
          <p:nvPr/>
        </p:nvSpPr>
        <p:spPr>
          <a:xfrm>
            <a:off x="9602180" y="38676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1" name="Shape 3068"/>
          <p:cNvSpPr/>
          <p:nvPr/>
        </p:nvSpPr>
        <p:spPr>
          <a:xfrm>
            <a:off x="9688266" y="40035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2" name="Shape 3069"/>
          <p:cNvSpPr/>
          <p:nvPr/>
        </p:nvSpPr>
        <p:spPr>
          <a:xfrm>
            <a:off x="9586319" y="42030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3" name="Shape 3070"/>
          <p:cNvSpPr/>
          <p:nvPr/>
        </p:nvSpPr>
        <p:spPr>
          <a:xfrm>
            <a:off x="9452711" y="42974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4" name="Shape 3071"/>
          <p:cNvSpPr/>
          <p:nvPr/>
        </p:nvSpPr>
        <p:spPr>
          <a:xfrm>
            <a:off x="9758316" y="45450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5" name="Shape 3072"/>
          <p:cNvSpPr/>
          <p:nvPr/>
        </p:nvSpPr>
        <p:spPr>
          <a:xfrm>
            <a:off x="9824893" y="41024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6" name="Shape 3073"/>
          <p:cNvSpPr/>
          <p:nvPr/>
        </p:nvSpPr>
        <p:spPr>
          <a:xfrm>
            <a:off x="9454713" y="43576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7" name="Shape 3074"/>
          <p:cNvSpPr/>
          <p:nvPr/>
        </p:nvSpPr>
        <p:spPr>
          <a:xfrm>
            <a:off x="9589539" y="37191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8" name="Shape 3075"/>
          <p:cNvSpPr/>
          <p:nvPr/>
        </p:nvSpPr>
        <p:spPr>
          <a:xfrm>
            <a:off x="9766132" y="38028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79" name="Shape 3076"/>
          <p:cNvSpPr/>
          <p:nvPr/>
        </p:nvSpPr>
        <p:spPr>
          <a:xfrm>
            <a:off x="9809902" y="40638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0" name="Shape 3077"/>
          <p:cNvSpPr/>
          <p:nvPr/>
        </p:nvSpPr>
        <p:spPr>
          <a:xfrm>
            <a:off x="9581727" y="41034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1" name="Shape 3078"/>
          <p:cNvSpPr/>
          <p:nvPr/>
        </p:nvSpPr>
        <p:spPr>
          <a:xfrm>
            <a:off x="9598056" y="42089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2" name="Shape 3079"/>
          <p:cNvSpPr/>
          <p:nvPr/>
        </p:nvSpPr>
        <p:spPr>
          <a:xfrm>
            <a:off x="9544729" y="45788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3" name="Shape 3080"/>
          <p:cNvSpPr/>
          <p:nvPr/>
        </p:nvSpPr>
        <p:spPr>
          <a:xfrm>
            <a:off x="9479318" y="46132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4" name="Shape 3081"/>
          <p:cNvSpPr/>
          <p:nvPr/>
        </p:nvSpPr>
        <p:spPr>
          <a:xfrm>
            <a:off x="9565217" y="47462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5" name="Shape 3082"/>
          <p:cNvSpPr/>
          <p:nvPr/>
        </p:nvSpPr>
        <p:spPr>
          <a:xfrm>
            <a:off x="9642753" y="46188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6" name="Shape 3083"/>
          <p:cNvSpPr/>
          <p:nvPr/>
        </p:nvSpPr>
        <p:spPr>
          <a:xfrm>
            <a:off x="9638910" y="48319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7" name="Shape 3084"/>
          <p:cNvSpPr/>
          <p:nvPr/>
        </p:nvSpPr>
        <p:spPr>
          <a:xfrm>
            <a:off x="9686019" y="46205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8" name="Shape 3085"/>
          <p:cNvSpPr/>
          <p:nvPr/>
        </p:nvSpPr>
        <p:spPr>
          <a:xfrm>
            <a:off x="9459679" y="46410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89" name="Shape 3086"/>
          <p:cNvSpPr/>
          <p:nvPr/>
        </p:nvSpPr>
        <p:spPr>
          <a:xfrm>
            <a:off x="9647388" y="47114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0" name="Shape 3087"/>
          <p:cNvSpPr/>
          <p:nvPr/>
        </p:nvSpPr>
        <p:spPr>
          <a:xfrm>
            <a:off x="9727886" y="46955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1" name="Shape 3088"/>
          <p:cNvSpPr/>
          <p:nvPr/>
        </p:nvSpPr>
        <p:spPr>
          <a:xfrm>
            <a:off x="9440273" y="46200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2" name="Shape 3089"/>
          <p:cNvSpPr/>
          <p:nvPr/>
        </p:nvSpPr>
        <p:spPr>
          <a:xfrm>
            <a:off x="9742063" y="39728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3" name="Shape 3090"/>
          <p:cNvSpPr/>
          <p:nvPr/>
        </p:nvSpPr>
        <p:spPr>
          <a:xfrm>
            <a:off x="9783842" y="41711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4" name="Shape 3091"/>
          <p:cNvSpPr/>
          <p:nvPr/>
        </p:nvSpPr>
        <p:spPr>
          <a:xfrm>
            <a:off x="9616612" y="42213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5" name="Shape 3092"/>
          <p:cNvSpPr/>
          <p:nvPr/>
        </p:nvSpPr>
        <p:spPr>
          <a:xfrm>
            <a:off x="9469961" y="43147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6" name="Shape 3093"/>
          <p:cNvSpPr/>
          <p:nvPr/>
        </p:nvSpPr>
        <p:spPr>
          <a:xfrm>
            <a:off x="9801487" y="41701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7" name="Shape 3094"/>
          <p:cNvSpPr/>
          <p:nvPr/>
        </p:nvSpPr>
        <p:spPr>
          <a:xfrm>
            <a:off x="9708879" y="43960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8" name="Shape 3095"/>
          <p:cNvSpPr/>
          <p:nvPr/>
        </p:nvSpPr>
        <p:spPr>
          <a:xfrm>
            <a:off x="9667014" y="41898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99" name="Shape 3096"/>
          <p:cNvSpPr/>
          <p:nvPr/>
        </p:nvSpPr>
        <p:spPr>
          <a:xfrm>
            <a:off x="9718385" y="44024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0" name="Shape 3097"/>
          <p:cNvSpPr/>
          <p:nvPr/>
        </p:nvSpPr>
        <p:spPr>
          <a:xfrm>
            <a:off x="9617520" y="40146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1" name="Shape 3098"/>
          <p:cNvSpPr/>
          <p:nvPr/>
        </p:nvSpPr>
        <p:spPr>
          <a:xfrm>
            <a:off x="9680896" y="44983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2" name="Shape 3099"/>
          <p:cNvSpPr/>
          <p:nvPr/>
        </p:nvSpPr>
        <p:spPr>
          <a:xfrm>
            <a:off x="9471846" y="38955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3" name="Shape 3100"/>
          <p:cNvSpPr/>
          <p:nvPr/>
        </p:nvSpPr>
        <p:spPr>
          <a:xfrm>
            <a:off x="9545024" y="45000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4" name="Shape 3101"/>
          <p:cNvSpPr/>
          <p:nvPr/>
        </p:nvSpPr>
        <p:spPr>
          <a:xfrm>
            <a:off x="9435644" y="36709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5" name="Shape 3102"/>
          <p:cNvSpPr/>
          <p:nvPr/>
        </p:nvSpPr>
        <p:spPr>
          <a:xfrm>
            <a:off x="9716069" y="45338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6" name="Shape 3103"/>
          <p:cNvSpPr/>
          <p:nvPr/>
        </p:nvSpPr>
        <p:spPr>
          <a:xfrm>
            <a:off x="9789311" y="43717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7" name="Shape 3104"/>
          <p:cNvSpPr/>
          <p:nvPr/>
        </p:nvSpPr>
        <p:spPr>
          <a:xfrm>
            <a:off x="9773519" y="39669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8" name="Shape 3105"/>
          <p:cNvSpPr/>
          <p:nvPr/>
        </p:nvSpPr>
        <p:spPr>
          <a:xfrm>
            <a:off x="9483089" y="38313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09" name="Shape 3106"/>
          <p:cNvSpPr/>
          <p:nvPr/>
        </p:nvSpPr>
        <p:spPr>
          <a:xfrm>
            <a:off x="9549240" y="41368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0" name="Shape 3107"/>
          <p:cNvSpPr/>
          <p:nvPr/>
        </p:nvSpPr>
        <p:spPr>
          <a:xfrm>
            <a:off x="9540789" y="42259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1" name="Shape 3108"/>
          <p:cNvSpPr/>
          <p:nvPr/>
        </p:nvSpPr>
        <p:spPr>
          <a:xfrm>
            <a:off x="9534897" y="35265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2" name="Shape 3109"/>
          <p:cNvSpPr/>
          <p:nvPr/>
        </p:nvSpPr>
        <p:spPr>
          <a:xfrm>
            <a:off x="9736419" y="38912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3" name="Shape 3110"/>
          <p:cNvSpPr/>
          <p:nvPr/>
        </p:nvSpPr>
        <p:spPr>
          <a:xfrm>
            <a:off x="9723340" y="37212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4" name="Shape 3111"/>
          <p:cNvSpPr/>
          <p:nvPr/>
        </p:nvSpPr>
        <p:spPr>
          <a:xfrm>
            <a:off x="9803390" y="37475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5" name="Shape 3112"/>
          <p:cNvSpPr/>
          <p:nvPr/>
        </p:nvSpPr>
        <p:spPr>
          <a:xfrm>
            <a:off x="9661116" y="33468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6" name="Shape 3113"/>
          <p:cNvSpPr/>
          <p:nvPr/>
        </p:nvSpPr>
        <p:spPr>
          <a:xfrm>
            <a:off x="9822203" y="35319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7" name="Shape 3114"/>
          <p:cNvSpPr/>
          <p:nvPr/>
        </p:nvSpPr>
        <p:spPr>
          <a:xfrm>
            <a:off x="9574473" y="37430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8" name="Shape 3115"/>
          <p:cNvSpPr/>
          <p:nvPr/>
        </p:nvSpPr>
        <p:spPr>
          <a:xfrm>
            <a:off x="9599543" y="35761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19" name="Shape 3116"/>
          <p:cNvSpPr/>
          <p:nvPr/>
        </p:nvSpPr>
        <p:spPr>
          <a:xfrm>
            <a:off x="9607922" y="39441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0" name="Shape 3117"/>
          <p:cNvSpPr/>
          <p:nvPr/>
        </p:nvSpPr>
        <p:spPr>
          <a:xfrm>
            <a:off x="9611964" y="39274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1" name="Shape 3118"/>
          <p:cNvSpPr/>
          <p:nvPr/>
        </p:nvSpPr>
        <p:spPr>
          <a:xfrm>
            <a:off x="9560230" y="39980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2" name="Shape 3119"/>
          <p:cNvSpPr/>
          <p:nvPr/>
        </p:nvSpPr>
        <p:spPr>
          <a:xfrm>
            <a:off x="9502226" y="35600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3" name="Shape 3120"/>
          <p:cNvSpPr/>
          <p:nvPr/>
        </p:nvSpPr>
        <p:spPr>
          <a:xfrm>
            <a:off x="9592304" y="34190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4" name="Shape 3121"/>
          <p:cNvSpPr/>
          <p:nvPr/>
        </p:nvSpPr>
        <p:spPr>
          <a:xfrm>
            <a:off x="9740216" y="35656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5" name="Shape 3122"/>
          <p:cNvSpPr/>
          <p:nvPr/>
        </p:nvSpPr>
        <p:spPr>
          <a:xfrm>
            <a:off x="9520229" y="39629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6" name="Shape 3123"/>
          <p:cNvSpPr/>
          <p:nvPr/>
        </p:nvSpPr>
        <p:spPr>
          <a:xfrm>
            <a:off x="9738091" y="39660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7" name="Shape 3124"/>
          <p:cNvSpPr/>
          <p:nvPr/>
        </p:nvSpPr>
        <p:spPr>
          <a:xfrm>
            <a:off x="9622430" y="40389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8" name="Shape 3125"/>
          <p:cNvSpPr/>
          <p:nvPr/>
        </p:nvSpPr>
        <p:spPr>
          <a:xfrm>
            <a:off x="9651943" y="39171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29" name="Shape 3126"/>
          <p:cNvSpPr/>
          <p:nvPr/>
        </p:nvSpPr>
        <p:spPr>
          <a:xfrm>
            <a:off x="9844183" y="40672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0" name="Shape 3127"/>
          <p:cNvSpPr/>
          <p:nvPr/>
        </p:nvSpPr>
        <p:spPr>
          <a:xfrm>
            <a:off x="9700475" y="44438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1" name="Shape 3128"/>
          <p:cNvSpPr/>
          <p:nvPr/>
        </p:nvSpPr>
        <p:spPr>
          <a:xfrm>
            <a:off x="9680524" y="41605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2" name="Shape 3129"/>
          <p:cNvSpPr/>
          <p:nvPr/>
        </p:nvSpPr>
        <p:spPr>
          <a:xfrm>
            <a:off x="9767975" y="42077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3" name="Shape 3130"/>
          <p:cNvSpPr/>
          <p:nvPr/>
        </p:nvSpPr>
        <p:spPr>
          <a:xfrm>
            <a:off x="9587005" y="42766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4" name="Shape 3131"/>
          <p:cNvSpPr/>
          <p:nvPr/>
        </p:nvSpPr>
        <p:spPr>
          <a:xfrm>
            <a:off x="9663366" y="43782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5" name="Shape 3132"/>
          <p:cNvSpPr/>
          <p:nvPr/>
        </p:nvSpPr>
        <p:spPr>
          <a:xfrm>
            <a:off x="9453407" y="43041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6" name="Shape 3133"/>
          <p:cNvSpPr/>
          <p:nvPr/>
        </p:nvSpPr>
        <p:spPr>
          <a:xfrm>
            <a:off x="9675645" y="43340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7" name="Shape 3134"/>
          <p:cNvSpPr/>
          <p:nvPr/>
        </p:nvSpPr>
        <p:spPr>
          <a:xfrm>
            <a:off x="9772972" y="48310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8" name="Shape 3135"/>
          <p:cNvSpPr/>
          <p:nvPr/>
        </p:nvSpPr>
        <p:spPr>
          <a:xfrm>
            <a:off x="9720291" y="45399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39" name="Shape 3136"/>
          <p:cNvSpPr/>
          <p:nvPr/>
        </p:nvSpPr>
        <p:spPr>
          <a:xfrm>
            <a:off x="9733705" y="44990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0" name="Shape 3137"/>
          <p:cNvSpPr/>
          <p:nvPr/>
        </p:nvSpPr>
        <p:spPr>
          <a:xfrm>
            <a:off x="9726017" y="46436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1" name="Shape 3138"/>
          <p:cNvSpPr/>
          <p:nvPr/>
        </p:nvSpPr>
        <p:spPr>
          <a:xfrm>
            <a:off x="9437914" y="41486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2" name="Shape 3139"/>
          <p:cNvSpPr/>
          <p:nvPr/>
        </p:nvSpPr>
        <p:spPr>
          <a:xfrm>
            <a:off x="9540870" y="40809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3" name="Shape 3140"/>
          <p:cNvSpPr/>
          <p:nvPr/>
        </p:nvSpPr>
        <p:spPr>
          <a:xfrm>
            <a:off x="9813456" y="41676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4" name="Shape 3141"/>
          <p:cNvSpPr/>
          <p:nvPr/>
        </p:nvSpPr>
        <p:spPr>
          <a:xfrm>
            <a:off x="9658786" y="41382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5" name="Shape 3142"/>
          <p:cNvSpPr/>
          <p:nvPr/>
        </p:nvSpPr>
        <p:spPr>
          <a:xfrm>
            <a:off x="9765352" y="40695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6" name="Shape 3143"/>
          <p:cNvSpPr/>
          <p:nvPr/>
        </p:nvSpPr>
        <p:spPr>
          <a:xfrm>
            <a:off x="9541305" y="41021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7" name="Shape 3144"/>
          <p:cNvSpPr/>
          <p:nvPr/>
        </p:nvSpPr>
        <p:spPr>
          <a:xfrm>
            <a:off x="9781270" y="41442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8" name="Shape 3145"/>
          <p:cNvSpPr/>
          <p:nvPr/>
        </p:nvSpPr>
        <p:spPr>
          <a:xfrm>
            <a:off x="9741853" y="40940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49" name="Shape 3146"/>
          <p:cNvSpPr/>
          <p:nvPr/>
        </p:nvSpPr>
        <p:spPr>
          <a:xfrm>
            <a:off x="9806763" y="41620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0" name="Shape 3147"/>
          <p:cNvSpPr/>
          <p:nvPr/>
        </p:nvSpPr>
        <p:spPr>
          <a:xfrm>
            <a:off x="9477941" y="41058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1" name="Shape 3148"/>
          <p:cNvSpPr/>
          <p:nvPr/>
        </p:nvSpPr>
        <p:spPr>
          <a:xfrm>
            <a:off x="9844261" y="41556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2" name="Shape 3149"/>
          <p:cNvSpPr/>
          <p:nvPr/>
        </p:nvSpPr>
        <p:spPr>
          <a:xfrm>
            <a:off x="9680179" y="41315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3" name="Shape 3150"/>
          <p:cNvSpPr/>
          <p:nvPr/>
        </p:nvSpPr>
        <p:spPr>
          <a:xfrm>
            <a:off x="9823818" y="41000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4" name="Shape 3151"/>
          <p:cNvSpPr/>
          <p:nvPr/>
        </p:nvSpPr>
        <p:spPr>
          <a:xfrm>
            <a:off x="9769691" y="41383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5" name="Shape 3152"/>
          <p:cNvSpPr/>
          <p:nvPr/>
        </p:nvSpPr>
        <p:spPr>
          <a:xfrm>
            <a:off x="9456360" y="44500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6" name="Shape 3153"/>
          <p:cNvSpPr/>
          <p:nvPr/>
        </p:nvSpPr>
        <p:spPr>
          <a:xfrm>
            <a:off x="9669291" y="44718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7" name="Shape 3154"/>
          <p:cNvSpPr/>
          <p:nvPr/>
        </p:nvSpPr>
        <p:spPr>
          <a:xfrm>
            <a:off x="9501469" y="43554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8" name="Shape 3155"/>
          <p:cNvSpPr/>
          <p:nvPr/>
        </p:nvSpPr>
        <p:spPr>
          <a:xfrm>
            <a:off x="9536682" y="43043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59" name="Shape 3156"/>
          <p:cNvSpPr/>
          <p:nvPr/>
        </p:nvSpPr>
        <p:spPr>
          <a:xfrm>
            <a:off x="9814595" y="44814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0" name="Shape 3157"/>
          <p:cNvSpPr/>
          <p:nvPr/>
        </p:nvSpPr>
        <p:spPr>
          <a:xfrm>
            <a:off x="9459747" y="44481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1" name="Shape 3158"/>
          <p:cNvSpPr/>
          <p:nvPr/>
        </p:nvSpPr>
        <p:spPr>
          <a:xfrm>
            <a:off x="9832412" y="39647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2" name="Shape 3159"/>
          <p:cNvSpPr/>
          <p:nvPr/>
        </p:nvSpPr>
        <p:spPr>
          <a:xfrm>
            <a:off x="9476368" y="39496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3" name="Shape 3160"/>
          <p:cNvSpPr/>
          <p:nvPr/>
        </p:nvSpPr>
        <p:spPr>
          <a:xfrm>
            <a:off x="9604261" y="43345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4" name="Shape 3161"/>
          <p:cNvSpPr/>
          <p:nvPr/>
        </p:nvSpPr>
        <p:spPr>
          <a:xfrm>
            <a:off x="9712202" y="39098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5" name="Shape 3162"/>
          <p:cNvSpPr/>
          <p:nvPr/>
        </p:nvSpPr>
        <p:spPr>
          <a:xfrm>
            <a:off x="9719456" y="45668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6" name="Shape 3163"/>
          <p:cNvSpPr/>
          <p:nvPr/>
        </p:nvSpPr>
        <p:spPr>
          <a:xfrm>
            <a:off x="9425934" y="45830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7" name="Shape 3164"/>
          <p:cNvSpPr/>
          <p:nvPr/>
        </p:nvSpPr>
        <p:spPr>
          <a:xfrm>
            <a:off x="9589906" y="43319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8" name="Shape 3165"/>
          <p:cNvSpPr/>
          <p:nvPr/>
        </p:nvSpPr>
        <p:spPr>
          <a:xfrm>
            <a:off x="9753942" y="43780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69" name="Shape 3166"/>
          <p:cNvSpPr/>
          <p:nvPr/>
        </p:nvSpPr>
        <p:spPr>
          <a:xfrm>
            <a:off x="9430986" y="43553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0" name="Shape 3167"/>
          <p:cNvSpPr/>
          <p:nvPr/>
        </p:nvSpPr>
        <p:spPr>
          <a:xfrm>
            <a:off x="9798190" y="45958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1" name="Shape 3168"/>
          <p:cNvSpPr/>
          <p:nvPr/>
        </p:nvSpPr>
        <p:spPr>
          <a:xfrm>
            <a:off x="9712414" y="45014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2" name="Shape 3169"/>
          <p:cNvSpPr/>
          <p:nvPr/>
        </p:nvSpPr>
        <p:spPr>
          <a:xfrm>
            <a:off x="9506425" y="45948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3" name="Shape 3170"/>
          <p:cNvSpPr/>
          <p:nvPr/>
        </p:nvSpPr>
        <p:spPr>
          <a:xfrm>
            <a:off x="9605862" y="45573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4" name="Shape 3171"/>
          <p:cNvSpPr/>
          <p:nvPr/>
        </p:nvSpPr>
        <p:spPr>
          <a:xfrm>
            <a:off x="9525423" y="48198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5" name="Shape 3172"/>
          <p:cNvSpPr/>
          <p:nvPr/>
        </p:nvSpPr>
        <p:spPr>
          <a:xfrm>
            <a:off x="9739467" y="44948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6" name="Shape 3173"/>
          <p:cNvSpPr/>
          <p:nvPr/>
        </p:nvSpPr>
        <p:spPr>
          <a:xfrm>
            <a:off x="9718410" y="46840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7" name="Shape 3174"/>
          <p:cNvSpPr/>
          <p:nvPr/>
        </p:nvSpPr>
        <p:spPr>
          <a:xfrm>
            <a:off x="9479382" y="46304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8" name="Shape 3175"/>
          <p:cNvSpPr/>
          <p:nvPr/>
        </p:nvSpPr>
        <p:spPr>
          <a:xfrm>
            <a:off x="9504383" y="37532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79" name="Shape 3176"/>
          <p:cNvSpPr/>
          <p:nvPr/>
        </p:nvSpPr>
        <p:spPr>
          <a:xfrm>
            <a:off x="9625670" y="45486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0" name="Shape 3177"/>
          <p:cNvSpPr/>
          <p:nvPr/>
        </p:nvSpPr>
        <p:spPr>
          <a:xfrm>
            <a:off x="9623888" y="41326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1" name="Shape 3178"/>
          <p:cNvSpPr/>
          <p:nvPr/>
        </p:nvSpPr>
        <p:spPr>
          <a:xfrm>
            <a:off x="9649403" y="40302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2" name="Shape 3179"/>
          <p:cNvSpPr/>
          <p:nvPr/>
        </p:nvSpPr>
        <p:spPr>
          <a:xfrm>
            <a:off x="9451408" y="40731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3" name="Shape 3180"/>
          <p:cNvSpPr/>
          <p:nvPr/>
        </p:nvSpPr>
        <p:spPr>
          <a:xfrm>
            <a:off x="9423577" y="40124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4" name="Shape 3181"/>
          <p:cNvSpPr/>
          <p:nvPr/>
        </p:nvSpPr>
        <p:spPr>
          <a:xfrm>
            <a:off x="9539553" y="41814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5" name="Shape 3182"/>
          <p:cNvSpPr/>
          <p:nvPr/>
        </p:nvSpPr>
        <p:spPr>
          <a:xfrm>
            <a:off x="9582604" y="41579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6" name="Shape 3183"/>
          <p:cNvSpPr/>
          <p:nvPr/>
        </p:nvSpPr>
        <p:spPr>
          <a:xfrm>
            <a:off x="9631619" y="41393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7" name="Shape 3184"/>
          <p:cNvSpPr/>
          <p:nvPr/>
        </p:nvSpPr>
        <p:spPr>
          <a:xfrm>
            <a:off x="9742967" y="41090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88" name="Shape 3185"/>
          <p:cNvSpPr/>
          <p:nvPr/>
        </p:nvSpPr>
        <p:spPr>
          <a:xfrm>
            <a:off x="9652000" y="3815187"/>
            <a:ext cx="127" cy="835844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3189" name="Shape 3186"/>
          <p:cNvSpPr/>
          <p:nvPr/>
        </p:nvSpPr>
        <p:spPr>
          <a:xfrm>
            <a:off x="9550400" y="4651031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3190" name="Shape 3187"/>
          <p:cNvSpPr/>
          <p:nvPr/>
        </p:nvSpPr>
        <p:spPr>
          <a:xfrm>
            <a:off x="9550400" y="3815187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3191" name="Shape 3188"/>
          <p:cNvSpPr/>
          <p:nvPr/>
        </p:nvSpPr>
        <p:spPr>
          <a:xfrm>
            <a:off x="9499600" y="4083766"/>
            <a:ext cx="304800" cy="333501"/>
          </a:xfrm>
          <a:prstGeom prst="rect">
            <a:avLst/>
          </a:prstGeom>
          <a:solidFill>
            <a:srgbClr val="FFFFFF"/>
          </a:solidFill>
          <a:ln w="19050">
            <a:solidFill>
              <a:srgbClr val="32887D"/>
            </a:solidFill>
            <a:prstDash val="solid"/>
          </a:ln>
        </p:spPr>
      </p:sp>
      <p:sp>
        <p:nvSpPr>
          <p:cNvPr id="3192" name="Shape 3189"/>
          <p:cNvSpPr/>
          <p:nvPr/>
        </p:nvSpPr>
        <p:spPr>
          <a:xfrm>
            <a:off x="9499600" y="4301788"/>
            <a:ext cx="304800" cy="127"/>
          </a:xfrm>
          <a:prstGeom prst="line">
            <a:avLst/>
          </a:prstGeom>
          <a:noFill/>
          <a:ln w="30480">
            <a:solidFill>
              <a:srgbClr val="32887D"/>
            </a:solidFill>
            <a:prstDash val="solid"/>
          </a:ln>
        </p:spPr>
      </p:sp>
      <p:sp>
        <p:nvSpPr>
          <p:cNvPr id="3193" name="Shape 3190"/>
          <p:cNvSpPr/>
          <p:nvPr/>
        </p:nvSpPr>
        <p:spPr>
          <a:xfrm>
            <a:off x="10525522" y="43208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94" name="Shape 3191"/>
          <p:cNvSpPr/>
          <p:nvPr/>
        </p:nvSpPr>
        <p:spPr>
          <a:xfrm>
            <a:off x="10482574" y="42203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95" name="Shape 3192"/>
          <p:cNvSpPr/>
          <p:nvPr/>
        </p:nvSpPr>
        <p:spPr>
          <a:xfrm>
            <a:off x="10234588" y="43149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96" name="Shape 3193"/>
          <p:cNvSpPr/>
          <p:nvPr/>
        </p:nvSpPr>
        <p:spPr>
          <a:xfrm>
            <a:off x="10452504" y="42713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97" name="Shape 3194"/>
          <p:cNvSpPr/>
          <p:nvPr/>
        </p:nvSpPr>
        <p:spPr>
          <a:xfrm>
            <a:off x="10117370" y="42737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98" name="Shape 3195"/>
          <p:cNvSpPr/>
          <p:nvPr/>
        </p:nvSpPr>
        <p:spPr>
          <a:xfrm>
            <a:off x="10316186" y="44394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99" name="Shape 3196"/>
          <p:cNvSpPr/>
          <p:nvPr/>
        </p:nvSpPr>
        <p:spPr>
          <a:xfrm>
            <a:off x="10286078" y="43082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0" name="Shape 3197"/>
          <p:cNvSpPr/>
          <p:nvPr/>
        </p:nvSpPr>
        <p:spPr>
          <a:xfrm>
            <a:off x="10341055" y="42660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1" name="Shape 3198"/>
          <p:cNvSpPr/>
          <p:nvPr/>
        </p:nvSpPr>
        <p:spPr>
          <a:xfrm>
            <a:off x="10320218" y="42572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2" name="Shape 3199"/>
          <p:cNvSpPr/>
          <p:nvPr/>
        </p:nvSpPr>
        <p:spPr>
          <a:xfrm>
            <a:off x="10530096" y="43444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3" name="Shape 3200"/>
          <p:cNvSpPr/>
          <p:nvPr/>
        </p:nvSpPr>
        <p:spPr>
          <a:xfrm>
            <a:off x="10331200" y="42436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4" name="Shape 3201"/>
          <p:cNvSpPr/>
          <p:nvPr/>
        </p:nvSpPr>
        <p:spPr>
          <a:xfrm>
            <a:off x="10475747" y="42920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5" name="Shape 3202"/>
          <p:cNvSpPr/>
          <p:nvPr/>
        </p:nvSpPr>
        <p:spPr>
          <a:xfrm>
            <a:off x="10317143" y="43829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6" name="Shape 3203"/>
          <p:cNvSpPr/>
          <p:nvPr/>
        </p:nvSpPr>
        <p:spPr>
          <a:xfrm>
            <a:off x="10518866" y="42873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7" name="Shape 3204"/>
          <p:cNvSpPr/>
          <p:nvPr/>
        </p:nvSpPr>
        <p:spPr>
          <a:xfrm>
            <a:off x="10157458" y="43652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8" name="Shape 3205"/>
          <p:cNvSpPr/>
          <p:nvPr/>
        </p:nvSpPr>
        <p:spPr>
          <a:xfrm>
            <a:off x="10149111" y="44002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9" name="Shape 3206"/>
          <p:cNvSpPr/>
          <p:nvPr/>
        </p:nvSpPr>
        <p:spPr>
          <a:xfrm>
            <a:off x="10174818" y="42495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0" name="Shape 3207"/>
          <p:cNvSpPr/>
          <p:nvPr/>
        </p:nvSpPr>
        <p:spPr>
          <a:xfrm>
            <a:off x="10264618" y="44523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1" name="Shape 3208"/>
          <p:cNvSpPr/>
          <p:nvPr/>
        </p:nvSpPr>
        <p:spPr>
          <a:xfrm>
            <a:off x="10166191" y="43235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2" name="Shape 3209"/>
          <p:cNvSpPr/>
          <p:nvPr/>
        </p:nvSpPr>
        <p:spPr>
          <a:xfrm>
            <a:off x="10475993" y="42687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3" name="Shape 3210"/>
          <p:cNvSpPr/>
          <p:nvPr/>
        </p:nvSpPr>
        <p:spPr>
          <a:xfrm>
            <a:off x="10488975" y="43372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4" name="Shape 3211"/>
          <p:cNvSpPr/>
          <p:nvPr/>
        </p:nvSpPr>
        <p:spPr>
          <a:xfrm>
            <a:off x="10174882" y="42762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5" name="Shape 3212"/>
          <p:cNvSpPr/>
          <p:nvPr/>
        </p:nvSpPr>
        <p:spPr>
          <a:xfrm>
            <a:off x="10279745" y="43029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6" name="Shape 3213"/>
          <p:cNvSpPr/>
          <p:nvPr/>
        </p:nvSpPr>
        <p:spPr>
          <a:xfrm>
            <a:off x="10149510" y="43385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7" name="Shape 3214"/>
          <p:cNvSpPr/>
          <p:nvPr/>
        </p:nvSpPr>
        <p:spPr>
          <a:xfrm>
            <a:off x="10134305" y="42572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8" name="Shape 3215"/>
          <p:cNvSpPr/>
          <p:nvPr/>
        </p:nvSpPr>
        <p:spPr>
          <a:xfrm>
            <a:off x="10302547" y="42060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9" name="Shape 3216"/>
          <p:cNvSpPr/>
          <p:nvPr/>
        </p:nvSpPr>
        <p:spPr>
          <a:xfrm>
            <a:off x="10181883" y="43311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0" name="Shape 3217"/>
          <p:cNvSpPr/>
          <p:nvPr/>
        </p:nvSpPr>
        <p:spPr>
          <a:xfrm>
            <a:off x="10499082" y="43934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1" name="Shape 3218"/>
          <p:cNvSpPr/>
          <p:nvPr/>
        </p:nvSpPr>
        <p:spPr>
          <a:xfrm>
            <a:off x="10254156" y="43523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2" name="Shape 3219"/>
          <p:cNvSpPr/>
          <p:nvPr/>
        </p:nvSpPr>
        <p:spPr>
          <a:xfrm>
            <a:off x="10219434" y="43225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3" name="Shape 3220"/>
          <p:cNvSpPr/>
          <p:nvPr/>
        </p:nvSpPr>
        <p:spPr>
          <a:xfrm>
            <a:off x="10107374" y="42830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4" name="Shape 3221"/>
          <p:cNvSpPr/>
          <p:nvPr/>
        </p:nvSpPr>
        <p:spPr>
          <a:xfrm>
            <a:off x="10526283" y="42390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5" name="Shape 3222"/>
          <p:cNvSpPr/>
          <p:nvPr/>
        </p:nvSpPr>
        <p:spPr>
          <a:xfrm>
            <a:off x="10286759" y="42671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6" name="Shape 3223"/>
          <p:cNvSpPr/>
          <p:nvPr/>
        </p:nvSpPr>
        <p:spPr>
          <a:xfrm>
            <a:off x="10253417" y="42953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7" name="Shape 3224"/>
          <p:cNvSpPr/>
          <p:nvPr/>
        </p:nvSpPr>
        <p:spPr>
          <a:xfrm>
            <a:off x="10502485" y="42646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8" name="Shape 3225"/>
          <p:cNvSpPr/>
          <p:nvPr/>
        </p:nvSpPr>
        <p:spPr>
          <a:xfrm>
            <a:off x="10453424" y="43256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9" name="Shape 3226"/>
          <p:cNvSpPr/>
          <p:nvPr/>
        </p:nvSpPr>
        <p:spPr>
          <a:xfrm>
            <a:off x="10146360" y="43328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0" name="Shape 3227"/>
          <p:cNvSpPr/>
          <p:nvPr/>
        </p:nvSpPr>
        <p:spPr>
          <a:xfrm>
            <a:off x="10223141" y="42390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1" name="Shape 3228"/>
          <p:cNvSpPr/>
          <p:nvPr/>
        </p:nvSpPr>
        <p:spPr>
          <a:xfrm>
            <a:off x="10267407" y="42806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2" name="Shape 3229"/>
          <p:cNvSpPr/>
          <p:nvPr/>
        </p:nvSpPr>
        <p:spPr>
          <a:xfrm>
            <a:off x="10230459" y="43309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3" name="Shape 3230"/>
          <p:cNvSpPr/>
          <p:nvPr/>
        </p:nvSpPr>
        <p:spPr>
          <a:xfrm>
            <a:off x="10387159" y="42953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4" name="Shape 3231"/>
          <p:cNvSpPr/>
          <p:nvPr/>
        </p:nvSpPr>
        <p:spPr>
          <a:xfrm>
            <a:off x="10266408" y="44046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5" name="Shape 3232"/>
          <p:cNvSpPr/>
          <p:nvPr/>
        </p:nvSpPr>
        <p:spPr>
          <a:xfrm>
            <a:off x="10164041" y="43381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6" name="Shape 3233"/>
          <p:cNvSpPr/>
          <p:nvPr/>
        </p:nvSpPr>
        <p:spPr>
          <a:xfrm>
            <a:off x="10187573" y="43499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7" name="Shape 3234"/>
          <p:cNvSpPr/>
          <p:nvPr/>
        </p:nvSpPr>
        <p:spPr>
          <a:xfrm>
            <a:off x="10106538" y="43876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8" name="Shape 3235"/>
          <p:cNvSpPr/>
          <p:nvPr/>
        </p:nvSpPr>
        <p:spPr>
          <a:xfrm>
            <a:off x="10312559" y="43003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9" name="Shape 3236"/>
          <p:cNvSpPr/>
          <p:nvPr/>
        </p:nvSpPr>
        <p:spPr>
          <a:xfrm>
            <a:off x="10248379" y="42300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0" name="Shape 3237"/>
          <p:cNvSpPr/>
          <p:nvPr/>
        </p:nvSpPr>
        <p:spPr>
          <a:xfrm>
            <a:off x="10103129" y="43532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1" name="Shape 3238"/>
          <p:cNvSpPr/>
          <p:nvPr/>
        </p:nvSpPr>
        <p:spPr>
          <a:xfrm>
            <a:off x="10311745" y="42970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2" name="Shape 3239"/>
          <p:cNvSpPr/>
          <p:nvPr/>
        </p:nvSpPr>
        <p:spPr>
          <a:xfrm>
            <a:off x="10322933" y="43832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3" name="Shape 3240"/>
          <p:cNvSpPr/>
          <p:nvPr/>
        </p:nvSpPr>
        <p:spPr>
          <a:xfrm>
            <a:off x="10231033" y="42527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4" name="Shape 3241"/>
          <p:cNvSpPr/>
          <p:nvPr/>
        </p:nvSpPr>
        <p:spPr>
          <a:xfrm>
            <a:off x="10216863" y="43242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5" name="Shape 3242"/>
          <p:cNvSpPr/>
          <p:nvPr/>
        </p:nvSpPr>
        <p:spPr>
          <a:xfrm>
            <a:off x="10373256" y="43136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6" name="Shape 3243"/>
          <p:cNvSpPr/>
          <p:nvPr/>
        </p:nvSpPr>
        <p:spPr>
          <a:xfrm>
            <a:off x="10132826" y="43262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7" name="Shape 3244"/>
          <p:cNvSpPr/>
          <p:nvPr/>
        </p:nvSpPr>
        <p:spPr>
          <a:xfrm>
            <a:off x="10247131" y="42988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8" name="Shape 3245"/>
          <p:cNvSpPr/>
          <p:nvPr/>
        </p:nvSpPr>
        <p:spPr>
          <a:xfrm>
            <a:off x="10459577" y="43249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9" name="Shape 3246"/>
          <p:cNvSpPr/>
          <p:nvPr/>
        </p:nvSpPr>
        <p:spPr>
          <a:xfrm>
            <a:off x="10345118" y="43224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0" name="Shape 3247"/>
          <p:cNvSpPr/>
          <p:nvPr/>
        </p:nvSpPr>
        <p:spPr>
          <a:xfrm>
            <a:off x="10407314" y="42851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1" name="Shape 3248"/>
          <p:cNvSpPr/>
          <p:nvPr/>
        </p:nvSpPr>
        <p:spPr>
          <a:xfrm>
            <a:off x="10285385" y="43085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2" name="Shape 3249"/>
          <p:cNvSpPr/>
          <p:nvPr/>
        </p:nvSpPr>
        <p:spPr>
          <a:xfrm>
            <a:off x="10485243" y="42751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3" name="Shape 3250"/>
          <p:cNvSpPr/>
          <p:nvPr/>
        </p:nvSpPr>
        <p:spPr>
          <a:xfrm>
            <a:off x="10166163" y="43061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4" name="Shape 3251"/>
          <p:cNvSpPr/>
          <p:nvPr/>
        </p:nvSpPr>
        <p:spPr>
          <a:xfrm>
            <a:off x="10312961" y="43367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5" name="Shape 3252"/>
          <p:cNvSpPr/>
          <p:nvPr/>
        </p:nvSpPr>
        <p:spPr>
          <a:xfrm>
            <a:off x="10379938" y="42977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6" name="Shape 3253"/>
          <p:cNvSpPr/>
          <p:nvPr/>
        </p:nvSpPr>
        <p:spPr>
          <a:xfrm>
            <a:off x="10132472" y="43034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7" name="Shape 3254"/>
          <p:cNvSpPr/>
          <p:nvPr/>
        </p:nvSpPr>
        <p:spPr>
          <a:xfrm>
            <a:off x="10309747" y="42778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8" name="Shape 3255"/>
          <p:cNvSpPr/>
          <p:nvPr/>
        </p:nvSpPr>
        <p:spPr>
          <a:xfrm>
            <a:off x="10237950" y="43329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9" name="Shape 3256"/>
          <p:cNvSpPr/>
          <p:nvPr/>
        </p:nvSpPr>
        <p:spPr>
          <a:xfrm>
            <a:off x="10109521" y="42989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0" name="Shape 3257"/>
          <p:cNvSpPr/>
          <p:nvPr/>
        </p:nvSpPr>
        <p:spPr>
          <a:xfrm>
            <a:off x="10377950" y="44474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1" name="Shape 3258"/>
          <p:cNvSpPr/>
          <p:nvPr/>
        </p:nvSpPr>
        <p:spPr>
          <a:xfrm>
            <a:off x="10387371" y="43046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2" name="Shape 3259"/>
          <p:cNvSpPr/>
          <p:nvPr/>
        </p:nvSpPr>
        <p:spPr>
          <a:xfrm>
            <a:off x="10215861" y="41352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3" name="Shape 3260"/>
          <p:cNvSpPr/>
          <p:nvPr/>
        </p:nvSpPr>
        <p:spPr>
          <a:xfrm>
            <a:off x="10314143" y="42472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4" name="Shape 3261"/>
          <p:cNvSpPr/>
          <p:nvPr/>
        </p:nvSpPr>
        <p:spPr>
          <a:xfrm>
            <a:off x="10477357" y="43583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5" name="Shape 3262"/>
          <p:cNvSpPr/>
          <p:nvPr/>
        </p:nvSpPr>
        <p:spPr>
          <a:xfrm>
            <a:off x="10343888" y="43578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6" name="Shape 3263"/>
          <p:cNvSpPr/>
          <p:nvPr/>
        </p:nvSpPr>
        <p:spPr>
          <a:xfrm>
            <a:off x="10294686" y="42821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7" name="Shape 3264"/>
          <p:cNvSpPr/>
          <p:nvPr/>
        </p:nvSpPr>
        <p:spPr>
          <a:xfrm>
            <a:off x="10157525" y="42631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8" name="Shape 3265"/>
          <p:cNvSpPr/>
          <p:nvPr/>
        </p:nvSpPr>
        <p:spPr>
          <a:xfrm>
            <a:off x="10324334" y="42585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9" name="Shape 3266"/>
          <p:cNvSpPr/>
          <p:nvPr/>
        </p:nvSpPr>
        <p:spPr>
          <a:xfrm>
            <a:off x="10422388" y="43305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0" name="Shape 3267"/>
          <p:cNvSpPr/>
          <p:nvPr/>
        </p:nvSpPr>
        <p:spPr>
          <a:xfrm>
            <a:off x="10269636" y="43441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1" name="Shape 3268"/>
          <p:cNvSpPr/>
          <p:nvPr/>
        </p:nvSpPr>
        <p:spPr>
          <a:xfrm>
            <a:off x="10498466" y="40433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2" name="Shape 3269"/>
          <p:cNvSpPr/>
          <p:nvPr/>
        </p:nvSpPr>
        <p:spPr>
          <a:xfrm>
            <a:off x="10338107" y="44402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3" name="Shape 3270"/>
          <p:cNvSpPr/>
          <p:nvPr/>
        </p:nvSpPr>
        <p:spPr>
          <a:xfrm>
            <a:off x="10130271" y="43350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4" name="Shape 3271"/>
          <p:cNvSpPr/>
          <p:nvPr/>
        </p:nvSpPr>
        <p:spPr>
          <a:xfrm>
            <a:off x="10264698" y="43230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5" name="Shape 3272"/>
          <p:cNvSpPr/>
          <p:nvPr/>
        </p:nvSpPr>
        <p:spPr>
          <a:xfrm>
            <a:off x="10411652" y="42919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6" name="Shape 3273"/>
          <p:cNvSpPr/>
          <p:nvPr/>
        </p:nvSpPr>
        <p:spPr>
          <a:xfrm>
            <a:off x="10492579" y="43216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7" name="Shape 3274"/>
          <p:cNvSpPr/>
          <p:nvPr/>
        </p:nvSpPr>
        <p:spPr>
          <a:xfrm>
            <a:off x="10241683" y="43645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8" name="Shape 3275"/>
          <p:cNvSpPr/>
          <p:nvPr/>
        </p:nvSpPr>
        <p:spPr>
          <a:xfrm>
            <a:off x="10487736" y="41935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9" name="Shape 3276"/>
          <p:cNvSpPr/>
          <p:nvPr/>
        </p:nvSpPr>
        <p:spPr>
          <a:xfrm>
            <a:off x="10244667" y="42802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0" name="Shape 3277"/>
          <p:cNvSpPr/>
          <p:nvPr/>
        </p:nvSpPr>
        <p:spPr>
          <a:xfrm>
            <a:off x="10361115" y="43396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1" name="Shape 3278"/>
          <p:cNvSpPr/>
          <p:nvPr/>
        </p:nvSpPr>
        <p:spPr>
          <a:xfrm>
            <a:off x="10513589" y="43307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2" name="Shape 3279"/>
          <p:cNvSpPr/>
          <p:nvPr/>
        </p:nvSpPr>
        <p:spPr>
          <a:xfrm>
            <a:off x="10121947" y="46195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3" name="Shape 3280"/>
          <p:cNvSpPr/>
          <p:nvPr/>
        </p:nvSpPr>
        <p:spPr>
          <a:xfrm>
            <a:off x="10122141" y="47077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4" name="Shape 3281"/>
          <p:cNvSpPr/>
          <p:nvPr/>
        </p:nvSpPr>
        <p:spPr>
          <a:xfrm>
            <a:off x="10509638" y="45697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5" name="Shape 3282"/>
          <p:cNvSpPr/>
          <p:nvPr/>
        </p:nvSpPr>
        <p:spPr>
          <a:xfrm>
            <a:off x="10211251" y="47126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6" name="Shape 3283"/>
          <p:cNvSpPr/>
          <p:nvPr/>
        </p:nvSpPr>
        <p:spPr>
          <a:xfrm>
            <a:off x="10347901" y="46699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7" name="Shape 3284"/>
          <p:cNvSpPr/>
          <p:nvPr/>
        </p:nvSpPr>
        <p:spPr>
          <a:xfrm>
            <a:off x="10102183" y="46512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8" name="Shape 3285"/>
          <p:cNvSpPr/>
          <p:nvPr/>
        </p:nvSpPr>
        <p:spPr>
          <a:xfrm>
            <a:off x="10336637" y="47328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9" name="Shape 3286"/>
          <p:cNvSpPr/>
          <p:nvPr/>
        </p:nvSpPr>
        <p:spPr>
          <a:xfrm>
            <a:off x="10296530" y="44192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0" name="Shape 3287"/>
          <p:cNvSpPr/>
          <p:nvPr/>
        </p:nvSpPr>
        <p:spPr>
          <a:xfrm>
            <a:off x="10456856" y="42207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1" name="Shape 3288"/>
          <p:cNvSpPr/>
          <p:nvPr/>
        </p:nvSpPr>
        <p:spPr>
          <a:xfrm>
            <a:off x="10437158" y="42318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2" name="Shape 3289"/>
          <p:cNvSpPr/>
          <p:nvPr/>
        </p:nvSpPr>
        <p:spPr>
          <a:xfrm>
            <a:off x="10127119" y="40734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3" name="Shape 3290"/>
          <p:cNvSpPr/>
          <p:nvPr/>
        </p:nvSpPr>
        <p:spPr>
          <a:xfrm>
            <a:off x="10225043" y="35001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4" name="Shape 3291"/>
          <p:cNvSpPr/>
          <p:nvPr/>
        </p:nvSpPr>
        <p:spPr>
          <a:xfrm>
            <a:off x="10290070" y="39981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5" name="Shape 3292"/>
          <p:cNvSpPr/>
          <p:nvPr/>
        </p:nvSpPr>
        <p:spPr>
          <a:xfrm>
            <a:off x="10482960" y="43134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6" name="Shape 3293"/>
          <p:cNvSpPr/>
          <p:nvPr/>
        </p:nvSpPr>
        <p:spPr>
          <a:xfrm>
            <a:off x="10482949" y="41674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7" name="Shape 3294"/>
          <p:cNvSpPr/>
          <p:nvPr/>
        </p:nvSpPr>
        <p:spPr>
          <a:xfrm>
            <a:off x="10135556" y="43860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8" name="Shape 3295"/>
          <p:cNvSpPr/>
          <p:nvPr/>
        </p:nvSpPr>
        <p:spPr>
          <a:xfrm>
            <a:off x="10294700" y="40884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9" name="Shape 3296"/>
          <p:cNvSpPr/>
          <p:nvPr/>
        </p:nvSpPr>
        <p:spPr>
          <a:xfrm>
            <a:off x="10364402" y="37895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0" name="Shape 3297"/>
          <p:cNvSpPr/>
          <p:nvPr/>
        </p:nvSpPr>
        <p:spPr>
          <a:xfrm>
            <a:off x="10410858" y="37720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1" name="Shape 3298"/>
          <p:cNvSpPr/>
          <p:nvPr/>
        </p:nvSpPr>
        <p:spPr>
          <a:xfrm>
            <a:off x="10317097" y="42368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2" name="Shape 3299"/>
          <p:cNvSpPr/>
          <p:nvPr/>
        </p:nvSpPr>
        <p:spPr>
          <a:xfrm>
            <a:off x="10244954" y="38761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3" name="Shape 3300"/>
          <p:cNvSpPr/>
          <p:nvPr/>
        </p:nvSpPr>
        <p:spPr>
          <a:xfrm>
            <a:off x="10513224" y="43647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4" name="Shape 3301"/>
          <p:cNvSpPr/>
          <p:nvPr/>
        </p:nvSpPr>
        <p:spPr>
          <a:xfrm>
            <a:off x="10406128" y="43083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5" name="Shape 3302"/>
          <p:cNvSpPr/>
          <p:nvPr/>
        </p:nvSpPr>
        <p:spPr>
          <a:xfrm>
            <a:off x="10416358" y="31581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6" name="Shape 3303"/>
          <p:cNvSpPr/>
          <p:nvPr/>
        </p:nvSpPr>
        <p:spPr>
          <a:xfrm>
            <a:off x="10432781" y="42999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7" name="Shape 3304"/>
          <p:cNvSpPr/>
          <p:nvPr/>
        </p:nvSpPr>
        <p:spPr>
          <a:xfrm>
            <a:off x="10120562" y="39250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8" name="Shape 3305"/>
          <p:cNvSpPr/>
          <p:nvPr/>
        </p:nvSpPr>
        <p:spPr>
          <a:xfrm>
            <a:off x="10431694" y="40662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9" name="Shape 3306"/>
          <p:cNvSpPr/>
          <p:nvPr/>
        </p:nvSpPr>
        <p:spPr>
          <a:xfrm>
            <a:off x="10386776" y="43361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0" name="Shape 3307"/>
          <p:cNvSpPr/>
          <p:nvPr/>
        </p:nvSpPr>
        <p:spPr>
          <a:xfrm>
            <a:off x="10339075" y="44078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1" name="Shape 3308"/>
          <p:cNvSpPr/>
          <p:nvPr/>
        </p:nvSpPr>
        <p:spPr>
          <a:xfrm>
            <a:off x="10524130" y="39594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2" name="Shape 3309"/>
          <p:cNvSpPr/>
          <p:nvPr/>
        </p:nvSpPr>
        <p:spPr>
          <a:xfrm>
            <a:off x="10124707" y="41140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3" name="Shape 3310"/>
          <p:cNvSpPr/>
          <p:nvPr/>
        </p:nvSpPr>
        <p:spPr>
          <a:xfrm>
            <a:off x="10524491" y="40584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4" name="Shape 3311"/>
          <p:cNvSpPr/>
          <p:nvPr/>
        </p:nvSpPr>
        <p:spPr>
          <a:xfrm>
            <a:off x="10267596" y="40299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5" name="Shape 3312"/>
          <p:cNvSpPr/>
          <p:nvPr/>
        </p:nvSpPr>
        <p:spPr>
          <a:xfrm>
            <a:off x="10265100" y="39236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6" name="Shape 3313"/>
          <p:cNvSpPr/>
          <p:nvPr/>
        </p:nvSpPr>
        <p:spPr>
          <a:xfrm>
            <a:off x="10380796" y="38832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7" name="Shape 3314"/>
          <p:cNvSpPr/>
          <p:nvPr/>
        </p:nvSpPr>
        <p:spPr>
          <a:xfrm>
            <a:off x="10314859" y="40336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8" name="Shape 3315"/>
          <p:cNvSpPr/>
          <p:nvPr/>
        </p:nvSpPr>
        <p:spPr>
          <a:xfrm>
            <a:off x="10442596" y="37791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9" name="Shape 3316"/>
          <p:cNvSpPr/>
          <p:nvPr/>
        </p:nvSpPr>
        <p:spPr>
          <a:xfrm>
            <a:off x="10473744" y="44057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0" name="Shape 3317"/>
          <p:cNvSpPr/>
          <p:nvPr/>
        </p:nvSpPr>
        <p:spPr>
          <a:xfrm>
            <a:off x="10239464" y="42989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1" name="Shape 3318"/>
          <p:cNvSpPr/>
          <p:nvPr/>
        </p:nvSpPr>
        <p:spPr>
          <a:xfrm>
            <a:off x="10184824" y="35998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2" name="Shape 3319"/>
          <p:cNvSpPr/>
          <p:nvPr/>
        </p:nvSpPr>
        <p:spPr>
          <a:xfrm>
            <a:off x="10289028" y="41602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3" name="Shape 3320"/>
          <p:cNvSpPr/>
          <p:nvPr/>
        </p:nvSpPr>
        <p:spPr>
          <a:xfrm>
            <a:off x="10310903" y="39673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4" name="Shape 3321"/>
          <p:cNvSpPr/>
          <p:nvPr/>
        </p:nvSpPr>
        <p:spPr>
          <a:xfrm>
            <a:off x="10393048" y="41428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5" name="Shape 3322"/>
          <p:cNvSpPr/>
          <p:nvPr/>
        </p:nvSpPr>
        <p:spPr>
          <a:xfrm>
            <a:off x="10114798" y="40334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6" name="Shape 3323"/>
          <p:cNvSpPr/>
          <p:nvPr/>
        </p:nvSpPr>
        <p:spPr>
          <a:xfrm>
            <a:off x="10416740" y="41404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7" name="Shape 3324"/>
          <p:cNvSpPr/>
          <p:nvPr/>
        </p:nvSpPr>
        <p:spPr>
          <a:xfrm>
            <a:off x="10413060" y="38930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8" name="Shape 3325"/>
          <p:cNvSpPr/>
          <p:nvPr/>
        </p:nvSpPr>
        <p:spPr>
          <a:xfrm>
            <a:off x="10360797" y="43054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9" name="Shape 3326"/>
          <p:cNvSpPr/>
          <p:nvPr/>
        </p:nvSpPr>
        <p:spPr>
          <a:xfrm>
            <a:off x="10505179" y="42945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0" name="Shape 3327"/>
          <p:cNvSpPr/>
          <p:nvPr/>
        </p:nvSpPr>
        <p:spPr>
          <a:xfrm>
            <a:off x="10166072" y="43023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1" name="Shape 3328"/>
          <p:cNvSpPr/>
          <p:nvPr/>
        </p:nvSpPr>
        <p:spPr>
          <a:xfrm>
            <a:off x="10313736" y="41973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2" name="Shape 3329"/>
          <p:cNvSpPr/>
          <p:nvPr/>
        </p:nvSpPr>
        <p:spPr>
          <a:xfrm>
            <a:off x="10131605" y="44261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3" name="Shape 3330"/>
          <p:cNvSpPr/>
          <p:nvPr/>
        </p:nvSpPr>
        <p:spPr>
          <a:xfrm>
            <a:off x="10418322" y="43724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4" name="Shape 3331"/>
          <p:cNvSpPr/>
          <p:nvPr/>
        </p:nvSpPr>
        <p:spPr>
          <a:xfrm>
            <a:off x="10476542" y="44760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5" name="Shape 3332"/>
          <p:cNvSpPr/>
          <p:nvPr/>
        </p:nvSpPr>
        <p:spPr>
          <a:xfrm>
            <a:off x="10247869" y="44841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6" name="Shape 3333"/>
          <p:cNvSpPr/>
          <p:nvPr/>
        </p:nvSpPr>
        <p:spPr>
          <a:xfrm>
            <a:off x="10219079" y="43279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7" name="Shape 3334"/>
          <p:cNvSpPr/>
          <p:nvPr/>
        </p:nvSpPr>
        <p:spPr>
          <a:xfrm>
            <a:off x="10234349" y="43553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8" name="Shape 3335"/>
          <p:cNvSpPr/>
          <p:nvPr/>
        </p:nvSpPr>
        <p:spPr>
          <a:xfrm>
            <a:off x="10254535" y="40427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9" name="Shape 3336"/>
          <p:cNvSpPr/>
          <p:nvPr/>
        </p:nvSpPr>
        <p:spPr>
          <a:xfrm>
            <a:off x="10288198" y="43549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0" name="Shape 3337"/>
          <p:cNvSpPr/>
          <p:nvPr/>
        </p:nvSpPr>
        <p:spPr>
          <a:xfrm>
            <a:off x="10168942" y="43855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1" name="Shape 3338"/>
          <p:cNvSpPr/>
          <p:nvPr/>
        </p:nvSpPr>
        <p:spPr>
          <a:xfrm>
            <a:off x="10265663" y="43496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2" name="Shape 3339"/>
          <p:cNvSpPr/>
          <p:nvPr/>
        </p:nvSpPr>
        <p:spPr>
          <a:xfrm>
            <a:off x="10239279" y="43923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3" name="Shape 3340"/>
          <p:cNvSpPr/>
          <p:nvPr/>
        </p:nvSpPr>
        <p:spPr>
          <a:xfrm>
            <a:off x="10399979" y="40275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4" name="Shape 3341"/>
          <p:cNvSpPr/>
          <p:nvPr/>
        </p:nvSpPr>
        <p:spPr>
          <a:xfrm>
            <a:off x="10182302" y="38030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5" name="Shape 3342"/>
          <p:cNvSpPr/>
          <p:nvPr/>
        </p:nvSpPr>
        <p:spPr>
          <a:xfrm>
            <a:off x="10294269" y="42955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6" name="Shape 3343"/>
          <p:cNvSpPr/>
          <p:nvPr/>
        </p:nvSpPr>
        <p:spPr>
          <a:xfrm>
            <a:off x="10449303" y="41646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7" name="Shape 3344"/>
          <p:cNvSpPr/>
          <p:nvPr/>
        </p:nvSpPr>
        <p:spPr>
          <a:xfrm>
            <a:off x="10379813" y="43562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8" name="Shape 3345"/>
          <p:cNvSpPr/>
          <p:nvPr/>
        </p:nvSpPr>
        <p:spPr>
          <a:xfrm>
            <a:off x="10472714" y="40124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9" name="Shape 3346"/>
          <p:cNvSpPr/>
          <p:nvPr/>
        </p:nvSpPr>
        <p:spPr>
          <a:xfrm>
            <a:off x="10164666" y="44305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0" name="Shape 3347"/>
          <p:cNvSpPr/>
          <p:nvPr/>
        </p:nvSpPr>
        <p:spPr>
          <a:xfrm>
            <a:off x="10294517" y="38493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1" name="Shape 3348"/>
          <p:cNvSpPr/>
          <p:nvPr/>
        </p:nvSpPr>
        <p:spPr>
          <a:xfrm>
            <a:off x="10224664" y="43793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2" name="Shape 3349"/>
          <p:cNvSpPr/>
          <p:nvPr/>
        </p:nvSpPr>
        <p:spPr>
          <a:xfrm>
            <a:off x="10356827" y="40882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3" name="Shape 3350"/>
          <p:cNvSpPr/>
          <p:nvPr/>
        </p:nvSpPr>
        <p:spPr>
          <a:xfrm>
            <a:off x="10524468" y="39718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4" name="Shape 3351"/>
          <p:cNvSpPr/>
          <p:nvPr/>
        </p:nvSpPr>
        <p:spPr>
          <a:xfrm>
            <a:off x="10509037" y="45014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5" name="Shape 3352"/>
          <p:cNvSpPr/>
          <p:nvPr/>
        </p:nvSpPr>
        <p:spPr>
          <a:xfrm>
            <a:off x="10243739" y="32898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6" name="Shape 3353"/>
          <p:cNvSpPr/>
          <p:nvPr/>
        </p:nvSpPr>
        <p:spPr>
          <a:xfrm>
            <a:off x="10178173" y="37907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7" name="Shape 3354"/>
          <p:cNvSpPr/>
          <p:nvPr/>
        </p:nvSpPr>
        <p:spPr>
          <a:xfrm>
            <a:off x="10213732" y="43320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8" name="Shape 3355"/>
          <p:cNvSpPr/>
          <p:nvPr/>
        </p:nvSpPr>
        <p:spPr>
          <a:xfrm>
            <a:off x="10212123" y="41730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9" name="Shape 3356"/>
          <p:cNvSpPr/>
          <p:nvPr/>
        </p:nvSpPr>
        <p:spPr>
          <a:xfrm>
            <a:off x="10223175" y="40809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0" name="Shape 3357"/>
          <p:cNvSpPr/>
          <p:nvPr/>
        </p:nvSpPr>
        <p:spPr>
          <a:xfrm>
            <a:off x="10274067" y="39765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1" name="Shape 3358"/>
          <p:cNvSpPr/>
          <p:nvPr/>
        </p:nvSpPr>
        <p:spPr>
          <a:xfrm>
            <a:off x="10197046" y="41310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2" name="Shape 3359"/>
          <p:cNvSpPr/>
          <p:nvPr/>
        </p:nvSpPr>
        <p:spPr>
          <a:xfrm>
            <a:off x="10333108" y="39277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3" name="Shape 3360"/>
          <p:cNvSpPr/>
          <p:nvPr/>
        </p:nvSpPr>
        <p:spPr>
          <a:xfrm>
            <a:off x="10292157" y="43118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4" name="Shape 3361"/>
          <p:cNvSpPr/>
          <p:nvPr/>
        </p:nvSpPr>
        <p:spPr>
          <a:xfrm>
            <a:off x="10495360" y="41033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5" name="Shape 3362"/>
          <p:cNvSpPr/>
          <p:nvPr/>
        </p:nvSpPr>
        <p:spPr>
          <a:xfrm>
            <a:off x="10484077" y="38448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6" name="Shape 3363"/>
          <p:cNvSpPr/>
          <p:nvPr/>
        </p:nvSpPr>
        <p:spPr>
          <a:xfrm>
            <a:off x="10377122" y="42730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7" name="Shape 3364"/>
          <p:cNvSpPr/>
          <p:nvPr/>
        </p:nvSpPr>
        <p:spPr>
          <a:xfrm>
            <a:off x="10313526" y="40601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8" name="Shape 3365"/>
          <p:cNvSpPr/>
          <p:nvPr/>
        </p:nvSpPr>
        <p:spPr>
          <a:xfrm>
            <a:off x="10443419" y="40912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9" name="Shape 3366"/>
          <p:cNvSpPr/>
          <p:nvPr/>
        </p:nvSpPr>
        <p:spPr>
          <a:xfrm>
            <a:off x="10415278" y="36146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0" name="Shape 3367"/>
          <p:cNvSpPr/>
          <p:nvPr/>
        </p:nvSpPr>
        <p:spPr>
          <a:xfrm>
            <a:off x="10242816" y="40745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1" name="Shape 3368"/>
          <p:cNvSpPr/>
          <p:nvPr/>
        </p:nvSpPr>
        <p:spPr>
          <a:xfrm>
            <a:off x="10530936" y="39448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2" name="Shape 3369"/>
          <p:cNvSpPr/>
          <p:nvPr/>
        </p:nvSpPr>
        <p:spPr>
          <a:xfrm>
            <a:off x="10305604" y="41321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3" name="Shape 3370"/>
          <p:cNvSpPr/>
          <p:nvPr/>
        </p:nvSpPr>
        <p:spPr>
          <a:xfrm>
            <a:off x="10169421" y="39620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4" name="Shape 3371"/>
          <p:cNvSpPr/>
          <p:nvPr/>
        </p:nvSpPr>
        <p:spPr>
          <a:xfrm>
            <a:off x="10313378" y="40764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5" name="Shape 3372"/>
          <p:cNvSpPr/>
          <p:nvPr/>
        </p:nvSpPr>
        <p:spPr>
          <a:xfrm>
            <a:off x="10416173" y="37781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6" name="Shape 3373"/>
          <p:cNvSpPr/>
          <p:nvPr/>
        </p:nvSpPr>
        <p:spPr>
          <a:xfrm>
            <a:off x="10522054" y="39430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7" name="Shape 3374"/>
          <p:cNvSpPr/>
          <p:nvPr/>
        </p:nvSpPr>
        <p:spPr>
          <a:xfrm>
            <a:off x="10208876" y="40741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8" name="Shape 3375"/>
          <p:cNvSpPr/>
          <p:nvPr/>
        </p:nvSpPr>
        <p:spPr>
          <a:xfrm>
            <a:off x="10137106" y="38932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9" name="Shape 3376"/>
          <p:cNvSpPr/>
          <p:nvPr/>
        </p:nvSpPr>
        <p:spPr>
          <a:xfrm>
            <a:off x="10294090" y="40131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0" name="Shape 3377"/>
          <p:cNvSpPr/>
          <p:nvPr/>
        </p:nvSpPr>
        <p:spPr>
          <a:xfrm>
            <a:off x="10448848" y="40369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1" name="Shape 3378"/>
          <p:cNvSpPr/>
          <p:nvPr/>
        </p:nvSpPr>
        <p:spPr>
          <a:xfrm>
            <a:off x="10196178" y="40997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2" name="Shape 3379"/>
          <p:cNvSpPr/>
          <p:nvPr/>
        </p:nvSpPr>
        <p:spPr>
          <a:xfrm>
            <a:off x="10278584" y="39477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3" name="Shape 3380"/>
          <p:cNvSpPr/>
          <p:nvPr/>
        </p:nvSpPr>
        <p:spPr>
          <a:xfrm>
            <a:off x="10106776" y="38804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4" name="Shape 3381"/>
          <p:cNvSpPr/>
          <p:nvPr/>
        </p:nvSpPr>
        <p:spPr>
          <a:xfrm>
            <a:off x="10392771" y="40942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5" name="Shape 3382"/>
          <p:cNvSpPr/>
          <p:nvPr/>
        </p:nvSpPr>
        <p:spPr>
          <a:xfrm>
            <a:off x="10383405" y="39748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6" name="Shape 3383"/>
          <p:cNvSpPr/>
          <p:nvPr/>
        </p:nvSpPr>
        <p:spPr>
          <a:xfrm>
            <a:off x="10434154" y="38108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7" name="Shape 3384"/>
          <p:cNvSpPr/>
          <p:nvPr/>
        </p:nvSpPr>
        <p:spPr>
          <a:xfrm>
            <a:off x="10241836" y="36951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8" name="Shape 3385"/>
          <p:cNvSpPr/>
          <p:nvPr/>
        </p:nvSpPr>
        <p:spPr>
          <a:xfrm>
            <a:off x="10340982" y="40036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9" name="Shape 3386"/>
          <p:cNvSpPr/>
          <p:nvPr/>
        </p:nvSpPr>
        <p:spPr>
          <a:xfrm>
            <a:off x="10336623" y="40630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0" name="Shape 3387"/>
          <p:cNvSpPr/>
          <p:nvPr/>
        </p:nvSpPr>
        <p:spPr>
          <a:xfrm>
            <a:off x="10529515" y="39727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1" name="Shape 3388"/>
          <p:cNvSpPr/>
          <p:nvPr/>
        </p:nvSpPr>
        <p:spPr>
          <a:xfrm>
            <a:off x="10522485" y="38803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2" name="Shape 3389"/>
          <p:cNvSpPr/>
          <p:nvPr/>
        </p:nvSpPr>
        <p:spPr>
          <a:xfrm>
            <a:off x="10276697" y="41697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3" name="Shape 3390"/>
          <p:cNvSpPr/>
          <p:nvPr/>
        </p:nvSpPr>
        <p:spPr>
          <a:xfrm>
            <a:off x="10477303" y="40297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4" name="Shape 3391"/>
          <p:cNvSpPr/>
          <p:nvPr/>
        </p:nvSpPr>
        <p:spPr>
          <a:xfrm>
            <a:off x="10407983" y="38298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5" name="Shape 3392"/>
          <p:cNvSpPr/>
          <p:nvPr/>
        </p:nvSpPr>
        <p:spPr>
          <a:xfrm>
            <a:off x="10313792" y="38501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6" name="Shape 3393"/>
          <p:cNvSpPr/>
          <p:nvPr/>
        </p:nvSpPr>
        <p:spPr>
          <a:xfrm>
            <a:off x="10223847" y="35960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7" name="Shape 3394"/>
          <p:cNvSpPr/>
          <p:nvPr/>
        </p:nvSpPr>
        <p:spPr>
          <a:xfrm>
            <a:off x="10371259" y="40265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8" name="Shape 3395"/>
          <p:cNvSpPr/>
          <p:nvPr/>
        </p:nvSpPr>
        <p:spPr>
          <a:xfrm>
            <a:off x="10366301" y="40221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9" name="Shape 3396"/>
          <p:cNvSpPr/>
          <p:nvPr/>
        </p:nvSpPr>
        <p:spPr>
          <a:xfrm>
            <a:off x="10325087" y="40341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0" name="Shape 3397"/>
          <p:cNvSpPr/>
          <p:nvPr/>
        </p:nvSpPr>
        <p:spPr>
          <a:xfrm>
            <a:off x="10260098" y="38755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1" name="Shape 3398"/>
          <p:cNvSpPr/>
          <p:nvPr/>
        </p:nvSpPr>
        <p:spPr>
          <a:xfrm>
            <a:off x="10517948" y="41327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2" name="Shape 3399"/>
          <p:cNvSpPr/>
          <p:nvPr/>
        </p:nvSpPr>
        <p:spPr>
          <a:xfrm>
            <a:off x="10527298" y="38831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3" name="Shape 3400"/>
          <p:cNvSpPr/>
          <p:nvPr/>
        </p:nvSpPr>
        <p:spPr>
          <a:xfrm>
            <a:off x="10163716" y="37647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4" name="Shape 3401"/>
          <p:cNvSpPr/>
          <p:nvPr/>
        </p:nvSpPr>
        <p:spPr>
          <a:xfrm>
            <a:off x="10446056" y="39680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5" name="Shape 3402"/>
          <p:cNvSpPr/>
          <p:nvPr/>
        </p:nvSpPr>
        <p:spPr>
          <a:xfrm>
            <a:off x="10352459" y="44770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6" name="Shape 3403"/>
          <p:cNvSpPr/>
          <p:nvPr/>
        </p:nvSpPr>
        <p:spPr>
          <a:xfrm>
            <a:off x="10156273" y="40594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7" name="Shape 3404"/>
          <p:cNvSpPr/>
          <p:nvPr/>
        </p:nvSpPr>
        <p:spPr>
          <a:xfrm>
            <a:off x="10105934" y="41701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8" name="Shape 3405"/>
          <p:cNvSpPr/>
          <p:nvPr/>
        </p:nvSpPr>
        <p:spPr>
          <a:xfrm>
            <a:off x="10507693" y="41175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9" name="Shape 3406"/>
          <p:cNvSpPr/>
          <p:nvPr/>
        </p:nvSpPr>
        <p:spPr>
          <a:xfrm>
            <a:off x="10215066" y="39647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0" name="Shape 3407"/>
          <p:cNvSpPr/>
          <p:nvPr/>
        </p:nvSpPr>
        <p:spPr>
          <a:xfrm>
            <a:off x="10489687" y="37891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1" name="Shape 3408"/>
          <p:cNvSpPr/>
          <p:nvPr/>
        </p:nvSpPr>
        <p:spPr>
          <a:xfrm>
            <a:off x="10205516" y="40703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2" name="Shape 3409"/>
          <p:cNvSpPr/>
          <p:nvPr/>
        </p:nvSpPr>
        <p:spPr>
          <a:xfrm>
            <a:off x="10417759" y="42899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3" name="Shape 3410"/>
          <p:cNvSpPr/>
          <p:nvPr/>
        </p:nvSpPr>
        <p:spPr>
          <a:xfrm>
            <a:off x="10465779" y="37815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4" name="Shape 3411"/>
          <p:cNvSpPr/>
          <p:nvPr/>
        </p:nvSpPr>
        <p:spPr>
          <a:xfrm>
            <a:off x="10507505" y="37980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5" name="Shape 3412"/>
          <p:cNvSpPr/>
          <p:nvPr/>
        </p:nvSpPr>
        <p:spPr>
          <a:xfrm>
            <a:off x="10150637" y="40270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6" name="Shape 3413"/>
          <p:cNvSpPr/>
          <p:nvPr/>
        </p:nvSpPr>
        <p:spPr>
          <a:xfrm>
            <a:off x="10363604" y="38052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7" name="Shape 3414"/>
          <p:cNvSpPr/>
          <p:nvPr/>
        </p:nvSpPr>
        <p:spPr>
          <a:xfrm>
            <a:off x="10240916" y="38000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8" name="Shape 3415"/>
          <p:cNvSpPr/>
          <p:nvPr/>
        </p:nvSpPr>
        <p:spPr>
          <a:xfrm>
            <a:off x="10262743" y="37787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9" name="Shape 3416"/>
          <p:cNvSpPr/>
          <p:nvPr/>
        </p:nvSpPr>
        <p:spPr>
          <a:xfrm>
            <a:off x="10233222" y="43000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0" name="Shape 3417"/>
          <p:cNvSpPr/>
          <p:nvPr/>
        </p:nvSpPr>
        <p:spPr>
          <a:xfrm>
            <a:off x="10379447" y="44024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1" name="Shape 3418"/>
          <p:cNvSpPr/>
          <p:nvPr/>
        </p:nvSpPr>
        <p:spPr>
          <a:xfrm>
            <a:off x="10456075" y="40591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2" name="Shape 3419"/>
          <p:cNvSpPr/>
          <p:nvPr/>
        </p:nvSpPr>
        <p:spPr>
          <a:xfrm>
            <a:off x="10244120" y="40672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3" name="Shape 3420"/>
          <p:cNvSpPr/>
          <p:nvPr/>
        </p:nvSpPr>
        <p:spPr>
          <a:xfrm>
            <a:off x="10492383" y="40671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4" name="Shape 3421"/>
          <p:cNvSpPr/>
          <p:nvPr/>
        </p:nvSpPr>
        <p:spPr>
          <a:xfrm>
            <a:off x="10112254" y="41013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5" name="Shape 3422"/>
          <p:cNvSpPr/>
          <p:nvPr/>
        </p:nvSpPr>
        <p:spPr>
          <a:xfrm>
            <a:off x="10513522" y="41272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6" name="Shape 3423"/>
          <p:cNvSpPr/>
          <p:nvPr/>
        </p:nvSpPr>
        <p:spPr>
          <a:xfrm>
            <a:off x="10162653" y="44081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7" name="Shape 3424"/>
          <p:cNvSpPr/>
          <p:nvPr/>
        </p:nvSpPr>
        <p:spPr>
          <a:xfrm>
            <a:off x="10364285" y="44282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8" name="Shape 3425"/>
          <p:cNvSpPr/>
          <p:nvPr/>
        </p:nvSpPr>
        <p:spPr>
          <a:xfrm>
            <a:off x="10106300" y="44965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9" name="Shape 3426"/>
          <p:cNvSpPr/>
          <p:nvPr/>
        </p:nvSpPr>
        <p:spPr>
          <a:xfrm>
            <a:off x="10209537" y="46642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0" name="Shape 3427"/>
          <p:cNvSpPr/>
          <p:nvPr/>
        </p:nvSpPr>
        <p:spPr>
          <a:xfrm>
            <a:off x="10360635" y="44310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1" name="Shape 3428"/>
          <p:cNvSpPr/>
          <p:nvPr/>
        </p:nvSpPr>
        <p:spPr>
          <a:xfrm>
            <a:off x="10199944" y="46594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2" name="Shape 3429"/>
          <p:cNvSpPr/>
          <p:nvPr/>
        </p:nvSpPr>
        <p:spPr>
          <a:xfrm>
            <a:off x="10406798" y="45851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3" name="Shape 3430"/>
          <p:cNvSpPr/>
          <p:nvPr/>
        </p:nvSpPr>
        <p:spPr>
          <a:xfrm>
            <a:off x="10325718" y="46158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4" name="Shape 3431"/>
          <p:cNvSpPr/>
          <p:nvPr/>
        </p:nvSpPr>
        <p:spPr>
          <a:xfrm>
            <a:off x="10386610" y="44814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5" name="Shape 3432"/>
          <p:cNvSpPr/>
          <p:nvPr/>
        </p:nvSpPr>
        <p:spPr>
          <a:xfrm>
            <a:off x="10190049" y="45743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6" name="Shape 3433"/>
          <p:cNvSpPr/>
          <p:nvPr/>
        </p:nvSpPr>
        <p:spPr>
          <a:xfrm>
            <a:off x="10233258" y="45596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7" name="Shape 3434"/>
          <p:cNvSpPr/>
          <p:nvPr/>
        </p:nvSpPr>
        <p:spPr>
          <a:xfrm>
            <a:off x="10317601" y="46589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8" name="Shape 3435"/>
          <p:cNvSpPr/>
          <p:nvPr/>
        </p:nvSpPr>
        <p:spPr>
          <a:xfrm>
            <a:off x="10213655" y="37665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9" name="Shape 3436"/>
          <p:cNvSpPr/>
          <p:nvPr/>
        </p:nvSpPr>
        <p:spPr>
          <a:xfrm>
            <a:off x="10269746" y="37953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0" name="Shape 3437"/>
          <p:cNvSpPr/>
          <p:nvPr/>
        </p:nvSpPr>
        <p:spPr>
          <a:xfrm>
            <a:off x="10461597" y="41613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1" name="Shape 3438"/>
          <p:cNvSpPr/>
          <p:nvPr/>
        </p:nvSpPr>
        <p:spPr>
          <a:xfrm>
            <a:off x="10382465" y="41632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2" name="Shape 3439"/>
          <p:cNvSpPr/>
          <p:nvPr/>
        </p:nvSpPr>
        <p:spPr>
          <a:xfrm>
            <a:off x="10376315" y="40823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3" name="Shape 3440"/>
          <p:cNvSpPr/>
          <p:nvPr/>
        </p:nvSpPr>
        <p:spPr>
          <a:xfrm>
            <a:off x="10476397" y="42478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4" name="Shape 3441"/>
          <p:cNvSpPr/>
          <p:nvPr/>
        </p:nvSpPr>
        <p:spPr>
          <a:xfrm>
            <a:off x="10378678" y="42601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5" name="Shape 3442"/>
          <p:cNvSpPr/>
          <p:nvPr/>
        </p:nvSpPr>
        <p:spPr>
          <a:xfrm>
            <a:off x="10299073" y="41059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6" name="Shape 3443"/>
          <p:cNvSpPr/>
          <p:nvPr/>
        </p:nvSpPr>
        <p:spPr>
          <a:xfrm>
            <a:off x="10494660" y="42424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7" name="Shape 3444"/>
          <p:cNvSpPr/>
          <p:nvPr/>
        </p:nvSpPr>
        <p:spPr>
          <a:xfrm>
            <a:off x="10158182" y="41669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8" name="Shape 3445"/>
          <p:cNvSpPr/>
          <p:nvPr/>
        </p:nvSpPr>
        <p:spPr>
          <a:xfrm>
            <a:off x="10467404" y="41440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9" name="Shape 3446"/>
          <p:cNvSpPr/>
          <p:nvPr/>
        </p:nvSpPr>
        <p:spPr>
          <a:xfrm>
            <a:off x="10359651" y="40278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0" name="Shape 3447"/>
          <p:cNvSpPr/>
          <p:nvPr/>
        </p:nvSpPr>
        <p:spPr>
          <a:xfrm>
            <a:off x="10327661" y="42708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1" name="Shape 3448"/>
          <p:cNvSpPr/>
          <p:nvPr/>
        </p:nvSpPr>
        <p:spPr>
          <a:xfrm>
            <a:off x="10204447" y="38498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2" name="Shape 3449"/>
          <p:cNvSpPr/>
          <p:nvPr/>
        </p:nvSpPr>
        <p:spPr>
          <a:xfrm>
            <a:off x="10130391" y="38310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3" name="Shape 3450"/>
          <p:cNvSpPr/>
          <p:nvPr/>
        </p:nvSpPr>
        <p:spPr>
          <a:xfrm>
            <a:off x="10482477" y="38294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4" name="Shape 3451"/>
          <p:cNvSpPr/>
          <p:nvPr/>
        </p:nvSpPr>
        <p:spPr>
          <a:xfrm>
            <a:off x="10454545" y="38331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5" name="Shape 3452"/>
          <p:cNvSpPr/>
          <p:nvPr/>
        </p:nvSpPr>
        <p:spPr>
          <a:xfrm>
            <a:off x="10176770" y="38380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6" name="Shape 3453"/>
          <p:cNvSpPr/>
          <p:nvPr/>
        </p:nvSpPr>
        <p:spPr>
          <a:xfrm>
            <a:off x="10149502" y="38304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7" name="Shape 3454"/>
          <p:cNvSpPr/>
          <p:nvPr/>
        </p:nvSpPr>
        <p:spPr>
          <a:xfrm>
            <a:off x="10286473" y="41533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8" name="Shape 3455"/>
          <p:cNvSpPr/>
          <p:nvPr/>
        </p:nvSpPr>
        <p:spPr>
          <a:xfrm>
            <a:off x="10458843" y="42173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9" name="Shape 3456"/>
          <p:cNvSpPr/>
          <p:nvPr/>
        </p:nvSpPr>
        <p:spPr>
          <a:xfrm>
            <a:off x="10136242" y="42195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0" name="Shape 3457"/>
          <p:cNvSpPr/>
          <p:nvPr/>
        </p:nvSpPr>
        <p:spPr>
          <a:xfrm>
            <a:off x="10517243" y="39877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1" name="Shape 3458"/>
          <p:cNvSpPr/>
          <p:nvPr/>
        </p:nvSpPr>
        <p:spPr>
          <a:xfrm>
            <a:off x="10366409" y="39614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2" name="Shape 3459"/>
          <p:cNvSpPr/>
          <p:nvPr/>
        </p:nvSpPr>
        <p:spPr>
          <a:xfrm>
            <a:off x="10362486" y="43263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3" name="Shape 3460"/>
          <p:cNvSpPr/>
          <p:nvPr/>
        </p:nvSpPr>
        <p:spPr>
          <a:xfrm>
            <a:off x="10101877" y="44090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4" name="Shape 3461"/>
          <p:cNvSpPr/>
          <p:nvPr/>
        </p:nvSpPr>
        <p:spPr>
          <a:xfrm>
            <a:off x="10213068" y="44538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5" name="Shape 3462"/>
          <p:cNvSpPr/>
          <p:nvPr/>
        </p:nvSpPr>
        <p:spPr>
          <a:xfrm>
            <a:off x="10270589" y="43072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6" name="Shape 3463"/>
          <p:cNvSpPr/>
          <p:nvPr/>
        </p:nvSpPr>
        <p:spPr>
          <a:xfrm>
            <a:off x="10157948" y="35914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7" name="Shape 3464"/>
          <p:cNvSpPr/>
          <p:nvPr/>
        </p:nvSpPr>
        <p:spPr>
          <a:xfrm>
            <a:off x="10166688" y="42947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8" name="Shape 3465"/>
          <p:cNvSpPr/>
          <p:nvPr/>
        </p:nvSpPr>
        <p:spPr>
          <a:xfrm>
            <a:off x="10185059" y="44832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9" name="Shape 3466"/>
          <p:cNvSpPr/>
          <p:nvPr/>
        </p:nvSpPr>
        <p:spPr>
          <a:xfrm>
            <a:off x="10339812" y="45223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0" name="Shape 3467"/>
          <p:cNvSpPr/>
          <p:nvPr/>
        </p:nvSpPr>
        <p:spPr>
          <a:xfrm>
            <a:off x="10458520" y="44617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1" name="Shape 3468"/>
          <p:cNvSpPr/>
          <p:nvPr/>
        </p:nvSpPr>
        <p:spPr>
          <a:xfrm>
            <a:off x="10283431" y="45308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2" name="Shape 3469"/>
          <p:cNvSpPr/>
          <p:nvPr/>
        </p:nvSpPr>
        <p:spPr>
          <a:xfrm>
            <a:off x="10523429" y="43450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3" name="Shape 3470"/>
          <p:cNvSpPr/>
          <p:nvPr/>
        </p:nvSpPr>
        <p:spPr>
          <a:xfrm>
            <a:off x="10259051" y="35367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4" name="Shape 3471"/>
          <p:cNvSpPr/>
          <p:nvPr/>
        </p:nvSpPr>
        <p:spPr>
          <a:xfrm>
            <a:off x="10392487" y="35614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5" name="Shape 3472"/>
          <p:cNvSpPr/>
          <p:nvPr/>
        </p:nvSpPr>
        <p:spPr>
          <a:xfrm>
            <a:off x="10225331" y="43752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6" name="Shape 3473"/>
          <p:cNvSpPr/>
          <p:nvPr/>
        </p:nvSpPr>
        <p:spPr>
          <a:xfrm>
            <a:off x="10300820" y="44178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7" name="Shape 3474"/>
          <p:cNvSpPr/>
          <p:nvPr/>
        </p:nvSpPr>
        <p:spPr>
          <a:xfrm>
            <a:off x="10198858" y="44247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8" name="Shape 3475"/>
          <p:cNvSpPr/>
          <p:nvPr/>
        </p:nvSpPr>
        <p:spPr>
          <a:xfrm>
            <a:off x="10101373" y="38966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9" name="Shape 3476"/>
          <p:cNvSpPr/>
          <p:nvPr/>
        </p:nvSpPr>
        <p:spPr>
          <a:xfrm>
            <a:off x="10464758" y="39080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0" name="Shape 3477"/>
          <p:cNvSpPr/>
          <p:nvPr/>
        </p:nvSpPr>
        <p:spPr>
          <a:xfrm>
            <a:off x="10219803" y="41534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1" name="Shape 3478"/>
          <p:cNvSpPr/>
          <p:nvPr/>
        </p:nvSpPr>
        <p:spPr>
          <a:xfrm>
            <a:off x="10267644" y="40994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2" name="Shape 3479"/>
          <p:cNvSpPr/>
          <p:nvPr/>
        </p:nvSpPr>
        <p:spPr>
          <a:xfrm>
            <a:off x="10527269" y="41433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3" name="Shape 3480"/>
          <p:cNvSpPr/>
          <p:nvPr/>
        </p:nvSpPr>
        <p:spPr>
          <a:xfrm>
            <a:off x="10376339" y="37276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4" name="Shape 3481"/>
          <p:cNvSpPr/>
          <p:nvPr/>
        </p:nvSpPr>
        <p:spPr>
          <a:xfrm>
            <a:off x="10448097" y="39244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5" name="Shape 3482"/>
          <p:cNvSpPr/>
          <p:nvPr/>
        </p:nvSpPr>
        <p:spPr>
          <a:xfrm>
            <a:off x="10377270" y="41274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6" name="Shape 3483"/>
          <p:cNvSpPr/>
          <p:nvPr/>
        </p:nvSpPr>
        <p:spPr>
          <a:xfrm>
            <a:off x="10166446" y="41512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7" name="Shape 3484"/>
          <p:cNvSpPr/>
          <p:nvPr/>
        </p:nvSpPr>
        <p:spPr>
          <a:xfrm>
            <a:off x="10387708" y="41936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8" name="Shape 3485"/>
          <p:cNvSpPr/>
          <p:nvPr/>
        </p:nvSpPr>
        <p:spPr>
          <a:xfrm>
            <a:off x="10255634" y="36405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9" name="Shape 3486"/>
          <p:cNvSpPr/>
          <p:nvPr/>
        </p:nvSpPr>
        <p:spPr>
          <a:xfrm>
            <a:off x="10212079" y="41399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0" name="Shape 3487"/>
          <p:cNvSpPr/>
          <p:nvPr/>
        </p:nvSpPr>
        <p:spPr>
          <a:xfrm>
            <a:off x="10404197" y="42951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1" name="Shape 3488"/>
          <p:cNvSpPr/>
          <p:nvPr/>
        </p:nvSpPr>
        <p:spPr>
          <a:xfrm>
            <a:off x="10362613" y="47749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2" name="Shape 3489"/>
          <p:cNvSpPr/>
          <p:nvPr/>
        </p:nvSpPr>
        <p:spPr>
          <a:xfrm>
            <a:off x="10157941" y="42747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3" name="Shape 3490"/>
          <p:cNvSpPr/>
          <p:nvPr/>
        </p:nvSpPr>
        <p:spPr>
          <a:xfrm>
            <a:off x="10227155" y="40468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4" name="Shape 3491"/>
          <p:cNvSpPr/>
          <p:nvPr/>
        </p:nvSpPr>
        <p:spPr>
          <a:xfrm>
            <a:off x="10186433" y="42189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5" name="Shape 3492"/>
          <p:cNvSpPr/>
          <p:nvPr/>
        </p:nvSpPr>
        <p:spPr>
          <a:xfrm>
            <a:off x="10404603" y="41547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6" name="Shape 3493"/>
          <p:cNvSpPr/>
          <p:nvPr/>
        </p:nvSpPr>
        <p:spPr>
          <a:xfrm>
            <a:off x="10322221" y="40813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7" name="Shape 3494"/>
          <p:cNvSpPr/>
          <p:nvPr/>
        </p:nvSpPr>
        <p:spPr>
          <a:xfrm>
            <a:off x="10197088" y="42591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8" name="Shape 3495"/>
          <p:cNvSpPr/>
          <p:nvPr/>
        </p:nvSpPr>
        <p:spPr>
          <a:xfrm>
            <a:off x="10354303" y="43238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9" name="Shape 3496"/>
          <p:cNvSpPr/>
          <p:nvPr/>
        </p:nvSpPr>
        <p:spPr>
          <a:xfrm>
            <a:off x="10159233" y="43402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0" name="Shape 3497"/>
          <p:cNvSpPr/>
          <p:nvPr/>
        </p:nvSpPr>
        <p:spPr>
          <a:xfrm>
            <a:off x="10350223" y="44364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1" name="Shape 3498"/>
          <p:cNvSpPr/>
          <p:nvPr/>
        </p:nvSpPr>
        <p:spPr>
          <a:xfrm>
            <a:off x="10328868" y="43483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2" name="Shape 3499"/>
          <p:cNvSpPr/>
          <p:nvPr/>
        </p:nvSpPr>
        <p:spPr>
          <a:xfrm>
            <a:off x="10325632" y="39268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3" name="Shape 3500"/>
          <p:cNvSpPr/>
          <p:nvPr/>
        </p:nvSpPr>
        <p:spPr>
          <a:xfrm>
            <a:off x="10152073" y="41263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4" name="Shape 3501"/>
          <p:cNvSpPr/>
          <p:nvPr/>
        </p:nvSpPr>
        <p:spPr>
          <a:xfrm>
            <a:off x="10382700" y="40273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5" name="Shape 3502"/>
          <p:cNvSpPr/>
          <p:nvPr/>
        </p:nvSpPr>
        <p:spPr>
          <a:xfrm>
            <a:off x="10176980" y="38463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6" name="Shape 3503"/>
          <p:cNvSpPr/>
          <p:nvPr/>
        </p:nvSpPr>
        <p:spPr>
          <a:xfrm>
            <a:off x="10510481" y="36698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7" name="Shape 3504"/>
          <p:cNvSpPr/>
          <p:nvPr/>
        </p:nvSpPr>
        <p:spPr>
          <a:xfrm>
            <a:off x="10181218" y="39327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8" name="Shape 3505"/>
          <p:cNvSpPr/>
          <p:nvPr/>
        </p:nvSpPr>
        <p:spPr>
          <a:xfrm>
            <a:off x="10420796" y="40804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9" name="Shape 3506"/>
          <p:cNvSpPr/>
          <p:nvPr/>
        </p:nvSpPr>
        <p:spPr>
          <a:xfrm>
            <a:off x="10431565" y="40633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0" name="Shape 3507"/>
          <p:cNvSpPr/>
          <p:nvPr/>
        </p:nvSpPr>
        <p:spPr>
          <a:xfrm>
            <a:off x="10402849" y="38339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1" name="Shape 3508"/>
          <p:cNvSpPr/>
          <p:nvPr/>
        </p:nvSpPr>
        <p:spPr>
          <a:xfrm>
            <a:off x="10120953" y="43572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2" name="Shape 3509"/>
          <p:cNvSpPr/>
          <p:nvPr/>
        </p:nvSpPr>
        <p:spPr>
          <a:xfrm>
            <a:off x="10277241" y="42696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3" name="Shape 3510"/>
          <p:cNvSpPr/>
          <p:nvPr/>
        </p:nvSpPr>
        <p:spPr>
          <a:xfrm>
            <a:off x="10361273" y="43049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4" name="Shape 3511"/>
          <p:cNvSpPr/>
          <p:nvPr/>
        </p:nvSpPr>
        <p:spPr>
          <a:xfrm>
            <a:off x="10348582" y="42615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5" name="Shape 3512"/>
          <p:cNvSpPr/>
          <p:nvPr/>
        </p:nvSpPr>
        <p:spPr>
          <a:xfrm>
            <a:off x="10416965" y="42817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6" name="Shape 3513"/>
          <p:cNvSpPr/>
          <p:nvPr/>
        </p:nvSpPr>
        <p:spPr>
          <a:xfrm>
            <a:off x="10153947" y="42969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7" name="Shape 3514"/>
          <p:cNvSpPr/>
          <p:nvPr/>
        </p:nvSpPr>
        <p:spPr>
          <a:xfrm>
            <a:off x="10334715" y="40302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8" name="Shape 3515"/>
          <p:cNvSpPr/>
          <p:nvPr/>
        </p:nvSpPr>
        <p:spPr>
          <a:xfrm>
            <a:off x="10108084" y="39667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9" name="Shape 3516"/>
          <p:cNvSpPr/>
          <p:nvPr/>
        </p:nvSpPr>
        <p:spPr>
          <a:xfrm>
            <a:off x="10513743" y="43210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0" name="Shape 3517"/>
          <p:cNvSpPr/>
          <p:nvPr/>
        </p:nvSpPr>
        <p:spPr>
          <a:xfrm>
            <a:off x="10241615" y="42494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1" name="Shape 3518"/>
          <p:cNvSpPr/>
          <p:nvPr/>
        </p:nvSpPr>
        <p:spPr>
          <a:xfrm>
            <a:off x="10287980" y="38769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2" name="Shape 3519"/>
          <p:cNvSpPr/>
          <p:nvPr/>
        </p:nvSpPr>
        <p:spPr>
          <a:xfrm>
            <a:off x="10374066" y="39585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3" name="Shape 3520"/>
          <p:cNvSpPr/>
          <p:nvPr/>
        </p:nvSpPr>
        <p:spPr>
          <a:xfrm>
            <a:off x="10272119" y="41715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4" name="Shape 3521"/>
          <p:cNvSpPr/>
          <p:nvPr/>
        </p:nvSpPr>
        <p:spPr>
          <a:xfrm>
            <a:off x="10138511" y="42610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5" name="Shape 3522"/>
          <p:cNvSpPr/>
          <p:nvPr/>
        </p:nvSpPr>
        <p:spPr>
          <a:xfrm>
            <a:off x="10444116" y="44915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6" name="Shape 3523"/>
          <p:cNvSpPr/>
          <p:nvPr/>
        </p:nvSpPr>
        <p:spPr>
          <a:xfrm>
            <a:off x="10510693" y="41980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7" name="Shape 3524"/>
          <p:cNvSpPr/>
          <p:nvPr/>
        </p:nvSpPr>
        <p:spPr>
          <a:xfrm>
            <a:off x="10140513" y="43284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8" name="Shape 3525"/>
          <p:cNvSpPr/>
          <p:nvPr/>
        </p:nvSpPr>
        <p:spPr>
          <a:xfrm>
            <a:off x="10275339" y="37694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9" name="Shape 3526"/>
          <p:cNvSpPr/>
          <p:nvPr/>
        </p:nvSpPr>
        <p:spPr>
          <a:xfrm>
            <a:off x="10451932" y="39808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0" name="Shape 3527"/>
          <p:cNvSpPr/>
          <p:nvPr/>
        </p:nvSpPr>
        <p:spPr>
          <a:xfrm>
            <a:off x="10495702" y="40253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1" name="Shape 3528"/>
          <p:cNvSpPr/>
          <p:nvPr/>
        </p:nvSpPr>
        <p:spPr>
          <a:xfrm>
            <a:off x="10267527" y="41463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2" name="Shape 3529"/>
          <p:cNvSpPr/>
          <p:nvPr/>
        </p:nvSpPr>
        <p:spPr>
          <a:xfrm>
            <a:off x="10283856" y="42455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3" name="Shape 3530"/>
          <p:cNvSpPr/>
          <p:nvPr/>
        </p:nvSpPr>
        <p:spPr>
          <a:xfrm>
            <a:off x="10230529" y="45573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4" name="Shape 3531"/>
          <p:cNvSpPr/>
          <p:nvPr/>
        </p:nvSpPr>
        <p:spPr>
          <a:xfrm>
            <a:off x="10165118" y="45830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5" name="Shape 3532"/>
          <p:cNvSpPr/>
          <p:nvPr/>
        </p:nvSpPr>
        <p:spPr>
          <a:xfrm>
            <a:off x="10251017" y="46548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6" name="Shape 3533"/>
          <p:cNvSpPr/>
          <p:nvPr/>
        </p:nvSpPr>
        <p:spPr>
          <a:xfrm>
            <a:off x="10328553" y="45978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7" name="Shape 3534"/>
          <p:cNvSpPr/>
          <p:nvPr/>
        </p:nvSpPr>
        <p:spPr>
          <a:xfrm>
            <a:off x="10324710" y="45975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8" name="Shape 3535"/>
          <p:cNvSpPr/>
          <p:nvPr/>
        </p:nvSpPr>
        <p:spPr>
          <a:xfrm>
            <a:off x="10371819" y="45538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9" name="Shape 3536"/>
          <p:cNvSpPr/>
          <p:nvPr/>
        </p:nvSpPr>
        <p:spPr>
          <a:xfrm>
            <a:off x="10145479" y="45392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0" name="Shape 3537"/>
          <p:cNvSpPr/>
          <p:nvPr/>
        </p:nvSpPr>
        <p:spPr>
          <a:xfrm>
            <a:off x="10333188" y="45822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1" name="Shape 3538"/>
          <p:cNvSpPr/>
          <p:nvPr/>
        </p:nvSpPr>
        <p:spPr>
          <a:xfrm>
            <a:off x="10413686" y="45250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2" name="Shape 3539"/>
          <p:cNvSpPr/>
          <p:nvPr/>
        </p:nvSpPr>
        <p:spPr>
          <a:xfrm>
            <a:off x="10126073" y="46698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3" name="Shape 3540"/>
          <p:cNvSpPr/>
          <p:nvPr/>
        </p:nvSpPr>
        <p:spPr>
          <a:xfrm>
            <a:off x="10427863" y="36181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4" name="Shape 3541"/>
          <p:cNvSpPr/>
          <p:nvPr/>
        </p:nvSpPr>
        <p:spPr>
          <a:xfrm>
            <a:off x="10469642" y="42483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5" name="Shape 3542"/>
          <p:cNvSpPr/>
          <p:nvPr/>
        </p:nvSpPr>
        <p:spPr>
          <a:xfrm>
            <a:off x="10302412" y="42642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6" name="Shape 3543"/>
          <p:cNvSpPr/>
          <p:nvPr/>
        </p:nvSpPr>
        <p:spPr>
          <a:xfrm>
            <a:off x="10155761" y="39855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7" name="Shape 3544"/>
          <p:cNvSpPr/>
          <p:nvPr/>
        </p:nvSpPr>
        <p:spPr>
          <a:xfrm>
            <a:off x="10487287" y="39897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8" name="Shape 3545"/>
          <p:cNvSpPr/>
          <p:nvPr/>
        </p:nvSpPr>
        <p:spPr>
          <a:xfrm>
            <a:off x="10394679" y="42739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9" name="Shape 3546"/>
          <p:cNvSpPr/>
          <p:nvPr/>
        </p:nvSpPr>
        <p:spPr>
          <a:xfrm>
            <a:off x="10352814" y="38751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0" name="Shape 3547"/>
          <p:cNvSpPr/>
          <p:nvPr/>
        </p:nvSpPr>
        <p:spPr>
          <a:xfrm>
            <a:off x="10404185" y="43263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1" name="Shape 3548"/>
          <p:cNvSpPr/>
          <p:nvPr/>
        </p:nvSpPr>
        <p:spPr>
          <a:xfrm>
            <a:off x="10303320" y="40689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2" name="Shape 3549"/>
          <p:cNvSpPr/>
          <p:nvPr/>
        </p:nvSpPr>
        <p:spPr>
          <a:xfrm>
            <a:off x="10366696" y="44830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3" name="Shape 3550"/>
          <p:cNvSpPr/>
          <p:nvPr/>
        </p:nvSpPr>
        <p:spPr>
          <a:xfrm>
            <a:off x="10157646" y="39180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4" name="Shape 3551"/>
          <p:cNvSpPr/>
          <p:nvPr/>
        </p:nvSpPr>
        <p:spPr>
          <a:xfrm>
            <a:off x="10230824" y="45279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5" name="Shape 3552"/>
          <p:cNvSpPr/>
          <p:nvPr/>
        </p:nvSpPr>
        <p:spPr>
          <a:xfrm>
            <a:off x="10121444" y="33877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6" name="Shape 3553"/>
          <p:cNvSpPr/>
          <p:nvPr/>
        </p:nvSpPr>
        <p:spPr>
          <a:xfrm>
            <a:off x="10401869" y="45000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7" name="Shape 3554"/>
          <p:cNvSpPr/>
          <p:nvPr/>
        </p:nvSpPr>
        <p:spPr>
          <a:xfrm>
            <a:off x="10475111" y="42724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8" name="Shape 3555"/>
          <p:cNvSpPr/>
          <p:nvPr/>
        </p:nvSpPr>
        <p:spPr>
          <a:xfrm>
            <a:off x="10459319" y="38571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9" name="Shape 3556"/>
          <p:cNvSpPr/>
          <p:nvPr/>
        </p:nvSpPr>
        <p:spPr>
          <a:xfrm>
            <a:off x="10168889" y="39466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0" name="Shape 3557"/>
          <p:cNvSpPr/>
          <p:nvPr/>
        </p:nvSpPr>
        <p:spPr>
          <a:xfrm>
            <a:off x="10235040" y="40998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1" name="Shape 3558"/>
          <p:cNvSpPr/>
          <p:nvPr/>
        </p:nvSpPr>
        <p:spPr>
          <a:xfrm>
            <a:off x="10226589" y="35309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2" name="Shape 3559"/>
          <p:cNvSpPr/>
          <p:nvPr/>
        </p:nvSpPr>
        <p:spPr>
          <a:xfrm>
            <a:off x="10220697" y="34671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3" name="Shape 3560"/>
          <p:cNvSpPr/>
          <p:nvPr/>
        </p:nvSpPr>
        <p:spPr>
          <a:xfrm>
            <a:off x="10422219" y="38608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4" name="Shape 3561"/>
          <p:cNvSpPr/>
          <p:nvPr/>
        </p:nvSpPr>
        <p:spPr>
          <a:xfrm>
            <a:off x="10409140" y="39797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5" name="Shape 3562"/>
          <p:cNvSpPr/>
          <p:nvPr/>
        </p:nvSpPr>
        <p:spPr>
          <a:xfrm>
            <a:off x="10489190" y="36807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6" name="Shape 3563"/>
          <p:cNvSpPr/>
          <p:nvPr/>
        </p:nvSpPr>
        <p:spPr>
          <a:xfrm>
            <a:off x="10346916" y="33503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7" name="Shape 3564"/>
          <p:cNvSpPr/>
          <p:nvPr/>
        </p:nvSpPr>
        <p:spPr>
          <a:xfrm>
            <a:off x="10508003" y="35219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8" name="Shape 3565"/>
          <p:cNvSpPr/>
          <p:nvPr/>
        </p:nvSpPr>
        <p:spPr>
          <a:xfrm>
            <a:off x="10260273" y="35121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9" name="Shape 3566"/>
          <p:cNvSpPr/>
          <p:nvPr/>
        </p:nvSpPr>
        <p:spPr>
          <a:xfrm>
            <a:off x="10285343" y="35487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0" name="Shape 3567"/>
          <p:cNvSpPr/>
          <p:nvPr/>
        </p:nvSpPr>
        <p:spPr>
          <a:xfrm>
            <a:off x="10293722" y="40231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1" name="Shape 3568"/>
          <p:cNvSpPr/>
          <p:nvPr/>
        </p:nvSpPr>
        <p:spPr>
          <a:xfrm>
            <a:off x="10297764" y="36204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2" name="Shape 3569"/>
          <p:cNvSpPr/>
          <p:nvPr/>
        </p:nvSpPr>
        <p:spPr>
          <a:xfrm>
            <a:off x="10246030" y="38512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3" name="Shape 3570"/>
          <p:cNvSpPr/>
          <p:nvPr/>
        </p:nvSpPr>
        <p:spPr>
          <a:xfrm>
            <a:off x="10188026" y="34727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4" name="Shape 3571"/>
          <p:cNvSpPr/>
          <p:nvPr/>
        </p:nvSpPr>
        <p:spPr>
          <a:xfrm>
            <a:off x="10278104" y="34538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5" name="Shape 3572"/>
          <p:cNvSpPr/>
          <p:nvPr/>
        </p:nvSpPr>
        <p:spPr>
          <a:xfrm>
            <a:off x="10426016" y="35611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6" name="Shape 3573"/>
          <p:cNvSpPr/>
          <p:nvPr/>
        </p:nvSpPr>
        <p:spPr>
          <a:xfrm>
            <a:off x="10206029" y="38942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7" name="Shape 3574"/>
          <p:cNvSpPr/>
          <p:nvPr/>
        </p:nvSpPr>
        <p:spPr>
          <a:xfrm>
            <a:off x="10423891" y="39382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8" name="Shape 3575"/>
          <p:cNvSpPr/>
          <p:nvPr/>
        </p:nvSpPr>
        <p:spPr>
          <a:xfrm>
            <a:off x="10308230" y="40447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9" name="Shape 3576"/>
          <p:cNvSpPr/>
          <p:nvPr/>
        </p:nvSpPr>
        <p:spPr>
          <a:xfrm>
            <a:off x="10337743" y="36547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0" name="Shape 3577"/>
          <p:cNvSpPr/>
          <p:nvPr/>
        </p:nvSpPr>
        <p:spPr>
          <a:xfrm>
            <a:off x="10529983" y="40527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1" name="Shape 3578"/>
          <p:cNvSpPr/>
          <p:nvPr/>
        </p:nvSpPr>
        <p:spPr>
          <a:xfrm>
            <a:off x="10386275" y="46651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2" name="Shape 3579"/>
          <p:cNvSpPr/>
          <p:nvPr/>
        </p:nvSpPr>
        <p:spPr>
          <a:xfrm>
            <a:off x="10366324" y="42358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3" name="Shape 3580"/>
          <p:cNvSpPr/>
          <p:nvPr/>
        </p:nvSpPr>
        <p:spPr>
          <a:xfrm>
            <a:off x="10453775" y="41759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4" name="Shape 3581"/>
          <p:cNvSpPr/>
          <p:nvPr/>
        </p:nvSpPr>
        <p:spPr>
          <a:xfrm>
            <a:off x="10272805" y="43020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5" name="Shape 3582"/>
          <p:cNvSpPr/>
          <p:nvPr/>
        </p:nvSpPr>
        <p:spPr>
          <a:xfrm>
            <a:off x="10349166" y="42911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6" name="Shape 3583"/>
          <p:cNvSpPr/>
          <p:nvPr/>
        </p:nvSpPr>
        <p:spPr>
          <a:xfrm>
            <a:off x="10139207" y="42973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7" name="Shape 3584"/>
          <p:cNvSpPr/>
          <p:nvPr/>
        </p:nvSpPr>
        <p:spPr>
          <a:xfrm>
            <a:off x="10361445" y="43337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8" name="Shape 3585"/>
          <p:cNvSpPr/>
          <p:nvPr/>
        </p:nvSpPr>
        <p:spPr>
          <a:xfrm>
            <a:off x="10458772" y="47291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9" name="Shape 3586"/>
          <p:cNvSpPr/>
          <p:nvPr/>
        </p:nvSpPr>
        <p:spPr>
          <a:xfrm>
            <a:off x="10406091" y="44807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0" name="Shape 3587"/>
          <p:cNvSpPr/>
          <p:nvPr/>
        </p:nvSpPr>
        <p:spPr>
          <a:xfrm>
            <a:off x="10419505" y="44320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1" name="Shape 3588"/>
          <p:cNvSpPr/>
          <p:nvPr/>
        </p:nvSpPr>
        <p:spPr>
          <a:xfrm>
            <a:off x="10411817" y="47235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2" name="Shape 3589"/>
          <p:cNvSpPr/>
          <p:nvPr/>
        </p:nvSpPr>
        <p:spPr>
          <a:xfrm>
            <a:off x="10123714" y="40795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3" name="Shape 3590"/>
          <p:cNvSpPr/>
          <p:nvPr/>
        </p:nvSpPr>
        <p:spPr>
          <a:xfrm>
            <a:off x="10226670" y="41066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4" name="Shape 3591"/>
          <p:cNvSpPr/>
          <p:nvPr/>
        </p:nvSpPr>
        <p:spPr>
          <a:xfrm>
            <a:off x="10499256" y="41010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5" name="Shape 3592"/>
          <p:cNvSpPr/>
          <p:nvPr/>
        </p:nvSpPr>
        <p:spPr>
          <a:xfrm>
            <a:off x="10344586" y="41533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6" name="Shape 3593"/>
          <p:cNvSpPr/>
          <p:nvPr/>
        </p:nvSpPr>
        <p:spPr>
          <a:xfrm>
            <a:off x="10451152" y="41350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7" name="Shape 3594"/>
          <p:cNvSpPr/>
          <p:nvPr/>
        </p:nvSpPr>
        <p:spPr>
          <a:xfrm>
            <a:off x="10227105" y="41098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8" name="Shape 3595"/>
          <p:cNvSpPr/>
          <p:nvPr/>
        </p:nvSpPr>
        <p:spPr>
          <a:xfrm>
            <a:off x="10467070" y="41495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9" name="Shape 3596"/>
          <p:cNvSpPr/>
          <p:nvPr/>
        </p:nvSpPr>
        <p:spPr>
          <a:xfrm>
            <a:off x="10427653" y="41206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0" name="Shape 3597"/>
          <p:cNvSpPr/>
          <p:nvPr/>
        </p:nvSpPr>
        <p:spPr>
          <a:xfrm>
            <a:off x="10492563" y="41783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1" name="Shape 3598"/>
          <p:cNvSpPr/>
          <p:nvPr/>
        </p:nvSpPr>
        <p:spPr>
          <a:xfrm>
            <a:off x="10163741" y="40802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2" name="Shape 3599"/>
          <p:cNvSpPr/>
          <p:nvPr/>
        </p:nvSpPr>
        <p:spPr>
          <a:xfrm>
            <a:off x="10530061" y="41272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3" name="Shape 3600"/>
          <p:cNvSpPr/>
          <p:nvPr/>
        </p:nvSpPr>
        <p:spPr>
          <a:xfrm>
            <a:off x="10365979" y="41064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4" name="Shape 3601"/>
          <p:cNvSpPr/>
          <p:nvPr/>
        </p:nvSpPr>
        <p:spPr>
          <a:xfrm>
            <a:off x="10509618" y="41580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5" name="Shape 3602"/>
          <p:cNvSpPr/>
          <p:nvPr/>
        </p:nvSpPr>
        <p:spPr>
          <a:xfrm>
            <a:off x="10455491" y="41372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6" name="Shape 3603"/>
          <p:cNvSpPr/>
          <p:nvPr/>
        </p:nvSpPr>
        <p:spPr>
          <a:xfrm>
            <a:off x="10142160" y="43430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7" name="Shape 3604"/>
          <p:cNvSpPr/>
          <p:nvPr/>
        </p:nvSpPr>
        <p:spPr>
          <a:xfrm>
            <a:off x="10355091" y="44944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8" name="Shape 3605"/>
          <p:cNvSpPr/>
          <p:nvPr/>
        </p:nvSpPr>
        <p:spPr>
          <a:xfrm>
            <a:off x="10187269" y="41924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9" name="Shape 3606"/>
          <p:cNvSpPr/>
          <p:nvPr/>
        </p:nvSpPr>
        <p:spPr>
          <a:xfrm>
            <a:off x="10222482" y="42503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0" name="Shape 3607"/>
          <p:cNvSpPr/>
          <p:nvPr/>
        </p:nvSpPr>
        <p:spPr>
          <a:xfrm>
            <a:off x="10500395" y="44488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1" name="Shape 3608"/>
          <p:cNvSpPr/>
          <p:nvPr/>
        </p:nvSpPr>
        <p:spPr>
          <a:xfrm>
            <a:off x="10145547" y="43623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2" name="Shape 3609"/>
          <p:cNvSpPr/>
          <p:nvPr/>
        </p:nvSpPr>
        <p:spPr>
          <a:xfrm>
            <a:off x="10518212" y="38310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3" name="Shape 3610"/>
          <p:cNvSpPr/>
          <p:nvPr/>
        </p:nvSpPr>
        <p:spPr>
          <a:xfrm>
            <a:off x="10162168" y="39436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4" name="Shape 3611"/>
          <p:cNvSpPr/>
          <p:nvPr/>
        </p:nvSpPr>
        <p:spPr>
          <a:xfrm>
            <a:off x="10290061" y="41839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5" name="Shape 3612"/>
          <p:cNvSpPr/>
          <p:nvPr/>
        </p:nvSpPr>
        <p:spPr>
          <a:xfrm>
            <a:off x="10398002" y="38904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6" name="Shape 3613"/>
          <p:cNvSpPr/>
          <p:nvPr/>
        </p:nvSpPr>
        <p:spPr>
          <a:xfrm>
            <a:off x="10405256" y="45168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7" name="Shape 3614"/>
          <p:cNvSpPr/>
          <p:nvPr/>
        </p:nvSpPr>
        <p:spPr>
          <a:xfrm>
            <a:off x="10111734" y="46754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8" name="Shape 3615"/>
          <p:cNvSpPr/>
          <p:nvPr/>
        </p:nvSpPr>
        <p:spPr>
          <a:xfrm>
            <a:off x="10275706" y="43827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9" name="Shape 3616"/>
          <p:cNvSpPr/>
          <p:nvPr/>
        </p:nvSpPr>
        <p:spPr>
          <a:xfrm>
            <a:off x="10439742" y="43341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0" name="Shape 3617"/>
          <p:cNvSpPr/>
          <p:nvPr/>
        </p:nvSpPr>
        <p:spPr>
          <a:xfrm>
            <a:off x="10116786" y="44304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1" name="Shape 3618"/>
          <p:cNvSpPr/>
          <p:nvPr/>
        </p:nvSpPr>
        <p:spPr>
          <a:xfrm>
            <a:off x="10483990" y="47569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2" name="Shape 3619"/>
          <p:cNvSpPr/>
          <p:nvPr/>
        </p:nvSpPr>
        <p:spPr>
          <a:xfrm>
            <a:off x="10398214" y="45767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3" name="Shape 3620"/>
          <p:cNvSpPr/>
          <p:nvPr/>
        </p:nvSpPr>
        <p:spPr>
          <a:xfrm>
            <a:off x="10192225" y="46119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4" name="Shape 3621"/>
          <p:cNvSpPr/>
          <p:nvPr/>
        </p:nvSpPr>
        <p:spPr>
          <a:xfrm>
            <a:off x="10291662" y="46161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5" name="Shape 3622"/>
          <p:cNvSpPr/>
          <p:nvPr/>
        </p:nvSpPr>
        <p:spPr>
          <a:xfrm>
            <a:off x="10211223" y="41441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6" name="Shape 3623"/>
          <p:cNvSpPr/>
          <p:nvPr/>
        </p:nvSpPr>
        <p:spPr>
          <a:xfrm>
            <a:off x="10425267" y="39691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7" name="Shape 3624"/>
          <p:cNvSpPr/>
          <p:nvPr/>
        </p:nvSpPr>
        <p:spPr>
          <a:xfrm>
            <a:off x="10404210" y="47486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8" name="Shape 3625"/>
          <p:cNvSpPr/>
          <p:nvPr/>
        </p:nvSpPr>
        <p:spPr>
          <a:xfrm>
            <a:off x="10165182" y="46876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9" name="Shape 3626"/>
          <p:cNvSpPr/>
          <p:nvPr/>
        </p:nvSpPr>
        <p:spPr>
          <a:xfrm>
            <a:off x="10190183" y="38665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0" name="Shape 3627"/>
          <p:cNvSpPr/>
          <p:nvPr/>
        </p:nvSpPr>
        <p:spPr>
          <a:xfrm>
            <a:off x="10311470" y="44929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1" name="Shape 3628"/>
          <p:cNvSpPr/>
          <p:nvPr/>
        </p:nvSpPr>
        <p:spPr>
          <a:xfrm>
            <a:off x="10309688" y="40905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2" name="Shape 3629"/>
          <p:cNvSpPr/>
          <p:nvPr/>
        </p:nvSpPr>
        <p:spPr>
          <a:xfrm>
            <a:off x="10335203" y="408338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3" name="Shape 3630"/>
          <p:cNvSpPr/>
          <p:nvPr/>
        </p:nvSpPr>
        <p:spPr>
          <a:xfrm>
            <a:off x="10137208" y="41133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4" name="Shape 3631"/>
          <p:cNvSpPr/>
          <p:nvPr/>
        </p:nvSpPr>
        <p:spPr>
          <a:xfrm>
            <a:off x="10109377" y="40858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5" name="Shape 3632"/>
          <p:cNvSpPr/>
          <p:nvPr/>
        </p:nvSpPr>
        <p:spPr>
          <a:xfrm>
            <a:off x="10225353" y="40915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6" name="Shape 3633"/>
          <p:cNvSpPr/>
          <p:nvPr/>
        </p:nvSpPr>
        <p:spPr>
          <a:xfrm>
            <a:off x="10268404" y="40966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7" name="Shape 3634"/>
          <p:cNvSpPr/>
          <p:nvPr/>
        </p:nvSpPr>
        <p:spPr>
          <a:xfrm>
            <a:off x="10317419" y="41139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8" name="Shape 3635"/>
          <p:cNvSpPr/>
          <p:nvPr/>
        </p:nvSpPr>
        <p:spPr>
          <a:xfrm>
            <a:off x="10428767" y="40535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9" name="Shape 3636"/>
          <p:cNvSpPr/>
          <p:nvPr/>
        </p:nvSpPr>
        <p:spPr>
          <a:xfrm>
            <a:off x="10337800" y="3679436"/>
            <a:ext cx="127" cy="939309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3640" name="Shape 3637"/>
          <p:cNvSpPr/>
          <p:nvPr/>
        </p:nvSpPr>
        <p:spPr>
          <a:xfrm>
            <a:off x="10236200" y="4618745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3641" name="Shape 3638"/>
          <p:cNvSpPr/>
          <p:nvPr/>
        </p:nvSpPr>
        <p:spPr>
          <a:xfrm>
            <a:off x="10236200" y="3679436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3642" name="Shape 3639"/>
          <p:cNvSpPr/>
          <p:nvPr/>
        </p:nvSpPr>
        <p:spPr>
          <a:xfrm>
            <a:off x="10185400" y="4044688"/>
            <a:ext cx="304800" cy="312874"/>
          </a:xfrm>
          <a:prstGeom prst="rect">
            <a:avLst/>
          </a:prstGeom>
          <a:solidFill>
            <a:srgbClr val="FFFFFF"/>
          </a:solidFill>
          <a:ln w="19050">
            <a:solidFill>
              <a:srgbClr val="5575B2"/>
            </a:solidFill>
            <a:prstDash val="solid"/>
          </a:ln>
        </p:spPr>
      </p:sp>
      <p:sp>
        <p:nvSpPr>
          <p:cNvPr id="3643" name="Shape 3640"/>
          <p:cNvSpPr/>
          <p:nvPr/>
        </p:nvSpPr>
        <p:spPr>
          <a:xfrm>
            <a:off x="10185400" y="4241506"/>
            <a:ext cx="304800" cy="127"/>
          </a:xfrm>
          <a:prstGeom prst="line">
            <a:avLst/>
          </a:prstGeom>
          <a:noFill/>
          <a:ln w="30480">
            <a:solidFill>
              <a:srgbClr val="5575B2"/>
            </a:solidFill>
            <a:prstDash val="solid"/>
          </a:ln>
        </p:spPr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143000" y="1270000"/>
            <a:ext cx="127" cy="3835400"/>
          </a:xfrm>
          <a:prstGeom prst="line">
            <a:avLst/>
          </a:prstGeom>
          <a:noFill/>
          <a:ln w="12700">
            <a:solidFill>
              <a:srgbClr val="26333D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5105400"/>
            <a:ext cx="4965700" cy="127"/>
          </a:xfrm>
          <a:prstGeom prst="line">
            <a:avLst/>
          </a:prstGeom>
          <a:noFill/>
          <a:ln w="12700">
            <a:solidFill>
              <a:srgbClr val="26333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79500" y="5105400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4500" y="4953000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079500" y="4404024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44500" y="4251624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79500" y="3873453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4500" y="3721053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79500" y="3342882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4500" y="3190482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79500" y="2641506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4500" y="2489106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79500" y="2110935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4500" y="1958535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079500" y="1580364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4500" y="1427964"/>
            <a:ext cx="5461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143000" y="3342882"/>
            <a:ext cx="4965700" cy="127"/>
          </a:xfrm>
          <a:prstGeom prst="line">
            <a:avLst/>
          </a:prstGeom>
          <a:noFill/>
          <a:ln w="10160">
            <a:solidFill>
              <a:srgbClr val="A5ADB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000" y="596900"/>
            <a:ext cx="355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168400" y="596900"/>
            <a:ext cx="1841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2194322" y="37708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151374" y="35646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03388" y="40615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121304" y="35296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786170" y="41400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84986" y="40036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954878" y="39303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009855" y="38819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89018" y="39319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198896" y="36715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000000" y="40573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144547" y="369695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985943" y="40661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187666" y="22329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826258" y="39165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817911" y="41702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843618" y="39690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933418" y="36468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834991" y="42154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2144793" y="35112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157775" y="36222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843682" y="38175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948545" y="38713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818310" y="37362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803105" y="38939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971347" y="41763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850683" y="38440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167882" y="39785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922956" y="40120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888234" y="40277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776174" y="39151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195083" y="35807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955559" y="39487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922217" y="39422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171285" y="42756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122224" y="38901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815160" y="41384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1891941" y="38961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1936207" y="36014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899259" y="39471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2055959" y="40835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935208" y="40391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832841" y="39146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856373" y="39953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775338" y="41779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981359" y="40921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917179" y="38475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771929" y="39180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1980545" y="41854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991733" y="38219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1899833" y="40026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1885663" y="40105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2042056" y="40532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1801626" y="37161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915931" y="40174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128377" y="42069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013918" y="41992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2076114" y="40543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954185" y="39095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2154043" y="36210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981761" y="40362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2048738" y="39544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801272" y="37256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1978547" y="35760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906750" y="37866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1778321" y="39697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2046750" y="39301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2056171" y="41332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1884661" y="40739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982943" y="39558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2146157" y="40659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2012688" y="41213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1963486" y="40788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1826325" y="39570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1993134" y="38596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2091188" y="38890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938436" y="40126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799071" y="38008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1933498" y="37347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2080452" y="42083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2161379" y="41041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1910483" y="41638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2156536" y="40720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913467" y="40328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2029915" y="42083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2182389" y="39907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1790747" y="42717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1790941" y="46641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178438" y="39467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1880051" y="43820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2016701" y="42713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1770983" y="42648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2005437" y="45553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1965330" y="43412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2125656" y="38264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2105958" y="39561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1804356" y="37560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2142544" y="30267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1908264" y="40714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865846" y="40409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1960957" y="40131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2164160" y="39161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2045922" y="43049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1982326" y="38070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2112219" y="36418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2005423" y="19373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1945497" y="19193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2035101" y="19409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1993887" y="27270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2021259" y="40396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1825073" y="34196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2176493" y="33800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1883866" y="34066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2158487" y="34034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1874316" y="33734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2086559" y="33859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2134579" y="33632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2176305" y="34049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1819437" y="33839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2032404" y="34129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1909716" y="33191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1931543" y="33386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1868744" y="46067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1994518" y="44665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1858849" y="42151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1986401" y="45958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2130397" y="38638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2051265" y="37004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1873247" y="34710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1799191" y="34087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2151277" y="34071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2123345" y="34441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1845570" y="344609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1818302" y="34128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2186043" y="35610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2031286" y="40272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1770677" y="41704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1881868" y="41330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1939389" y="38906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1826748" y="40666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1853859" y="42595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2008612" y="40955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2127320" y="42749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1952231" y="40729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2192229" y="40981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1927851" y="19924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2061287" y="19329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1894131" y="38530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1969620" y="38840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1867658" y="42820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1770173" y="34698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2133558" y="17516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1888603" y="18632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2196069" y="38159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2046070" y="27342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1835246" y="41694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2056508" y="40170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1924434" y="28007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1880879" y="25830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1991021" y="34338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2023103" y="41188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1828033" y="41703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2019023" y="41275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1997668" y="41882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1789753" y="39699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1946041" y="39331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2030073" y="36090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2017382" y="38294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2085765" y="37614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1822747" y="402761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2003515" y="38409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3" name="Shape 190"/>
          <p:cNvSpPr/>
          <p:nvPr/>
        </p:nvSpPr>
        <p:spPr>
          <a:xfrm>
            <a:off x="1776884" y="32830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4" name="Shape 191"/>
          <p:cNvSpPr/>
          <p:nvPr/>
        </p:nvSpPr>
        <p:spPr>
          <a:xfrm>
            <a:off x="1956780" y="32564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2112916" y="38920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1899329" y="43327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1833918" y="40892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1919817" y="41223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1997353" y="41409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1993510" y="46969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1" name="Shape 198"/>
          <p:cNvSpPr/>
          <p:nvPr/>
        </p:nvSpPr>
        <p:spPr>
          <a:xfrm>
            <a:off x="2040619" y="43751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2" name="Shape 199"/>
          <p:cNvSpPr/>
          <p:nvPr/>
        </p:nvSpPr>
        <p:spPr>
          <a:xfrm>
            <a:off x="1814279" y="43267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2001988" y="44199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4" name="Shape 201"/>
          <p:cNvSpPr/>
          <p:nvPr/>
        </p:nvSpPr>
        <p:spPr>
          <a:xfrm>
            <a:off x="2082486" y="41804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1794873" y="40613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6" name="Shape 203"/>
          <p:cNvSpPr/>
          <p:nvPr/>
        </p:nvSpPr>
        <p:spPr>
          <a:xfrm>
            <a:off x="2138442" y="33968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7" name="Shape 204"/>
          <p:cNvSpPr/>
          <p:nvPr/>
        </p:nvSpPr>
        <p:spPr>
          <a:xfrm>
            <a:off x="1971212" y="33152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8" name="Shape 205"/>
          <p:cNvSpPr/>
          <p:nvPr/>
        </p:nvSpPr>
        <p:spPr>
          <a:xfrm>
            <a:off x="1824561" y="38818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09" name="Shape 206"/>
          <p:cNvSpPr/>
          <p:nvPr/>
        </p:nvSpPr>
        <p:spPr>
          <a:xfrm>
            <a:off x="2156087" y="32613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2063479" y="32280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1" name="Shape 208"/>
          <p:cNvSpPr/>
          <p:nvPr/>
        </p:nvSpPr>
        <p:spPr>
          <a:xfrm>
            <a:off x="2021614" y="35207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2" name="Shape 209"/>
          <p:cNvSpPr/>
          <p:nvPr/>
        </p:nvSpPr>
        <p:spPr>
          <a:xfrm>
            <a:off x="2072985" y="42248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3" name="Shape 210"/>
          <p:cNvSpPr/>
          <p:nvPr/>
        </p:nvSpPr>
        <p:spPr>
          <a:xfrm>
            <a:off x="1972120" y="21022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4" name="Shape 211"/>
          <p:cNvSpPr/>
          <p:nvPr/>
        </p:nvSpPr>
        <p:spPr>
          <a:xfrm>
            <a:off x="2035496" y="41390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1826446" y="31272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6" name="Shape 213"/>
          <p:cNvSpPr/>
          <p:nvPr/>
        </p:nvSpPr>
        <p:spPr>
          <a:xfrm>
            <a:off x="2070669" y="40934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7" name="Shape 214"/>
          <p:cNvSpPr/>
          <p:nvPr/>
        </p:nvSpPr>
        <p:spPr>
          <a:xfrm>
            <a:off x="2128119" y="33726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8" name="Shape 215"/>
          <p:cNvSpPr/>
          <p:nvPr/>
        </p:nvSpPr>
        <p:spPr>
          <a:xfrm>
            <a:off x="1837689" y="31343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19" name="Shape 216"/>
          <p:cNvSpPr/>
          <p:nvPr/>
        </p:nvSpPr>
        <p:spPr>
          <a:xfrm>
            <a:off x="1903840" y="30815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1889497" y="23006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1" name="Shape 218"/>
          <p:cNvSpPr/>
          <p:nvPr/>
        </p:nvSpPr>
        <p:spPr>
          <a:xfrm>
            <a:off x="2157990" y="306528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2" name="Shape 219"/>
          <p:cNvSpPr/>
          <p:nvPr/>
        </p:nvSpPr>
        <p:spPr>
          <a:xfrm>
            <a:off x="1914830" y="27058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3" name="Shape 220"/>
          <p:cNvSpPr/>
          <p:nvPr/>
        </p:nvSpPr>
        <p:spPr>
          <a:xfrm>
            <a:off x="1856826" y="22101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4" name="Shape 221"/>
          <p:cNvSpPr/>
          <p:nvPr/>
        </p:nvSpPr>
        <p:spPr>
          <a:xfrm>
            <a:off x="1977030" y="29573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2006543" y="179650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6" name="Shape 223"/>
          <p:cNvSpPr/>
          <p:nvPr/>
        </p:nvSpPr>
        <p:spPr>
          <a:xfrm>
            <a:off x="2198783" y="369284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7" name="Shape 224"/>
          <p:cNvSpPr/>
          <p:nvPr/>
        </p:nvSpPr>
        <p:spPr>
          <a:xfrm>
            <a:off x="2055075" y="40338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8" name="Shape 225"/>
          <p:cNvSpPr/>
          <p:nvPr/>
        </p:nvSpPr>
        <p:spPr>
          <a:xfrm>
            <a:off x="2035124" y="35182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29" name="Shape 226"/>
          <p:cNvSpPr/>
          <p:nvPr/>
        </p:nvSpPr>
        <p:spPr>
          <a:xfrm>
            <a:off x="2122575" y="35598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1941605" y="35914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1" name="Shape 228"/>
          <p:cNvSpPr/>
          <p:nvPr/>
        </p:nvSpPr>
        <p:spPr>
          <a:xfrm>
            <a:off x="1808007" y="34955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2" name="Shape 229"/>
          <p:cNvSpPr/>
          <p:nvPr/>
        </p:nvSpPr>
        <p:spPr>
          <a:xfrm>
            <a:off x="2030245" y="35920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3" name="Shape 230"/>
          <p:cNvSpPr/>
          <p:nvPr/>
        </p:nvSpPr>
        <p:spPr>
          <a:xfrm>
            <a:off x="2074891" y="43543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4" name="Shape 231"/>
          <p:cNvSpPr/>
          <p:nvPr/>
        </p:nvSpPr>
        <p:spPr>
          <a:xfrm>
            <a:off x="2013386" y="35437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2135870" y="36841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6" name="Shape 233"/>
          <p:cNvSpPr/>
          <p:nvPr/>
        </p:nvSpPr>
        <p:spPr>
          <a:xfrm>
            <a:off x="2096453" y="37222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7" name="Shape 234"/>
          <p:cNvSpPr/>
          <p:nvPr/>
        </p:nvSpPr>
        <p:spPr>
          <a:xfrm>
            <a:off x="1832541" y="37661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8" name="Shape 235"/>
          <p:cNvSpPr/>
          <p:nvPr/>
        </p:nvSpPr>
        <p:spPr>
          <a:xfrm>
            <a:off x="1810960" y="40567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39" name="Shape 236"/>
          <p:cNvSpPr/>
          <p:nvPr/>
        </p:nvSpPr>
        <p:spPr>
          <a:xfrm>
            <a:off x="2023891" y="41299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0" name="Shape 237"/>
          <p:cNvSpPr/>
          <p:nvPr/>
        </p:nvSpPr>
        <p:spPr>
          <a:xfrm>
            <a:off x="1856069" y="40072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1" name="Shape 238"/>
          <p:cNvSpPr/>
          <p:nvPr/>
        </p:nvSpPr>
        <p:spPr>
          <a:xfrm>
            <a:off x="1891282" y="39506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2169195" y="43086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3" name="Shape 240"/>
          <p:cNvSpPr/>
          <p:nvPr/>
        </p:nvSpPr>
        <p:spPr>
          <a:xfrm>
            <a:off x="1814347" y="40872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4" name="Shape 241"/>
          <p:cNvSpPr/>
          <p:nvPr/>
        </p:nvSpPr>
        <p:spPr>
          <a:xfrm>
            <a:off x="2187012" y="19527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5" name="Shape 242"/>
          <p:cNvSpPr/>
          <p:nvPr/>
        </p:nvSpPr>
        <p:spPr>
          <a:xfrm>
            <a:off x="1830968" y="33646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6" name="Shape 243"/>
          <p:cNvSpPr/>
          <p:nvPr/>
        </p:nvSpPr>
        <p:spPr>
          <a:xfrm>
            <a:off x="2066802" y="24079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1780534" y="40239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8" name="Shape 245"/>
          <p:cNvSpPr/>
          <p:nvPr/>
        </p:nvSpPr>
        <p:spPr>
          <a:xfrm>
            <a:off x="1944506" y="40202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49" name="Shape 246"/>
          <p:cNvSpPr/>
          <p:nvPr/>
        </p:nvSpPr>
        <p:spPr>
          <a:xfrm>
            <a:off x="2108542" y="44208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0" name="Shape 247"/>
          <p:cNvSpPr/>
          <p:nvPr/>
        </p:nvSpPr>
        <p:spPr>
          <a:xfrm>
            <a:off x="1785586" y="41210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1" name="Shape 248"/>
          <p:cNvSpPr/>
          <p:nvPr/>
        </p:nvSpPr>
        <p:spPr>
          <a:xfrm>
            <a:off x="2152790" y="43736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2067014" y="42775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3" name="Shape 250"/>
          <p:cNvSpPr/>
          <p:nvPr/>
        </p:nvSpPr>
        <p:spPr>
          <a:xfrm>
            <a:off x="1861025" y="40558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4" name="Shape 251"/>
          <p:cNvSpPr/>
          <p:nvPr/>
        </p:nvSpPr>
        <p:spPr>
          <a:xfrm>
            <a:off x="1960462" y="44334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5" name="Shape 252"/>
          <p:cNvSpPr/>
          <p:nvPr/>
        </p:nvSpPr>
        <p:spPr>
          <a:xfrm>
            <a:off x="2073010" y="41553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6" name="Shape 253"/>
          <p:cNvSpPr/>
          <p:nvPr/>
        </p:nvSpPr>
        <p:spPr>
          <a:xfrm>
            <a:off x="1833982" y="43568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1858983" y="30875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8" name="Shape 255"/>
          <p:cNvSpPr/>
          <p:nvPr/>
        </p:nvSpPr>
        <p:spPr>
          <a:xfrm>
            <a:off x="1980270" y="41474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259" name="Shape 256"/>
          <p:cNvSpPr/>
          <p:nvPr/>
        </p:nvSpPr>
        <p:spPr>
          <a:xfrm>
            <a:off x="2006600" y="2307565"/>
            <a:ext cx="127" cy="2073576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260" name="Shape 257"/>
          <p:cNvSpPr/>
          <p:nvPr/>
        </p:nvSpPr>
        <p:spPr>
          <a:xfrm>
            <a:off x="1905000" y="4381140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261" name="Shape 258"/>
          <p:cNvSpPr/>
          <p:nvPr/>
        </p:nvSpPr>
        <p:spPr>
          <a:xfrm>
            <a:off x="1905000" y="2307565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1854200" y="3564688"/>
            <a:ext cx="304800" cy="554368"/>
          </a:xfrm>
          <a:prstGeom prst="rect">
            <a:avLst/>
          </a:prstGeom>
          <a:solidFill>
            <a:srgbClr val="FFFFFF"/>
          </a:solidFill>
          <a:ln w="19050">
            <a:solidFill>
              <a:srgbClr val="32887D"/>
            </a:solidFill>
            <a:prstDash val="solid"/>
          </a:ln>
        </p:spPr>
      </p:sp>
      <p:sp>
        <p:nvSpPr>
          <p:cNvPr id="263" name="Shape 260"/>
          <p:cNvSpPr/>
          <p:nvPr/>
        </p:nvSpPr>
        <p:spPr>
          <a:xfrm>
            <a:off x="1854200" y="3951340"/>
            <a:ext cx="304800" cy="127"/>
          </a:xfrm>
          <a:prstGeom prst="line">
            <a:avLst/>
          </a:prstGeom>
          <a:noFill/>
          <a:ln w="30480">
            <a:solidFill>
              <a:srgbClr val="32887D"/>
            </a:solidFill>
            <a:prstDash val="solid"/>
          </a:ln>
        </p:spPr>
      </p:sp>
      <p:sp>
        <p:nvSpPr>
          <p:cNvPr id="264" name="Shape 261"/>
          <p:cNvSpPr/>
          <p:nvPr/>
        </p:nvSpPr>
        <p:spPr>
          <a:xfrm>
            <a:off x="2006600" y="5105400"/>
            <a:ext cx="127" cy="76200"/>
          </a:xfrm>
          <a:prstGeom prst="line">
            <a:avLst/>
          </a:prstGeom>
          <a:noFill/>
          <a:ln w="10160">
            <a:solidFill>
              <a:srgbClr val="26333D"/>
            </a:solidFill>
            <a:prstDash val="solid"/>
          </a:ln>
        </p:spPr>
      </p:sp>
      <p:sp>
        <p:nvSpPr>
          <p:cNvPr id="265" name="Text 262"/>
          <p:cNvSpPr/>
          <p:nvPr/>
        </p:nvSpPr>
        <p:spPr>
          <a:xfrm>
            <a:off x="1231900" y="5270500"/>
            <a:ext cx="154940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local_cov-C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1500" dirty="0"/>
          </a:p>
        </p:txBody>
      </p:sp>
      <p:sp>
        <p:nvSpPr>
          <p:cNvPr id="266" name="Shape 263"/>
          <p:cNvSpPr/>
          <p:nvPr/>
        </p:nvSpPr>
        <p:spPr>
          <a:xfrm>
            <a:off x="3819922" y="41104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3776974" y="39444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8" name="Shape 265"/>
          <p:cNvSpPr/>
          <p:nvPr/>
        </p:nvSpPr>
        <p:spPr>
          <a:xfrm>
            <a:off x="3528988" y="38501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69" name="Shape 266"/>
          <p:cNvSpPr/>
          <p:nvPr/>
        </p:nvSpPr>
        <p:spPr>
          <a:xfrm>
            <a:off x="3746904" y="35465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0" name="Shape 267"/>
          <p:cNvSpPr/>
          <p:nvPr/>
        </p:nvSpPr>
        <p:spPr>
          <a:xfrm>
            <a:off x="3411770" y="38760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1" name="Shape 268"/>
          <p:cNvSpPr/>
          <p:nvPr/>
        </p:nvSpPr>
        <p:spPr>
          <a:xfrm>
            <a:off x="3610586" y="37504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3580478" y="40130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3" name="Shape 270"/>
          <p:cNvSpPr/>
          <p:nvPr/>
        </p:nvSpPr>
        <p:spPr>
          <a:xfrm>
            <a:off x="3635455" y="40972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4" name="Shape 271"/>
          <p:cNvSpPr/>
          <p:nvPr/>
        </p:nvSpPr>
        <p:spPr>
          <a:xfrm>
            <a:off x="3614618" y="22056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5" name="Shape 272"/>
          <p:cNvSpPr/>
          <p:nvPr/>
        </p:nvSpPr>
        <p:spPr>
          <a:xfrm>
            <a:off x="3824496" y="36232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6" name="Shape 273"/>
          <p:cNvSpPr/>
          <p:nvPr/>
        </p:nvSpPr>
        <p:spPr>
          <a:xfrm>
            <a:off x="3625600" y="35670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3770147" y="38459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8" name="Shape 275"/>
          <p:cNvSpPr/>
          <p:nvPr/>
        </p:nvSpPr>
        <p:spPr>
          <a:xfrm>
            <a:off x="3611543" y="35683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79" name="Shape 276"/>
          <p:cNvSpPr/>
          <p:nvPr/>
        </p:nvSpPr>
        <p:spPr>
          <a:xfrm>
            <a:off x="3813266" y="40261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80" name="Shape 277"/>
          <p:cNvSpPr/>
          <p:nvPr/>
        </p:nvSpPr>
        <p:spPr>
          <a:xfrm>
            <a:off x="3451858" y="38413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81" name="Shape 278"/>
          <p:cNvSpPr/>
          <p:nvPr/>
        </p:nvSpPr>
        <p:spPr>
          <a:xfrm>
            <a:off x="3443511" y="41629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3469218" y="38216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83" name="Shape 280"/>
          <p:cNvSpPr/>
          <p:nvPr/>
        </p:nvSpPr>
        <p:spPr>
          <a:xfrm>
            <a:off x="3559018" y="38939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84" name="Shape 281"/>
          <p:cNvSpPr/>
          <p:nvPr/>
        </p:nvSpPr>
        <p:spPr>
          <a:xfrm>
            <a:off x="3460591" y="35107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85" name="Shape 282"/>
          <p:cNvSpPr/>
          <p:nvPr/>
        </p:nvSpPr>
        <p:spPr>
          <a:xfrm>
            <a:off x="3770393" y="38106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86" name="Shape 283"/>
          <p:cNvSpPr/>
          <p:nvPr/>
        </p:nvSpPr>
        <p:spPr>
          <a:xfrm>
            <a:off x="3783375" y="37320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3469282" y="36987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88" name="Shape 285"/>
          <p:cNvSpPr/>
          <p:nvPr/>
        </p:nvSpPr>
        <p:spPr>
          <a:xfrm>
            <a:off x="3574145" y="37394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89" name="Shape 286"/>
          <p:cNvSpPr/>
          <p:nvPr/>
        </p:nvSpPr>
        <p:spPr>
          <a:xfrm>
            <a:off x="3443910" y="34903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90" name="Shape 287"/>
          <p:cNvSpPr/>
          <p:nvPr/>
        </p:nvSpPr>
        <p:spPr>
          <a:xfrm>
            <a:off x="3428705" y="40437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91" name="Shape 288"/>
          <p:cNvSpPr/>
          <p:nvPr/>
        </p:nvSpPr>
        <p:spPr>
          <a:xfrm>
            <a:off x="3596947" y="40164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3476283" y="39717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93" name="Shape 290"/>
          <p:cNvSpPr/>
          <p:nvPr/>
        </p:nvSpPr>
        <p:spPr>
          <a:xfrm>
            <a:off x="3793482" y="38622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94" name="Shape 291"/>
          <p:cNvSpPr/>
          <p:nvPr/>
        </p:nvSpPr>
        <p:spPr>
          <a:xfrm>
            <a:off x="3548556" y="40017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95" name="Shape 292"/>
          <p:cNvSpPr/>
          <p:nvPr/>
        </p:nvSpPr>
        <p:spPr>
          <a:xfrm>
            <a:off x="3513834" y="39356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96" name="Shape 293"/>
          <p:cNvSpPr/>
          <p:nvPr/>
        </p:nvSpPr>
        <p:spPr>
          <a:xfrm>
            <a:off x="3401774" y="38949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3820683" y="38778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98" name="Shape 295"/>
          <p:cNvSpPr/>
          <p:nvPr/>
        </p:nvSpPr>
        <p:spPr>
          <a:xfrm>
            <a:off x="3581159" y="37716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299" name="Shape 296"/>
          <p:cNvSpPr/>
          <p:nvPr/>
        </p:nvSpPr>
        <p:spPr>
          <a:xfrm>
            <a:off x="3547817" y="40117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00" name="Shape 297"/>
          <p:cNvSpPr/>
          <p:nvPr/>
        </p:nvSpPr>
        <p:spPr>
          <a:xfrm>
            <a:off x="3796885" y="40361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01" name="Shape 298"/>
          <p:cNvSpPr/>
          <p:nvPr/>
        </p:nvSpPr>
        <p:spPr>
          <a:xfrm>
            <a:off x="3747824" y="39214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3440760" y="40989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03" name="Shape 300"/>
          <p:cNvSpPr/>
          <p:nvPr/>
        </p:nvSpPr>
        <p:spPr>
          <a:xfrm>
            <a:off x="3517541" y="38735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04" name="Shape 301"/>
          <p:cNvSpPr/>
          <p:nvPr/>
        </p:nvSpPr>
        <p:spPr>
          <a:xfrm>
            <a:off x="3561807" y="35930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05" name="Shape 302"/>
          <p:cNvSpPr/>
          <p:nvPr/>
        </p:nvSpPr>
        <p:spPr>
          <a:xfrm>
            <a:off x="3524859" y="38126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06" name="Shape 303"/>
          <p:cNvSpPr/>
          <p:nvPr/>
        </p:nvSpPr>
        <p:spPr>
          <a:xfrm>
            <a:off x="3681559" y="39941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3560808" y="35452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08" name="Shape 305"/>
          <p:cNvSpPr/>
          <p:nvPr/>
        </p:nvSpPr>
        <p:spPr>
          <a:xfrm>
            <a:off x="3458441" y="39135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09" name="Shape 306"/>
          <p:cNvSpPr/>
          <p:nvPr/>
        </p:nvSpPr>
        <p:spPr>
          <a:xfrm>
            <a:off x="3481973" y="40110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0" name="Shape 307"/>
          <p:cNvSpPr/>
          <p:nvPr/>
        </p:nvSpPr>
        <p:spPr>
          <a:xfrm>
            <a:off x="3400938" y="34590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1" name="Shape 308"/>
          <p:cNvSpPr/>
          <p:nvPr/>
        </p:nvSpPr>
        <p:spPr>
          <a:xfrm>
            <a:off x="3606959" y="39127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2" name="Shape 309"/>
          <p:cNvSpPr/>
          <p:nvPr/>
        </p:nvSpPr>
        <p:spPr>
          <a:xfrm>
            <a:off x="3542779" y="40596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3" name="Shape 310"/>
          <p:cNvSpPr/>
          <p:nvPr/>
        </p:nvSpPr>
        <p:spPr>
          <a:xfrm>
            <a:off x="3397529" y="35808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4" name="Shape 311"/>
          <p:cNvSpPr/>
          <p:nvPr/>
        </p:nvSpPr>
        <p:spPr>
          <a:xfrm>
            <a:off x="3606145" y="35759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5" name="Shape 312"/>
          <p:cNvSpPr/>
          <p:nvPr/>
        </p:nvSpPr>
        <p:spPr>
          <a:xfrm>
            <a:off x="3617333" y="39361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6" name="Shape 313"/>
          <p:cNvSpPr/>
          <p:nvPr/>
        </p:nvSpPr>
        <p:spPr>
          <a:xfrm>
            <a:off x="3525433" y="39840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7" name="Shape 314"/>
          <p:cNvSpPr/>
          <p:nvPr/>
        </p:nvSpPr>
        <p:spPr>
          <a:xfrm>
            <a:off x="3511263" y="36863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8" name="Shape 315"/>
          <p:cNvSpPr/>
          <p:nvPr/>
        </p:nvSpPr>
        <p:spPr>
          <a:xfrm>
            <a:off x="3667656" y="35776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19" name="Shape 316"/>
          <p:cNvSpPr/>
          <p:nvPr/>
        </p:nvSpPr>
        <p:spPr>
          <a:xfrm>
            <a:off x="3427226" y="42999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0" name="Shape 317"/>
          <p:cNvSpPr/>
          <p:nvPr/>
        </p:nvSpPr>
        <p:spPr>
          <a:xfrm>
            <a:off x="3541531" y="39280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1" name="Shape 318"/>
          <p:cNvSpPr/>
          <p:nvPr/>
        </p:nvSpPr>
        <p:spPr>
          <a:xfrm>
            <a:off x="3753977" y="38539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2" name="Shape 319"/>
          <p:cNvSpPr/>
          <p:nvPr/>
        </p:nvSpPr>
        <p:spPr>
          <a:xfrm>
            <a:off x="3639518" y="22222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3" name="Shape 320"/>
          <p:cNvSpPr/>
          <p:nvPr/>
        </p:nvSpPr>
        <p:spPr>
          <a:xfrm>
            <a:off x="3701714" y="35824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4" name="Shape 321"/>
          <p:cNvSpPr/>
          <p:nvPr/>
        </p:nvSpPr>
        <p:spPr>
          <a:xfrm>
            <a:off x="3579785" y="39695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5" name="Shape 322"/>
          <p:cNvSpPr/>
          <p:nvPr/>
        </p:nvSpPr>
        <p:spPr>
          <a:xfrm>
            <a:off x="3779643" y="37732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6" name="Shape 323"/>
          <p:cNvSpPr/>
          <p:nvPr/>
        </p:nvSpPr>
        <p:spPr>
          <a:xfrm>
            <a:off x="3607361" y="41411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7" name="Shape 324"/>
          <p:cNvSpPr/>
          <p:nvPr/>
        </p:nvSpPr>
        <p:spPr>
          <a:xfrm>
            <a:off x="3674338" y="40757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8" name="Shape 325"/>
          <p:cNvSpPr/>
          <p:nvPr/>
        </p:nvSpPr>
        <p:spPr>
          <a:xfrm>
            <a:off x="3426872" y="40159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29" name="Shape 326"/>
          <p:cNvSpPr/>
          <p:nvPr/>
        </p:nvSpPr>
        <p:spPr>
          <a:xfrm>
            <a:off x="3604147" y="34874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0" name="Shape 327"/>
          <p:cNvSpPr/>
          <p:nvPr/>
        </p:nvSpPr>
        <p:spPr>
          <a:xfrm>
            <a:off x="3532350" y="41706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1" name="Shape 328"/>
          <p:cNvSpPr/>
          <p:nvPr/>
        </p:nvSpPr>
        <p:spPr>
          <a:xfrm>
            <a:off x="3403921" y="37852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2" name="Shape 329"/>
          <p:cNvSpPr/>
          <p:nvPr/>
        </p:nvSpPr>
        <p:spPr>
          <a:xfrm>
            <a:off x="3672350" y="40892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3" name="Shape 330"/>
          <p:cNvSpPr/>
          <p:nvPr/>
        </p:nvSpPr>
        <p:spPr>
          <a:xfrm>
            <a:off x="3681771" y="39494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4" name="Shape 331"/>
          <p:cNvSpPr/>
          <p:nvPr/>
        </p:nvSpPr>
        <p:spPr>
          <a:xfrm>
            <a:off x="3510261" y="38980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5" name="Shape 332"/>
          <p:cNvSpPr/>
          <p:nvPr/>
        </p:nvSpPr>
        <p:spPr>
          <a:xfrm>
            <a:off x="3608543" y="38341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6" name="Shape 333"/>
          <p:cNvSpPr/>
          <p:nvPr/>
        </p:nvSpPr>
        <p:spPr>
          <a:xfrm>
            <a:off x="3771757" y="37936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7" name="Shape 334"/>
          <p:cNvSpPr/>
          <p:nvPr/>
        </p:nvSpPr>
        <p:spPr>
          <a:xfrm>
            <a:off x="3638288" y="40143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8" name="Shape 335"/>
          <p:cNvSpPr/>
          <p:nvPr/>
        </p:nvSpPr>
        <p:spPr>
          <a:xfrm>
            <a:off x="3589086" y="39164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39" name="Shape 336"/>
          <p:cNvSpPr/>
          <p:nvPr/>
        </p:nvSpPr>
        <p:spPr>
          <a:xfrm>
            <a:off x="3451925" y="37886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0" name="Shape 337"/>
          <p:cNvSpPr/>
          <p:nvPr/>
        </p:nvSpPr>
        <p:spPr>
          <a:xfrm>
            <a:off x="3618734" y="38444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1" name="Shape 338"/>
          <p:cNvSpPr/>
          <p:nvPr/>
        </p:nvSpPr>
        <p:spPr>
          <a:xfrm>
            <a:off x="3716788" y="39867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2" name="Shape 339"/>
          <p:cNvSpPr/>
          <p:nvPr/>
        </p:nvSpPr>
        <p:spPr>
          <a:xfrm>
            <a:off x="3564036" y="35189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3" name="Shape 340"/>
          <p:cNvSpPr/>
          <p:nvPr/>
        </p:nvSpPr>
        <p:spPr>
          <a:xfrm>
            <a:off x="3424671" y="38112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4" name="Shape 341"/>
          <p:cNvSpPr/>
          <p:nvPr/>
        </p:nvSpPr>
        <p:spPr>
          <a:xfrm>
            <a:off x="3559098" y="37746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5" name="Shape 342"/>
          <p:cNvSpPr/>
          <p:nvPr/>
        </p:nvSpPr>
        <p:spPr>
          <a:xfrm>
            <a:off x="3706052" y="39048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6" name="Shape 343"/>
          <p:cNvSpPr/>
          <p:nvPr/>
        </p:nvSpPr>
        <p:spPr>
          <a:xfrm>
            <a:off x="3786979" y="41059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7" name="Shape 344"/>
          <p:cNvSpPr/>
          <p:nvPr/>
        </p:nvSpPr>
        <p:spPr>
          <a:xfrm>
            <a:off x="3536083" y="39785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8" name="Shape 345"/>
          <p:cNvSpPr/>
          <p:nvPr/>
        </p:nvSpPr>
        <p:spPr>
          <a:xfrm>
            <a:off x="3782136" y="38457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49" name="Shape 346"/>
          <p:cNvSpPr/>
          <p:nvPr/>
        </p:nvSpPr>
        <p:spPr>
          <a:xfrm>
            <a:off x="3539067" y="40782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0" name="Shape 347"/>
          <p:cNvSpPr/>
          <p:nvPr/>
        </p:nvSpPr>
        <p:spPr>
          <a:xfrm>
            <a:off x="3655515" y="39987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1" name="Shape 348"/>
          <p:cNvSpPr/>
          <p:nvPr/>
        </p:nvSpPr>
        <p:spPr>
          <a:xfrm>
            <a:off x="3807989" y="39671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2" name="Shape 349"/>
          <p:cNvSpPr/>
          <p:nvPr/>
        </p:nvSpPr>
        <p:spPr>
          <a:xfrm>
            <a:off x="3416347" y="43291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3" name="Shape 350"/>
          <p:cNvSpPr/>
          <p:nvPr/>
        </p:nvSpPr>
        <p:spPr>
          <a:xfrm>
            <a:off x="3416541" y="46245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4" name="Shape 351"/>
          <p:cNvSpPr/>
          <p:nvPr/>
        </p:nvSpPr>
        <p:spPr>
          <a:xfrm>
            <a:off x="3804038" y="41686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5" name="Shape 352"/>
          <p:cNvSpPr/>
          <p:nvPr/>
        </p:nvSpPr>
        <p:spPr>
          <a:xfrm>
            <a:off x="3505651" y="43288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6" name="Shape 353"/>
          <p:cNvSpPr/>
          <p:nvPr/>
        </p:nvSpPr>
        <p:spPr>
          <a:xfrm>
            <a:off x="3642301" y="44474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7" name="Shape 354"/>
          <p:cNvSpPr/>
          <p:nvPr/>
        </p:nvSpPr>
        <p:spPr>
          <a:xfrm>
            <a:off x="3396583" y="42474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8" name="Shape 355"/>
          <p:cNvSpPr/>
          <p:nvPr/>
        </p:nvSpPr>
        <p:spPr>
          <a:xfrm>
            <a:off x="3631037" y="45092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59" name="Shape 356"/>
          <p:cNvSpPr/>
          <p:nvPr/>
        </p:nvSpPr>
        <p:spPr>
          <a:xfrm>
            <a:off x="3590930" y="39769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0" name="Shape 357"/>
          <p:cNvSpPr/>
          <p:nvPr/>
        </p:nvSpPr>
        <p:spPr>
          <a:xfrm>
            <a:off x="3751256" y="37589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1" name="Shape 358"/>
          <p:cNvSpPr/>
          <p:nvPr/>
        </p:nvSpPr>
        <p:spPr>
          <a:xfrm>
            <a:off x="3731558" y="39638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2" name="Shape 359"/>
          <p:cNvSpPr/>
          <p:nvPr/>
        </p:nvSpPr>
        <p:spPr>
          <a:xfrm>
            <a:off x="3429956" y="41258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3" name="Shape 360"/>
          <p:cNvSpPr/>
          <p:nvPr/>
        </p:nvSpPr>
        <p:spPr>
          <a:xfrm>
            <a:off x="3768144" y="30337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4" name="Shape 361"/>
          <p:cNvSpPr/>
          <p:nvPr/>
        </p:nvSpPr>
        <p:spPr>
          <a:xfrm>
            <a:off x="3533864" y="30379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5" name="Shape 362"/>
          <p:cNvSpPr/>
          <p:nvPr/>
        </p:nvSpPr>
        <p:spPr>
          <a:xfrm>
            <a:off x="3491446" y="329558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3586557" y="40407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7" name="Shape 364"/>
          <p:cNvSpPr/>
          <p:nvPr/>
        </p:nvSpPr>
        <p:spPr>
          <a:xfrm>
            <a:off x="3789760" y="36730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8" name="Shape 365"/>
          <p:cNvSpPr/>
          <p:nvPr/>
        </p:nvSpPr>
        <p:spPr>
          <a:xfrm>
            <a:off x="3671522" y="38730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69" name="Shape 366"/>
          <p:cNvSpPr/>
          <p:nvPr/>
        </p:nvSpPr>
        <p:spPr>
          <a:xfrm>
            <a:off x="3607926" y="37054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3737819" y="37477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71" name="Shape 368"/>
          <p:cNvSpPr/>
          <p:nvPr/>
        </p:nvSpPr>
        <p:spPr>
          <a:xfrm>
            <a:off x="3631023" y="34119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72" name="Shape 369"/>
          <p:cNvSpPr/>
          <p:nvPr/>
        </p:nvSpPr>
        <p:spPr>
          <a:xfrm>
            <a:off x="3571097" y="19315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73" name="Shape 370"/>
          <p:cNvSpPr/>
          <p:nvPr/>
        </p:nvSpPr>
        <p:spPr>
          <a:xfrm>
            <a:off x="3660701" y="35071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3619487" y="30308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75" name="Shape 372"/>
          <p:cNvSpPr/>
          <p:nvPr/>
        </p:nvSpPr>
        <p:spPr>
          <a:xfrm>
            <a:off x="3646859" y="41884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76" name="Shape 373"/>
          <p:cNvSpPr/>
          <p:nvPr/>
        </p:nvSpPr>
        <p:spPr>
          <a:xfrm>
            <a:off x="3450673" y="35617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77" name="Shape 374"/>
          <p:cNvSpPr/>
          <p:nvPr/>
        </p:nvSpPr>
        <p:spPr>
          <a:xfrm>
            <a:off x="3802093" y="33280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3509466" y="33731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79" name="Shape 376"/>
          <p:cNvSpPr/>
          <p:nvPr/>
        </p:nvSpPr>
        <p:spPr>
          <a:xfrm>
            <a:off x="3784087" y="33920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80" name="Shape 377"/>
          <p:cNvSpPr/>
          <p:nvPr/>
        </p:nvSpPr>
        <p:spPr>
          <a:xfrm>
            <a:off x="3499916" y="33155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81" name="Shape 378"/>
          <p:cNvSpPr/>
          <p:nvPr/>
        </p:nvSpPr>
        <p:spPr>
          <a:xfrm>
            <a:off x="3712159" y="33924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82" name="Shape 379"/>
          <p:cNvSpPr/>
          <p:nvPr/>
        </p:nvSpPr>
        <p:spPr>
          <a:xfrm>
            <a:off x="3760179" y="328530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83" name="Shape 380"/>
          <p:cNvSpPr/>
          <p:nvPr/>
        </p:nvSpPr>
        <p:spPr>
          <a:xfrm>
            <a:off x="3801905" y="34003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84" name="Shape 381"/>
          <p:cNvSpPr/>
          <p:nvPr/>
        </p:nvSpPr>
        <p:spPr>
          <a:xfrm>
            <a:off x="3445037" y="33684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85" name="Shape 382"/>
          <p:cNvSpPr/>
          <p:nvPr/>
        </p:nvSpPr>
        <p:spPr>
          <a:xfrm>
            <a:off x="3658004" y="32888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86" name="Shape 383"/>
          <p:cNvSpPr/>
          <p:nvPr/>
        </p:nvSpPr>
        <p:spPr>
          <a:xfrm>
            <a:off x="3535316" y="32778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87" name="Shape 384"/>
          <p:cNvSpPr/>
          <p:nvPr/>
        </p:nvSpPr>
        <p:spPr>
          <a:xfrm>
            <a:off x="3557143" y="31782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88" name="Shape 385"/>
          <p:cNvSpPr/>
          <p:nvPr/>
        </p:nvSpPr>
        <p:spPr>
          <a:xfrm>
            <a:off x="3494344" y="43495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89" name="Shape 386"/>
          <p:cNvSpPr/>
          <p:nvPr/>
        </p:nvSpPr>
        <p:spPr>
          <a:xfrm>
            <a:off x="3620118" y="42220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90" name="Shape 387"/>
          <p:cNvSpPr/>
          <p:nvPr/>
        </p:nvSpPr>
        <p:spPr>
          <a:xfrm>
            <a:off x="3484449" y="43902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91" name="Shape 388"/>
          <p:cNvSpPr/>
          <p:nvPr/>
        </p:nvSpPr>
        <p:spPr>
          <a:xfrm>
            <a:off x="3612001" y="42398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92" name="Shape 389"/>
          <p:cNvSpPr/>
          <p:nvPr/>
        </p:nvSpPr>
        <p:spPr>
          <a:xfrm>
            <a:off x="3755997" y="395933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93" name="Shape 390"/>
          <p:cNvSpPr/>
          <p:nvPr/>
        </p:nvSpPr>
        <p:spPr>
          <a:xfrm>
            <a:off x="3676865" y="39664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94" name="Shape 391"/>
          <p:cNvSpPr/>
          <p:nvPr/>
        </p:nvSpPr>
        <p:spPr>
          <a:xfrm>
            <a:off x="3498847" y="34260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95" name="Shape 392"/>
          <p:cNvSpPr/>
          <p:nvPr/>
        </p:nvSpPr>
        <p:spPr>
          <a:xfrm>
            <a:off x="3424791" y="33825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96" name="Shape 393"/>
          <p:cNvSpPr/>
          <p:nvPr/>
        </p:nvSpPr>
        <p:spPr>
          <a:xfrm>
            <a:off x="3776877" y="34230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97" name="Shape 394"/>
          <p:cNvSpPr/>
          <p:nvPr/>
        </p:nvSpPr>
        <p:spPr>
          <a:xfrm>
            <a:off x="3748945" y="34477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98" name="Shape 395"/>
          <p:cNvSpPr/>
          <p:nvPr/>
        </p:nvSpPr>
        <p:spPr>
          <a:xfrm>
            <a:off x="3471170" y="34586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399" name="Shape 396"/>
          <p:cNvSpPr/>
          <p:nvPr/>
        </p:nvSpPr>
        <p:spPr>
          <a:xfrm>
            <a:off x="3443902" y="34180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00" name="Shape 397"/>
          <p:cNvSpPr/>
          <p:nvPr/>
        </p:nvSpPr>
        <p:spPr>
          <a:xfrm>
            <a:off x="3811643" y="35766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01" name="Shape 398"/>
          <p:cNvSpPr/>
          <p:nvPr/>
        </p:nvSpPr>
        <p:spPr>
          <a:xfrm>
            <a:off x="3656886" y="41058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02" name="Shape 399"/>
          <p:cNvSpPr/>
          <p:nvPr/>
        </p:nvSpPr>
        <p:spPr>
          <a:xfrm>
            <a:off x="3396277" y="39731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03" name="Shape 400"/>
          <p:cNvSpPr/>
          <p:nvPr/>
        </p:nvSpPr>
        <p:spPr>
          <a:xfrm>
            <a:off x="3507468" y="40248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04" name="Shape 401"/>
          <p:cNvSpPr/>
          <p:nvPr/>
        </p:nvSpPr>
        <p:spPr>
          <a:xfrm>
            <a:off x="3564989" y="37895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05" name="Shape 402"/>
          <p:cNvSpPr/>
          <p:nvPr/>
        </p:nvSpPr>
        <p:spPr>
          <a:xfrm>
            <a:off x="3452348" y="25160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06" name="Shape 403"/>
          <p:cNvSpPr/>
          <p:nvPr/>
        </p:nvSpPr>
        <p:spPr>
          <a:xfrm>
            <a:off x="3479459" y="39887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07" name="Shape 404"/>
          <p:cNvSpPr/>
          <p:nvPr/>
        </p:nvSpPr>
        <p:spPr>
          <a:xfrm>
            <a:off x="3634212" y="40651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08" name="Shape 405"/>
          <p:cNvSpPr/>
          <p:nvPr/>
        </p:nvSpPr>
        <p:spPr>
          <a:xfrm>
            <a:off x="3752920" y="422244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09" name="Shape 406"/>
          <p:cNvSpPr/>
          <p:nvPr/>
        </p:nvSpPr>
        <p:spPr>
          <a:xfrm>
            <a:off x="3577831" y="43116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10" name="Shape 407"/>
          <p:cNvSpPr/>
          <p:nvPr/>
        </p:nvSpPr>
        <p:spPr>
          <a:xfrm>
            <a:off x="3817829" y="40724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11" name="Shape 408"/>
          <p:cNvSpPr/>
          <p:nvPr/>
        </p:nvSpPr>
        <p:spPr>
          <a:xfrm>
            <a:off x="3553451" y="18211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12" name="Shape 409"/>
          <p:cNvSpPr/>
          <p:nvPr/>
        </p:nvSpPr>
        <p:spPr>
          <a:xfrm>
            <a:off x="3686887" y="19909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13" name="Shape 410"/>
          <p:cNvSpPr/>
          <p:nvPr/>
        </p:nvSpPr>
        <p:spPr>
          <a:xfrm>
            <a:off x="3519731" y="36071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14" name="Shape 411"/>
          <p:cNvSpPr/>
          <p:nvPr/>
        </p:nvSpPr>
        <p:spPr>
          <a:xfrm>
            <a:off x="3595220" y="39810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15" name="Shape 412"/>
          <p:cNvSpPr/>
          <p:nvPr/>
        </p:nvSpPr>
        <p:spPr>
          <a:xfrm>
            <a:off x="3493258" y="42932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16" name="Shape 413"/>
          <p:cNvSpPr/>
          <p:nvPr/>
        </p:nvSpPr>
        <p:spPr>
          <a:xfrm>
            <a:off x="3395773" y="34868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17" name="Shape 414"/>
          <p:cNvSpPr/>
          <p:nvPr/>
        </p:nvSpPr>
        <p:spPr>
          <a:xfrm>
            <a:off x="3759158" y="33825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18" name="Shape 415"/>
          <p:cNvSpPr/>
          <p:nvPr/>
        </p:nvSpPr>
        <p:spPr>
          <a:xfrm>
            <a:off x="3514203" y="18529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19" name="Shape 416"/>
          <p:cNvSpPr/>
          <p:nvPr/>
        </p:nvSpPr>
        <p:spPr>
          <a:xfrm>
            <a:off x="3821669" y="259883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20" name="Shape 417"/>
          <p:cNvSpPr/>
          <p:nvPr/>
        </p:nvSpPr>
        <p:spPr>
          <a:xfrm>
            <a:off x="3671670" y="37106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21" name="Shape 418"/>
          <p:cNvSpPr/>
          <p:nvPr/>
        </p:nvSpPr>
        <p:spPr>
          <a:xfrm>
            <a:off x="3460846" y="27526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22" name="Shape 419"/>
          <p:cNvSpPr/>
          <p:nvPr/>
        </p:nvSpPr>
        <p:spPr>
          <a:xfrm>
            <a:off x="3682108" y="37879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23" name="Shape 420"/>
          <p:cNvSpPr/>
          <p:nvPr/>
        </p:nvSpPr>
        <p:spPr>
          <a:xfrm>
            <a:off x="3550034" y="27235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24" name="Shape 421"/>
          <p:cNvSpPr/>
          <p:nvPr/>
        </p:nvSpPr>
        <p:spPr>
          <a:xfrm>
            <a:off x="3506479" y="25867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25" name="Shape 422"/>
          <p:cNvSpPr/>
          <p:nvPr/>
        </p:nvSpPr>
        <p:spPr>
          <a:xfrm>
            <a:off x="3616621" y="37144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26" name="Shape 423"/>
          <p:cNvSpPr/>
          <p:nvPr/>
        </p:nvSpPr>
        <p:spPr>
          <a:xfrm>
            <a:off x="3648703" y="42035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27" name="Shape 424"/>
          <p:cNvSpPr/>
          <p:nvPr/>
        </p:nvSpPr>
        <p:spPr>
          <a:xfrm>
            <a:off x="3453633" y="39254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28" name="Shape 425"/>
          <p:cNvSpPr/>
          <p:nvPr/>
        </p:nvSpPr>
        <p:spPr>
          <a:xfrm>
            <a:off x="3644623" y="41550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29" name="Shape 426"/>
          <p:cNvSpPr/>
          <p:nvPr/>
        </p:nvSpPr>
        <p:spPr>
          <a:xfrm>
            <a:off x="3623268" y="40987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30" name="Shape 427"/>
          <p:cNvSpPr/>
          <p:nvPr/>
        </p:nvSpPr>
        <p:spPr>
          <a:xfrm>
            <a:off x="3415353" y="40133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31" name="Shape 428"/>
          <p:cNvSpPr/>
          <p:nvPr/>
        </p:nvSpPr>
        <p:spPr>
          <a:xfrm>
            <a:off x="3571641" y="39699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32" name="Shape 429"/>
          <p:cNvSpPr/>
          <p:nvPr/>
        </p:nvSpPr>
        <p:spPr>
          <a:xfrm>
            <a:off x="3655673" y="38411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33" name="Shape 430"/>
          <p:cNvSpPr/>
          <p:nvPr/>
        </p:nvSpPr>
        <p:spPr>
          <a:xfrm>
            <a:off x="3642982" y="397434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34" name="Shape 431"/>
          <p:cNvSpPr/>
          <p:nvPr/>
        </p:nvSpPr>
        <p:spPr>
          <a:xfrm>
            <a:off x="3711365" y="39963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35" name="Shape 432"/>
          <p:cNvSpPr/>
          <p:nvPr/>
        </p:nvSpPr>
        <p:spPr>
          <a:xfrm>
            <a:off x="3448347" y="38486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36" name="Shape 433"/>
          <p:cNvSpPr/>
          <p:nvPr/>
        </p:nvSpPr>
        <p:spPr>
          <a:xfrm>
            <a:off x="3629115" y="19423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37" name="Shape 434"/>
          <p:cNvSpPr/>
          <p:nvPr/>
        </p:nvSpPr>
        <p:spPr>
          <a:xfrm>
            <a:off x="3402484" y="26596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38" name="Shape 435"/>
          <p:cNvSpPr/>
          <p:nvPr/>
        </p:nvSpPr>
        <p:spPr>
          <a:xfrm>
            <a:off x="3582380" y="19599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39" name="Shape 436"/>
          <p:cNvSpPr/>
          <p:nvPr/>
        </p:nvSpPr>
        <p:spPr>
          <a:xfrm>
            <a:off x="3738516" y="39598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40" name="Shape 437"/>
          <p:cNvSpPr/>
          <p:nvPr/>
        </p:nvSpPr>
        <p:spPr>
          <a:xfrm>
            <a:off x="3524929" y="41793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41" name="Shape 438"/>
          <p:cNvSpPr/>
          <p:nvPr/>
        </p:nvSpPr>
        <p:spPr>
          <a:xfrm>
            <a:off x="3459518" y="43859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42" name="Shape 439"/>
          <p:cNvSpPr/>
          <p:nvPr/>
        </p:nvSpPr>
        <p:spPr>
          <a:xfrm>
            <a:off x="3545417" y="40136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43" name="Shape 440"/>
          <p:cNvSpPr/>
          <p:nvPr/>
        </p:nvSpPr>
        <p:spPr>
          <a:xfrm>
            <a:off x="3622953" y="41694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44" name="Shape 441"/>
          <p:cNvSpPr/>
          <p:nvPr/>
        </p:nvSpPr>
        <p:spPr>
          <a:xfrm>
            <a:off x="3619110" y="43025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45" name="Shape 442"/>
          <p:cNvSpPr/>
          <p:nvPr/>
        </p:nvSpPr>
        <p:spPr>
          <a:xfrm>
            <a:off x="3666219" y="42310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46" name="Shape 443"/>
          <p:cNvSpPr/>
          <p:nvPr/>
        </p:nvSpPr>
        <p:spPr>
          <a:xfrm>
            <a:off x="3439879" y="40674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47" name="Shape 444"/>
          <p:cNvSpPr/>
          <p:nvPr/>
        </p:nvSpPr>
        <p:spPr>
          <a:xfrm>
            <a:off x="3627588" y="425139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48" name="Shape 445"/>
          <p:cNvSpPr/>
          <p:nvPr/>
        </p:nvSpPr>
        <p:spPr>
          <a:xfrm>
            <a:off x="3708086" y="41769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49" name="Shape 446"/>
          <p:cNvSpPr/>
          <p:nvPr/>
        </p:nvSpPr>
        <p:spPr>
          <a:xfrm>
            <a:off x="3420473" y="41077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50" name="Shape 447"/>
          <p:cNvSpPr/>
          <p:nvPr/>
        </p:nvSpPr>
        <p:spPr>
          <a:xfrm>
            <a:off x="3764042" y="35643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51" name="Shape 448"/>
          <p:cNvSpPr/>
          <p:nvPr/>
        </p:nvSpPr>
        <p:spPr>
          <a:xfrm>
            <a:off x="3596812" y="33642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52" name="Shape 449"/>
          <p:cNvSpPr/>
          <p:nvPr/>
        </p:nvSpPr>
        <p:spPr>
          <a:xfrm>
            <a:off x="3450161" y="37659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53" name="Shape 450"/>
          <p:cNvSpPr/>
          <p:nvPr/>
        </p:nvSpPr>
        <p:spPr>
          <a:xfrm>
            <a:off x="3781687" y="35726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54" name="Shape 451"/>
          <p:cNvSpPr/>
          <p:nvPr/>
        </p:nvSpPr>
        <p:spPr>
          <a:xfrm>
            <a:off x="3689079" y="33047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55" name="Shape 452"/>
          <p:cNvSpPr/>
          <p:nvPr/>
        </p:nvSpPr>
        <p:spPr>
          <a:xfrm>
            <a:off x="3647214" y="30909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56" name="Shape 453"/>
          <p:cNvSpPr/>
          <p:nvPr/>
        </p:nvSpPr>
        <p:spPr>
          <a:xfrm>
            <a:off x="3698585" y="40461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57" name="Shape 454"/>
          <p:cNvSpPr/>
          <p:nvPr/>
        </p:nvSpPr>
        <p:spPr>
          <a:xfrm>
            <a:off x="3597720" y="36625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58" name="Shape 455"/>
          <p:cNvSpPr/>
          <p:nvPr/>
        </p:nvSpPr>
        <p:spPr>
          <a:xfrm>
            <a:off x="3661096" y="30967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59" name="Shape 456"/>
          <p:cNvSpPr/>
          <p:nvPr/>
        </p:nvSpPr>
        <p:spPr>
          <a:xfrm>
            <a:off x="3452046" y="31249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60" name="Shape 457"/>
          <p:cNvSpPr/>
          <p:nvPr/>
        </p:nvSpPr>
        <p:spPr>
          <a:xfrm>
            <a:off x="3696269" y="41153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61" name="Shape 458"/>
          <p:cNvSpPr/>
          <p:nvPr/>
        </p:nvSpPr>
        <p:spPr>
          <a:xfrm>
            <a:off x="3753719" y="34599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62" name="Shape 459"/>
          <p:cNvSpPr/>
          <p:nvPr/>
        </p:nvSpPr>
        <p:spPr>
          <a:xfrm>
            <a:off x="3463289" y="32129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63" name="Shape 460"/>
          <p:cNvSpPr/>
          <p:nvPr/>
        </p:nvSpPr>
        <p:spPr>
          <a:xfrm>
            <a:off x="3529440" y="30562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64" name="Shape 461"/>
          <p:cNvSpPr/>
          <p:nvPr/>
        </p:nvSpPr>
        <p:spPr>
          <a:xfrm>
            <a:off x="3515097" y="24869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65" name="Shape 462"/>
          <p:cNvSpPr/>
          <p:nvPr/>
        </p:nvSpPr>
        <p:spPr>
          <a:xfrm>
            <a:off x="3783590" y="30252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66" name="Shape 463"/>
          <p:cNvSpPr/>
          <p:nvPr/>
        </p:nvSpPr>
        <p:spPr>
          <a:xfrm>
            <a:off x="3540430" y="26703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67" name="Shape 464"/>
          <p:cNvSpPr/>
          <p:nvPr/>
        </p:nvSpPr>
        <p:spPr>
          <a:xfrm>
            <a:off x="3482426" y="34205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68" name="Shape 465"/>
          <p:cNvSpPr/>
          <p:nvPr/>
        </p:nvSpPr>
        <p:spPr>
          <a:xfrm>
            <a:off x="3602630" y="22327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69" name="Shape 466"/>
          <p:cNvSpPr/>
          <p:nvPr/>
        </p:nvSpPr>
        <p:spPr>
          <a:xfrm>
            <a:off x="3632143" y="25058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70" name="Shape 467"/>
          <p:cNvSpPr/>
          <p:nvPr/>
        </p:nvSpPr>
        <p:spPr>
          <a:xfrm>
            <a:off x="3824383" y="35886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71" name="Shape 468"/>
          <p:cNvSpPr/>
          <p:nvPr/>
        </p:nvSpPr>
        <p:spPr>
          <a:xfrm>
            <a:off x="3680675" y="40966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72" name="Shape 469"/>
          <p:cNvSpPr/>
          <p:nvPr/>
        </p:nvSpPr>
        <p:spPr>
          <a:xfrm>
            <a:off x="3660724" y="35181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73" name="Shape 470"/>
          <p:cNvSpPr/>
          <p:nvPr/>
        </p:nvSpPr>
        <p:spPr>
          <a:xfrm>
            <a:off x="3748175" y="36232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74" name="Shape 471"/>
          <p:cNvSpPr/>
          <p:nvPr/>
        </p:nvSpPr>
        <p:spPr>
          <a:xfrm>
            <a:off x="3567205" y="32511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75" name="Shape 472"/>
          <p:cNvSpPr/>
          <p:nvPr/>
        </p:nvSpPr>
        <p:spPr>
          <a:xfrm>
            <a:off x="3433607" y="35898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76" name="Shape 473"/>
          <p:cNvSpPr/>
          <p:nvPr/>
        </p:nvSpPr>
        <p:spPr>
          <a:xfrm>
            <a:off x="3655845" y="32560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77" name="Shape 474"/>
          <p:cNvSpPr/>
          <p:nvPr/>
        </p:nvSpPr>
        <p:spPr>
          <a:xfrm>
            <a:off x="3700491" y="39175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78" name="Shape 475"/>
          <p:cNvSpPr/>
          <p:nvPr/>
        </p:nvSpPr>
        <p:spPr>
          <a:xfrm>
            <a:off x="3638986" y="35650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79" name="Shape 476"/>
          <p:cNvSpPr/>
          <p:nvPr/>
        </p:nvSpPr>
        <p:spPr>
          <a:xfrm>
            <a:off x="3761470" y="37107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80" name="Shape 477"/>
          <p:cNvSpPr/>
          <p:nvPr/>
        </p:nvSpPr>
        <p:spPr>
          <a:xfrm>
            <a:off x="3722053" y="37196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81" name="Shape 478"/>
          <p:cNvSpPr/>
          <p:nvPr/>
        </p:nvSpPr>
        <p:spPr>
          <a:xfrm>
            <a:off x="3458141" y="36424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82" name="Shape 479"/>
          <p:cNvSpPr/>
          <p:nvPr/>
        </p:nvSpPr>
        <p:spPr>
          <a:xfrm>
            <a:off x="3436560" y="39955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83" name="Shape 480"/>
          <p:cNvSpPr/>
          <p:nvPr/>
        </p:nvSpPr>
        <p:spPr>
          <a:xfrm>
            <a:off x="3649491" y="39695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84" name="Shape 481"/>
          <p:cNvSpPr/>
          <p:nvPr/>
        </p:nvSpPr>
        <p:spPr>
          <a:xfrm>
            <a:off x="3481669" y="36525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85" name="Shape 482"/>
          <p:cNvSpPr/>
          <p:nvPr/>
        </p:nvSpPr>
        <p:spPr>
          <a:xfrm>
            <a:off x="3516882" y="39287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86" name="Shape 483"/>
          <p:cNvSpPr/>
          <p:nvPr/>
        </p:nvSpPr>
        <p:spPr>
          <a:xfrm>
            <a:off x="3794795" y="42799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87" name="Shape 484"/>
          <p:cNvSpPr/>
          <p:nvPr/>
        </p:nvSpPr>
        <p:spPr>
          <a:xfrm>
            <a:off x="3439947" y="40278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88" name="Shape 485"/>
          <p:cNvSpPr/>
          <p:nvPr/>
        </p:nvSpPr>
        <p:spPr>
          <a:xfrm>
            <a:off x="3812612" y="34157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89" name="Shape 486"/>
          <p:cNvSpPr/>
          <p:nvPr/>
        </p:nvSpPr>
        <p:spPr>
          <a:xfrm>
            <a:off x="3456568" y="34971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0" name="Shape 487"/>
          <p:cNvSpPr/>
          <p:nvPr/>
        </p:nvSpPr>
        <p:spPr>
          <a:xfrm>
            <a:off x="3692402" y="33322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1" name="Shape 488"/>
          <p:cNvSpPr/>
          <p:nvPr/>
        </p:nvSpPr>
        <p:spPr>
          <a:xfrm>
            <a:off x="3406134" y="387695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2" name="Shape 489"/>
          <p:cNvSpPr/>
          <p:nvPr/>
        </p:nvSpPr>
        <p:spPr>
          <a:xfrm>
            <a:off x="3570106" y="42672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3" name="Shape 490"/>
          <p:cNvSpPr/>
          <p:nvPr/>
        </p:nvSpPr>
        <p:spPr>
          <a:xfrm>
            <a:off x="3734142" y="42575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4" name="Shape 491"/>
          <p:cNvSpPr/>
          <p:nvPr/>
        </p:nvSpPr>
        <p:spPr>
          <a:xfrm>
            <a:off x="3411186" y="42078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5" name="Shape 492"/>
          <p:cNvSpPr/>
          <p:nvPr/>
        </p:nvSpPr>
        <p:spPr>
          <a:xfrm>
            <a:off x="3778390" y="45510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6" name="Shape 493"/>
          <p:cNvSpPr/>
          <p:nvPr/>
        </p:nvSpPr>
        <p:spPr>
          <a:xfrm>
            <a:off x="3692614" y="41374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7" name="Shape 494"/>
          <p:cNvSpPr/>
          <p:nvPr/>
        </p:nvSpPr>
        <p:spPr>
          <a:xfrm>
            <a:off x="3486625" y="40314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8" name="Shape 495"/>
          <p:cNvSpPr/>
          <p:nvPr/>
        </p:nvSpPr>
        <p:spPr>
          <a:xfrm>
            <a:off x="3586062" y="41458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499" name="Shape 496"/>
          <p:cNvSpPr/>
          <p:nvPr/>
        </p:nvSpPr>
        <p:spPr>
          <a:xfrm>
            <a:off x="3698610" y="41612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0" name="Shape 497"/>
          <p:cNvSpPr/>
          <p:nvPr/>
        </p:nvSpPr>
        <p:spPr>
          <a:xfrm>
            <a:off x="3459582" y="43647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1" name="Shape 498"/>
          <p:cNvSpPr/>
          <p:nvPr/>
        </p:nvSpPr>
        <p:spPr>
          <a:xfrm>
            <a:off x="3484583" y="31341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2" name="Shape 499"/>
          <p:cNvSpPr/>
          <p:nvPr/>
        </p:nvSpPr>
        <p:spPr>
          <a:xfrm>
            <a:off x="3605870" y="40384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503" name="Shape 500"/>
          <p:cNvSpPr/>
          <p:nvPr/>
        </p:nvSpPr>
        <p:spPr>
          <a:xfrm>
            <a:off x="3632200" y="2593074"/>
            <a:ext cx="127" cy="1728304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504" name="Shape 501"/>
          <p:cNvSpPr/>
          <p:nvPr/>
        </p:nvSpPr>
        <p:spPr>
          <a:xfrm>
            <a:off x="3530600" y="4321378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505" name="Shape 502"/>
          <p:cNvSpPr/>
          <p:nvPr/>
        </p:nvSpPr>
        <p:spPr>
          <a:xfrm>
            <a:off x="3530600" y="2593074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506" name="Shape 503"/>
          <p:cNvSpPr/>
          <p:nvPr/>
        </p:nvSpPr>
        <p:spPr>
          <a:xfrm>
            <a:off x="3479800" y="3511268"/>
            <a:ext cx="304800" cy="541151"/>
          </a:xfrm>
          <a:prstGeom prst="rect">
            <a:avLst/>
          </a:prstGeom>
          <a:solidFill>
            <a:srgbClr val="FFFFFF"/>
          </a:solidFill>
          <a:ln w="19050">
            <a:solidFill>
              <a:srgbClr val="5575B2"/>
            </a:solidFill>
            <a:prstDash val="solid"/>
          </a:ln>
        </p:spPr>
      </p:sp>
      <p:sp>
        <p:nvSpPr>
          <p:cNvPr id="507" name="Shape 504"/>
          <p:cNvSpPr/>
          <p:nvPr/>
        </p:nvSpPr>
        <p:spPr>
          <a:xfrm>
            <a:off x="3479800" y="3866952"/>
            <a:ext cx="304800" cy="127"/>
          </a:xfrm>
          <a:prstGeom prst="line">
            <a:avLst/>
          </a:prstGeom>
          <a:noFill/>
          <a:ln w="30480">
            <a:solidFill>
              <a:srgbClr val="5575B2"/>
            </a:solidFill>
            <a:prstDash val="solid"/>
          </a:ln>
        </p:spPr>
      </p:sp>
      <p:sp>
        <p:nvSpPr>
          <p:cNvPr id="508" name="Shape 505"/>
          <p:cNvSpPr/>
          <p:nvPr/>
        </p:nvSpPr>
        <p:spPr>
          <a:xfrm>
            <a:off x="3632200" y="5105400"/>
            <a:ext cx="127" cy="76200"/>
          </a:xfrm>
          <a:prstGeom prst="line">
            <a:avLst/>
          </a:prstGeom>
          <a:noFill/>
          <a:ln w="10160">
            <a:solidFill>
              <a:srgbClr val="26333D"/>
            </a:solidFill>
            <a:prstDash val="solid"/>
          </a:ln>
        </p:spPr>
      </p:sp>
      <p:sp>
        <p:nvSpPr>
          <p:cNvPr id="509" name="Text 506"/>
          <p:cNvSpPr/>
          <p:nvPr/>
        </p:nvSpPr>
        <p:spPr>
          <a:xfrm>
            <a:off x="2857500" y="5270500"/>
            <a:ext cx="154940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local_cov-C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CryoAtom2</a:t>
            </a:r>
            <a:endParaRPr lang="en-US" sz="1500" dirty="0"/>
          </a:p>
        </p:txBody>
      </p:sp>
      <p:sp>
        <p:nvSpPr>
          <p:cNvPr id="510" name="Shape 507"/>
          <p:cNvSpPr/>
          <p:nvPr/>
        </p:nvSpPr>
        <p:spPr>
          <a:xfrm>
            <a:off x="5445522" y="343320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11" name="Shape 508"/>
          <p:cNvSpPr/>
          <p:nvPr/>
        </p:nvSpPr>
        <p:spPr>
          <a:xfrm>
            <a:off x="5402574" y="341696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12" name="Shape 509"/>
          <p:cNvSpPr/>
          <p:nvPr/>
        </p:nvSpPr>
        <p:spPr>
          <a:xfrm>
            <a:off x="5154588" y="358861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13" name="Shape 510"/>
          <p:cNvSpPr/>
          <p:nvPr/>
        </p:nvSpPr>
        <p:spPr>
          <a:xfrm>
            <a:off x="5372504" y="351192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14" name="Shape 511"/>
          <p:cNvSpPr/>
          <p:nvPr/>
        </p:nvSpPr>
        <p:spPr>
          <a:xfrm>
            <a:off x="5037370" y="346937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15" name="Shape 512"/>
          <p:cNvSpPr/>
          <p:nvPr/>
        </p:nvSpPr>
        <p:spPr>
          <a:xfrm>
            <a:off x="5236186" y="346579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16" name="Shape 513"/>
          <p:cNvSpPr/>
          <p:nvPr/>
        </p:nvSpPr>
        <p:spPr>
          <a:xfrm>
            <a:off x="5206078" y="343319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17" name="Shape 514"/>
          <p:cNvSpPr/>
          <p:nvPr/>
        </p:nvSpPr>
        <p:spPr>
          <a:xfrm>
            <a:off x="5261055" y="383253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18" name="Shape 515"/>
          <p:cNvSpPr/>
          <p:nvPr/>
        </p:nvSpPr>
        <p:spPr>
          <a:xfrm>
            <a:off x="5240218" y="356082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19" name="Shape 516"/>
          <p:cNvSpPr/>
          <p:nvPr/>
        </p:nvSpPr>
        <p:spPr>
          <a:xfrm>
            <a:off x="5450096" y="345474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20" name="Shape 517"/>
          <p:cNvSpPr/>
          <p:nvPr/>
        </p:nvSpPr>
        <p:spPr>
          <a:xfrm>
            <a:off x="5251200" y="345395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21" name="Shape 518"/>
          <p:cNvSpPr/>
          <p:nvPr/>
        </p:nvSpPr>
        <p:spPr>
          <a:xfrm>
            <a:off x="5395747" y="339728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22" name="Shape 519"/>
          <p:cNvSpPr/>
          <p:nvPr/>
        </p:nvSpPr>
        <p:spPr>
          <a:xfrm>
            <a:off x="5237143" y="353691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23" name="Shape 520"/>
          <p:cNvSpPr/>
          <p:nvPr/>
        </p:nvSpPr>
        <p:spPr>
          <a:xfrm>
            <a:off x="5438866" y="332781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24" name="Shape 521"/>
          <p:cNvSpPr/>
          <p:nvPr/>
        </p:nvSpPr>
        <p:spPr>
          <a:xfrm>
            <a:off x="5077458" y="333296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25" name="Shape 522"/>
          <p:cNvSpPr/>
          <p:nvPr/>
        </p:nvSpPr>
        <p:spPr>
          <a:xfrm>
            <a:off x="5069111" y="349817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26" name="Shape 523"/>
          <p:cNvSpPr/>
          <p:nvPr/>
        </p:nvSpPr>
        <p:spPr>
          <a:xfrm>
            <a:off x="5094818" y="388988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27" name="Shape 524"/>
          <p:cNvSpPr/>
          <p:nvPr/>
        </p:nvSpPr>
        <p:spPr>
          <a:xfrm>
            <a:off x="5184618" y="321120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28" name="Shape 525"/>
          <p:cNvSpPr/>
          <p:nvPr/>
        </p:nvSpPr>
        <p:spPr>
          <a:xfrm>
            <a:off x="5086191" y="357787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29" name="Shape 526"/>
          <p:cNvSpPr/>
          <p:nvPr/>
        </p:nvSpPr>
        <p:spPr>
          <a:xfrm>
            <a:off x="5395993" y="364026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30" name="Shape 527"/>
          <p:cNvSpPr/>
          <p:nvPr/>
        </p:nvSpPr>
        <p:spPr>
          <a:xfrm>
            <a:off x="5408975" y="328579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31" name="Shape 528"/>
          <p:cNvSpPr/>
          <p:nvPr/>
        </p:nvSpPr>
        <p:spPr>
          <a:xfrm>
            <a:off x="5094882" y="369434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32" name="Shape 529"/>
          <p:cNvSpPr/>
          <p:nvPr/>
        </p:nvSpPr>
        <p:spPr>
          <a:xfrm>
            <a:off x="5199745" y="349698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33" name="Shape 530"/>
          <p:cNvSpPr/>
          <p:nvPr/>
        </p:nvSpPr>
        <p:spPr>
          <a:xfrm>
            <a:off x="5069510" y="365679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34" name="Shape 531"/>
          <p:cNvSpPr/>
          <p:nvPr/>
        </p:nvSpPr>
        <p:spPr>
          <a:xfrm>
            <a:off x="5054305" y="345470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35" name="Shape 532"/>
          <p:cNvSpPr/>
          <p:nvPr/>
        </p:nvSpPr>
        <p:spPr>
          <a:xfrm>
            <a:off x="5222547" y="379256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36" name="Shape 533"/>
          <p:cNvSpPr/>
          <p:nvPr/>
        </p:nvSpPr>
        <p:spPr>
          <a:xfrm>
            <a:off x="5101883" y="328213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37" name="Shape 534"/>
          <p:cNvSpPr/>
          <p:nvPr/>
        </p:nvSpPr>
        <p:spPr>
          <a:xfrm>
            <a:off x="5419082" y="361576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38" name="Shape 535"/>
          <p:cNvSpPr/>
          <p:nvPr/>
        </p:nvSpPr>
        <p:spPr>
          <a:xfrm>
            <a:off x="5174156" y="373266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39" name="Shape 536"/>
          <p:cNvSpPr/>
          <p:nvPr/>
        </p:nvSpPr>
        <p:spPr>
          <a:xfrm>
            <a:off x="5139434" y="322111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40" name="Shape 537"/>
          <p:cNvSpPr/>
          <p:nvPr/>
        </p:nvSpPr>
        <p:spPr>
          <a:xfrm>
            <a:off x="5027374" y="342882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41" name="Shape 538"/>
          <p:cNvSpPr/>
          <p:nvPr/>
        </p:nvSpPr>
        <p:spPr>
          <a:xfrm>
            <a:off x="5446283" y="350126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42" name="Shape 539"/>
          <p:cNvSpPr/>
          <p:nvPr/>
        </p:nvSpPr>
        <p:spPr>
          <a:xfrm>
            <a:off x="5206759" y="345117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43" name="Shape 540"/>
          <p:cNvSpPr/>
          <p:nvPr/>
        </p:nvSpPr>
        <p:spPr>
          <a:xfrm>
            <a:off x="5173417" y="324346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44" name="Shape 541"/>
          <p:cNvSpPr/>
          <p:nvPr/>
        </p:nvSpPr>
        <p:spPr>
          <a:xfrm>
            <a:off x="5422485" y="373086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45" name="Shape 542"/>
          <p:cNvSpPr/>
          <p:nvPr/>
        </p:nvSpPr>
        <p:spPr>
          <a:xfrm>
            <a:off x="5373424" y="319432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46" name="Shape 543"/>
          <p:cNvSpPr/>
          <p:nvPr/>
        </p:nvSpPr>
        <p:spPr>
          <a:xfrm>
            <a:off x="5066360" y="344453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47" name="Shape 544"/>
          <p:cNvSpPr/>
          <p:nvPr/>
        </p:nvSpPr>
        <p:spPr>
          <a:xfrm>
            <a:off x="5143141" y="366256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48" name="Shape 545"/>
          <p:cNvSpPr/>
          <p:nvPr/>
        </p:nvSpPr>
        <p:spPr>
          <a:xfrm>
            <a:off x="5187407" y="357131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49" name="Shape 546"/>
          <p:cNvSpPr/>
          <p:nvPr/>
        </p:nvSpPr>
        <p:spPr>
          <a:xfrm>
            <a:off x="5150459" y="374310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50" name="Shape 547"/>
          <p:cNvSpPr/>
          <p:nvPr/>
        </p:nvSpPr>
        <p:spPr>
          <a:xfrm>
            <a:off x="5307159" y="329781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51" name="Shape 548"/>
          <p:cNvSpPr/>
          <p:nvPr/>
        </p:nvSpPr>
        <p:spPr>
          <a:xfrm>
            <a:off x="5186408" y="328943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52" name="Shape 549"/>
          <p:cNvSpPr/>
          <p:nvPr/>
        </p:nvSpPr>
        <p:spPr>
          <a:xfrm>
            <a:off x="5084041" y="341158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53" name="Shape 550"/>
          <p:cNvSpPr/>
          <p:nvPr/>
        </p:nvSpPr>
        <p:spPr>
          <a:xfrm>
            <a:off x="5107573" y="334576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54" name="Shape 551"/>
          <p:cNvSpPr/>
          <p:nvPr/>
        </p:nvSpPr>
        <p:spPr>
          <a:xfrm>
            <a:off x="5026538" y="393190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55" name="Shape 552"/>
          <p:cNvSpPr/>
          <p:nvPr/>
        </p:nvSpPr>
        <p:spPr>
          <a:xfrm>
            <a:off x="5232559" y="370141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56" name="Shape 553"/>
          <p:cNvSpPr/>
          <p:nvPr/>
        </p:nvSpPr>
        <p:spPr>
          <a:xfrm>
            <a:off x="5168379" y="317189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57" name="Shape 554"/>
          <p:cNvSpPr/>
          <p:nvPr/>
        </p:nvSpPr>
        <p:spPr>
          <a:xfrm>
            <a:off x="5023129" y="364542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58" name="Shape 555"/>
          <p:cNvSpPr/>
          <p:nvPr/>
        </p:nvSpPr>
        <p:spPr>
          <a:xfrm>
            <a:off x="5231745" y="335856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59" name="Shape 556"/>
          <p:cNvSpPr/>
          <p:nvPr/>
        </p:nvSpPr>
        <p:spPr>
          <a:xfrm>
            <a:off x="5242933" y="316101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60" name="Shape 557"/>
          <p:cNvSpPr/>
          <p:nvPr/>
        </p:nvSpPr>
        <p:spPr>
          <a:xfrm>
            <a:off x="5151033" y="363175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61" name="Shape 558"/>
          <p:cNvSpPr/>
          <p:nvPr/>
        </p:nvSpPr>
        <p:spPr>
          <a:xfrm>
            <a:off x="5136863" y="345386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62" name="Shape 559"/>
          <p:cNvSpPr/>
          <p:nvPr/>
        </p:nvSpPr>
        <p:spPr>
          <a:xfrm>
            <a:off x="5293256" y="371892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63" name="Shape 560"/>
          <p:cNvSpPr/>
          <p:nvPr/>
        </p:nvSpPr>
        <p:spPr>
          <a:xfrm>
            <a:off x="5052826" y="367617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64" name="Shape 561"/>
          <p:cNvSpPr/>
          <p:nvPr/>
        </p:nvSpPr>
        <p:spPr>
          <a:xfrm>
            <a:off x="5167131" y="340301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65" name="Shape 562"/>
          <p:cNvSpPr/>
          <p:nvPr/>
        </p:nvSpPr>
        <p:spPr>
          <a:xfrm>
            <a:off x="5379577" y="335106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66" name="Shape 563"/>
          <p:cNvSpPr/>
          <p:nvPr/>
        </p:nvSpPr>
        <p:spPr>
          <a:xfrm>
            <a:off x="5265118" y="375234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67" name="Shape 564"/>
          <p:cNvSpPr/>
          <p:nvPr/>
        </p:nvSpPr>
        <p:spPr>
          <a:xfrm>
            <a:off x="5327314" y="364401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68" name="Shape 565"/>
          <p:cNvSpPr/>
          <p:nvPr/>
        </p:nvSpPr>
        <p:spPr>
          <a:xfrm>
            <a:off x="5205385" y="331096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69" name="Shape 566"/>
          <p:cNvSpPr/>
          <p:nvPr/>
        </p:nvSpPr>
        <p:spPr>
          <a:xfrm>
            <a:off x="5405243" y="391291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70" name="Shape 567"/>
          <p:cNvSpPr/>
          <p:nvPr/>
        </p:nvSpPr>
        <p:spPr>
          <a:xfrm>
            <a:off x="5232961" y="317719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71" name="Shape 568"/>
          <p:cNvSpPr/>
          <p:nvPr/>
        </p:nvSpPr>
        <p:spPr>
          <a:xfrm>
            <a:off x="5299938" y="358620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72" name="Shape 569"/>
          <p:cNvSpPr/>
          <p:nvPr/>
        </p:nvSpPr>
        <p:spPr>
          <a:xfrm>
            <a:off x="5052472" y="331099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73" name="Shape 570"/>
          <p:cNvSpPr/>
          <p:nvPr/>
        </p:nvSpPr>
        <p:spPr>
          <a:xfrm>
            <a:off x="5229747" y="330624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74" name="Shape 571"/>
          <p:cNvSpPr/>
          <p:nvPr/>
        </p:nvSpPr>
        <p:spPr>
          <a:xfrm>
            <a:off x="5157950" y="331108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75" name="Shape 572"/>
          <p:cNvSpPr/>
          <p:nvPr/>
        </p:nvSpPr>
        <p:spPr>
          <a:xfrm>
            <a:off x="5029521" y="339127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76" name="Shape 573"/>
          <p:cNvSpPr/>
          <p:nvPr/>
        </p:nvSpPr>
        <p:spPr>
          <a:xfrm>
            <a:off x="5297950" y="328376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77" name="Shape 574"/>
          <p:cNvSpPr/>
          <p:nvPr/>
        </p:nvSpPr>
        <p:spPr>
          <a:xfrm>
            <a:off x="5307371" y="375843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78" name="Shape 575"/>
          <p:cNvSpPr/>
          <p:nvPr/>
        </p:nvSpPr>
        <p:spPr>
          <a:xfrm>
            <a:off x="5135861" y="326904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79" name="Shape 576"/>
          <p:cNvSpPr/>
          <p:nvPr/>
        </p:nvSpPr>
        <p:spPr>
          <a:xfrm>
            <a:off x="5234143" y="354990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80" name="Shape 577"/>
          <p:cNvSpPr/>
          <p:nvPr/>
        </p:nvSpPr>
        <p:spPr>
          <a:xfrm>
            <a:off x="5397357" y="339157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81" name="Shape 578"/>
          <p:cNvSpPr/>
          <p:nvPr/>
        </p:nvSpPr>
        <p:spPr>
          <a:xfrm>
            <a:off x="5263888" y="372798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82" name="Shape 579"/>
          <p:cNvSpPr/>
          <p:nvPr/>
        </p:nvSpPr>
        <p:spPr>
          <a:xfrm>
            <a:off x="5214686" y="336656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83" name="Shape 580"/>
          <p:cNvSpPr/>
          <p:nvPr/>
        </p:nvSpPr>
        <p:spPr>
          <a:xfrm>
            <a:off x="5077525" y="360453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84" name="Shape 581"/>
          <p:cNvSpPr/>
          <p:nvPr/>
        </p:nvSpPr>
        <p:spPr>
          <a:xfrm>
            <a:off x="5244334" y="370427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85" name="Shape 582"/>
          <p:cNvSpPr/>
          <p:nvPr/>
        </p:nvSpPr>
        <p:spPr>
          <a:xfrm>
            <a:off x="5342388" y="341534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86" name="Shape 583"/>
          <p:cNvSpPr/>
          <p:nvPr/>
        </p:nvSpPr>
        <p:spPr>
          <a:xfrm>
            <a:off x="5189636" y="372332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87" name="Shape 584"/>
          <p:cNvSpPr/>
          <p:nvPr/>
        </p:nvSpPr>
        <p:spPr>
          <a:xfrm>
            <a:off x="5050271" y="369963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88" name="Shape 585"/>
          <p:cNvSpPr/>
          <p:nvPr/>
        </p:nvSpPr>
        <p:spPr>
          <a:xfrm>
            <a:off x="5184698" y="358049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89" name="Shape 586"/>
          <p:cNvSpPr/>
          <p:nvPr/>
        </p:nvSpPr>
        <p:spPr>
          <a:xfrm>
            <a:off x="5331652" y="326832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90" name="Shape 587"/>
          <p:cNvSpPr/>
          <p:nvPr/>
        </p:nvSpPr>
        <p:spPr>
          <a:xfrm>
            <a:off x="5412579" y="317411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91" name="Shape 588"/>
          <p:cNvSpPr/>
          <p:nvPr/>
        </p:nvSpPr>
        <p:spPr>
          <a:xfrm>
            <a:off x="5161683" y="348242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92" name="Shape 589"/>
          <p:cNvSpPr/>
          <p:nvPr/>
        </p:nvSpPr>
        <p:spPr>
          <a:xfrm>
            <a:off x="5407736" y="355001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93" name="Shape 590"/>
          <p:cNvSpPr/>
          <p:nvPr/>
        </p:nvSpPr>
        <p:spPr>
          <a:xfrm>
            <a:off x="5164667" y="377974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94" name="Shape 591"/>
          <p:cNvSpPr/>
          <p:nvPr/>
        </p:nvSpPr>
        <p:spPr>
          <a:xfrm>
            <a:off x="5281115" y="371326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95" name="Shape 592"/>
          <p:cNvSpPr/>
          <p:nvPr/>
        </p:nvSpPr>
        <p:spPr>
          <a:xfrm>
            <a:off x="5433589" y="367401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96" name="Shape 593"/>
          <p:cNvSpPr/>
          <p:nvPr/>
        </p:nvSpPr>
        <p:spPr>
          <a:xfrm>
            <a:off x="5041947" y="394224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97" name="Shape 594"/>
          <p:cNvSpPr/>
          <p:nvPr/>
        </p:nvSpPr>
        <p:spPr>
          <a:xfrm>
            <a:off x="5042141" y="323812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98" name="Shape 595"/>
          <p:cNvSpPr/>
          <p:nvPr/>
        </p:nvSpPr>
        <p:spPr>
          <a:xfrm>
            <a:off x="5429638" y="392107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599" name="Shape 596"/>
          <p:cNvSpPr/>
          <p:nvPr/>
        </p:nvSpPr>
        <p:spPr>
          <a:xfrm>
            <a:off x="5131251" y="299789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00" name="Shape 597"/>
          <p:cNvSpPr/>
          <p:nvPr/>
        </p:nvSpPr>
        <p:spPr>
          <a:xfrm>
            <a:off x="5267901" y="315263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01" name="Shape 598"/>
          <p:cNvSpPr/>
          <p:nvPr/>
        </p:nvSpPr>
        <p:spPr>
          <a:xfrm>
            <a:off x="5022183" y="386319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02" name="Shape 599"/>
          <p:cNvSpPr/>
          <p:nvPr/>
        </p:nvSpPr>
        <p:spPr>
          <a:xfrm>
            <a:off x="5256637" y="400500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03" name="Shape 600"/>
          <p:cNvSpPr/>
          <p:nvPr/>
        </p:nvSpPr>
        <p:spPr>
          <a:xfrm>
            <a:off x="5216530" y="378140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04" name="Shape 601"/>
          <p:cNvSpPr/>
          <p:nvPr/>
        </p:nvSpPr>
        <p:spPr>
          <a:xfrm>
            <a:off x="5376856" y="271719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05" name="Shape 602"/>
          <p:cNvSpPr/>
          <p:nvPr/>
        </p:nvSpPr>
        <p:spPr>
          <a:xfrm>
            <a:off x="5357158" y="329656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06" name="Shape 603"/>
          <p:cNvSpPr/>
          <p:nvPr/>
        </p:nvSpPr>
        <p:spPr>
          <a:xfrm>
            <a:off x="5055556" y="294006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07" name="Shape 604"/>
          <p:cNvSpPr/>
          <p:nvPr/>
        </p:nvSpPr>
        <p:spPr>
          <a:xfrm>
            <a:off x="5393744" y="304981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08" name="Shape 605"/>
          <p:cNvSpPr/>
          <p:nvPr/>
        </p:nvSpPr>
        <p:spPr>
          <a:xfrm>
            <a:off x="5159464" y="308278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09" name="Shape 606"/>
          <p:cNvSpPr/>
          <p:nvPr/>
        </p:nvSpPr>
        <p:spPr>
          <a:xfrm>
            <a:off x="5117046" y="285171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10" name="Shape 607"/>
          <p:cNvSpPr/>
          <p:nvPr/>
        </p:nvSpPr>
        <p:spPr>
          <a:xfrm>
            <a:off x="5212157" y="361258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11" name="Shape 608"/>
          <p:cNvSpPr/>
          <p:nvPr/>
        </p:nvSpPr>
        <p:spPr>
          <a:xfrm>
            <a:off x="5415360" y="316854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12" name="Shape 609"/>
          <p:cNvSpPr/>
          <p:nvPr/>
        </p:nvSpPr>
        <p:spPr>
          <a:xfrm>
            <a:off x="5297122" y="333790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13" name="Shape 610"/>
          <p:cNvSpPr/>
          <p:nvPr/>
        </p:nvSpPr>
        <p:spPr>
          <a:xfrm>
            <a:off x="5233526" y="312709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14" name="Shape 611"/>
          <p:cNvSpPr/>
          <p:nvPr/>
        </p:nvSpPr>
        <p:spPr>
          <a:xfrm>
            <a:off x="5363419" y="407541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15" name="Shape 612"/>
          <p:cNvSpPr/>
          <p:nvPr/>
        </p:nvSpPr>
        <p:spPr>
          <a:xfrm>
            <a:off x="5256623" y="305170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16" name="Shape 613"/>
          <p:cNvSpPr/>
          <p:nvPr/>
        </p:nvSpPr>
        <p:spPr>
          <a:xfrm>
            <a:off x="5196697" y="354472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17" name="Shape 614"/>
          <p:cNvSpPr/>
          <p:nvPr/>
        </p:nvSpPr>
        <p:spPr>
          <a:xfrm>
            <a:off x="5286301" y="356991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18" name="Shape 615"/>
          <p:cNvSpPr/>
          <p:nvPr/>
        </p:nvSpPr>
        <p:spPr>
          <a:xfrm>
            <a:off x="5245087" y="339018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19" name="Shape 616"/>
          <p:cNvSpPr/>
          <p:nvPr/>
        </p:nvSpPr>
        <p:spPr>
          <a:xfrm>
            <a:off x="5272459" y="200088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20" name="Shape 617"/>
          <p:cNvSpPr/>
          <p:nvPr/>
        </p:nvSpPr>
        <p:spPr>
          <a:xfrm>
            <a:off x="5076273" y="308445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21" name="Shape 618"/>
          <p:cNvSpPr/>
          <p:nvPr/>
        </p:nvSpPr>
        <p:spPr>
          <a:xfrm>
            <a:off x="5427693" y="333745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22" name="Shape 619"/>
          <p:cNvSpPr/>
          <p:nvPr/>
        </p:nvSpPr>
        <p:spPr>
          <a:xfrm>
            <a:off x="5135066" y="340047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23" name="Shape 620"/>
          <p:cNvSpPr/>
          <p:nvPr/>
        </p:nvSpPr>
        <p:spPr>
          <a:xfrm>
            <a:off x="5409687" y="330922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24" name="Shape 621"/>
          <p:cNvSpPr/>
          <p:nvPr/>
        </p:nvSpPr>
        <p:spPr>
          <a:xfrm>
            <a:off x="5125516" y="331842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25" name="Shape 622"/>
          <p:cNvSpPr/>
          <p:nvPr/>
        </p:nvSpPr>
        <p:spPr>
          <a:xfrm>
            <a:off x="5337759" y="323600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26" name="Shape 623"/>
          <p:cNvSpPr/>
          <p:nvPr/>
        </p:nvSpPr>
        <p:spPr>
          <a:xfrm>
            <a:off x="5385779" y="330349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27" name="Shape 624"/>
          <p:cNvSpPr/>
          <p:nvPr/>
        </p:nvSpPr>
        <p:spPr>
          <a:xfrm>
            <a:off x="5427505" y="333215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28" name="Shape 625"/>
          <p:cNvSpPr/>
          <p:nvPr/>
        </p:nvSpPr>
        <p:spPr>
          <a:xfrm>
            <a:off x="5070637" y="334644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29" name="Shape 626"/>
          <p:cNvSpPr/>
          <p:nvPr/>
        </p:nvSpPr>
        <p:spPr>
          <a:xfrm>
            <a:off x="5283604" y="343063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30" name="Shape 627"/>
          <p:cNvSpPr/>
          <p:nvPr/>
        </p:nvSpPr>
        <p:spPr>
          <a:xfrm>
            <a:off x="5160916" y="354243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31" name="Shape 628"/>
          <p:cNvSpPr/>
          <p:nvPr/>
        </p:nvSpPr>
        <p:spPr>
          <a:xfrm>
            <a:off x="5182743" y="348785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32" name="Shape 629"/>
          <p:cNvSpPr/>
          <p:nvPr/>
        </p:nvSpPr>
        <p:spPr>
          <a:xfrm>
            <a:off x="5119944" y="402639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33" name="Shape 630"/>
          <p:cNvSpPr/>
          <p:nvPr/>
        </p:nvSpPr>
        <p:spPr>
          <a:xfrm>
            <a:off x="5245718" y="401210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34" name="Shape 631"/>
          <p:cNvSpPr/>
          <p:nvPr/>
        </p:nvSpPr>
        <p:spPr>
          <a:xfrm>
            <a:off x="5110049" y="331913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35" name="Shape 632"/>
          <p:cNvSpPr/>
          <p:nvPr/>
        </p:nvSpPr>
        <p:spPr>
          <a:xfrm>
            <a:off x="5237601" y="394424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36" name="Shape 633"/>
          <p:cNvSpPr/>
          <p:nvPr/>
        </p:nvSpPr>
        <p:spPr>
          <a:xfrm>
            <a:off x="5381597" y="303222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37" name="Shape 634"/>
          <p:cNvSpPr/>
          <p:nvPr/>
        </p:nvSpPr>
        <p:spPr>
          <a:xfrm>
            <a:off x="5302465" y="371510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38" name="Shape 635"/>
          <p:cNvSpPr/>
          <p:nvPr/>
        </p:nvSpPr>
        <p:spPr>
          <a:xfrm>
            <a:off x="5124447" y="334424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39" name="Shape 636"/>
          <p:cNvSpPr/>
          <p:nvPr/>
        </p:nvSpPr>
        <p:spPr>
          <a:xfrm>
            <a:off x="5050391" y="329189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40" name="Shape 637"/>
          <p:cNvSpPr/>
          <p:nvPr/>
        </p:nvSpPr>
        <p:spPr>
          <a:xfrm>
            <a:off x="5402477" y="328882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41" name="Shape 638"/>
          <p:cNvSpPr/>
          <p:nvPr/>
        </p:nvSpPr>
        <p:spPr>
          <a:xfrm>
            <a:off x="5374545" y="330677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42" name="Shape 639"/>
          <p:cNvSpPr/>
          <p:nvPr/>
        </p:nvSpPr>
        <p:spPr>
          <a:xfrm>
            <a:off x="5096770" y="339438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43" name="Shape 640"/>
          <p:cNvSpPr/>
          <p:nvPr/>
        </p:nvSpPr>
        <p:spPr>
          <a:xfrm>
            <a:off x="5069502" y="334600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44" name="Shape 641"/>
          <p:cNvSpPr/>
          <p:nvPr/>
        </p:nvSpPr>
        <p:spPr>
          <a:xfrm>
            <a:off x="5437243" y="339871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45" name="Shape 642"/>
          <p:cNvSpPr/>
          <p:nvPr/>
        </p:nvSpPr>
        <p:spPr>
          <a:xfrm>
            <a:off x="5282486" y="385438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46" name="Shape 643"/>
          <p:cNvSpPr/>
          <p:nvPr/>
        </p:nvSpPr>
        <p:spPr>
          <a:xfrm>
            <a:off x="5021877" y="387208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47" name="Shape 644"/>
          <p:cNvSpPr/>
          <p:nvPr/>
        </p:nvSpPr>
        <p:spPr>
          <a:xfrm>
            <a:off x="5133068" y="381725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48" name="Shape 645"/>
          <p:cNvSpPr/>
          <p:nvPr/>
        </p:nvSpPr>
        <p:spPr>
          <a:xfrm>
            <a:off x="5190589" y="388330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49" name="Shape 646"/>
          <p:cNvSpPr/>
          <p:nvPr/>
        </p:nvSpPr>
        <p:spPr>
          <a:xfrm>
            <a:off x="5077948" y="386547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50" name="Shape 647"/>
          <p:cNvSpPr/>
          <p:nvPr/>
        </p:nvSpPr>
        <p:spPr>
          <a:xfrm>
            <a:off x="5105059" y="376271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51" name="Shape 648"/>
          <p:cNvSpPr/>
          <p:nvPr/>
        </p:nvSpPr>
        <p:spPr>
          <a:xfrm>
            <a:off x="5259812" y="389015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52" name="Shape 649"/>
          <p:cNvSpPr/>
          <p:nvPr/>
        </p:nvSpPr>
        <p:spPr>
          <a:xfrm>
            <a:off x="5378520" y="378557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53" name="Shape 650"/>
          <p:cNvSpPr/>
          <p:nvPr/>
        </p:nvSpPr>
        <p:spPr>
          <a:xfrm>
            <a:off x="5203431" y="352763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54" name="Shape 651"/>
          <p:cNvSpPr/>
          <p:nvPr/>
        </p:nvSpPr>
        <p:spPr>
          <a:xfrm>
            <a:off x="5443429" y="377584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55" name="Shape 652"/>
          <p:cNvSpPr/>
          <p:nvPr/>
        </p:nvSpPr>
        <p:spPr>
          <a:xfrm>
            <a:off x="5179051" y="204533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56" name="Shape 653"/>
          <p:cNvSpPr/>
          <p:nvPr/>
        </p:nvSpPr>
        <p:spPr>
          <a:xfrm>
            <a:off x="5312487" y="257907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57" name="Shape 654"/>
          <p:cNvSpPr/>
          <p:nvPr/>
        </p:nvSpPr>
        <p:spPr>
          <a:xfrm>
            <a:off x="5145331" y="323978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58" name="Shape 655"/>
          <p:cNvSpPr/>
          <p:nvPr/>
        </p:nvSpPr>
        <p:spPr>
          <a:xfrm>
            <a:off x="5220820" y="394194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59" name="Shape 656"/>
          <p:cNvSpPr/>
          <p:nvPr/>
        </p:nvSpPr>
        <p:spPr>
          <a:xfrm>
            <a:off x="5118858" y="376502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60" name="Shape 657"/>
          <p:cNvSpPr/>
          <p:nvPr/>
        </p:nvSpPr>
        <p:spPr>
          <a:xfrm>
            <a:off x="5021373" y="200716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61" name="Shape 658"/>
          <p:cNvSpPr/>
          <p:nvPr/>
        </p:nvSpPr>
        <p:spPr>
          <a:xfrm>
            <a:off x="5384758" y="186066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62" name="Shape 659"/>
          <p:cNvSpPr/>
          <p:nvPr/>
        </p:nvSpPr>
        <p:spPr>
          <a:xfrm>
            <a:off x="5139803" y="200564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63" name="Shape 660"/>
          <p:cNvSpPr/>
          <p:nvPr/>
        </p:nvSpPr>
        <p:spPr>
          <a:xfrm>
            <a:off x="5447269" y="253975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64" name="Shape 661"/>
          <p:cNvSpPr/>
          <p:nvPr/>
        </p:nvSpPr>
        <p:spPr>
          <a:xfrm>
            <a:off x="5297270" y="259083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65" name="Shape 662"/>
          <p:cNvSpPr/>
          <p:nvPr/>
        </p:nvSpPr>
        <p:spPr>
          <a:xfrm>
            <a:off x="5086446" y="272262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66" name="Shape 663"/>
          <p:cNvSpPr/>
          <p:nvPr/>
        </p:nvSpPr>
        <p:spPr>
          <a:xfrm>
            <a:off x="5307708" y="256920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67" name="Shape 664"/>
          <p:cNvSpPr/>
          <p:nvPr/>
        </p:nvSpPr>
        <p:spPr>
          <a:xfrm>
            <a:off x="5175634" y="320276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68" name="Shape 665"/>
          <p:cNvSpPr/>
          <p:nvPr/>
        </p:nvSpPr>
        <p:spPr>
          <a:xfrm>
            <a:off x="5132079" y="270991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69" name="Shape 666"/>
          <p:cNvSpPr/>
          <p:nvPr/>
        </p:nvSpPr>
        <p:spPr>
          <a:xfrm>
            <a:off x="5242221" y="234547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70" name="Shape 667"/>
          <p:cNvSpPr/>
          <p:nvPr/>
        </p:nvSpPr>
        <p:spPr>
          <a:xfrm>
            <a:off x="5274303" y="331006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71" name="Shape 668"/>
          <p:cNvSpPr/>
          <p:nvPr/>
        </p:nvSpPr>
        <p:spPr>
          <a:xfrm>
            <a:off x="5079233" y="333450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72" name="Shape 669"/>
          <p:cNvSpPr/>
          <p:nvPr/>
        </p:nvSpPr>
        <p:spPr>
          <a:xfrm>
            <a:off x="5270223" y="329214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73" name="Shape 670"/>
          <p:cNvSpPr/>
          <p:nvPr/>
        </p:nvSpPr>
        <p:spPr>
          <a:xfrm>
            <a:off x="5248868" y="337333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74" name="Shape 671"/>
          <p:cNvSpPr/>
          <p:nvPr/>
        </p:nvSpPr>
        <p:spPr>
          <a:xfrm>
            <a:off x="5040953" y="321669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75" name="Shape 672"/>
          <p:cNvSpPr/>
          <p:nvPr/>
        </p:nvSpPr>
        <p:spPr>
          <a:xfrm>
            <a:off x="5197241" y="223363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76" name="Shape 673"/>
          <p:cNvSpPr/>
          <p:nvPr/>
        </p:nvSpPr>
        <p:spPr>
          <a:xfrm>
            <a:off x="5281273" y="317918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77" name="Shape 674"/>
          <p:cNvSpPr/>
          <p:nvPr/>
        </p:nvSpPr>
        <p:spPr>
          <a:xfrm>
            <a:off x="5268582" y="311707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78" name="Shape 675"/>
          <p:cNvSpPr/>
          <p:nvPr/>
        </p:nvSpPr>
        <p:spPr>
          <a:xfrm>
            <a:off x="5336965" y="310218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79" name="Shape 676"/>
          <p:cNvSpPr/>
          <p:nvPr/>
        </p:nvSpPr>
        <p:spPr>
          <a:xfrm>
            <a:off x="5073947" y="329309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80" name="Shape 677"/>
          <p:cNvSpPr/>
          <p:nvPr/>
        </p:nvSpPr>
        <p:spPr>
          <a:xfrm>
            <a:off x="5254715" y="310817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81" name="Shape 678"/>
          <p:cNvSpPr/>
          <p:nvPr/>
        </p:nvSpPr>
        <p:spPr>
          <a:xfrm>
            <a:off x="5028084" y="298601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82" name="Shape 679"/>
          <p:cNvSpPr/>
          <p:nvPr/>
        </p:nvSpPr>
        <p:spPr>
          <a:xfrm>
            <a:off x="5207980" y="241167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83" name="Shape 680"/>
          <p:cNvSpPr/>
          <p:nvPr/>
        </p:nvSpPr>
        <p:spPr>
          <a:xfrm>
            <a:off x="5364116" y="390068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84" name="Shape 681"/>
          <p:cNvSpPr/>
          <p:nvPr/>
        </p:nvSpPr>
        <p:spPr>
          <a:xfrm>
            <a:off x="5150529" y="365332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85" name="Shape 682"/>
          <p:cNvSpPr/>
          <p:nvPr/>
        </p:nvSpPr>
        <p:spPr>
          <a:xfrm>
            <a:off x="5085118" y="343541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86" name="Shape 683"/>
          <p:cNvSpPr/>
          <p:nvPr/>
        </p:nvSpPr>
        <p:spPr>
          <a:xfrm>
            <a:off x="5171017" y="317895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87" name="Shape 684"/>
          <p:cNvSpPr/>
          <p:nvPr/>
        </p:nvSpPr>
        <p:spPr>
          <a:xfrm>
            <a:off x="5248553" y="321146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88" name="Shape 685"/>
          <p:cNvSpPr/>
          <p:nvPr/>
        </p:nvSpPr>
        <p:spPr>
          <a:xfrm>
            <a:off x="5244710" y="323545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89" name="Shape 686"/>
          <p:cNvSpPr/>
          <p:nvPr/>
        </p:nvSpPr>
        <p:spPr>
          <a:xfrm>
            <a:off x="5291819" y="377120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90" name="Shape 687"/>
          <p:cNvSpPr/>
          <p:nvPr/>
        </p:nvSpPr>
        <p:spPr>
          <a:xfrm>
            <a:off x="5065479" y="322546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91" name="Shape 688"/>
          <p:cNvSpPr/>
          <p:nvPr/>
        </p:nvSpPr>
        <p:spPr>
          <a:xfrm>
            <a:off x="5253188" y="380298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92" name="Shape 689"/>
          <p:cNvSpPr/>
          <p:nvPr/>
        </p:nvSpPr>
        <p:spPr>
          <a:xfrm>
            <a:off x="5333686" y="328923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93" name="Shape 690"/>
          <p:cNvSpPr/>
          <p:nvPr/>
        </p:nvSpPr>
        <p:spPr>
          <a:xfrm>
            <a:off x="5046073" y="320116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94" name="Shape 691"/>
          <p:cNvSpPr/>
          <p:nvPr/>
        </p:nvSpPr>
        <p:spPr>
          <a:xfrm>
            <a:off x="5389642" y="366767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95" name="Shape 692"/>
          <p:cNvSpPr/>
          <p:nvPr/>
        </p:nvSpPr>
        <p:spPr>
          <a:xfrm>
            <a:off x="5222412" y="331126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96" name="Shape 693"/>
          <p:cNvSpPr/>
          <p:nvPr/>
        </p:nvSpPr>
        <p:spPr>
          <a:xfrm>
            <a:off x="5075761" y="358507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97" name="Shape 694"/>
          <p:cNvSpPr/>
          <p:nvPr/>
        </p:nvSpPr>
        <p:spPr>
          <a:xfrm>
            <a:off x="5407287" y="331602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98" name="Shape 695"/>
          <p:cNvSpPr/>
          <p:nvPr/>
        </p:nvSpPr>
        <p:spPr>
          <a:xfrm>
            <a:off x="5314679" y="320297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699" name="Shape 696"/>
          <p:cNvSpPr/>
          <p:nvPr/>
        </p:nvSpPr>
        <p:spPr>
          <a:xfrm>
            <a:off x="5272814" y="369511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00" name="Shape 697"/>
          <p:cNvSpPr/>
          <p:nvPr/>
        </p:nvSpPr>
        <p:spPr>
          <a:xfrm>
            <a:off x="5324185" y="329030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01" name="Shape 698"/>
          <p:cNvSpPr/>
          <p:nvPr/>
        </p:nvSpPr>
        <p:spPr>
          <a:xfrm>
            <a:off x="5223320" y="310892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02" name="Shape 699"/>
          <p:cNvSpPr/>
          <p:nvPr/>
        </p:nvSpPr>
        <p:spPr>
          <a:xfrm>
            <a:off x="5286696" y="424806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03" name="Shape 700"/>
          <p:cNvSpPr/>
          <p:nvPr/>
        </p:nvSpPr>
        <p:spPr>
          <a:xfrm>
            <a:off x="5077646" y="303832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04" name="Shape 701"/>
          <p:cNvSpPr/>
          <p:nvPr/>
        </p:nvSpPr>
        <p:spPr>
          <a:xfrm>
            <a:off x="5321869" y="157386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05" name="Shape 702"/>
          <p:cNvSpPr/>
          <p:nvPr/>
        </p:nvSpPr>
        <p:spPr>
          <a:xfrm>
            <a:off x="5379319" y="305487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06" name="Shape 703"/>
          <p:cNvSpPr/>
          <p:nvPr/>
        </p:nvSpPr>
        <p:spPr>
          <a:xfrm>
            <a:off x="5088889" y="311257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07" name="Shape 704"/>
          <p:cNvSpPr/>
          <p:nvPr/>
        </p:nvSpPr>
        <p:spPr>
          <a:xfrm>
            <a:off x="5155040" y="300774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08" name="Shape 705"/>
          <p:cNvSpPr/>
          <p:nvPr/>
        </p:nvSpPr>
        <p:spPr>
          <a:xfrm>
            <a:off x="5140697" y="210107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09" name="Shape 706"/>
          <p:cNvSpPr/>
          <p:nvPr/>
        </p:nvSpPr>
        <p:spPr>
          <a:xfrm>
            <a:off x="5409190" y="272737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10" name="Shape 707"/>
          <p:cNvSpPr/>
          <p:nvPr/>
        </p:nvSpPr>
        <p:spPr>
          <a:xfrm>
            <a:off x="5166030" y="211644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11" name="Shape 708"/>
          <p:cNvSpPr/>
          <p:nvPr/>
        </p:nvSpPr>
        <p:spPr>
          <a:xfrm>
            <a:off x="5108026" y="232147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12" name="Shape 709"/>
          <p:cNvSpPr/>
          <p:nvPr/>
        </p:nvSpPr>
        <p:spPr>
          <a:xfrm>
            <a:off x="5228230" y="264257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13" name="Shape 710"/>
          <p:cNvSpPr/>
          <p:nvPr/>
        </p:nvSpPr>
        <p:spPr>
          <a:xfrm>
            <a:off x="5257743" y="214539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14" name="Shape 711"/>
          <p:cNvSpPr/>
          <p:nvPr/>
        </p:nvSpPr>
        <p:spPr>
          <a:xfrm>
            <a:off x="5449983" y="348926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15" name="Shape 712"/>
          <p:cNvSpPr/>
          <p:nvPr/>
        </p:nvSpPr>
        <p:spPr>
          <a:xfrm>
            <a:off x="5306275" y="363413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16" name="Shape 713"/>
          <p:cNvSpPr/>
          <p:nvPr/>
        </p:nvSpPr>
        <p:spPr>
          <a:xfrm>
            <a:off x="5286324" y="291166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17" name="Shape 714"/>
          <p:cNvSpPr/>
          <p:nvPr/>
        </p:nvSpPr>
        <p:spPr>
          <a:xfrm>
            <a:off x="5373775" y="287721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18" name="Shape 715"/>
          <p:cNvSpPr/>
          <p:nvPr/>
        </p:nvSpPr>
        <p:spPr>
          <a:xfrm>
            <a:off x="5192805" y="319946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19" name="Shape 716"/>
          <p:cNvSpPr/>
          <p:nvPr/>
        </p:nvSpPr>
        <p:spPr>
          <a:xfrm>
            <a:off x="5059207" y="208461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20" name="Shape 717"/>
          <p:cNvSpPr/>
          <p:nvPr/>
        </p:nvSpPr>
        <p:spPr>
          <a:xfrm>
            <a:off x="5281445" y="214593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21" name="Shape 718"/>
          <p:cNvSpPr/>
          <p:nvPr/>
        </p:nvSpPr>
        <p:spPr>
          <a:xfrm>
            <a:off x="5326091" y="278758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22" name="Shape 719"/>
          <p:cNvSpPr/>
          <p:nvPr/>
        </p:nvSpPr>
        <p:spPr>
          <a:xfrm>
            <a:off x="5264586" y="337449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23" name="Shape 720"/>
          <p:cNvSpPr/>
          <p:nvPr/>
        </p:nvSpPr>
        <p:spPr>
          <a:xfrm>
            <a:off x="5387070" y="291919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24" name="Shape 721"/>
          <p:cNvSpPr/>
          <p:nvPr/>
        </p:nvSpPr>
        <p:spPr>
          <a:xfrm>
            <a:off x="5347653" y="320229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25" name="Shape 722"/>
          <p:cNvSpPr/>
          <p:nvPr/>
        </p:nvSpPr>
        <p:spPr>
          <a:xfrm>
            <a:off x="5083741" y="196296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26" name="Shape 723"/>
          <p:cNvSpPr/>
          <p:nvPr/>
        </p:nvSpPr>
        <p:spPr>
          <a:xfrm>
            <a:off x="5062160" y="375892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27" name="Shape 724"/>
          <p:cNvSpPr/>
          <p:nvPr/>
        </p:nvSpPr>
        <p:spPr>
          <a:xfrm>
            <a:off x="5275091" y="373761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28" name="Shape 725"/>
          <p:cNvSpPr/>
          <p:nvPr/>
        </p:nvSpPr>
        <p:spPr>
          <a:xfrm>
            <a:off x="5107269" y="372033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29" name="Shape 726"/>
          <p:cNvSpPr/>
          <p:nvPr/>
        </p:nvSpPr>
        <p:spPr>
          <a:xfrm>
            <a:off x="5142482" y="386506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30" name="Shape 727"/>
          <p:cNvSpPr/>
          <p:nvPr/>
        </p:nvSpPr>
        <p:spPr>
          <a:xfrm>
            <a:off x="5420395" y="394672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31" name="Shape 728"/>
          <p:cNvSpPr/>
          <p:nvPr/>
        </p:nvSpPr>
        <p:spPr>
          <a:xfrm>
            <a:off x="5065547" y="386820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32" name="Shape 729"/>
          <p:cNvSpPr/>
          <p:nvPr/>
        </p:nvSpPr>
        <p:spPr>
          <a:xfrm>
            <a:off x="5438212" y="300186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33" name="Shape 730"/>
          <p:cNvSpPr/>
          <p:nvPr/>
        </p:nvSpPr>
        <p:spPr>
          <a:xfrm>
            <a:off x="5082168" y="295084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34" name="Shape 731"/>
          <p:cNvSpPr/>
          <p:nvPr/>
        </p:nvSpPr>
        <p:spPr>
          <a:xfrm>
            <a:off x="5318002" y="250175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35" name="Shape 732"/>
          <p:cNvSpPr/>
          <p:nvPr/>
        </p:nvSpPr>
        <p:spPr>
          <a:xfrm>
            <a:off x="5031734" y="370312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36" name="Shape 733"/>
          <p:cNvSpPr/>
          <p:nvPr/>
        </p:nvSpPr>
        <p:spPr>
          <a:xfrm>
            <a:off x="5195706" y="383937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37" name="Shape 734"/>
          <p:cNvSpPr/>
          <p:nvPr/>
        </p:nvSpPr>
        <p:spPr>
          <a:xfrm>
            <a:off x="5359742" y="367600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38" name="Shape 735"/>
          <p:cNvSpPr/>
          <p:nvPr/>
        </p:nvSpPr>
        <p:spPr>
          <a:xfrm>
            <a:off x="5036786" y="326248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39" name="Shape 736"/>
          <p:cNvSpPr/>
          <p:nvPr/>
        </p:nvSpPr>
        <p:spPr>
          <a:xfrm>
            <a:off x="5403990" y="392903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40" name="Shape 737"/>
          <p:cNvSpPr/>
          <p:nvPr/>
        </p:nvSpPr>
        <p:spPr>
          <a:xfrm>
            <a:off x="5318214" y="406356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41" name="Shape 738"/>
          <p:cNvSpPr/>
          <p:nvPr/>
        </p:nvSpPr>
        <p:spPr>
          <a:xfrm>
            <a:off x="5112225" y="397815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42" name="Shape 739"/>
          <p:cNvSpPr/>
          <p:nvPr/>
        </p:nvSpPr>
        <p:spPr>
          <a:xfrm>
            <a:off x="5211662" y="337991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43" name="Shape 740"/>
          <p:cNvSpPr/>
          <p:nvPr/>
        </p:nvSpPr>
        <p:spPr>
          <a:xfrm>
            <a:off x="5324210" y="391103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44" name="Shape 741"/>
          <p:cNvSpPr/>
          <p:nvPr/>
        </p:nvSpPr>
        <p:spPr>
          <a:xfrm>
            <a:off x="5085182" y="372988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45" name="Shape 742"/>
          <p:cNvSpPr/>
          <p:nvPr/>
        </p:nvSpPr>
        <p:spPr>
          <a:xfrm>
            <a:off x="5110183" y="316947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46" name="Shape 743"/>
          <p:cNvSpPr/>
          <p:nvPr/>
        </p:nvSpPr>
        <p:spPr>
          <a:xfrm>
            <a:off x="5231470" y="313068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747" name="Shape 744"/>
          <p:cNvSpPr/>
          <p:nvPr/>
        </p:nvSpPr>
        <p:spPr>
          <a:xfrm>
            <a:off x="5257800" y="2236227"/>
            <a:ext cx="127" cy="1714337"/>
          </a:xfrm>
          <a:prstGeom prst="line">
            <a:avLst/>
          </a:prstGeom>
          <a:noFill/>
          <a:ln w="13970">
            <a:solidFill>
              <a:srgbClr val="B17642"/>
            </a:solidFill>
            <a:prstDash val="solid"/>
          </a:ln>
        </p:spPr>
      </p:sp>
      <p:sp>
        <p:nvSpPr>
          <p:cNvPr id="748" name="Shape 745"/>
          <p:cNvSpPr/>
          <p:nvPr/>
        </p:nvSpPr>
        <p:spPr>
          <a:xfrm>
            <a:off x="5156200" y="3950564"/>
            <a:ext cx="203200" cy="127"/>
          </a:xfrm>
          <a:prstGeom prst="line">
            <a:avLst/>
          </a:prstGeom>
          <a:noFill/>
          <a:ln w="13970">
            <a:solidFill>
              <a:srgbClr val="B17642"/>
            </a:solidFill>
            <a:prstDash val="solid"/>
          </a:ln>
        </p:spPr>
      </p:sp>
      <p:sp>
        <p:nvSpPr>
          <p:cNvPr id="749" name="Shape 746"/>
          <p:cNvSpPr/>
          <p:nvPr/>
        </p:nvSpPr>
        <p:spPr>
          <a:xfrm>
            <a:off x="5156200" y="2236227"/>
            <a:ext cx="203200" cy="127"/>
          </a:xfrm>
          <a:prstGeom prst="line">
            <a:avLst/>
          </a:prstGeom>
          <a:noFill/>
          <a:ln w="13970">
            <a:solidFill>
              <a:srgbClr val="B17642"/>
            </a:solidFill>
            <a:prstDash val="solid"/>
          </a:ln>
        </p:spPr>
      </p:sp>
      <p:sp>
        <p:nvSpPr>
          <p:cNvPr id="750" name="Shape 747"/>
          <p:cNvSpPr/>
          <p:nvPr/>
        </p:nvSpPr>
        <p:spPr>
          <a:xfrm>
            <a:off x="5105400" y="3200136"/>
            <a:ext cx="304800" cy="496821"/>
          </a:xfrm>
          <a:prstGeom prst="rect">
            <a:avLst/>
          </a:prstGeom>
          <a:solidFill>
            <a:srgbClr val="FFFFFF"/>
          </a:solidFill>
          <a:ln w="19050">
            <a:solidFill>
              <a:srgbClr val="B17642"/>
            </a:solidFill>
            <a:prstDash val="solid"/>
          </a:ln>
        </p:spPr>
      </p:sp>
      <p:sp>
        <p:nvSpPr>
          <p:cNvPr id="751" name="Shape 748"/>
          <p:cNvSpPr/>
          <p:nvPr/>
        </p:nvSpPr>
        <p:spPr>
          <a:xfrm>
            <a:off x="5105400" y="3400873"/>
            <a:ext cx="304800" cy="127"/>
          </a:xfrm>
          <a:prstGeom prst="line">
            <a:avLst/>
          </a:prstGeom>
          <a:noFill/>
          <a:ln w="30480">
            <a:solidFill>
              <a:srgbClr val="B17642"/>
            </a:solidFill>
            <a:prstDash val="solid"/>
          </a:ln>
        </p:spPr>
      </p:sp>
      <p:sp>
        <p:nvSpPr>
          <p:cNvPr id="752" name="Shape 749"/>
          <p:cNvSpPr/>
          <p:nvPr/>
        </p:nvSpPr>
        <p:spPr>
          <a:xfrm>
            <a:off x="5257800" y="5105400"/>
            <a:ext cx="127" cy="76200"/>
          </a:xfrm>
          <a:prstGeom prst="line">
            <a:avLst/>
          </a:prstGeom>
          <a:noFill/>
          <a:ln w="10160">
            <a:solidFill>
              <a:srgbClr val="26333D"/>
            </a:solidFill>
            <a:prstDash val="solid"/>
          </a:ln>
        </p:spPr>
      </p:sp>
      <p:sp>
        <p:nvSpPr>
          <p:cNvPr id="753" name="Text 750"/>
          <p:cNvSpPr/>
          <p:nvPr/>
        </p:nvSpPr>
        <p:spPr>
          <a:xfrm>
            <a:off x="4483100" y="5270500"/>
            <a:ext cx="154940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Emap2lig-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dirty="0"/>
          </a:p>
        </p:txBody>
      </p:sp>
      <p:sp>
        <p:nvSpPr>
          <p:cNvPr id="754" name="Shape 751"/>
          <p:cNvSpPr/>
          <p:nvPr/>
        </p:nvSpPr>
        <p:spPr>
          <a:xfrm>
            <a:off x="7073900" y="1270000"/>
            <a:ext cx="127" cy="3835400"/>
          </a:xfrm>
          <a:prstGeom prst="line">
            <a:avLst/>
          </a:prstGeom>
          <a:noFill/>
          <a:ln w="12700">
            <a:solidFill>
              <a:srgbClr val="26333D"/>
            </a:solidFill>
            <a:prstDash val="solid"/>
          </a:ln>
        </p:spPr>
      </p:sp>
      <p:sp>
        <p:nvSpPr>
          <p:cNvPr id="755" name="Shape 752"/>
          <p:cNvSpPr/>
          <p:nvPr/>
        </p:nvSpPr>
        <p:spPr>
          <a:xfrm>
            <a:off x="7073900" y="5105400"/>
            <a:ext cx="4965700" cy="127"/>
          </a:xfrm>
          <a:prstGeom prst="line">
            <a:avLst/>
          </a:prstGeom>
          <a:noFill/>
          <a:ln w="12700">
            <a:solidFill>
              <a:srgbClr val="26333D"/>
            </a:solidFill>
            <a:prstDash val="solid"/>
          </a:ln>
        </p:spPr>
      </p:sp>
      <p:sp>
        <p:nvSpPr>
          <p:cNvPr id="756" name="Shape 753"/>
          <p:cNvSpPr/>
          <p:nvPr/>
        </p:nvSpPr>
        <p:spPr>
          <a:xfrm>
            <a:off x="7010400" y="5105400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757" name="Shape 754"/>
          <p:cNvSpPr/>
          <p:nvPr/>
        </p:nvSpPr>
        <p:spPr>
          <a:xfrm>
            <a:off x="7010400" y="4404024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758" name="Shape 755"/>
          <p:cNvSpPr/>
          <p:nvPr/>
        </p:nvSpPr>
        <p:spPr>
          <a:xfrm>
            <a:off x="7010400" y="3873453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759" name="Shape 756"/>
          <p:cNvSpPr/>
          <p:nvPr/>
        </p:nvSpPr>
        <p:spPr>
          <a:xfrm>
            <a:off x="7010400" y="3342882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760" name="Shape 757"/>
          <p:cNvSpPr/>
          <p:nvPr/>
        </p:nvSpPr>
        <p:spPr>
          <a:xfrm>
            <a:off x="7010400" y="2641506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761" name="Shape 758"/>
          <p:cNvSpPr/>
          <p:nvPr/>
        </p:nvSpPr>
        <p:spPr>
          <a:xfrm>
            <a:off x="7010400" y="2110935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762" name="Shape 759"/>
          <p:cNvSpPr/>
          <p:nvPr/>
        </p:nvSpPr>
        <p:spPr>
          <a:xfrm>
            <a:off x="7010400" y="1580364"/>
            <a:ext cx="63500" cy="127"/>
          </a:xfrm>
          <a:prstGeom prst="line">
            <a:avLst/>
          </a:prstGeom>
          <a:noFill/>
          <a:ln w="11430">
            <a:solidFill>
              <a:srgbClr val="26333D"/>
            </a:solidFill>
            <a:prstDash val="solid"/>
          </a:ln>
        </p:spPr>
      </p:sp>
      <p:sp>
        <p:nvSpPr>
          <p:cNvPr id="763" name="Shape 760"/>
          <p:cNvSpPr/>
          <p:nvPr/>
        </p:nvSpPr>
        <p:spPr>
          <a:xfrm>
            <a:off x="7073900" y="3342882"/>
            <a:ext cx="4965700" cy="127"/>
          </a:xfrm>
          <a:prstGeom prst="line">
            <a:avLst/>
          </a:prstGeom>
          <a:noFill/>
          <a:ln w="10160">
            <a:solidFill>
              <a:srgbClr val="A5ADB3"/>
            </a:solidFill>
            <a:prstDash val="solid"/>
          </a:ln>
        </p:spPr>
      </p:sp>
      <p:sp>
        <p:nvSpPr>
          <p:cNvPr id="764" name="Text 761"/>
          <p:cNvSpPr/>
          <p:nvPr/>
        </p:nvSpPr>
        <p:spPr>
          <a:xfrm>
            <a:off x="6565900" y="596900"/>
            <a:ext cx="355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765" name="Text 762"/>
          <p:cNvSpPr/>
          <p:nvPr/>
        </p:nvSpPr>
        <p:spPr>
          <a:xfrm>
            <a:off x="7099300" y="596900"/>
            <a:ext cx="18415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of 50</a:t>
            </a:r>
            <a:endParaRPr lang="en-US" sz="1800" dirty="0"/>
          </a:p>
        </p:txBody>
      </p:sp>
      <p:sp>
        <p:nvSpPr>
          <p:cNvPr id="766" name="Shape 763"/>
          <p:cNvSpPr/>
          <p:nvPr/>
        </p:nvSpPr>
        <p:spPr>
          <a:xfrm>
            <a:off x="8125222" y="41737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67" name="Shape 764"/>
          <p:cNvSpPr/>
          <p:nvPr/>
        </p:nvSpPr>
        <p:spPr>
          <a:xfrm>
            <a:off x="8082274" y="43002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68" name="Shape 765"/>
          <p:cNvSpPr/>
          <p:nvPr/>
        </p:nvSpPr>
        <p:spPr>
          <a:xfrm>
            <a:off x="7834288" y="41893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69" name="Shape 766"/>
          <p:cNvSpPr/>
          <p:nvPr/>
        </p:nvSpPr>
        <p:spPr>
          <a:xfrm>
            <a:off x="8052204" y="409916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70" name="Shape 767"/>
          <p:cNvSpPr/>
          <p:nvPr/>
        </p:nvSpPr>
        <p:spPr>
          <a:xfrm>
            <a:off x="7717070" y="41522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71" name="Shape 768"/>
          <p:cNvSpPr/>
          <p:nvPr/>
        </p:nvSpPr>
        <p:spPr>
          <a:xfrm>
            <a:off x="7915886" y="41843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72" name="Shape 769"/>
          <p:cNvSpPr/>
          <p:nvPr/>
        </p:nvSpPr>
        <p:spPr>
          <a:xfrm>
            <a:off x="7885778" y="41747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73" name="Shape 770"/>
          <p:cNvSpPr/>
          <p:nvPr/>
        </p:nvSpPr>
        <p:spPr>
          <a:xfrm>
            <a:off x="7940755" y="41605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74" name="Shape 771"/>
          <p:cNvSpPr/>
          <p:nvPr/>
        </p:nvSpPr>
        <p:spPr>
          <a:xfrm>
            <a:off x="7919918" y="41601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75" name="Shape 772"/>
          <p:cNvSpPr/>
          <p:nvPr/>
        </p:nvSpPr>
        <p:spPr>
          <a:xfrm>
            <a:off x="8129796" y="417691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76" name="Shape 773"/>
          <p:cNvSpPr/>
          <p:nvPr/>
        </p:nvSpPr>
        <p:spPr>
          <a:xfrm>
            <a:off x="7930900" y="42426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77" name="Shape 774"/>
          <p:cNvSpPr/>
          <p:nvPr/>
        </p:nvSpPr>
        <p:spPr>
          <a:xfrm>
            <a:off x="8075447" y="41666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78" name="Shape 775"/>
          <p:cNvSpPr/>
          <p:nvPr/>
        </p:nvSpPr>
        <p:spPr>
          <a:xfrm>
            <a:off x="7916843" y="41789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79" name="Shape 776"/>
          <p:cNvSpPr/>
          <p:nvPr/>
        </p:nvSpPr>
        <p:spPr>
          <a:xfrm>
            <a:off x="8118566" y="42643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80" name="Shape 777"/>
          <p:cNvSpPr/>
          <p:nvPr/>
        </p:nvSpPr>
        <p:spPr>
          <a:xfrm>
            <a:off x="7757158" y="42574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81" name="Shape 778"/>
          <p:cNvSpPr/>
          <p:nvPr/>
        </p:nvSpPr>
        <p:spPr>
          <a:xfrm>
            <a:off x="7748811" y="42623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82" name="Shape 779"/>
          <p:cNvSpPr/>
          <p:nvPr/>
        </p:nvSpPr>
        <p:spPr>
          <a:xfrm>
            <a:off x="7774518" y="40968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83" name="Shape 780"/>
          <p:cNvSpPr/>
          <p:nvPr/>
        </p:nvSpPr>
        <p:spPr>
          <a:xfrm>
            <a:off x="7864318" y="42913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84" name="Shape 781"/>
          <p:cNvSpPr/>
          <p:nvPr/>
        </p:nvSpPr>
        <p:spPr>
          <a:xfrm>
            <a:off x="7765891" y="421546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85" name="Shape 782"/>
          <p:cNvSpPr/>
          <p:nvPr/>
        </p:nvSpPr>
        <p:spPr>
          <a:xfrm>
            <a:off x="8075693" y="416581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86" name="Shape 783"/>
          <p:cNvSpPr/>
          <p:nvPr/>
        </p:nvSpPr>
        <p:spPr>
          <a:xfrm>
            <a:off x="8088675" y="418215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87" name="Shape 784"/>
          <p:cNvSpPr/>
          <p:nvPr/>
        </p:nvSpPr>
        <p:spPr>
          <a:xfrm>
            <a:off x="7774582" y="417539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88" name="Shape 785"/>
          <p:cNvSpPr/>
          <p:nvPr/>
        </p:nvSpPr>
        <p:spPr>
          <a:xfrm>
            <a:off x="7879445" y="41695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89" name="Shape 786"/>
          <p:cNvSpPr/>
          <p:nvPr/>
        </p:nvSpPr>
        <p:spPr>
          <a:xfrm>
            <a:off x="7749210" y="41996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90" name="Shape 787"/>
          <p:cNvSpPr/>
          <p:nvPr/>
        </p:nvSpPr>
        <p:spPr>
          <a:xfrm>
            <a:off x="7734005" y="41736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91" name="Shape 788"/>
          <p:cNvSpPr/>
          <p:nvPr/>
        </p:nvSpPr>
        <p:spPr>
          <a:xfrm>
            <a:off x="7902247" y="41763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92" name="Shape 789"/>
          <p:cNvSpPr/>
          <p:nvPr/>
        </p:nvSpPr>
        <p:spPr>
          <a:xfrm>
            <a:off x="7781583" y="41378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93" name="Shape 790"/>
          <p:cNvSpPr/>
          <p:nvPr/>
        </p:nvSpPr>
        <p:spPr>
          <a:xfrm>
            <a:off x="8098782" y="41941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94" name="Shape 791"/>
          <p:cNvSpPr/>
          <p:nvPr/>
        </p:nvSpPr>
        <p:spPr>
          <a:xfrm>
            <a:off x="7853856" y="42418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95" name="Shape 792"/>
          <p:cNvSpPr/>
          <p:nvPr/>
        </p:nvSpPr>
        <p:spPr>
          <a:xfrm>
            <a:off x="7819134" y="41377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96" name="Shape 793"/>
          <p:cNvSpPr/>
          <p:nvPr/>
        </p:nvSpPr>
        <p:spPr>
          <a:xfrm>
            <a:off x="7707074" y="43264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97" name="Shape 794"/>
          <p:cNvSpPr/>
          <p:nvPr/>
        </p:nvSpPr>
        <p:spPr>
          <a:xfrm>
            <a:off x="8125983" y="41863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98" name="Shape 795"/>
          <p:cNvSpPr/>
          <p:nvPr/>
        </p:nvSpPr>
        <p:spPr>
          <a:xfrm>
            <a:off x="7886459" y="418669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799" name="Shape 796"/>
          <p:cNvSpPr/>
          <p:nvPr/>
        </p:nvSpPr>
        <p:spPr>
          <a:xfrm>
            <a:off x="7853117" y="42481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00" name="Shape 797"/>
          <p:cNvSpPr/>
          <p:nvPr/>
        </p:nvSpPr>
        <p:spPr>
          <a:xfrm>
            <a:off x="8102185" y="42756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01" name="Shape 798"/>
          <p:cNvSpPr/>
          <p:nvPr/>
        </p:nvSpPr>
        <p:spPr>
          <a:xfrm>
            <a:off x="8053124" y="42591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02" name="Shape 799"/>
          <p:cNvSpPr/>
          <p:nvPr/>
        </p:nvSpPr>
        <p:spPr>
          <a:xfrm>
            <a:off x="7746060" y="41717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03" name="Shape 800"/>
          <p:cNvSpPr/>
          <p:nvPr/>
        </p:nvSpPr>
        <p:spPr>
          <a:xfrm>
            <a:off x="7822841" y="41446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04" name="Shape 801"/>
          <p:cNvSpPr/>
          <p:nvPr/>
        </p:nvSpPr>
        <p:spPr>
          <a:xfrm>
            <a:off x="7867107" y="42145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05" name="Shape 802"/>
          <p:cNvSpPr/>
          <p:nvPr/>
        </p:nvSpPr>
        <p:spPr>
          <a:xfrm>
            <a:off x="7830159" y="42912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06" name="Shape 803"/>
          <p:cNvSpPr/>
          <p:nvPr/>
        </p:nvSpPr>
        <p:spPr>
          <a:xfrm>
            <a:off x="7986859" y="42635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07" name="Shape 804"/>
          <p:cNvSpPr/>
          <p:nvPr/>
        </p:nvSpPr>
        <p:spPr>
          <a:xfrm>
            <a:off x="7866108" y="41554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08" name="Shape 805"/>
          <p:cNvSpPr/>
          <p:nvPr/>
        </p:nvSpPr>
        <p:spPr>
          <a:xfrm>
            <a:off x="7763741" y="42415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09" name="Shape 806"/>
          <p:cNvSpPr/>
          <p:nvPr/>
        </p:nvSpPr>
        <p:spPr>
          <a:xfrm>
            <a:off x="7787273" y="42135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10" name="Shape 807"/>
          <p:cNvSpPr/>
          <p:nvPr/>
        </p:nvSpPr>
        <p:spPr>
          <a:xfrm>
            <a:off x="7706238" y="42952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11" name="Shape 808"/>
          <p:cNvSpPr/>
          <p:nvPr/>
        </p:nvSpPr>
        <p:spPr>
          <a:xfrm>
            <a:off x="7912259" y="42571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12" name="Shape 809"/>
          <p:cNvSpPr/>
          <p:nvPr/>
        </p:nvSpPr>
        <p:spPr>
          <a:xfrm>
            <a:off x="7848079" y="41504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13" name="Shape 810"/>
          <p:cNvSpPr/>
          <p:nvPr/>
        </p:nvSpPr>
        <p:spPr>
          <a:xfrm>
            <a:off x="7702829" y="41482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14" name="Shape 811"/>
          <p:cNvSpPr/>
          <p:nvPr/>
        </p:nvSpPr>
        <p:spPr>
          <a:xfrm>
            <a:off x="7911445" y="42878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15" name="Shape 812"/>
          <p:cNvSpPr/>
          <p:nvPr/>
        </p:nvSpPr>
        <p:spPr>
          <a:xfrm>
            <a:off x="7922633" y="41638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16" name="Shape 813"/>
          <p:cNvSpPr/>
          <p:nvPr/>
        </p:nvSpPr>
        <p:spPr>
          <a:xfrm>
            <a:off x="7830733" y="41522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17" name="Shape 814"/>
          <p:cNvSpPr/>
          <p:nvPr/>
        </p:nvSpPr>
        <p:spPr>
          <a:xfrm>
            <a:off x="7816563" y="43429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18" name="Shape 815"/>
          <p:cNvSpPr/>
          <p:nvPr/>
        </p:nvSpPr>
        <p:spPr>
          <a:xfrm>
            <a:off x="7972956" y="42425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19" name="Shape 816"/>
          <p:cNvSpPr/>
          <p:nvPr/>
        </p:nvSpPr>
        <p:spPr>
          <a:xfrm>
            <a:off x="7732526" y="432497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20" name="Shape 817"/>
          <p:cNvSpPr/>
          <p:nvPr/>
        </p:nvSpPr>
        <p:spPr>
          <a:xfrm>
            <a:off x="7846831" y="43711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21" name="Shape 818"/>
          <p:cNvSpPr/>
          <p:nvPr/>
        </p:nvSpPr>
        <p:spPr>
          <a:xfrm>
            <a:off x="8059277" y="42069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22" name="Shape 819"/>
          <p:cNvSpPr/>
          <p:nvPr/>
        </p:nvSpPr>
        <p:spPr>
          <a:xfrm>
            <a:off x="7944818" y="42181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23" name="Shape 820"/>
          <p:cNvSpPr/>
          <p:nvPr/>
        </p:nvSpPr>
        <p:spPr>
          <a:xfrm>
            <a:off x="8007014" y="42956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24" name="Shape 821"/>
          <p:cNvSpPr/>
          <p:nvPr/>
        </p:nvSpPr>
        <p:spPr>
          <a:xfrm>
            <a:off x="7885085" y="41290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25" name="Shape 822"/>
          <p:cNvSpPr/>
          <p:nvPr/>
        </p:nvSpPr>
        <p:spPr>
          <a:xfrm>
            <a:off x="8084943" y="428271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26" name="Shape 823"/>
          <p:cNvSpPr/>
          <p:nvPr/>
        </p:nvSpPr>
        <p:spPr>
          <a:xfrm>
            <a:off x="7912661" y="420220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27" name="Shape 824"/>
          <p:cNvSpPr/>
          <p:nvPr/>
        </p:nvSpPr>
        <p:spPr>
          <a:xfrm>
            <a:off x="7979638" y="41797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28" name="Shape 825"/>
          <p:cNvSpPr/>
          <p:nvPr/>
        </p:nvSpPr>
        <p:spPr>
          <a:xfrm>
            <a:off x="7732172" y="41808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29" name="Shape 826"/>
          <p:cNvSpPr/>
          <p:nvPr/>
        </p:nvSpPr>
        <p:spPr>
          <a:xfrm>
            <a:off x="7909447" y="41657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30" name="Shape 827"/>
          <p:cNvSpPr/>
          <p:nvPr/>
        </p:nvSpPr>
        <p:spPr>
          <a:xfrm>
            <a:off x="7837650" y="43308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31" name="Shape 828"/>
          <p:cNvSpPr/>
          <p:nvPr/>
        </p:nvSpPr>
        <p:spPr>
          <a:xfrm>
            <a:off x="7709221" y="41712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32" name="Shape 829"/>
          <p:cNvSpPr/>
          <p:nvPr/>
        </p:nvSpPr>
        <p:spPr>
          <a:xfrm>
            <a:off x="7977650" y="42283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33" name="Shape 830"/>
          <p:cNvSpPr/>
          <p:nvPr/>
        </p:nvSpPr>
        <p:spPr>
          <a:xfrm>
            <a:off x="7987071" y="422750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34" name="Shape 831"/>
          <p:cNvSpPr/>
          <p:nvPr/>
        </p:nvSpPr>
        <p:spPr>
          <a:xfrm>
            <a:off x="7815561" y="43273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35" name="Shape 832"/>
          <p:cNvSpPr/>
          <p:nvPr/>
        </p:nvSpPr>
        <p:spPr>
          <a:xfrm>
            <a:off x="7913843" y="42044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36" name="Shape 833"/>
          <p:cNvSpPr/>
          <p:nvPr/>
        </p:nvSpPr>
        <p:spPr>
          <a:xfrm>
            <a:off x="8077057" y="41409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37" name="Shape 834"/>
          <p:cNvSpPr/>
          <p:nvPr/>
        </p:nvSpPr>
        <p:spPr>
          <a:xfrm>
            <a:off x="7943588" y="434953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38" name="Shape 835"/>
          <p:cNvSpPr/>
          <p:nvPr/>
        </p:nvSpPr>
        <p:spPr>
          <a:xfrm>
            <a:off x="7894386" y="41727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39" name="Shape 836"/>
          <p:cNvSpPr/>
          <p:nvPr/>
        </p:nvSpPr>
        <p:spPr>
          <a:xfrm>
            <a:off x="7757225" y="41659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40" name="Shape 837"/>
          <p:cNvSpPr/>
          <p:nvPr/>
        </p:nvSpPr>
        <p:spPr>
          <a:xfrm>
            <a:off x="7924034" y="41627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41" name="Shape 838"/>
          <p:cNvSpPr/>
          <p:nvPr/>
        </p:nvSpPr>
        <p:spPr>
          <a:xfrm>
            <a:off x="8022088" y="42756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42" name="Shape 839"/>
          <p:cNvSpPr/>
          <p:nvPr/>
        </p:nvSpPr>
        <p:spPr>
          <a:xfrm>
            <a:off x="7869336" y="41933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43" name="Shape 840"/>
          <p:cNvSpPr/>
          <p:nvPr/>
        </p:nvSpPr>
        <p:spPr>
          <a:xfrm>
            <a:off x="7729971" y="43009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44" name="Shape 841"/>
          <p:cNvSpPr/>
          <p:nvPr/>
        </p:nvSpPr>
        <p:spPr>
          <a:xfrm>
            <a:off x="7864398" y="424597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45" name="Shape 842"/>
          <p:cNvSpPr/>
          <p:nvPr/>
        </p:nvSpPr>
        <p:spPr>
          <a:xfrm>
            <a:off x="8011352" y="425375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46" name="Shape 843"/>
          <p:cNvSpPr/>
          <p:nvPr/>
        </p:nvSpPr>
        <p:spPr>
          <a:xfrm>
            <a:off x="8092279" y="45048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47" name="Shape 844"/>
          <p:cNvSpPr/>
          <p:nvPr/>
        </p:nvSpPr>
        <p:spPr>
          <a:xfrm>
            <a:off x="7841383" y="46155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48" name="Shape 845"/>
          <p:cNvSpPr/>
          <p:nvPr/>
        </p:nvSpPr>
        <p:spPr>
          <a:xfrm>
            <a:off x="8087436" y="41954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49" name="Shape 846"/>
          <p:cNvSpPr/>
          <p:nvPr/>
        </p:nvSpPr>
        <p:spPr>
          <a:xfrm>
            <a:off x="7844367" y="430166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50" name="Shape 847"/>
          <p:cNvSpPr/>
          <p:nvPr/>
        </p:nvSpPr>
        <p:spPr>
          <a:xfrm>
            <a:off x="7960815" y="430677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51" name="Shape 848"/>
          <p:cNvSpPr/>
          <p:nvPr/>
        </p:nvSpPr>
        <p:spPr>
          <a:xfrm>
            <a:off x="8113289" y="46048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52" name="Shape 849"/>
          <p:cNvSpPr/>
          <p:nvPr/>
        </p:nvSpPr>
        <p:spPr>
          <a:xfrm>
            <a:off x="7721647" y="45480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53" name="Shape 850"/>
          <p:cNvSpPr/>
          <p:nvPr/>
        </p:nvSpPr>
        <p:spPr>
          <a:xfrm>
            <a:off x="7721841" y="47793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54" name="Shape 851"/>
          <p:cNvSpPr/>
          <p:nvPr/>
        </p:nvSpPr>
        <p:spPr>
          <a:xfrm>
            <a:off x="8109338" y="42825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55" name="Shape 852"/>
          <p:cNvSpPr/>
          <p:nvPr/>
        </p:nvSpPr>
        <p:spPr>
          <a:xfrm>
            <a:off x="7810951" y="45802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56" name="Shape 853"/>
          <p:cNvSpPr/>
          <p:nvPr/>
        </p:nvSpPr>
        <p:spPr>
          <a:xfrm>
            <a:off x="7947601" y="470285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57" name="Shape 854"/>
          <p:cNvSpPr/>
          <p:nvPr/>
        </p:nvSpPr>
        <p:spPr>
          <a:xfrm>
            <a:off x="7701883" y="46574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58" name="Shape 855"/>
          <p:cNvSpPr/>
          <p:nvPr/>
        </p:nvSpPr>
        <p:spPr>
          <a:xfrm>
            <a:off x="7936337" y="48743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59" name="Shape 856"/>
          <p:cNvSpPr/>
          <p:nvPr/>
        </p:nvSpPr>
        <p:spPr>
          <a:xfrm>
            <a:off x="7896230" y="45674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60" name="Shape 857"/>
          <p:cNvSpPr/>
          <p:nvPr/>
        </p:nvSpPr>
        <p:spPr>
          <a:xfrm>
            <a:off x="8056556" y="41170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61" name="Shape 858"/>
          <p:cNvSpPr/>
          <p:nvPr/>
        </p:nvSpPr>
        <p:spPr>
          <a:xfrm>
            <a:off x="8036858" y="39919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62" name="Shape 859"/>
          <p:cNvSpPr/>
          <p:nvPr/>
        </p:nvSpPr>
        <p:spPr>
          <a:xfrm>
            <a:off x="7735256" y="43405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63" name="Shape 860"/>
          <p:cNvSpPr/>
          <p:nvPr/>
        </p:nvSpPr>
        <p:spPr>
          <a:xfrm>
            <a:off x="8073444" y="46624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64" name="Shape 861"/>
          <p:cNvSpPr/>
          <p:nvPr/>
        </p:nvSpPr>
        <p:spPr>
          <a:xfrm>
            <a:off x="7839164" y="49560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65" name="Shape 862"/>
          <p:cNvSpPr/>
          <p:nvPr/>
        </p:nvSpPr>
        <p:spPr>
          <a:xfrm>
            <a:off x="7796746" y="40409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66" name="Shape 863"/>
          <p:cNvSpPr/>
          <p:nvPr/>
        </p:nvSpPr>
        <p:spPr>
          <a:xfrm>
            <a:off x="7891857" y="401314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67" name="Shape 864"/>
          <p:cNvSpPr/>
          <p:nvPr/>
        </p:nvSpPr>
        <p:spPr>
          <a:xfrm>
            <a:off x="8095060" y="395722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68" name="Shape 865"/>
          <p:cNvSpPr/>
          <p:nvPr/>
        </p:nvSpPr>
        <p:spPr>
          <a:xfrm>
            <a:off x="7976822" y="430492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69" name="Shape 866"/>
          <p:cNvSpPr/>
          <p:nvPr/>
        </p:nvSpPr>
        <p:spPr>
          <a:xfrm>
            <a:off x="7913226" y="39546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70" name="Shape 867"/>
          <p:cNvSpPr/>
          <p:nvPr/>
        </p:nvSpPr>
        <p:spPr>
          <a:xfrm>
            <a:off x="8043119" y="391008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71" name="Shape 868"/>
          <p:cNvSpPr/>
          <p:nvPr/>
        </p:nvSpPr>
        <p:spPr>
          <a:xfrm>
            <a:off x="7936323" y="35356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72" name="Shape 869"/>
          <p:cNvSpPr/>
          <p:nvPr/>
        </p:nvSpPr>
        <p:spPr>
          <a:xfrm>
            <a:off x="7876397" y="37440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73" name="Shape 870"/>
          <p:cNvSpPr/>
          <p:nvPr/>
        </p:nvSpPr>
        <p:spPr>
          <a:xfrm>
            <a:off x="7966001" y="35618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74" name="Shape 871"/>
          <p:cNvSpPr/>
          <p:nvPr/>
        </p:nvSpPr>
        <p:spPr>
          <a:xfrm>
            <a:off x="7924787" y="31788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75" name="Shape 872"/>
          <p:cNvSpPr/>
          <p:nvPr/>
        </p:nvSpPr>
        <p:spPr>
          <a:xfrm>
            <a:off x="7952159" y="41067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76" name="Shape 873"/>
          <p:cNvSpPr/>
          <p:nvPr/>
        </p:nvSpPr>
        <p:spPr>
          <a:xfrm>
            <a:off x="7755973" y="39846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77" name="Shape 874"/>
          <p:cNvSpPr/>
          <p:nvPr/>
        </p:nvSpPr>
        <p:spPr>
          <a:xfrm>
            <a:off x="8107393" y="38422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78" name="Shape 875"/>
          <p:cNvSpPr/>
          <p:nvPr/>
        </p:nvSpPr>
        <p:spPr>
          <a:xfrm>
            <a:off x="7814766" y="393565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79" name="Shape 876"/>
          <p:cNvSpPr/>
          <p:nvPr/>
        </p:nvSpPr>
        <p:spPr>
          <a:xfrm>
            <a:off x="8089387" y="36667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80" name="Shape 877"/>
          <p:cNvSpPr/>
          <p:nvPr/>
        </p:nvSpPr>
        <p:spPr>
          <a:xfrm>
            <a:off x="7805216" y="388464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81" name="Shape 878"/>
          <p:cNvSpPr/>
          <p:nvPr/>
        </p:nvSpPr>
        <p:spPr>
          <a:xfrm>
            <a:off x="8017459" y="371606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82" name="Shape 879"/>
          <p:cNvSpPr/>
          <p:nvPr/>
        </p:nvSpPr>
        <p:spPr>
          <a:xfrm>
            <a:off x="8065479" y="34137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83" name="Shape 880"/>
          <p:cNvSpPr/>
          <p:nvPr/>
        </p:nvSpPr>
        <p:spPr>
          <a:xfrm>
            <a:off x="8107205" y="343040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84" name="Shape 881"/>
          <p:cNvSpPr/>
          <p:nvPr/>
        </p:nvSpPr>
        <p:spPr>
          <a:xfrm>
            <a:off x="7750337" y="36846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85" name="Shape 882"/>
          <p:cNvSpPr/>
          <p:nvPr/>
        </p:nvSpPr>
        <p:spPr>
          <a:xfrm>
            <a:off x="7963304" y="34129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86" name="Shape 883"/>
          <p:cNvSpPr/>
          <p:nvPr/>
        </p:nvSpPr>
        <p:spPr>
          <a:xfrm>
            <a:off x="7840616" y="341678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87" name="Shape 884"/>
          <p:cNvSpPr/>
          <p:nvPr/>
        </p:nvSpPr>
        <p:spPr>
          <a:xfrm>
            <a:off x="7862443" y="37881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88" name="Shape 885"/>
          <p:cNvSpPr/>
          <p:nvPr/>
        </p:nvSpPr>
        <p:spPr>
          <a:xfrm>
            <a:off x="7799644" y="48620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89" name="Shape 886"/>
          <p:cNvSpPr/>
          <p:nvPr/>
        </p:nvSpPr>
        <p:spPr>
          <a:xfrm>
            <a:off x="7925418" y="45429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90" name="Shape 887"/>
          <p:cNvSpPr/>
          <p:nvPr/>
        </p:nvSpPr>
        <p:spPr>
          <a:xfrm>
            <a:off x="7789749" y="45229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91" name="Shape 888"/>
          <p:cNvSpPr/>
          <p:nvPr/>
        </p:nvSpPr>
        <p:spPr>
          <a:xfrm>
            <a:off x="7917301" y="46675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92" name="Shape 889"/>
          <p:cNvSpPr/>
          <p:nvPr/>
        </p:nvSpPr>
        <p:spPr>
          <a:xfrm>
            <a:off x="8061297" y="40400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93" name="Shape 890"/>
          <p:cNvSpPr/>
          <p:nvPr/>
        </p:nvSpPr>
        <p:spPr>
          <a:xfrm>
            <a:off x="7982165" y="40516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94" name="Shape 891"/>
          <p:cNvSpPr/>
          <p:nvPr/>
        </p:nvSpPr>
        <p:spPr>
          <a:xfrm>
            <a:off x="7804147" y="352022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95" name="Shape 892"/>
          <p:cNvSpPr/>
          <p:nvPr/>
        </p:nvSpPr>
        <p:spPr>
          <a:xfrm>
            <a:off x="7730091" y="34848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96" name="Shape 893"/>
          <p:cNvSpPr/>
          <p:nvPr/>
        </p:nvSpPr>
        <p:spPr>
          <a:xfrm>
            <a:off x="8082177" y="35069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97" name="Shape 894"/>
          <p:cNvSpPr/>
          <p:nvPr/>
        </p:nvSpPr>
        <p:spPr>
          <a:xfrm>
            <a:off x="8054245" y="348119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98" name="Shape 895"/>
          <p:cNvSpPr/>
          <p:nvPr/>
        </p:nvSpPr>
        <p:spPr>
          <a:xfrm>
            <a:off x="7776470" y="35160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899" name="Shape 896"/>
          <p:cNvSpPr/>
          <p:nvPr/>
        </p:nvSpPr>
        <p:spPr>
          <a:xfrm>
            <a:off x="7749202" y="350191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00" name="Shape 897"/>
          <p:cNvSpPr/>
          <p:nvPr/>
        </p:nvSpPr>
        <p:spPr>
          <a:xfrm>
            <a:off x="8116943" y="377498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01" name="Shape 898"/>
          <p:cNvSpPr/>
          <p:nvPr/>
        </p:nvSpPr>
        <p:spPr>
          <a:xfrm>
            <a:off x="7962186" y="43296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02" name="Shape 899"/>
          <p:cNvSpPr/>
          <p:nvPr/>
        </p:nvSpPr>
        <p:spPr>
          <a:xfrm>
            <a:off x="7701577" y="41704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03" name="Shape 900"/>
          <p:cNvSpPr/>
          <p:nvPr/>
        </p:nvSpPr>
        <p:spPr>
          <a:xfrm>
            <a:off x="7812768" y="41367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04" name="Shape 901"/>
          <p:cNvSpPr/>
          <p:nvPr/>
        </p:nvSpPr>
        <p:spPr>
          <a:xfrm>
            <a:off x="7870289" y="42025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05" name="Shape 902"/>
          <p:cNvSpPr/>
          <p:nvPr/>
        </p:nvSpPr>
        <p:spPr>
          <a:xfrm>
            <a:off x="7757648" y="43547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06" name="Shape 903"/>
          <p:cNvSpPr/>
          <p:nvPr/>
        </p:nvSpPr>
        <p:spPr>
          <a:xfrm>
            <a:off x="7784759" y="44709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07" name="Shape 904"/>
          <p:cNvSpPr/>
          <p:nvPr/>
        </p:nvSpPr>
        <p:spPr>
          <a:xfrm>
            <a:off x="7939512" y="43587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08" name="Shape 905"/>
          <p:cNvSpPr/>
          <p:nvPr/>
        </p:nvSpPr>
        <p:spPr>
          <a:xfrm>
            <a:off x="8058220" y="45135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09" name="Shape 906"/>
          <p:cNvSpPr/>
          <p:nvPr/>
        </p:nvSpPr>
        <p:spPr>
          <a:xfrm>
            <a:off x="7883131" y="452712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10" name="Shape 907"/>
          <p:cNvSpPr/>
          <p:nvPr/>
        </p:nvSpPr>
        <p:spPr>
          <a:xfrm>
            <a:off x="8123129" y="44535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11" name="Shape 908"/>
          <p:cNvSpPr/>
          <p:nvPr/>
        </p:nvSpPr>
        <p:spPr>
          <a:xfrm>
            <a:off x="7858751" y="33486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12" name="Shape 909"/>
          <p:cNvSpPr/>
          <p:nvPr/>
        </p:nvSpPr>
        <p:spPr>
          <a:xfrm>
            <a:off x="7992187" y="31408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13" name="Shape 910"/>
          <p:cNvSpPr/>
          <p:nvPr/>
        </p:nvSpPr>
        <p:spPr>
          <a:xfrm>
            <a:off x="7825031" y="42194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14" name="Shape 911"/>
          <p:cNvSpPr/>
          <p:nvPr/>
        </p:nvSpPr>
        <p:spPr>
          <a:xfrm>
            <a:off x="7900520" y="42230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15" name="Shape 912"/>
          <p:cNvSpPr/>
          <p:nvPr/>
        </p:nvSpPr>
        <p:spPr>
          <a:xfrm>
            <a:off x="7798558" y="435443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16" name="Shape 913"/>
          <p:cNvSpPr/>
          <p:nvPr/>
        </p:nvSpPr>
        <p:spPr>
          <a:xfrm>
            <a:off x="7701073" y="355436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17" name="Shape 914"/>
          <p:cNvSpPr/>
          <p:nvPr/>
        </p:nvSpPr>
        <p:spPr>
          <a:xfrm>
            <a:off x="8064458" y="34753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18" name="Shape 915"/>
          <p:cNvSpPr/>
          <p:nvPr/>
        </p:nvSpPr>
        <p:spPr>
          <a:xfrm>
            <a:off x="7819503" y="265858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19" name="Shape 916"/>
          <p:cNvSpPr/>
          <p:nvPr/>
        </p:nvSpPr>
        <p:spPr>
          <a:xfrm>
            <a:off x="8126969" y="395373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20" name="Shape 917"/>
          <p:cNvSpPr/>
          <p:nvPr/>
        </p:nvSpPr>
        <p:spPr>
          <a:xfrm>
            <a:off x="7976970" y="39719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21" name="Shape 918"/>
          <p:cNvSpPr/>
          <p:nvPr/>
        </p:nvSpPr>
        <p:spPr>
          <a:xfrm>
            <a:off x="7766146" y="416942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22" name="Shape 919"/>
          <p:cNvSpPr/>
          <p:nvPr/>
        </p:nvSpPr>
        <p:spPr>
          <a:xfrm>
            <a:off x="7987408" y="403289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23" name="Shape 920"/>
          <p:cNvSpPr/>
          <p:nvPr/>
        </p:nvSpPr>
        <p:spPr>
          <a:xfrm>
            <a:off x="7855334" y="39928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24" name="Shape 921"/>
          <p:cNvSpPr/>
          <p:nvPr/>
        </p:nvSpPr>
        <p:spPr>
          <a:xfrm>
            <a:off x="7811779" y="405576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25" name="Shape 922"/>
          <p:cNvSpPr/>
          <p:nvPr/>
        </p:nvSpPr>
        <p:spPr>
          <a:xfrm>
            <a:off x="7921921" y="40706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26" name="Shape 923"/>
          <p:cNvSpPr/>
          <p:nvPr/>
        </p:nvSpPr>
        <p:spPr>
          <a:xfrm>
            <a:off x="7954003" y="43551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27" name="Shape 924"/>
          <p:cNvSpPr/>
          <p:nvPr/>
        </p:nvSpPr>
        <p:spPr>
          <a:xfrm>
            <a:off x="7758933" y="42620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28" name="Shape 925"/>
          <p:cNvSpPr/>
          <p:nvPr/>
        </p:nvSpPr>
        <p:spPr>
          <a:xfrm>
            <a:off x="7949923" y="43394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29" name="Shape 926"/>
          <p:cNvSpPr/>
          <p:nvPr/>
        </p:nvSpPr>
        <p:spPr>
          <a:xfrm>
            <a:off x="7928568" y="424679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30" name="Shape 927"/>
          <p:cNvSpPr/>
          <p:nvPr/>
        </p:nvSpPr>
        <p:spPr>
          <a:xfrm>
            <a:off x="7720653" y="41991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31" name="Shape 928"/>
          <p:cNvSpPr/>
          <p:nvPr/>
        </p:nvSpPr>
        <p:spPr>
          <a:xfrm>
            <a:off x="7876941" y="39919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32" name="Shape 929"/>
          <p:cNvSpPr/>
          <p:nvPr/>
        </p:nvSpPr>
        <p:spPr>
          <a:xfrm>
            <a:off x="7960973" y="404157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33" name="Shape 930"/>
          <p:cNvSpPr/>
          <p:nvPr/>
        </p:nvSpPr>
        <p:spPr>
          <a:xfrm>
            <a:off x="7948282" y="422749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34" name="Shape 931"/>
          <p:cNvSpPr/>
          <p:nvPr/>
        </p:nvSpPr>
        <p:spPr>
          <a:xfrm>
            <a:off x="8016665" y="40325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35" name="Shape 932"/>
          <p:cNvSpPr/>
          <p:nvPr/>
        </p:nvSpPr>
        <p:spPr>
          <a:xfrm>
            <a:off x="7753647" y="423949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36" name="Shape 933"/>
          <p:cNvSpPr/>
          <p:nvPr/>
        </p:nvSpPr>
        <p:spPr>
          <a:xfrm>
            <a:off x="7934415" y="384095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37" name="Shape 934"/>
          <p:cNvSpPr/>
          <p:nvPr/>
        </p:nvSpPr>
        <p:spPr>
          <a:xfrm>
            <a:off x="7707784" y="368160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38" name="Shape 935"/>
          <p:cNvSpPr/>
          <p:nvPr/>
        </p:nvSpPr>
        <p:spPr>
          <a:xfrm>
            <a:off x="7887680" y="34753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39" name="Shape 936"/>
          <p:cNvSpPr/>
          <p:nvPr/>
        </p:nvSpPr>
        <p:spPr>
          <a:xfrm>
            <a:off x="8043816" y="422188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0" name="Shape 937"/>
          <p:cNvSpPr/>
          <p:nvPr/>
        </p:nvSpPr>
        <p:spPr>
          <a:xfrm>
            <a:off x="7830229" y="475820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1" name="Shape 938"/>
          <p:cNvSpPr/>
          <p:nvPr/>
        </p:nvSpPr>
        <p:spPr>
          <a:xfrm>
            <a:off x="7764818" y="463474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2" name="Shape 939"/>
          <p:cNvSpPr/>
          <p:nvPr/>
        </p:nvSpPr>
        <p:spPr>
          <a:xfrm>
            <a:off x="7850717" y="47794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3" name="Shape 940"/>
          <p:cNvSpPr/>
          <p:nvPr/>
        </p:nvSpPr>
        <p:spPr>
          <a:xfrm>
            <a:off x="7928253" y="45256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4" name="Shape 941"/>
          <p:cNvSpPr/>
          <p:nvPr/>
        </p:nvSpPr>
        <p:spPr>
          <a:xfrm>
            <a:off x="7924410" y="46969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5" name="Shape 942"/>
          <p:cNvSpPr/>
          <p:nvPr/>
        </p:nvSpPr>
        <p:spPr>
          <a:xfrm>
            <a:off x="7971519" y="446288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6" name="Shape 943"/>
          <p:cNvSpPr/>
          <p:nvPr/>
        </p:nvSpPr>
        <p:spPr>
          <a:xfrm>
            <a:off x="7745179" y="439496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7" name="Shape 944"/>
          <p:cNvSpPr/>
          <p:nvPr/>
        </p:nvSpPr>
        <p:spPr>
          <a:xfrm>
            <a:off x="7932888" y="454448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8" name="Shape 945"/>
          <p:cNvSpPr/>
          <p:nvPr/>
        </p:nvSpPr>
        <p:spPr>
          <a:xfrm>
            <a:off x="8013386" y="454375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49" name="Shape 946"/>
          <p:cNvSpPr/>
          <p:nvPr/>
        </p:nvSpPr>
        <p:spPr>
          <a:xfrm>
            <a:off x="7725773" y="46153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0" name="Shape 947"/>
          <p:cNvSpPr/>
          <p:nvPr/>
        </p:nvSpPr>
        <p:spPr>
          <a:xfrm>
            <a:off x="8069342" y="41005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1" name="Shape 948"/>
          <p:cNvSpPr/>
          <p:nvPr/>
        </p:nvSpPr>
        <p:spPr>
          <a:xfrm>
            <a:off x="7902112" y="41196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2" name="Shape 949"/>
          <p:cNvSpPr/>
          <p:nvPr/>
        </p:nvSpPr>
        <p:spPr>
          <a:xfrm>
            <a:off x="7755461" y="388487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3" name="Shape 950"/>
          <p:cNvSpPr/>
          <p:nvPr/>
        </p:nvSpPr>
        <p:spPr>
          <a:xfrm>
            <a:off x="8086987" y="406112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4" name="Shape 951"/>
          <p:cNvSpPr/>
          <p:nvPr/>
        </p:nvSpPr>
        <p:spPr>
          <a:xfrm>
            <a:off x="7994379" y="416461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5" name="Shape 952"/>
          <p:cNvSpPr/>
          <p:nvPr/>
        </p:nvSpPr>
        <p:spPr>
          <a:xfrm>
            <a:off x="7952514" y="394010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6" name="Shape 953"/>
          <p:cNvSpPr/>
          <p:nvPr/>
        </p:nvSpPr>
        <p:spPr>
          <a:xfrm>
            <a:off x="8003885" y="428060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7" name="Shape 954"/>
          <p:cNvSpPr/>
          <p:nvPr/>
        </p:nvSpPr>
        <p:spPr>
          <a:xfrm>
            <a:off x="7903020" y="421146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8" name="Shape 955"/>
          <p:cNvSpPr/>
          <p:nvPr/>
        </p:nvSpPr>
        <p:spPr>
          <a:xfrm>
            <a:off x="7966396" y="416846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59" name="Shape 956"/>
          <p:cNvSpPr/>
          <p:nvPr/>
        </p:nvSpPr>
        <p:spPr>
          <a:xfrm>
            <a:off x="7757346" y="385001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0" name="Shape 957"/>
          <p:cNvSpPr/>
          <p:nvPr/>
        </p:nvSpPr>
        <p:spPr>
          <a:xfrm>
            <a:off x="8001569" y="411760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1" name="Shape 958"/>
          <p:cNvSpPr/>
          <p:nvPr/>
        </p:nvSpPr>
        <p:spPr>
          <a:xfrm>
            <a:off x="8059019" y="346557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2" name="Shape 959"/>
          <p:cNvSpPr/>
          <p:nvPr/>
        </p:nvSpPr>
        <p:spPr>
          <a:xfrm>
            <a:off x="7768589" y="34385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3" name="Shape 960"/>
          <p:cNvSpPr/>
          <p:nvPr/>
        </p:nvSpPr>
        <p:spPr>
          <a:xfrm>
            <a:off x="7834740" y="369633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4" name="Shape 961"/>
          <p:cNvSpPr/>
          <p:nvPr/>
        </p:nvSpPr>
        <p:spPr>
          <a:xfrm>
            <a:off x="7820397" y="290744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5" name="Shape 962"/>
          <p:cNvSpPr/>
          <p:nvPr/>
        </p:nvSpPr>
        <p:spPr>
          <a:xfrm>
            <a:off x="8088890" y="32242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6" name="Shape 963"/>
          <p:cNvSpPr/>
          <p:nvPr/>
        </p:nvSpPr>
        <p:spPr>
          <a:xfrm>
            <a:off x="7845730" y="34643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7" name="Shape 964"/>
          <p:cNvSpPr/>
          <p:nvPr/>
        </p:nvSpPr>
        <p:spPr>
          <a:xfrm>
            <a:off x="7787726" y="305439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8" name="Shape 965"/>
          <p:cNvSpPr/>
          <p:nvPr/>
        </p:nvSpPr>
        <p:spPr>
          <a:xfrm>
            <a:off x="7907930" y="3517030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69" name="Shape 966"/>
          <p:cNvSpPr/>
          <p:nvPr/>
        </p:nvSpPr>
        <p:spPr>
          <a:xfrm>
            <a:off x="7937443" y="25827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0" name="Shape 967"/>
          <p:cNvSpPr/>
          <p:nvPr/>
        </p:nvSpPr>
        <p:spPr>
          <a:xfrm>
            <a:off x="8129683" y="3849829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1" name="Shape 968"/>
          <p:cNvSpPr/>
          <p:nvPr/>
        </p:nvSpPr>
        <p:spPr>
          <a:xfrm>
            <a:off x="7985975" y="43123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2" name="Shape 969"/>
          <p:cNvSpPr/>
          <p:nvPr/>
        </p:nvSpPr>
        <p:spPr>
          <a:xfrm>
            <a:off x="7966024" y="359982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3" name="Shape 970"/>
          <p:cNvSpPr/>
          <p:nvPr/>
        </p:nvSpPr>
        <p:spPr>
          <a:xfrm>
            <a:off x="8053475" y="389112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4" name="Shape 971"/>
          <p:cNvSpPr/>
          <p:nvPr/>
        </p:nvSpPr>
        <p:spPr>
          <a:xfrm>
            <a:off x="7872505" y="393174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5" name="Shape 972"/>
          <p:cNvSpPr/>
          <p:nvPr/>
        </p:nvSpPr>
        <p:spPr>
          <a:xfrm>
            <a:off x="7738907" y="402901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6" name="Shape 973"/>
          <p:cNvSpPr/>
          <p:nvPr/>
        </p:nvSpPr>
        <p:spPr>
          <a:xfrm>
            <a:off x="7961145" y="402465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7" name="Shape 974"/>
          <p:cNvSpPr/>
          <p:nvPr/>
        </p:nvSpPr>
        <p:spPr>
          <a:xfrm>
            <a:off x="8005791" y="435433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8" name="Shape 975"/>
          <p:cNvSpPr/>
          <p:nvPr/>
        </p:nvSpPr>
        <p:spPr>
          <a:xfrm>
            <a:off x="7944286" y="380480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79" name="Shape 976"/>
          <p:cNvSpPr/>
          <p:nvPr/>
        </p:nvSpPr>
        <p:spPr>
          <a:xfrm>
            <a:off x="8066770" y="374992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0" name="Shape 977"/>
          <p:cNvSpPr/>
          <p:nvPr/>
        </p:nvSpPr>
        <p:spPr>
          <a:xfrm>
            <a:off x="8027353" y="377767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1" name="Shape 978"/>
          <p:cNvSpPr/>
          <p:nvPr/>
        </p:nvSpPr>
        <p:spPr>
          <a:xfrm>
            <a:off x="7763441" y="379894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2" name="Shape 979"/>
          <p:cNvSpPr/>
          <p:nvPr/>
        </p:nvSpPr>
        <p:spPr>
          <a:xfrm>
            <a:off x="7741860" y="43304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3" name="Shape 980"/>
          <p:cNvSpPr/>
          <p:nvPr/>
        </p:nvSpPr>
        <p:spPr>
          <a:xfrm>
            <a:off x="7954791" y="452326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4" name="Shape 981"/>
          <p:cNvSpPr/>
          <p:nvPr/>
        </p:nvSpPr>
        <p:spPr>
          <a:xfrm>
            <a:off x="7786969" y="417967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5" name="Shape 982"/>
          <p:cNvSpPr/>
          <p:nvPr/>
        </p:nvSpPr>
        <p:spPr>
          <a:xfrm>
            <a:off x="7822182" y="415717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6" name="Shape 983"/>
          <p:cNvSpPr/>
          <p:nvPr/>
        </p:nvSpPr>
        <p:spPr>
          <a:xfrm>
            <a:off x="8100095" y="444383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7" name="Shape 984"/>
          <p:cNvSpPr/>
          <p:nvPr/>
        </p:nvSpPr>
        <p:spPr>
          <a:xfrm>
            <a:off x="7745247" y="434418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8" name="Shape 985"/>
          <p:cNvSpPr/>
          <p:nvPr/>
        </p:nvSpPr>
        <p:spPr>
          <a:xfrm>
            <a:off x="8117912" y="3650534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89" name="Shape 986"/>
          <p:cNvSpPr/>
          <p:nvPr/>
        </p:nvSpPr>
        <p:spPr>
          <a:xfrm>
            <a:off x="7761868" y="35058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0" name="Shape 987"/>
          <p:cNvSpPr/>
          <p:nvPr/>
        </p:nvSpPr>
        <p:spPr>
          <a:xfrm>
            <a:off x="7997702" y="330619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1" name="Shape 988"/>
          <p:cNvSpPr/>
          <p:nvPr/>
        </p:nvSpPr>
        <p:spPr>
          <a:xfrm>
            <a:off x="7711434" y="481308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2" name="Shape 989"/>
          <p:cNvSpPr/>
          <p:nvPr/>
        </p:nvSpPr>
        <p:spPr>
          <a:xfrm>
            <a:off x="7875406" y="41935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3" name="Shape 990"/>
          <p:cNvSpPr/>
          <p:nvPr/>
        </p:nvSpPr>
        <p:spPr>
          <a:xfrm>
            <a:off x="8039442" y="4420817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4" name="Shape 991"/>
          <p:cNvSpPr/>
          <p:nvPr/>
        </p:nvSpPr>
        <p:spPr>
          <a:xfrm>
            <a:off x="7716486" y="4284873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5" name="Shape 992"/>
          <p:cNvSpPr/>
          <p:nvPr/>
        </p:nvSpPr>
        <p:spPr>
          <a:xfrm>
            <a:off x="8083690" y="4624045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6" name="Shape 993"/>
          <p:cNvSpPr/>
          <p:nvPr/>
        </p:nvSpPr>
        <p:spPr>
          <a:xfrm>
            <a:off x="7997914" y="4505732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7" name="Shape 994"/>
          <p:cNvSpPr/>
          <p:nvPr/>
        </p:nvSpPr>
        <p:spPr>
          <a:xfrm>
            <a:off x="7791925" y="44492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8" name="Shape 995"/>
          <p:cNvSpPr/>
          <p:nvPr/>
        </p:nvSpPr>
        <p:spPr>
          <a:xfrm>
            <a:off x="7891362" y="443521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999" name="Shape 996"/>
          <p:cNvSpPr/>
          <p:nvPr/>
        </p:nvSpPr>
        <p:spPr>
          <a:xfrm>
            <a:off x="8003910" y="464043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0" name="Shape 997"/>
          <p:cNvSpPr/>
          <p:nvPr/>
        </p:nvSpPr>
        <p:spPr>
          <a:xfrm>
            <a:off x="7764882" y="4715256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1" name="Shape 998"/>
          <p:cNvSpPr/>
          <p:nvPr/>
        </p:nvSpPr>
        <p:spPr>
          <a:xfrm>
            <a:off x="7789883" y="3752448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2" name="Shape 999"/>
          <p:cNvSpPr/>
          <p:nvPr/>
        </p:nvSpPr>
        <p:spPr>
          <a:xfrm>
            <a:off x="7911170" y="4598041"/>
            <a:ext cx="41910" cy="41910"/>
          </a:xfrm>
          <a:prstGeom prst="ellipse">
            <a:avLst/>
          </a:prstGeom>
          <a:solidFill>
            <a:srgbClr val="32887D">
              <a:alpha val="27000"/>
            </a:srgbClr>
          </a:solidFill>
          <a:ln w="12700">
            <a:solidFill>
              <a:srgbClr val="32887D">
                <a:alpha val="0"/>
              </a:srgbClr>
            </a:solidFill>
            <a:prstDash val="solid"/>
          </a:ln>
        </p:spPr>
      </p:sp>
      <p:sp>
        <p:nvSpPr>
          <p:cNvPr id="1003" name="Shape 1000"/>
          <p:cNvSpPr/>
          <p:nvPr/>
        </p:nvSpPr>
        <p:spPr>
          <a:xfrm>
            <a:off x="7937500" y="3448618"/>
            <a:ext cx="127" cy="1230801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1004" name="Shape 1001"/>
          <p:cNvSpPr/>
          <p:nvPr/>
        </p:nvSpPr>
        <p:spPr>
          <a:xfrm>
            <a:off x="7835900" y="4679419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1005" name="Shape 1002"/>
          <p:cNvSpPr/>
          <p:nvPr/>
        </p:nvSpPr>
        <p:spPr>
          <a:xfrm>
            <a:off x="7835900" y="3448618"/>
            <a:ext cx="203200" cy="127"/>
          </a:xfrm>
          <a:prstGeom prst="line">
            <a:avLst/>
          </a:prstGeom>
          <a:noFill/>
          <a:ln w="13970">
            <a:solidFill>
              <a:srgbClr val="32887D"/>
            </a:solidFill>
            <a:prstDash val="solid"/>
          </a:ln>
        </p:spPr>
      </p:sp>
      <p:sp>
        <p:nvSpPr>
          <p:cNvPr id="1006" name="Shape 1003"/>
          <p:cNvSpPr/>
          <p:nvPr/>
        </p:nvSpPr>
        <p:spPr>
          <a:xfrm>
            <a:off x="7785100" y="4005632"/>
            <a:ext cx="304800" cy="322102"/>
          </a:xfrm>
          <a:prstGeom prst="rect">
            <a:avLst/>
          </a:prstGeom>
          <a:solidFill>
            <a:srgbClr val="FFFFFF"/>
          </a:solidFill>
          <a:ln w="19050">
            <a:solidFill>
              <a:srgbClr val="32887D"/>
            </a:solidFill>
            <a:prstDash val="solid"/>
          </a:ln>
        </p:spPr>
      </p:sp>
      <p:sp>
        <p:nvSpPr>
          <p:cNvPr id="1007" name="Shape 1004"/>
          <p:cNvSpPr/>
          <p:nvPr/>
        </p:nvSpPr>
        <p:spPr>
          <a:xfrm>
            <a:off x="7785100" y="4200725"/>
            <a:ext cx="304800" cy="127"/>
          </a:xfrm>
          <a:prstGeom prst="line">
            <a:avLst/>
          </a:prstGeom>
          <a:noFill/>
          <a:ln w="30480">
            <a:solidFill>
              <a:srgbClr val="32887D"/>
            </a:solidFill>
            <a:prstDash val="solid"/>
          </a:ln>
        </p:spPr>
      </p:sp>
      <p:sp>
        <p:nvSpPr>
          <p:cNvPr id="1008" name="Shape 1005"/>
          <p:cNvSpPr/>
          <p:nvPr/>
        </p:nvSpPr>
        <p:spPr>
          <a:xfrm>
            <a:off x="7937500" y="5105400"/>
            <a:ext cx="127" cy="76200"/>
          </a:xfrm>
          <a:prstGeom prst="line">
            <a:avLst/>
          </a:prstGeom>
          <a:noFill/>
          <a:ln w="10160">
            <a:solidFill>
              <a:srgbClr val="26333D"/>
            </a:solidFill>
            <a:prstDash val="solid"/>
          </a:ln>
        </p:spPr>
      </p:sp>
      <p:sp>
        <p:nvSpPr>
          <p:cNvPr id="1009" name="Text 1006"/>
          <p:cNvSpPr/>
          <p:nvPr/>
        </p:nvSpPr>
        <p:spPr>
          <a:xfrm>
            <a:off x="7162800" y="5270500"/>
            <a:ext cx="154940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local_cov-C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</a:t>
            </a:r>
            <a:endParaRPr lang="en-US" sz="1500" dirty="0"/>
          </a:p>
        </p:txBody>
      </p:sp>
      <p:sp>
        <p:nvSpPr>
          <p:cNvPr id="1010" name="Shape 1007"/>
          <p:cNvSpPr/>
          <p:nvPr/>
        </p:nvSpPr>
        <p:spPr>
          <a:xfrm>
            <a:off x="9750822" y="411477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11" name="Shape 1008"/>
          <p:cNvSpPr/>
          <p:nvPr/>
        </p:nvSpPr>
        <p:spPr>
          <a:xfrm>
            <a:off x="9707874" y="417531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12" name="Shape 1009"/>
          <p:cNvSpPr/>
          <p:nvPr/>
        </p:nvSpPr>
        <p:spPr>
          <a:xfrm>
            <a:off x="9459888" y="41279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13" name="Shape 1010"/>
          <p:cNvSpPr/>
          <p:nvPr/>
        </p:nvSpPr>
        <p:spPr>
          <a:xfrm>
            <a:off x="9677804" y="40307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14" name="Shape 1011"/>
          <p:cNvSpPr/>
          <p:nvPr/>
        </p:nvSpPr>
        <p:spPr>
          <a:xfrm>
            <a:off x="9342670" y="41281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15" name="Shape 1012"/>
          <p:cNvSpPr/>
          <p:nvPr/>
        </p:nvSpPr>
        <p:spPr>
          <a:xfrm>
            <a:off x="9541486" y="41481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16" name="Shape 1013"/>
          <p:cNvSpPr/>
          <p:nvPr/>
        </p:nvSpPr>
        <p:spPr>
          <a:xfrm>
            <a:off x="9511378" y="421717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17" name="Shape 1014"/>
          <p:cNvSpPr/>
          <p:nvPr/>
        </p:nvSpPr>
        <p:spPr>
          <a:xfrm>
            <a:off x="9566355" y="40972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18" name="Shape 1015"/>
          <p:cNvSpPr/>
          <p:nvPr/>
        </p:nvSpPr>
        <p:spPr>
          <a:xfrm>
            <a:off x="9545518" y="41520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19" name="Shape 1016"/>
          <p:cNvSpPr/>
          <p:nvPr/>
        </p:nvSpPr>
        <p:spPr>
          <a:xfrm>
            <a:off x="9755396" y="41420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20" name="Shape 1017"/>
          <p:cNvSpPr/>
          <p:nvPr/>
        </p:nvSpPr>
        <p:spPr>
          <a:xfrm>
            <a:off x="9556500" y="42754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21" name="Shape 1018"/>
          <p:cNvSpPr/>
          <p:nvPr/>
        </p:nvSpPr>
        <p:spPr>
          <a:xfrm>
            <a:off x="9701047" y="41661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22" name="Shape 1019"/>
          <p:cNvSpPr/>
          <p:nvPr/>
        </p:nvSpPr>
        <p:spPr>
          <a:xfrm>
            <a:off x="9542443" y="41232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23" name="Shape 1020"/>
          <p:cNvSpPr/>
          <p:nvPr/>
        </p:nvSpPr>
        <p:spPr>
          <a:xfrm>
            <a:off x="9744166" y="41409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24" name="Shape 1021"/>
          <p:cNvSpPr/>
          <p:nvPr/>
        </p:nvSpPr>
        <p:spPr>
          <a:xfrm>
            <a:off x="9382758" y="41445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25" name="Shape 1022"/>
          <p:cNvSpPr/>
          <p:nvPr/>
        </p:nvSpPr>
        <p:spPr>
          <a:xfrm>
            <a:off x="9374411" y="42146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26" name="Shape 1023"/>
          <p:cNvSpPr/>
          <p:nvPr/>
        </p:nvSpPr>
        <p:spPr>
          <a:xfrm>
            <a:off x="9400118" y="40742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27" name="Shape 1024"/>
          <p:cNvSpPr/>
          <p:nvPr/>
        </p:nvSpPr>
        <p:spPr>
          <a:xfrm>
            <a:off x="9489918" y="43164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28" name="Shape 1025"/>
          <p:cNvSpPr/>
          <p:nvPr/>
        </p:nvSpPr>
        <p:spPr>
          <a:xfrm>
            <a:off x="9391491" y="41601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29" name="Shape 1026"/>
          <p:cNvSpPr/>
          <p:nvPr/>
        </p:nvSpPr>
        <p:spPr>
          <a:xfrm>
            <a:off x="9701293" y="40593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30" name="Shape 1027"/>
          <p:cNvSpPr/>
          <p:nvPr/>
        </p:nvSpPr>
        <p:spPr>
          <a:xfrm>
            <a:off x="9714275" y="40448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31" name="Shape 1028"/>
          <p:cNvSpPr/>
          <p:nvPr/>
        </p:nvSpPr>
        <p:spPr>
          <a:xfrm>
            <a:off x="9400182" y="41434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32" name="Shape 1029"/>
          <p:cNvSpPr/>
          <p:nvPr/>
        </p:nvSpPr>
        <p:spPr>
          <a:xfrm>
            <a:off x="9505045" y="40948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33" name="Shape 1030"/>
          <p:cNvSpPr/>
          <p:nvPr/>
        </p:nvSpPr>
        <p:spPr>
          <a:xfrm>
            <a:off x="9374810" y="41083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34" name="Shape 1031"/>
          <p:cNvSpPr/>
          <p:nvPr/>
        </p:nvSpPr>
        <p:spPr>
          <a:xfrm>
            <a:off x="9359605" y="41548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35" name="Shape 1032"/>
          <p:cNvSpPr/>
          <p:nvPr/>
        </p:nvSpPr>
        <p:spPr>
          <a:xfrm>
            <a:off x="9527847" y="413900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36" name="Shape 1033"/>
          <p:cNvSpPr/>
          <p:nvPr/>
        </p:nvSpPr>
        <p:spPr>
          <a:xfrm>
            <a:off x="9407183" y="41573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37" name="Shape 1034"/>
          <p:cNvSpPr/>
          <p:nvPr/>
        </p:nvSpPr>
        <p:spPr>
          <a:xfrm>
            <a:off x="9724382" y="41964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38" name="Shape 1035"/>
          <p:cNvSpPr/>
          <p:nvPr/>
        </p:nvSpPr>
        <p:spPr>
          <a:xfrm>
            <a:off x="9479456" y="43114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39" name="Shape 1036"/>
          <p:cNvSpPr/>
          <p:nvPr/>
        </p:nvSpPr>
        <p:spPr>
          <a:xfrm>
            <a:off x="9444734" y="41080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40" name="Shape 1037"/>
          <p:cNvSpPr/>
          <p:nvPr/>
        </p:nvSpPr>
        <p:spPr>
          <a:xfrm>
            <a:off x="9332674" y="41431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41" name="Shape 1038"/>
          <p:cNvSpPr/>
          <p:nvPr/>
        </p:nvSpPr>
        <p:spPr>
          <a:xfrm>
            <a:off x="9751583" y="40872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42" name="Shape 1039"/>
          <p:cNvSpPr/>
          <p:nvPr/>
        </p:nvSpPr>
        <p:spPr>
          <a:xfrm>
            <a:off x="9512059" y="405821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43" name="Shape 1040"/>
          <p:cNvSpPr/>
          <p:nvPr/>
        </p:nvSpPr>
        <p:spPr>
          <a:xfrm>
            <a:off x="9478717" y="41745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44" name="Shape 1041"/>
          <p:cNvSpPr/>
          <p:nvPr/>
        </p:nvSpPr>
        <p:spPr>
          <a:xfrm>
            <a:off x="9727785" y="40438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45" name="Shape 1042"/>
          <p:cNvSpPr/>
          <p:nvPr/>
        </p:nvSpPr>
        <p:spPr>
          <a:xfrm>
            <a:off x="9678724" y="41401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46" name="Shape 1043"/>
          <p:cNvSpPr/>
          <p:nvPr/>
        </p:nvSpPr>
        <p:spPr>
          <a:xfrm>
            <a:off x="9371660" y="42333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47" name="Shape 1044"/>
          <p:cNvSpPr/>
          <p:nvPr/>
        </p:nvSpPr>
        <p:spPr>
          <a:xfrm>
            <a:off x="9448441" y="41400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48" name="Shape 1045"/>
          <p:cNvSpPr/>
          <p:nvPr/>
        </p:nvSpPr>
        <p:spPr>
          <a:xfrm>
            <a:off x="9492707" y="41926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49" name="Shape 1046"/>
          <p:cNvSpPr/>
          <p:nvPr/>
        </p:nvSpPr>
        <p:spPr>
          <a:xfrm>
            <a:off x="9455759" y="415133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50" name="Shape 1047"/>
          <p:cNvSpPr/>
          <p:nvPr/>
        </p:nvSpPr>
        <p:spPr>
          <a:xfrm>
            <a:off x="9612459" y="41508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51" name="Shape 1048"/>
          <p:cNvSpPr/>
          <p:nvPr/>
        </p:nvSpPr>
        <p:spPr>
          <a:xfrm>
            <a:off x="9491708" y="41893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52" name="Shape 1049"/>
          <p:cNvSpPr/>
          <p:nvPr/>
        </p:nvSpPr>
        <p:spPr>
          <a:xfrm>
            <a:off x="9389341" y="41512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53" name="Shape 1050"/>
          <p:cNvSpPr/>
          <p:nvPr/>
        </p:nvSpPr>
        <p:spPr>
          <a:xfrm>
            <a:off x="9412873" y="41675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54" name="Shape 1051"/>
          <p:cNvSpPr/>
          <p:nvPr/>
        </p:nvSpPr>
        <p:spPr>
          <a:xfrm>
            <a:off x="9331838" y="43913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55" name="Shape 1052"/>
          <p:cNvSpPr/>
          <p:nvPr/>
        </p:nvSpPr>
        <p:spPr>
          <a:xfrm>
            <a:off x="9537859" y="40734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56" name="Shape 1053"/>
          <p:cNvSpPr/>
          <p:nvPr/>
        </p:nvSpPr>
        <p:spPr>
          <a:xfrm>
            <a:off x="9473679" y="40596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57" name="Shape 1054"/>
          <p:cNvSpPr/>
          <p:nvPr/>
        </p:nvSpPr>
        <p:spPr>
          <a:xfrm>
            <a:off x="9328429" y="42437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58" name="Shape 1055"/>
          <p:cNvSpPr/>
          <p:nvPr/>
        </p:nvSpPr>
        <p:spPr>
          <a:xfrm>
            <a:off x="9537045" y="40552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59" name="Shape 1056"/>
          <p:cNvSpPr/>
          <p:nvPr/>
        </p:nvSpPr>
        <p:spPr>
          <a:xfrm>
            <a:off x="9548233" y="41851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60" name="Shape 1057"/>
          <p:cNvSpPr/>
          <p:nvPr/>
        </p:nvSpPr>
        <p:spPr>
          <a:xfrm>
            <a:off x="9456333" y="410829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61" name="Shape 1058"/>
          <p:cNvSpPr/>
          <p:nvPr/>
        </p:nvSpPr>
        <p:spPr>
          <a:xfrm>
            <a:off x="9442163" y="40995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62" name="Shape 1059"/>
          <p:cNvSpPr/>
          <p:nvPr/>
        </p:nvSpPr>
        <p:spPr>
          <a:xfrm>
            <a:off x="9598556" y="42003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63" name="Shape 1060"/>
          <p:cNvSpPr/>
          <p:nvPr/>
        </p:nvSpPr>
        <p:spPr>
          <a:xfrm>
            <a:off x="9358126" y="42999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64" name="Shape 1061"/>
          <p:cNvSpPr/>
          <p:nvPr/>
        </p:nvSpPr>
        <p:spPr>
          <a:xfrm>
            <a:off x="9472431" y="41585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65" name="Shape 1062"/>
          <p:cNvSpPr/>
          <p:nvPr/>
        </p:nvSpPr>
        <p:spPr>
          <a:xfrm>
            <a:off x="9684877" y="41228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66" name="Shape 1063"/>
          <p:cNvSpPr/>
          <p:nvPr/>
        </p:nvSpPr>
        <p:spPr>
          <a:xfrm>
            <a:off x="9570418" y="41703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67" name="Shape 1064"/>
          <p:cNvSpPr/>
          <p:nvPr/>
        </p:nvSpPr>
        <p:spPr>
          <a:xfrm>
            <a:off x="9632614" y="417606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68" name="Shape 1065"/>
          <p:cNvSpPr/>
          <p:nvPr/>
        </p:nvSpPr>
        <p:spPr>
          <a:xfrm>
            <a:off x="9510685" y="40677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69" name="Shape 1066"/>
          <p:cNvSpPr/>
          <p:nvPr/>
        </p:nvSpPr>
        <p:spPr>
          <a:xfrm>
            <a:off x="9710543" y="41690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70" name="Shape 1067"/>
          <p:cNvSpPr/>
          <p:nvPr/>
        </p:nvSpPr>
        <p:spPr>
          <a:xfrm>
            <a:off x="9538261" y="418830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71" name="Shape 1068"/>
          <p:cNvSpPr/>
          <p:nvPr/>
        </p:nvSpPr>
        <p:spPr>
          <a:xfrm>
            <a:off x="9605238" y="42231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72" name="Shape 1069"/>
          <p:cNvSpPr/>
          <p:nvPr/>
        </p:nvSpPr>
        <p:spPr>
          <a:xfrm>
            <a:off x="9357772" y="41531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73" name="Shape 1070"/>
          <p:cNvSpPr/>
          <p:nvPr/>
        </p:nvSpPr>
        <p:spPr>
          <a:xfrm>
            <a:off x="9535047" y="41051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74" name="Shape 1071"/>
          <p:cNvSpPr/>
          <p:nvPr/>
        </p:nvSpPr>
        <p:spPr>
          <a:xfrm>
            <a:off x="9463250" y="42405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75" name="Shape 1072"/>
          <p:cNvSpPr/>
          <p:nvPr/>
        </p:nvSpPr>
        <p:spPr>
          <a:xfrm>
            <a:off x="9334821" y="41078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76" name="Shape 1073"/>
          <p:cNvSpPr/>
          <p:nvPr/>
        </p:nvSpPr>
        <p:spPr>
          <a:xfrm>
            <a:off x="9603250" y="421542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77" name="Shape 1074"/>
          <p:cNvSpPr/>
          <p:nvPr/>
        </p:nvSpPr>
        <p:spPr>
          <a:xfrm>
            <a:off x="9612671" y="41282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78" name="Shape 1075"/>
          <p:cNvSpPr/>
          <p:nvPr/>
        </p:nvSpPr>
        <p:spPr>
          <a:xfrm>
            <a:off x="9441161" y="39868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79" name="Shape 1076"/>
          <p:cNvSpPr/>
          <p:nvPr/>
        </p:nvSpPr>
        <p:spPr>
          <a:xfrm>
            <a:off x="9539443" y="41170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80" name="Shape 1077"/>
          <p:cNvSpPr/>
          <p:nvPr/>
        </p:nvSpPr>
        <p:spPr>
          <a:xfrm>
            <a:off x="9702657" y="424212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81" name="Shape 1078"/>
          <p:cNvSpPr/>
          <p:nvPr/>
        </p:nvSpPr>
        <p:spPr>
          <a:xfrm>
            <a:off x="9569188" y="43523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82" name="Shape 1079"/>
          <p:cNvSpPr/>
          <p:nvPr/>
        </p:nvSpPr>
        <p:spPr>
          <a:xfrm>
            <a:off x="9519986" y="423422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83" name="Shape 1080"/>
          <p:cNvSpPr/>
          <p:nvPr/>
        </p:nvSpPr>
        <p:spPr>
          <a:xfrm>
            <a:off x="9382825" y="41430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84" name="Shape 1081"/>
          <p:cNvSpPr/>
          <p:nvPr/>
        </p:nvSpPr>
        <p:spPr>
          <a:xfrm>
            <a:off x="9549634" y="40701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85" name="Shape 1082"/>
          <p:cNvSpPr/>
          <p:nvPr/>
        </p:nvSpPr>
        <p:spPr>
          <a:xfrm>
            <a:off x="9647688" y="40856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86" name="Shape 1083"/>
          <p:cNvSpPr/>
          <p:nvPr/>
        </p:nvSpPr>
        <p:spPr>
          <a:xfrm>
            <a:off x="9494936" y="42715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87" name="Shape 1084"/>
          <p:cNvSpPr/>
          <p:nvPr/>
        </p:nvSpPr>
        <p:spPr>
          <a:xfrm>
            <a:off x="9355571" y="430363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88" name="Shape 1085"/>
          <p:cNvSpPr/>
          <p:nvPr/>
        </p:nvSpPr>
        <p:spPr>
          <a:xfrm>
            <a:off x="9489998" y="42114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89" name="Shape 1086"/>
          <p:cNvSpPr/>
          <p:nvPr/>
        </p:nvSpPr>
        <p:spPr>
          <a:xfrm>
            <a:off x="9636952" y="41250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90" name="Shape 1087"/>
          <p:cNvSpPr/>
          <p:nvPr/>
        </p:nvSpPr>
        <p:spPr>
          <a:xfrm>
            <a:off x="9717879" y="42604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91" name="Shape 1088"/>
          <p:cNvSpPr/>
          <p:nvPr/>
        </p:nvSpPr>
        <p:spPr>
          <a:xfrm>
            <a:off x="9466983" y="435521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92" name="Shape 1089"/>
          <p:cNvSpPr/>
          <p:nvPr/>
        </p:nvSpPr>
        <p:spPr>
          <a:xfrm>
            <a:off x="9713036" y="40234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93" name="Shape 1090"/>
          <p:cNvSpPr/>
          <p:nvPr/>
        </p:nvSpPr>
        <p:spPr>
          <a:xfrm>
            <a:off x="9469967" y="43056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94" name="Shape 1091"/>
          <p:cNvSpPr/>
          <p:nvPr/>
        </p:nvSpPr>
        <p:spPr>
          <a:xfrm>
            <a:off x="9586415" y="42077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95" name="Shape 1092"/>
          <p:cNvSpPr/>
          <p:nvPr/>
        </p:nvSpPr>
        <p:spPr>
          <a:xfrm>
            <a:off x="9738889" y="41802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96" name="Shape 1093"/>
          <p:cNvSpPr/>
          <p:nvPr/>
        </p:nvSpPr>
        <p:spPr>
          <a:xfrm>
            <a:off x="9347247" y="44560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97" name="Shape 1094"/>
          <p:cNvSpPr/>
          <p:nvPr/>
        </p:nvSpPr>
        <p:spPr>
          <a:xfrm>
            <a:off x="9347441" y="473772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98" name="Shape 1095"/>
          <p:cNvSpPr/>
          <p:nvPr/>
        </p:nvSpPr>
        <p:spPr>
          <a:xfrm>
            <a:off x="9734938" y="420697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099" name="Shape 1096"/>
          <p:cNvSpPr/>
          <p:nvPr/>
        </p:nvSpPr>
        <p:spPr>
          <a:xfrm>
            <a:off x="9436551" y="45822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00" name="Shape 1097"/>
          <p:cNvSpPr/>
          <p:nvPr/>
        </p:nvSpPr>
        <p:spPr>
          <a:xfrm>
            <a:off x="9573201" y="45727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01" name="Shape 1098"/>
          <p:cNvSpPr/>
          <p:nvPr/>
        </p:nvSpPr>
        <p:spPr>
          <a:xfrm>
            <a:off x="9327483" y="467318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02" name="Shape 1099"/>
          <p:cNvSpPr/>
          <p:nvPr/>
        </p:nvSpPr>
        <p:spPr>
          <a:xfrm>
            <a:off x="9561937" y="46885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03" name="Shape 1100"/>
          <p:cNvSpPr/>
          <p:nvPr/>
        </p:nvSpPr>
        <p:spPr>
          <a:xfrm>
            <a:off x="9521830" y="43597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04" name="Shape 1101"/>
          <p:cNvSpPr/>
          <p:nvPr/>
        </p:nvSpPr>
        <p:spPr>
          <a:xfrm>
            <a:off x="9682156" y="39702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05" name="Shape 1102"/>
          <p:cNvSpPr/>
          <p:nvPr/>
        </p:nvSpPr>
        <p:spPr>
          <a:xfrm>
            <a:off x="9662458" y="41001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06" name="Shape 1103"/>
          <p:cNvSpPr/>
          <p:nvPr/>
        </p:nvSpPr>
        <p:spPr>
          <a:xfrm>
            <a:off x="9360856" y="41258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07" name="Shape 1104"/>
          <p:cNvSpPr/>
          <p:nvPr/>
        </p:nvSpPr>
        <p:spPr>
          <a:xfrm>
            <a:off x="9699044" y="42772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08" name="Shape 1105"/>
          <p:cNvSpPr/>
          <p:nvPr/>
        </p:nvSpPr>
        <p:spPr>
          <a:xfrm>
            <a:off x="9464764" y="42827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09" name="Shape 1106"/>
          <p:cNvSpPr/>
          <p:nvPr/>
        </p:nvSpPr>
        <p:spPr>
          <a:xfrm>
            <a:off x="9422346" y="34879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10" name="Shape 1107"/>
          <p:cNvSpPr/>
          <p:nvPr/>
        </p:nvSpPr>
        <p:spPr>
          <a:xfrm>
            <a:off x="9517457" y="41306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11" name="Shape 1108"/>
          <p:cNvSpPr/>
          <p:nvPr/>
        </p:nvSpPr>
        <p:spPr>
          <a:xfrm>
            <a:off x="9720660" y="38806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12" name="Shape 1109"/>
          <p:cNvSpPr/>
          <p:nvPr/>
        </p:nvSpPr>
        <p:spPr>
          <a:xfrm>
            <a:off x="9602422" y="42111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13" name="Shape 1110"/>
          <p:cNvSpPr/>
          <p:nvPr/>
        </p:nvSpPr>
        <p:spPr>
          <a:xfrm>
            <a:off x="9538826" y="39092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14" name="Shape 1111"/>
          <p:cNvSpPr/>
          <p:nvPr/>
        </p:nvSpPr>
        <p:spPr>
          <a:xfrm>
            <a:off x="9668719" y="38055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15" name="Shape 1112"/>
          <p:cNvSpPr/>
          <p:nvPr/>
        </p:nvSpPr>
        <p:spPr>
          <a:xfrm>
            <a:off x="9561923" y="38519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16" name="Shape 1113"/>
          <p:cNvSpPr/>
          <p:nvPr/>
        </p:nvSpPr>
        <p:spPr>
          <a:xfrm>
            <a:off x="9501997" y="40209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17" name="Shape 1114"/>
          <p:cNvSpPr/>
          <p:nvPr/>
        </p:nvSpPr>
        <p:spPr>
          <a:xfrm>
            <a:off x="9591601" y="392885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18" name="Shape 1115"/>
          <p:cNvSpPr/>
          <p:nvPr/>
        </p:nvSpPr>
        <p:spPr>
          <a:xfrm>
            <a:off x="9550387" y="33073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19" name="Shape 1116"/>
          <p:cNvSpPr/>
          <p:nvPr/>
        </p:nvSpPr>
        <p:spPr>
          <a:xfrm>
            <a:off x="9577759" y="45007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20" name="Shape 1117"/>
          <p:cNvSpPr/>
          <p:nvPr/>
        </p:nvSpPr>
        <p:spPr>
          <a:xfrm>
            <a:off x="9381573" y="385763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21" name="Shape 1118"/>
          <p:cNvSpPr/>
          <p:nvPr/>
        </p:nvSpPr>
        <p:spPr>
          <a:xfrm>
            <a:off x="9732993" y="40743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22" name="Shape 1119"/>
          <p:cNvSpPr/>
          <p:nvPr/>
        </p:nvSpPr>
        <p:spPr>
          <a:xfrm>
            <a:off x="9440366" y="37859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23" name="Shape 1120"/>
          <p:cNvSpPr/>
          <p:nvPr/>
        </p:nvSpPr>
        <p:spPr>
          <a:xfrm>
            <a:off x="9714987" y="34151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24" name="Shape 1121"/>
          <p:cNvSpPr/>
          <p:nvPr/>
        </p:nvSpPr>
        <p:spPr>
          <a:xfrm>
            <a:off x="9430816" y="36311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25" name="Shape 1122"/>
          <p:cNvSpPr/>
          <p:nvPr/>
        </p:nvSpPr>
        <p:spPr>
          <a:xfrm>
            <a:off x="9643059" y="38314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26" name="Shape 1123"/>
          <p:cNvSpPr/>
          <p:nvPr/>
        </p:nvSpPr>
        <p:spPr>
          <a:xfrm>
            <a:off x="9691079" y="339669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27" name="Shape 1124"/>
          <p:cNvSpPr/>
          <p:nvPr/>
        </p:nvSpPr>
        <p:spPr>
          <a:xfrm>
            <a:off x="9732805" y="343174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28" name="Shape 1125"/>
          <p:cNvSpPr/>
          <p:nvPr/>
        </p:nvSpPr>
        <p:spPr>
          <a:xfrm>
            <a:off x="9375937" y="33987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29" name="Shape 1126"/>
          <p:cNvSpPr/>
          <p:nvPr/>
        </p:nvSpPr>
        <p:spPr>
          <a:xfrm>
            <a:off x="9588904" y="33907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30" name="Shape 1127"/>
          <p:cNvSpPr/>
          <p:nvPr/>
        </p:nvSpPr>
        <p:spPr>
          <a:xfrm>
            <a:off x="9466216" y="39630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31" name="Shape 1128"/>
          <p:cNvSpPr/>
          <p:nvPr/>
        </p:nvSpPr>
        <p:spPr>
          <a:xfrm>
            <a:off x="9488043" y="38972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32" name="Shape 1129"/>
          <p:cNvSpPr/>
          <p:nvPr/>
        </p:nvSpPr>
        <p:spPr>
          <a:xfrm>
            <a:off x="9425244" y="464897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33" name="Shape 1130"/>
          <p:cNvSpPr/>
          <p:nvPr/>
        </p:nvSpPr>
        <p:spPr>
          <a:xfrm>
            <a:off x="9551018" y="47206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34" name="Shape 1131"/>
          <p:cNvSpPr/>
          <p:nvPr/>
        </p:nvSpPr>
        <p:spPr>
          <a:xfrm>
            <a:off x="9415349" y="460585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35" name="Shape 1132"/>
          <p:cNvSpPr/>
          <p:nvPr/>
        </p:nvSpPr>
        <p:spPr>
          <a:xfrm>
            <a:off x="9542901" y="46791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36" name="Shape 1133"/>
          <p:cNvSpPr/>
          <p:nvPr/>
        </p:nvSpPr>
        <p:spPr>
          <a:xfrm>
            <a:off x="9686897" y="40101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37" name="Shape 1134"/>
          <p:cNvSpPr/>
          <p:nvPr/>
        </p:nvSpPr>
        <p:spPr>
          <a:xfrm>
            <a:off x="9607765" y="40439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38" name="Shape 1135"/>
          <p:cNvSpPr/>
          <p:nvPr/>
        </p:nvSpPr>
        <p:spPr>
          <a:xfrm>
            <a:off x="9429747" y="35090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39" name="Shape 1136"/>
          <p:cNvSpPr/>
          <p:nvPr/>
        </p:nvSpPr>
        <p:spPr>
          <a:xfrm>
            <a:off x="9355691" y="34828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40" name="Shape 1137"/>
          <p:cNvSpPr/>
          <p:nvPr/>
        </p:nvSpPr>
        <p:spPr>
          <a:xfrm>
            <a:off x="9707777" y="35115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41" name="Shape 1138"/>
          <p:cNvSpPr/>
          <p:nvPr/>
        </p:nvSpPr>
        <p:spPr>
          <a:xfrm>
            <a:off x="9679845" y="34861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42" name="Shape 1139"/>
          <p:cNvSpPr/>
          <p:nvPr/>
        </p:nvSpPr>
        <p:spPr>
          <a:xfrm>
            <a:off x="9402070" y="35071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43" name="Shape 1140"/>
          <p:cNvSpPr/>
          <p:nvPr/>
        </p:nvSpPr>
        <p:spPr>
          <a:xfrm>
            <a:off x="9374802" y="35051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44" name="Shape 1141"/>
          <p:cNvSpPr/>
          <p:nvPr/>
        </p:nvSpPr>
        <p:spPr>
          <a:xfrm>
            <a:off x="9742543" y="37441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45" name="Shape 1142"/>
          <p:cNvSpPr/>
          <p:nvPr/>
        </p:nvSpPr>
        <p:spPr>
          <a:xfrm>
            <a:off x="9587786" y="430068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46" name="Shape 1143"/>
          <p:cNvSpPr/>
          <p:nvPr/>
        </p:nvSpPr>
        <p:spPr>
          <a:xfrm>
            <a:off x="9327177" y="41561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47" name="Shape 1144"/>
          <p:cNvSpPr/>
          <p:nvPr/>
        </p:nvSpPr>
        <p:spPr>
          <a:xfrm>
            <a:off x="9438368" y="406727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48" name="Shape 1145"/>
          <p:cNvSpPr/>
          <p:nvPr/>
        </p:nvSpPr>
        <p:spPr>
          <a:xfrm>
            <a:off x="9495889" y="41829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49" name="Shape 1146"/>
          <p:cNvSpPr/>
          <p:nvPr/>
        </p:nvSpPr>
        <p:spPr>
          <a:xfrm>
            <a:off x="9383248" y="25824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50" name="Shape 1147"/>
          <p:cNvSpPr/>
          <p:nvPr/>
        </p:nvSpPr>
        <p:spPr>
          <a:xfrm>
            <a:off x="9410359" y="441237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51" name="Shape 1148"/>
          <p:cNvSpPr/>
          <p:nvPr/>
        </p:nvSpPr>
        <p:spPr>
          <a:xfrm>
            <a:off x="9565112" y="44281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52" name="Shape 1149"/>
          <p:cNvSpPr/>
          <p:nvPr/>
        </p:nvSpPr>
        <p:spPr>
          <a:xfrm>
            <a:off x="9683820" y="43837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53" name="Shape 1150"/>
          <p:cNvSpPr/>
          <p:nvPr/>
        </p:nvSpPr>
        <p:spPr>
          <a:xfrm>
            <a:off x="9508731" y="45451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54" name="Shape 1151"/>
          <p:cNvSpPr/>
          <p:nvPr/>
        </p:nvSpPr>
        <p:spPr>
          <a:xfrm>
            <a:off x="9748729" y="431555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55" name="Shape 1152"/>
          <p:cNvSpPr/>
          <p:nvPr/>
        </p:nvSpPr>
        <p:spPr>
          <a:xfrm>
            <a:off x="9484351" y="30521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56" name="Shape 1153"/>
          <p:cNvSpPr/>
          <p:nvPr/>
        </p:nvSpPr>
        <p:spPr>
          <a:xfrm>
            <a:off x="9617787" y="31027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57" name="Shape 1154"/>
          <p:cNvSpPr/>
          <p:nvPr/>
        </p:nvSpPr>
        <p:spPr>
          <a:xfrm>
            <a:off x="9450631" y="40563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58" name="Shape 1155"/>
          <p:cNvSpPr/>
          <p:nvPr/>
        </p:nvSpPr>
        <p:spPr>
          <a:xfrm>
            <a:off x="9526120" y="44439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59" name="Shape 1156"/>
          <p:cNvSpPr/>
          <p:nvPr/>
        </p:nvSpPr>
        <p:spPr>
          <a:xfrm>
            <a:off x="9424158" y="43987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60" name="Shape 1157"/>
          <p:cNvSpPr/>
          <p:nvPr/>
        </p:nvSpPr>
        <p:spPr>
          <a:xfrm>
            <a:off x="9326673" y="35458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61" name="Shape 1158"/>
          <p:cNvSpPr/>
          <p:nvPr/>
        </p:nvSpPr>
        <p:spPr>
          <a:xfrm>
            <a:off x="9690058" y="35046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62" name="Shape 1159"/>
          <p:cNvSpPr/>
          <p:nvPr/>
        </p:nvSpPr>
        <p:spPr>
          <a:xfrm>
            <a:off x="9445103" y="260392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63" name="Shape 1160"/>
          <p:cNvSpPr/>
          <p:nvPr/>
        </p:nvSpPr>
        <p:spPr>
          <a:xfrm>
            <a:off x="9752569" y="39149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64" name="Shape 1161"/>
          <p:cNvSpPr/>
          <p:nvPr/>
        </p:nvSpPr>
        <p:spPr>
          <a:xfrm>
            <a:off x="9602570" y="39000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65" name="Shape 1162"/>
          <p:cNvSpPr/>
          <p:nvPr/>
        </p:nvSpPr>
        <p:spPr>
          <a:xfrm>
            <a:off x="9391746" y="381001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66" name="Shape 1163"/>
          <p:cNvSpPr/>
          <p:nvPr/>
        </p:nvSpPr>
        <p:spPr>
          <a:xfrm>
            <a:off x="9613008" y="39740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67" name="Shape 1164"/>
          <p:cNvSpPr/>
          <p:nvPr/>
        </p:nvSpPr>
        <p:spPr>
          <a:xfrm>
            <a:off x="9480934" y="31451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68" name="Shape 1165"/>
          <p:cNvSpPr/>
          <p:nvPr/>
        </p:nvSpPr>
        <p:spPr>
          <a:xfrm>
            <a:off x="9437379" y="39887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69" name="Shape 1166"/>
          <p:cNvSpPr/>
          <p:nvPr/>
        </p:nvSpPr>
        <p:spPr>
          <a:xfrm>
            <a:off x="9547521" y="377659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70" name="Shape 1167"/>
          <p:cNvSpPr/>
          <p:nvPr/>
        </p:nvSpPr>
        <p:spPr>
          <a:xfrm>
            <a:off x="9579603" y="42142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71" name="Shape 1168"/>
          <p:cNvSpPr/>
          <p:nvPr/>
        </p:nvSpPr>
        <p:spPr>
          <a:xfrm>
            <a:off x="9384533" y="42561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72" name="Shape 1169"/>
          <p:cNvSpPr/>
          <p:nvPr/>
        </p:nvSpPr>
        <p:spPr>
          <a:xfrm>
            <a:off x="9575523" y="430387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73" name="Shape 1170"/>
          <p:cNvSpPr/>
          <p:nvPr/>
        </p:nvSpPr>
        <p:spPr>
          <a:xfrm>
            <a:off x="9554168" y="432296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74" name="Shape 1171"/>
          <p:cNvSpPr/>
          <p:nvPr/>
        </p:nvSpPr>
        <p:spPr>
          <a:xfrm>
            <a:off x="9346253" y="41105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75" name="Shape 1172"/>
          <p:cNvSpPr/>
          <p:nvPr/>
        </p:nvSpPr>
        <p:spPr>
          <a:xfrm>
            <a:off x="9502541" y="408683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76" name="Shape 1173"/>
          <p:cNvSpPr/>
          <p:nvPr/>
        </p:nvSpPr>
        <p:spPr>
          <a:xfrm>
            <a:off x="9586573" y="41614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77" name="Shape 1174"/>
          <p:cNvSpPr/>
          <p:nvPr/>
        </p:nvSpPr>
        <p:spPr>
          <a:xfrm>
            <a:off x="9573882" y="422236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78" name="Shape 1175"/>
          <p:cNvSpPr/>
          <p:nvPr/>
        </p:nvSpPr>
        <p:spPr>
          <a:xfrm>
            <a:off x="9642265" y="40871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79" name="Shape 1176"/>
          <p:cNvSpPr/>
          <p:nvPr/>
        </p:nvSpPr>
        <p:spPr>
          <a:xfrm>
            <a:off x="9379247" y="413833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80" name="Shape 1177"/>
          <p:cNvSpPr/>
          <p:nvPr/>
        </p:nvSpPr>
        <p:spPr>
          <a:xfrm>
            <a:off x="9560015" y="382854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81" name="Shape 1178"/>
          <p:cNvSpPr/>
          <p:nvPr/>
        </p:nvSpPr>
        <p:spPr>
          <a:xfrm>
            <a:off x="9333384" y="370078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82" name="Shape 1179"/>
          <p:cNvSpPr/>
          <p:nvPr/>
        </p:nvSpPr>
        <p:spPr>
          <a:xfrm>
            <a:off x="9513280" y="34536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83" name="Shape 1180"/>
          <p:cNvSpPr/>
          <p:nvPr/>
        </p:nvSpPr>
        <p:spPr>
          <a:xfrm>
            <a:off x="9669416" y="409399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84" name="Shape 1181"/>
          <p:cNvSpPr/>
          <p:nvPr/>
        </p:nvSpPr>
        <p:spPr>
          <a:xfrm>
            <a:off x="9455829" y="44799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85" name="Shape 1182"/>
          <p:cNvSpPr/>
          <p:nvPr/>
        </p:nvSpPr>
        <p:spPr>
          <a:xfrm>
            <a:off x="9390418" y="466170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86" name="Shape 1183"/>
          <p:cNvSpPr/>
          <p:nvPr/>
        </p:nvSpPr>
        <p:spPr>
          <a:xfrm>
            <a:off x="9476317" y="466624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87" name="Shape 1184"/>
          <p:cNvSpPr/>
          <p:nvPr/>
        </p:nvSpPr>
        <p:spPr>
          <a:xfrm>
            <a:off x="9553853" y="45604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88" name="Shape 1185"/>
          <p:cNvSpPr/>
          <p:nvPr/>
        </p:nvSpPr>
        <p:spPr>
          <a:xfrm>
            <a:off x="9550010" y="439416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89" name="Shape 1186"/>
          <p:cNvSpPr/>
          <p:nvPr/>
        </p:nvSpPr>
        <p:spPr>
          <a:xfrm>
            <a:off x="9597119" y="46097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90" name="Shape 1187"/>
          <p:cNvSpPr/>
          <p:nvPr/>
        </p:nvSpPr>
        <p:spPr>
          <a:xfrm>
            <a:off x="9370779" y="435446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91" name="Shape 1188"/>
          <p:cNvSpPr/>
          <p:nvPr/>
        </p:nvSpPr>
        <p:spPr>
          <a:xfrm>
            <a:off x="9558488" y="44625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92" name="Shape 1189"/>
          <p:cNvSpPr/>
          <p:nvPr/>
        </p:nvSpPr>
        <p:spPr>
          <a:xfrm>
            <a:off x="9638986" y="467620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93" name="Shape 1190"/>
          <p:cNvSpPr/>
          <p:nvPr/>
        </p:nvSpPr>
        <p:spPr>
          <a:xfrm>
            <a:off x="9351373" y="468214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94" name="Shape 1191"/>
          <p:cNvSpPr/>
          <p:nvPr/>
        </p:nvSpPr>
        <p:spPr>
          <a:xfrm>
            <a:off x="9694942" y="418571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95" name="Shape 1192"/>
          <p:cNvSpPr/>
          <p:nvPr/>
        </p:nvSpPr>
        <p:spPr>
          <a:xfrm>
            <a:off x="9527712" y="41201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96" name="Shape 1193"/>
          <p:cNvSpPr/>
          <p:nvPr/>
        </p:nvSpPr>
        <p:spPr>
          <a:xfrm>
            <a:off x="9381061" y="37970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97" name="Shape 1194"/>
          <p:cNvSpPr/>
          <p:nvPr/>
        </p:nvSpPr>
        <p:spPr>
          <a:xfrm>
            <a:off x="9712587" y="393706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98" name="Shape 1195"/>
          <p:cNvSpPr/>
          <p:nvPr/>
        </p:nvSpPr>
        <p:spPr>
          <a:xfrm>
            <a:off x="9619979" y="393495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199" name="Shape 1196"/>
          <p:cNvSpPr/>
          <p:nvPr/>
        </p:nvSpPr>
        <p:spPr>
          <a:xfrm>
            <a:off x="9578114" y="327698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00" name="Shape 1197"/>
          <p:cNvSpPr/>
          <p:nvPr/>
        </p:nvSpPr>
        <p:spPr>
          <a:xfrm>
            <a:off x="9629485" y="414902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01" name="Shape 1198"/>
          <p:cNvSpPr/>
          <p:nvPr/>
        </p:nvSpPr>
        <p:spPr>
          <a:xfrm>
            <a:off x="9528620" y="391104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02" name="Shape 1199"/>
          <p:cNvSpPr/>
          <p:nvPr/>
        </p:nvSpPr>
        <p:spPr>
          <a:xfrm>
            <a:off x="9591996" y="411079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03" name="Shape 1200"/>
          <p:cNvSpPr/>
          <p:nvPr/>
        </p:nvSpPr>
        <p:spPr>
          <a:xfrm>
            <a:off x="9382946" y="390943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04" name="Shape 1201"/>
          <p:cNvSpPr/>
          <p:nvPr/>
        </p:nvSpPr>
        <p:spPr>
          <a:xfrm>
            <a:off x="9627169" y="42075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05" name="Shape 1202"/>
          <p:cNvSpPr/>
          <p:nvPr/>
        </p:nvSpPr>
        <p:spPr>
          <a:xfrm>
            <a:off x="9684619" y="34599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06" name="Shape 1203"/>
          <p:cNvSpPr/>
          <p:nvPr/>
        </p:nvSpPr>
        <p:spPr>
          <a:xfrm>
            <a:off x="9394189" y="345842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07" name="Shape 1204"/>
          <p:cNvSpPr/>
          <p:nvPr/>
        </p:nvSpPr>
        <p:spPr>
          <a:xfrm>
            <a:off x="9460340" y="326780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08" name="Shape 1205"/>
          <p:cNvSpPr/>
          <p:nvPr/>
        </p:nvSpPr>
        <p:spPr>
          <a:xfrm>
            <a:off x="9445997" y="289461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09" name="Shape 1206"/>
          <p:cNvSpPr/>
          <p:nvPr/>
        </p:nvSpPr>
        <p:spPr>
          <a:xfrm>
            <a:off x="9714490" y="314371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10" name="Shape 1207"/>
          <p:cNvSpPr/>
          <p:nvPr/>
        </p:nvSpPr>
        <p:spPr>
          <a:xfrm>
            <a:off x="9471330" y="296870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11" name="Shape 1208"/>
          <p:cNvSpPr/>
          <p:nvPr/>
        </p:nvSpPr>
        <p:spPr>
          <a:xfrm>
            <a:off x="9413326" y="34205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12" name="Shape 1209"/>
          <p:cNvSpPr/>
          <p:nvPr/>
        </p:nvSpPr>
        <p:spPr>
          <a:xfrm>
            <a:off x="9533530" y="365046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13" name="Shape 1210"/>
          <p:cNvSpPr/>
          <p:nvPr/>
        </p:nvSpPr>
        <p:spPr>
          <a:xfrm>
            <a:off x="9563043" y="293160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14" name="Shape 1211"/>
          <p:cNvSpPr/>
          <p:nvPr/>
        </p:nvSpPr>
        <p:spPr>
          <a:xfrm>
            <a:off x="9755283" y="369244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15" name="Shape 1212"/>
          <p:cNvSpPr/>
          <p:nvPr/>
        </p:nvSpPr>
        <p:spPr>
          <a:xfrm>
            <a:off x="9611575" y="424561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16" name="Shape 1213"/>
          <p:cNvSpPr/>
          <p:nvPr/>
        </p:nvSpPr>
        <p:spPr>
          <a:xfrm>
            <a:off x="9591624" y="360248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17" name="Shape 1214"/>
          <p:cNvSpPr/>
          <p:nvPr/>
        </p:nvSpPr>
        <p:spPr>
          <a:xfrm>
            <a:off x="9679075" y="36232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18" name="Shape 1215"/>
          <p:cNvSpPr/>
          <p:nvPr/>
        </p:nvSpPr>
        <p:spPr>
          <a:xfrm>
            <a:off x="9498105" y="363295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19" name="Shape 1216"/>
          <p:cNvSpPr/>
          <p:nvPr/>
        </p:nvSpPr>
        <p:spPr>
          <a:xfrm>
            <a:off x="9364507" y="400173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20" name="Shape 1217"/>
          <p:cNvSpPr/>
          <p:nvPr/>
        </p:nvSpPr>
        <p:spPr>
          <a:xfrm>
            <a:off x="9586745" y="3871676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21" name="Shape 1218"/>
          <p:cNvSpPr/>
          <p:nvPr/>
        </p:nvSpPr>
        <p:spPr>
          <a:xfrm>
            <a:off x="9631391" y="423828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22" name="Shape 1219"/>
          <p:cNvSpPr/>
          <p:nvPr/>
        </p:nvSpPr>
        <p:spPr>
          <a:xfrm>
            <a:off x="9569886" y="378396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23" name="Shape 1220"/>
          <p:cNvSpPr/>
          <p:nvPr/>
        </p:nvSpPr>
        <p:spPr>
          <a:xfrm>
            <a:off x="9692370" y="376784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24" name="Shape 1221"/>
          <p:cNvSpPr/>
          <p:nvPr/>
        </p:nvSpPr>
        <p:spPr>
          <a:xfrm>
            <a:off x="9652953" y="376549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25" name="Shape 1222"/>
          <p:cNvSpPr/>
          <p:nvPr/>
        </p:nvSpPr>
        <p:spPr>
          <a:xfrm>
            <a:off x="9389041" y="3758449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26" name="Shape 1223"/>
          <p:cNvSpPr/>
          <p:nvPr/>
        </p:nvSpPr>
        <p:spPr>
          <a:xfrm>
            <a:off x="9367460" y="420419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27" name="Shape 1224"/>
          <p:cNvSpPr/>
          <p:nvPr/>
        </p:nvSpPr>
        <p:spPr>
          <a:xfrm>
            <a:off x="9580391" y="44074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28" name="Shape 1225"/>
          <p:cNvSpPr/>
          <p:nvPr/>
        </p:nvSpPr>
        <p:spPr>
          <a:xfrm>
            <a:off x="9412569" y="398977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29" name="Shape 1226"/>
          <p:cNvSpPr/>
          <p:nvPr/>
        </p:nvSpPr>
        <p:spPr>
          <a:xfrm>
            <a:off x="9447782" y="409101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30" name="Shape 1227"/>
          <p:cNvSpPr/>
          <p:nvPr/>
        </p:nvSpPr>
        <p:spPr>
          <a:xfrm>
            <a:off x="9725695" y="432095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31" name="Shape 1228"/>
          <p:cNvSpPr/>
          <p:nvPr/>
        </p:nvSpPr>
        <p:spPr>
          <a:xfrm>
            <a:off x="9370847" y="428675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32" name="Shape 1229"/>
          <p:cNvSpPr/>
          <p:nvPr/>
        </p:nvSpPr>
        <p:spPr>
          <a:xfrm>
            <a:off x="9743512" y="365839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33" name="Shape 1230"/>
          <p:cNvSpPr/>
          <p:nvPr/>
        </p:nvSpPr>
        <p:spPr>
          <a:xfrm>
            <a:off x="9387468" y="3521390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34" name="Shape 1231"/>
          <p:cNvSpPr/>
          <p:nvPr/>
        </p:nvSpPr>
        <p:spPr>
          <a:xfrm>
            <a:off x="9623302" y="348556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35" name="Shape 1232"/>
          <p:cNvSpPr/>
          <p:nvPr/>
        </p:nvSpPr>
        <p:spPr>
          <a:xfrm>
            <a:off x="9337034" y="4613928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36" name="Shape 1233"/>
          <p:cNvSpPr/>
          <p:nvPr/>
        </p:nvSpPr>
        <p:spPr>
          <a:xfrm>
            <a:off x="9501006" y="437805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37" name="Shape 1234"/>
          <p:cNvSpPr/>
          <p:nvPr/>
        </p:nvSpPr>
        <p:spPr>
          <a:xfrm>
            <a:off x="9665042" y="425756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38" name="Shape 1235"/>
          <p:cNvSpPr/>
          <p:nvPr/>
        </p:nvSpPr>
        <p:spPr>
          <a:xfrm>
            <a:off x="9342086" y="430123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39" name="Shape 1236"/>
          <p:cNvSpPr/>
          <p:nvPr/>
        </p:nvSpPr>
        <p:spPr>
          <a:xfrm>
            <a:off x="9709290" y="455105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40" name="Shape 1237"/>
          <p:cNvSpPr/>
          <p:nvPr/>
        </p:nvSpPr>
        <p:spPr>
          <a:xfrm>
            <a:off x="9623514" y="4350217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41" name="Shape 1238"/>
          <p:cNvSpPr/>
          <p:nvPr/>
        </p:nvSpPr>
        <p:spPr>
          <a:xfrm>
            <a:off x="9417525" y="4463505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42" name="Shape 1239"/>
          <p:cNvSpPr/>
          <p:nvPr/>
        </p:nvSpPr>
        <p:spPr>
          <a:xfrm>
            <a:off x="9516962" y="4412984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43" name="Shape 1240"/>
          <p:cNvSpPr/>
          <p:nvPr/>
        </p:nvSpPr>
        <p:spPr>
          <a:xfrm>
            <a:off x="9629510" y="4695821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44" name="Shape 1241"/>
          <p:cNvSpPr/>
          <p:nvPr/>
        </p:nvSpPr>
        <p:spPr>
          <a:xfrm>
            <a:off x="9390482" y="468818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45" name="Shape 1242"/>
          <p:cNvSpPr/>
          <p:nvPr/>
        </p:nvSpPr>
        <p:spPr>
          <a:xfrm>
            <a:off x="9415483" y="3731973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46" name="Shape 1243"/>
          <p:cNvSpPr/>
          <p:nvPr/>
        </p:nvSpPr>
        <p:spPr>
          <a:xfrm>
            <a:off x="9536770" y="4514822"/>
            <a:ext cx="41910" cy="41910"/>
          </a:xfrm>
          <a:prstGeom prst="ellipse">
            <a:avLst/>
          </a:prstGeom>
          <a:solidFill>
            <a:srgbClr val="5575B2">
              <a:alpha val="27000"/>
            </a:srgbClr>
          </a:solidFill>
          <a:ln w="12700">
            <a:solidFill>
              <a:srgbClr val="5575B2">
                <a:alpha val="0"/>
              </a:srgbClr>
            </a:solidFill>
            <a:prstDash val="solid"/>
          </a:ln>
        </p:spPr>
      </p:sp>
      <p:sp>
        <p:nvSpPr>
          <p:cNvPr id="1247" name="Shape 1244"/>
          <p:cNvSpPr/>
          <p:nvPr/>
        </p:nvSpPr>
        <p:spPr>
          <a:xfrm>
            <a:off x="9563100" y="3394273"/>
            <a:ext cx="127" cy="1247492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1248" name="Shape 1245"/>
          <p:cNvSpPr/>
          <p:nvPr/>
        </p:nvSpPr>
        <p:spPr>
          <a:xfrm>
            <a:off x="9461500" y="4641765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1249" name="Shape 1246"/>
          <p:cNvSpPr/>
          <p:nvPr/>
        </p:nvSpPr>
        <p:spPr>
          <a:xfrm>
            <a:off x="9461500" y="3394273"/>
            <a:ext cx="203200" cy="127"/>
          </a:xfrm>
          <a:prstGeom prst="line">
            <a:avLst/>
          </a:prstGeom>
          <a:noFill/>
          <a:ln w="13970">
            <a:solidFill>
              <a:srgbClr val="5575B2"/>
            </a:solidFill>
            <a:prstDash val="solid"/>
          </a:ln>
        </p:spPr>
      </p:sp>
      <p:sp>
        <p:nvSpPr>
          <p:cNvPr id="1250" name="Shape 1247"/>
          <p:cNvSpPr/>
          <p:nvPr/>
        </p:nvSpPr>
        <p:spPr>
          <a:xfrm>
            <a:off x="9410700" y="3930170"/>
            <a:ext cx="304800" cy="346946"/>
          </a:xfrm>
          <a:prstGeom prst="rect">
            <a:avLst/>
          </a:prstGeom>
          <a:solidFill>
            <a:srgbClr val="FFFFFF"/>
          </a:solidFill>
          <a:ln w="19050">
            <a:solidFill>
              <a:srgbClr val="5575B2"/>
            </a:solidFill>
            <a:prstDash val="solid"/>
          </a:ln>
        </p:spPr>
      </p:sp>
      <p:sp>
        <p:nvSpPr>
          <p:cNvPr id="1251" name="Shape 1248"/>
          <p:cNvSpPr/>
          <p:nvPr/>
        </p:nvSpPr>
        <p:spPr>
          <a:xfrm>
            <a:off x="9410700" y="4151602"/>
            <a:ext cx="304800" cy="127"/>
          </a:xfrm>
          <a:prstGeom prst="line">
            <a:avLst/>
          </a:prstGeom>
          <a:noFill/>
          <a:ln w="30480">
            <a:solidFill>
              <a:srgbClr val="5575B2"/>
            </a:solidFill>
            <a:prstDash val="solid"/>
          </a:ln>
        </p:spPr>
      </p:sp>
      <p:sp>
        <p:nvSpPr>
          <p:cNvPr id="1252" name="Shape 1249"/>
          <p:cNvSpPr/>
          <p:nvPr/>
        </p:nvSpPr>
        <p:spPr>
          <a:xfrm>
            <a:off x="9563100" y="5105400"/>
            <a:ext cx="127" cy="76200"/>
          </a:xfrm>
          <a:prstGeom prst="line">
            <a:avLst/>
          </a:prstGeom>
          <a:noFill/>
          <a:ln w="10160">
            <a:solidFill>
              <a:srgbClr val="26333D"/>
            </a:solidFill>
            <a:prstDash val="solid"/>
          </a:ln>
        </p:spPr>
      </p:sp>
      <p:sp>
        <p:nvSpPr>
          <p:cNvPr id="1253" name="Text 1250"/>
          <p:cNvSpPr/>
          <p:nvPr/>
        </p:nvSpPr>
        <p:spPr>
          <a:xfrm>
            <a:off x="8788400" y="5270500"/>
            <a:ext cx="154940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local_cov-C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CryoAtom2</a:t>
            </a:r>
            <a:endParaRPr lang="en-US" sz="1500" dirty="0"/>
          </a:p>
        </p:txBody>
      </p:sp>
      <p:sp>
        <p:nvSpPr>
          <p:cNvPr id="1254" name="Shape 1251"/>
          <p:cNvSpPr/>
          <p:nvPr/>
        </p:nvSpPr>
        <p:spPr>
          <a:xfrm>
            <a:off x="11376422" y="370317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55" name="Shape 1252"/>
          <p:cNvSpPr/>
          <p:nvPr/>
        </p:nvSpPr>
        <p:spPr>
          <a:xfrm>
            <a:off x="11333474" y="369254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56" name="Shape 1253"/>
          <p:cNvSpPr/>
          <p:nvPr/>
        </p:nvSpPr>
        <p:spPr>
          <a:xfrm>
            <a:off x="11085488" y="358861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57" name="Shape 1254"/>
          <p:cNvSpPr/>
          <p:nvPr/>
        </p:nvSpPr>
        <p:spPr>
          <a:xfrm>
            <a:off x="11303404" y="362650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58" name="Shape 1255"/>
          <p:cNvSpPr/>
          <p:nvPr/>
        </p:nvSpPr>
        <p:spPr>
          <a:xfrm>
            <a:off x="10968270" y="378767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59" name="Shape 1256"/>
          <p:cNvSpPr/>
          <p:nvPr/>
        </p:nvSpPr>
        <p:spPr>
          <a:xfrm>
            <a:off x="11167086" y="374666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60" name="Shape 1257"/>
          <p:cNvSpPr/>
          <p:nvPr/>
        </p:nvSpPr>
        <p:spPr>
          <a:xfrm>
            <a:off x="11136978" y="374598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61" name="Shape 1258"/>
          <p:cNvSpPr/>
          <p:nvPr/>
        </p:nvSpPr>
        <p:spPr>
          <a:xfrm>
            <a:off x="11191955" y="385607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62" name="Shape 1259"/>
          <p:cNvSpPr/>
          <p:nvPr/>
        </p:nvSpPr>
        <p:spPr>
          <a:xfrm>
            <a:off x="11171118" y="370894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63" name="Shape 1260"/>
          <p:cNvSpPr/>
          <p:nvPr/>
        </p:nvSpPr>
        <p:spPr>
          <a:xfrm>
            <a:off x="11380996" y="354117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64" name="Shape 1261"/>
          <p:cNvSpPr/>
          <p:nvPr/>
        </p:nvSpPr>
        <p:spPr>
          <a:xfrm>
            <a:off x="11182100" y="388731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65" name="Shape 1262"/>
          <p:cNvSpPr/>
          <p:nvPr/>
        </p:nvSpPr>
        <p:spPr>
          <a:xfrm>
            <a:off x="11326647" y="339728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66" name="Shape 1263"/>
          <p:cNvSpPr/>
          <p:nvPr/>
        </p:nvSpPr>
        <p:spPr>
          <a:xfrm>
            <a:off x="11168043" y="375150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67" name="Shape 1264"/>
          <p:cNvSpPr/>
          <p:nvPr/>
        </p:nvSpPr>
        <p:spPr>
          <a:xfrm>
            <a:off x="11369766" y="380302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68" name="Shape 1265"/>
          <p:cNvSpPr/>
          <p:nvPr/>
        </p:nvSpPr>
        <p:spPr>
          <a:xfrm>
            <a:off x="11008358" y="338867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69" name="Shape 1266"/>
          <p:cNvSpPr/>
          <p:nvPr/>
        </p:nvSpPr>
        <p:spPr>
          <a:xfrm>
            <a:off x="11000011" y="359217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70" name="Shape 1267"/>
          <p:cNvSpPr/>
          <p:nvPr/>
        </p:nvSpPr>
        <p:spPr>
          <a:xfrm>
            <a:off x="11025718" y="388988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71" name="Shape 1268"/>
          <p:cNvSpPr/>
          <p:nvPr/>
        </p:nvSpPr>
        <p:spPr>
          <a:xfrm>
            <a:off x="11115518" y="335407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72" name="Shape 1269"/>
          <p:cNvSpPr/>
          <p:nvPr/>
        </p:nvSpPr>
        <p:spPr>
          <a:xfrm>
            <a:off x="11017091" y="359255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73" name="Shape 1270"/>
          <p:cNvSpPr/>
          <p:nvPr/>
        </p:nvSpPr>
        <p:spPr>
          <a:xfrm>
            <a:off x="11326893" y="372183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74" name="Shape 1271"/>
          <p:cNvSpPr/>
          <p:nvPr/>
        </p:nvSpPr>
        <p:spPr>
          <a:xfrm>
            <a:off x="11339875" y="368393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75" name="Shape 1272"/>
          <p:cNvSpPr/>
          <p:nvPr/>
        </p:nvSpPr>
        <p:spPr>
          <a:xfrm>
            <a:off x="11025782" y="369434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76" name="Shape 1273"/>
          <p:cNvSpPr/>
          <p:nvPr/>
        </p:nvSpPr>
        <p:spPr>
          <a:xfrm>
            <a:off x="11130645" y="355884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77" name="Shape 1274"/>
          <p:cNvSpPr/>
          <p:nvPr/>
        </p:nvSpPr>
        <p:spPr>
          <a:xfrm>
            <a:off x="11000410" y="365679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78" name="Shape 1275"/>
          <p:cNvSpPr/>
          <p:nvPr/>
        </p:nvSpPr>
        <p:spPr>
          <a:xfrm>
            <a:off x="10985205" y="367433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79" name="Shape 1276"/>
          <p:cNvSpPr/>
          <p:nvPr/>
        </p:nvSpPr>
        <p:spPr>
          <a:xfrm>
            <a:off x="11153447" y="379256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80" name="Shape 1277"/>
          <p:cNvSpPr/>
          <p:nvPr/>
        </p:nvSpPr>
        <p:spPr>
          <a:xfrm>
            <a:off x="11032783" y="349760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81" name="Shape 1278"/>
          <p:cNvSpPr/>
          <p:nvPr/>
        </p:nvSpPr>
        <p:spPr>
          <a:xfrm>
            <a:off x="11349982" y="379474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82" name="Shape 1279"/>
          <p:cNvSpPr/>
          <p:nvPr/>
        </p:nvSpPr>
        <p:spPr>
          <a:xfrm>
            <a:off x="11105056" y="373266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83" name="Shape 1280"/>
          <p:cNvSpPr/>
          <p:nvPr/>
        </p:nvSpPr>
        <p:spPr>
          <a:xfrm>
            <a:off x="11070334" y="346014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84" name="Shape 1281"/>
          <p:cNvSpPr/>
          <p:nvPr/>
        </p:nvSpPr>
        <p:spPr>
          <a:xfrm>
            <a:off x="10958274" y="354189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85" name="Shape 1282"/>
          <p:cNvSpPr/>
          <p:nvPr/>
        </p:nvSpPr>
        <p:spPr>
          <a:xfrm>
            <a:off x="11377183" y="351311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86" name="Shape 1283"/>
          <p:cNvSpPr/>
          <p:nvPr/>
        </p:nvSpPr>
        <p:spPr>
          <a:xfrm>
            <a:off x="11137659" y="363211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87" name="Shape 1284"/>
          <p:cNvSpPr/>
          <p:nvPr/>
        </p:nvSpPr>
        <p:spPr>
          <a:xfrm>
            <a:off x="11104317" y="364363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88" name="Shape 1285"/>
          <p:cNvSpPr/>
          <p:nvPr/>
        </p:nvSpPr>
        <p:spPr>
          <a:xfrm>
            <a:off x="11353385" y="373753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89" name="Shape 1286"/>
          <p:cNvSpPr/>
          <p:nvPr/>
        </p:nvSpPr>
        <p:spPr>
          <a:xfrm>
            <a:off x="11304324" y="361977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90" name="Shape 1287"/>
          <p:cNvSpPr/>
          <p:nvPr/>
        </p:nvSpPr>
        <p:spPr>
          <a:xfrm>
            <a:off x="10997260" y="345453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91" name="Shape 1288"/>
          <p:cNvSpPr/>
          <p:nvPr/>
        </p:nvSpPr>
        <p:spPr>
          <a:xfrm>
            <a:off x="11074041" y="371629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92" name="Shape 1289"/>
          <p:cNvSpPr/>
          <p:nvPr/>
        </p:nvSpPr>
        <p:spPr>
          <a:xfrm>
            <a:off x="11118307" y="370920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93" name="Shape 1290"/>
          <p:cNvSpPr/>
          <p:nvPr/>
        </p:nvSpPr>
        <p:spPr>
          <a:xfrm>
            <a:off x="11081359" y="378402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94" name="Shape 1291"/>
          <p:cNvSpPr/>
          <p:nvPr/>
        </p:nvSpPr>
        <p:spPr>
          <a:xfrm>
            <a:off x="11238059" y="363987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95" name="Shape 1292"/>
          <p:cNvSpPr/>
          <p:nvPr/>
        </p:nvSpPr>
        <p:spPr>
          <a:xfrm>
            <a:off x="11117308" y="362641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96" name="Shape 1293"/>
          <p:cNvSpPr/>
          <p:nvPr/>
        </p:nvSpPr>
        <p:spPr>
          <a:xfrm>
            <a:off x="11014941" y="351293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97" name="Shape 1294"/>
          <p:cNvSpPr/>
          <p:nvPr/>
        </p:nvSpPr>
        <p:spPr>
          <a:xfrm>
            <a:off x="11038473" y="348374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98" name="Shape 1295"/>
          <p:cNvSpPr/>
          <p:nvPr/>
        </p:nvSpPr>
        <p:spPr>
          <a:xfrm>
            <a:off x="10957438" y="393190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299" name="Shape 1296"/>
          <p:cNvSpPr/>
          <p:nvPr/>
        </p:nvSpPr>
        <p:spPr>
          <a:xfrm>
            <a:off x="11163459" y="378170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00" name="Shape 1297"/>
          <p:cNvSpPr/>
          <p:nvPr/>
        </p:nvSpPr>
        <p:spPr>
          <a:xfrm>
            <a:off x="11099279" y="343568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01" name="Shape 1298"/>
          <p:cNvSpPr/>
          <p:nvPr/>
        </p:nvSpPr>
        <p:spPr>
          <a:xfrm>
            <a:off x="10954029" y="371374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02" name="Shape 1299"/>
          <p:cNvSpPr/>
          <p:nvPr/>
        </p:nvSpPr>
        <p:spPr>
          <a:xfrm>
            <a:off x="11162645" y="365880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03" name="Shape 1300"/>
          <p:cNvSpPr/>
          <p:nvPr/>
        </p:nvSpPr>
        <p:spPr>
          <a:xfrm>
            <a:off x="11173833" y="347450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04" name="Shape 1301"/>
          <p:cNvSpPr/>
          <p:nvPr/>
        </p:nvSpPr>
        <p:spPr>
          <a:xfrm>
            <a:off x="11081933" y="368143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05" name="Shape 1302"/>
          <p:cNvSpPr/>
          <p:nvPr/>
        </p:nvSpPr>
        <p:spPr>
          <a:xfrm>
            <a:off x="11067763" y="363560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06" name="Shape 1303"/>
          <p:cNvSpPr/>
          <p:nvPr/>
        </p:nvSpPr>
        <p:spPr>
          <a:xfrm>
            <a:off x="11224156" y="372504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07" name="Shape 1304"/>
          <p:cNvSpPr/>
          <p:nvPr/>
        </p:nvSpPr>
        <p:spPr>
          <a:xfrm>
            <a:off x="10983726" y="383682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08" name="Shape 1305"/>
          <p:cNvSpPr/>
          <p:nvPr/>
        </p:nvSpPr>
        <p:spPr>
          <a:xfrm>
            <a:off x="11098031" y="373569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09" name="Shape 1306"/>
          <p:cNvSpPr/>
          <p:nvPr/>
        </p:nvSpPr>
        <p:spPr>
          <a:xfrm>
            <a:off x="11310477" y="350479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10" name="Shape 1307"/>
          <p:cNvSpPr/>
          <p:nvPr/>
        </p:nvSpPr>
        <p:spPr>
          <a:xfrm>
            <a:off x="11196018" y="382900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11" name="Shape 1308"/>
          <p:cNvSpPr/>
          <p:nvPr/>
        </p:nvSpPr>
        <p:spPr>
          <a:xfrm>
            <a:off x="11258214" y="367251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12" name="Shape 1309"/>
          <p:cNvSpPr/>
          <p:nvPr/>
        </p:nvSpPr>
        <p:spPr>
          <a:xfrm>
            <a:off x="11136285" y="349775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13" name="Shape 1310"/>
          <p:cNvSpPr/>
          <p:nvPr/>
        </p:nvSpPr>
        <p:spPr>
          <a:xfrm>
            <a:off x="11336143" y="397147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14" name="Shape 1311"/>
          <p:cNvSpPr/>
          <p:nvPr/>
        </p:nvSpPr>
        <p:spPr>
          <a:xfrm>
            <a:off x="11163861" y="354255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15" name="Shape 1312"/>
          <p:cNvSpPr/>
          <p:nvPr/>
        </p:nvSpPr>
        <p:spPr>
          <a:xfrm>
            <a:off x="11230838" y="369439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16" name="Shape 1313"/>
          <p:cNvSpPr/>
          <p:nvPr/>
        </p:nvSpPr>
        <p:spPr>
          <a:xfrm>
            <a:off x="10983372" y="374047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17" name="Shape 1314"/>
          <p:cNvSpPr/>
          <p:nvPr/>
        </p:nvSpPr>
        <p:spPr>
          <a:xfrm>
            <a:off x="11160647" y="335006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18" name="Shape 1315"/>
          <p:cNvSpPr/>
          <p:nvPr/>
        </p:nvSpPr>
        <p:spPr>
          <a:xfrm>
            <a:off x="11088850" y="373537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19" name="Shape 1316"/>
          <p:cNvSpPr/>
          <p:nvPr/>
        </p:nvSpPr>
        <p:spPr>
          <a:xfrm>
            <a:off x="10960421" y="370331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20" name="Shape 1317"/>
          <p:cNvSpPr/>
          <p:nvPr/>
        </p:nvSpPr>
        <p:spPr>
          <a:xfrm>
            <a:off x="11228850" y="346157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21" name="Shape 1318"/>
          <p:cNvSpPr/>
          <p:nvPr/>
        </p:nvSpPr>
        <p:spPr>
          <a:xfrm>
            <a:off x="11238271" y="375843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22" name="Shape 1319"/>
          <p:cNvSpPr/>
          <p:nvPr/>
        </p:nvSpPr>
        <p:spPr>
          <a:xfrm>
            <a:off x="11066761" y="374602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23" name="Shape 1320"/>
          <p:cNvSpPr/>
          <p:nvPr/>
        </p:nvSpPr>
        <p:spPr>
          <a:xfrm>
            <a:off x="11165043" y="354990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24" name="Shape 1321"/>
          <p:cNvSpPr/>
          <p:nvPr/>
        </p:nvSpPr>
        <p:spPr>
          <a:xfrm>
            <a:off x="11328257" y="369352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25" name="Shape 1322"/>
          <p:cNvSpPr/>
          <p:nvPr/>
        </p:nvSpPr>
        <p:spPr>
          <a:xfrm>
            <a:off x="11194788" y="377447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26" name="Shape 1323"/>
          <p:cNvSpPr/>
          <p:nvPr/>
        </p:nvSpPr>
        <p:spPr>
          <a:xfrm>
            <a:off x="11145586" y="356529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27" name="Shape 1324"/>
          <p:cNvSpPr/>
          <p:nvPr/>
        </p:nvSpPr>
        <p:spPr>
          <a:xfrm>
            <a:off x="11008425" y="362332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28" name="Shape 1325"/>
          <p:cNvSpPr/>
          <p:nvPr/>
        </p:nvSpPr>
        <p:spPr>
          <a:xfrm>
            <a:off x="11175234" y="376741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29" name="Shape 1326"/>
          <p:cNvSpPr/>
          <p:nvPr/>
        </p:nvSpPr>
        <p:spPr>
          <a:xfrm>
            <a:off x="11273288" y="353738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30" name="Shape 1327"/>
          <p:cNvSpPr/>
          <p:nvPr/>
        </p:nvSpPr>
        <p:spPr>
          <a:xfrm>
            <a:off x="11120536" y="372332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31" name="Shape 1328"/>
          <p:cNvSpPr/>
          <p:nvPr/>
        </p:nvSpPr>
        <p:spPr>
          <a:xfrm>
            <a:off x="10981171" y="379778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32" name="Shape 1329"/>
          <p:cNvSpPr/>
          <p:nvPr/>
        </p:nvSpPr>
        <p:spPr>
          <a:xfrm>
            <a:off x="11115598" y="379106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33" name="Shape 1330"/>
          <p:cNvSpPr/>
          <p:nvPr/>
        </p:nvSpPr>
        <p:spPr>
          <a:xfrm>
            <a:off x="11262552" y="329344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34" name="Shape 1331"/>
          <p:cNvSpPr/>
          <p:nvPr/>
        </p:nvSpPr>
        <p:spPr>
          <a:xfrm>
            <a:off x="11343479" y="320664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35" name="Shape 1332"/>
          <p:cNvSpPr/>
          <p:nvPr/>
        </p:nvSpPr>
        <p:spPr>
          <a:xfrm>
            <a:off x="11092583" y="361639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36" name="Shape 1333"/>
          <p:cNvSpPr/>
          <p:nvPr/>
        </p:nvSpPr>
        <p:spPr>
          <a:xfrm>
            <a:off x="11338636" y="375142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37" name="Shape 1334"/>
          <p:cNvSpPr/>
          <p:nvPr/>
        </p:nvSpPr>
        <p:spPr>
          <a:xfrm>
            <a:off x="11095567" y="377974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38" name="Shape 1335"/>
          <p:cNvSpPr/>
          <p:nvPr/>
        </p:nvSpPr>
        <p:spPr>
          <a:xfrm>
            <a:off x="11212015" y="385497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39" name="Shape 1336"/>
          <p:cNvSpPr/>
          <p:nvPr/>
        </p:nvSpPr>
        <p:spPr>
          <a:xfrm>
            <a:off x="11364489" y="367401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40" name="Shape 1337"/>
          <p:cNvSpPr/>
          <p:nvPr/>
        </p:nvSpPr>
        <p:spPr>
          <a:xfrm>
            <a:off x="10972847" y="394224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41" name="Shape 1338"/>
          <p:cNvSpPr/>
          <p:nvPr/>
        </p:nvSpPr>
        <p:spPr>
          <a:xfrm>
            <a:off x="10973041" y="367152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42" name="Shape 1339"/>
          <p:cNvSpPr/>
          <p:nvPr/>
        </p:nvSpPr>
        <p:spPr>
          <a:xfrm>
            <a:off x="11360538" y="392107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43" name="Shape 1340"/>
          <p:cNvSpPr/>
          <p:nvPr/>
        </p:nvSpPr>
        <p:spPr>
          <a:xfrm>
            <a:off x="11062151" y="321992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44" name="Shape 1341"/>
          <p:cNvSpPr/>
          <p:nvPr/>
        </p:nvSpPr>
        <p:spPr>
          <a:xfrm>
            <a:off x="11198801" y="321679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45" name="Shape 1342"/>
          <p:cNvSpPr/>
          <p:nvPr/>
        </p:nvSpPr>
        <p:spPr>
          <a:xfrm>
            <a:off x="10953083" y="393722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46" name="Shape 1343"/>
          <p:cNvSpPr/>
          <p:nvPr/>
        </p:nvSpPr>
        <p:spPr>
          <a:xfrm>
            <a:off x="11187537" y="404934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47" name="Shape 1344"/>
          <p:cNvSpPr/>
          <p:nvPr/>
        </p:nvSpPr>
        <p:spPr>
          <a:xfrm>
            <a:off x="11147430" y="393144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48" name="Shape 1345"/>
          <p:cNvSpPr/>
          <p:nvPr/>
        </p:nvSpPr>
        <p:spPr>
          <a:xfrm>
            <a:off x="11307756" y="286522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49" name="Shape 1346"/>
          <p:cNvSpPr/>
          <p:nvPr/>
        </p:nvSpPr>
        <p:spPr>
          <a:xfrm>
            <a:off x="11288058" y="330990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50" name="Shape 1347"/>
          <p:cNvSpPr/>
          <p:nvPr/>
        </p:nvSpPr>
        <p:spPr>
          <a:xfrm>
            <a:off x="10986456" y="311618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51" name="Shape 1348"/>
          <p:cNvSpPr/>
          <p:nvPr/>
        </p:nvSpPr>
        <p:spPr>
          <a:xfrm>
            <a:off x="11324644" y="386165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52" name="Shape 1349"/>
          <p:cNvSpPr/>
          <p:nvPr/>
        </p:nvSpPr>
        <p:spPr>
          <a:xfrm>
            <a:off x="11090364" y="378472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53" name="Shape 1350"/>
          <p:cNvSpPr/>
          <p:nvPr/>
        </p:nvSpPr>
        <p:spPr>
          <a:xfrm>
            <a:off x="11047946" y="367395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54" name="Shape 1351"/>
          <p:cNvSpPr/>
          <p:nvPr/>
        </p:nvSpPr>
        <p:spPr>
          <a:xfrm>
            <a:off x="11143057" y="376174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55" name="Shape 1352"/>
          <p:cNvSpPr/>
          <p:nvPr/>
        </p:nvSpPr>
        <p:spPr>
          <a:xfrm>
            <a:off x="11346260" y="321205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56" name="Shape 1353"/>
          <p:cNvSpPr/>
          <p:nvPr/>
        </p:nvSpPr>
        <p:spPr>
          <a:xfrm>
            <a:off x="11228022" y="353914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57" name="Shape 1354"/>
          <p:cNvSpPr/>
          <p:nvPr/>
        </p:nvSpPr>
        <p:spPr>
          <a:xfrm>
            <a:off x="11164426" y="344503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58" name="Shape 1355"/>
          <p:cNvSpPr/>
          <p:nvPr/>
        </p:nvSpPr>
        <p:spPr>
          <a:xfrm>
            <a:off x="11294319" y="407541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59" name="Shape 1356"/>
          <p:cNvSpPr/>
          <p:nvPr/>
        </p:nvSpPr>
        <p:spPr>
          <a:xfrm>
            <a:off x="11187523" y="384638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60" name="Shape 1357"/>
          <p:cNvSpPr/>
          <p:nvPr/>
        </p:nvSpPr>
        <p:spPr>
          <a:xfrm>
            <a:off x="11127597" y="367048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61" name="Shape 1358"/>
          <p:cNvSpPr/>
          <p:nvPr/>
        </p:nvSpPr>
        <p:spPr>
          <a:xfrm>
            <a:off x="11217201" y="389312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62" name="Shape 1359"/>
          <p:cNvSpPr/>
          <p:nvPr/>
        </p:nvSpPr>
        <p:spPr>
          <a:xfrm>
            <a:off x="11175987" y="364674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63" name="Shape 1360"/>
          <p:cNvSpPr/>
          <p:nvPr/>
        </p:nvSpPr>
        <p:spPr>
          <a:xfrm>
            <a:off x="11203359" y="292053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64" name="Shape 1361"/>
          <p:cNvSpPr/>
          <p:nvPr/>
        </p:nvSpPr>
        <p:spPr>
          <a:xfrm>
            <a:off x="11007173" y="328682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65" name="Shape 1362"/>
          <p:cNvSpPr/>
          <p:nvPr/>
        </p:nvSpPr>
        <p:spPr>
          <a:xfrm>
            <a:off x="11358593" y="344340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66" name="Shape 1363"/>
          <p:cNvSpPr/>
          <p:nvPr/>
        </p:nvSpPr>
        <p:spPr>
          <a:xfrm>
            <a:off x="11065966" y="352951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67" name="Shape 1364"/>
          <p:cNvSpPr/>
          <p:nvPr/>
        </p:nvSpPr>
        <p:spPr>
          <a:xfrm>
            <a:off x="11340587" y="349332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68" name="Shape 1365"/>
          <p:cNvSpPr/>
          <p:nvPr/>
        </p:nvSpPr>
        <p:spPr>
          <a:xfrm>
            <a:off x="11056416" y="348350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69" name="Shape 1366"/>
          <p:cNvSpPr/>
          <p:nvPr/>
        </p:nvSpPr>
        <p:spPr>
          <a:xfrm>
            <a:off x="11268659" y="340823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70" name="Shape 1367"/>
          <p:cNvSpPr/>
          <p:nvPr/>
        </p:nvSpPr>
        <p:spPr>
          <a:xfrm>
            <a:off x="11316679" y="362554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71" name="Shape 1368"/>
          <p:cNvSpPr/>
          <p:nvPr/>
        </p:nvSpPr>
        <p:spPr>
          <a:xfrm>
            <a:off x="11358405" y="375801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72" name="Shape 1369"/>
          <p:cNvSpPr/>
          <p:nvPr/>
        </p:nvSpPr>
        <p:spPr>
          <a:xfrm>
            <a:off x="11001537" y="357568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73" name="Shape 1370"/>
          <p:cNvSpPr/>
          <p:nvPr/>
        </p:nvSpPr>
        <p:spPr>
          <a:xfrm>
            <a:off x="11214504" y="370653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74" name="Shape 1371"/>
          <p:cNvSpPr/>
          <p:nvPr/>
        </p:nvSpPr>
        <p:spPr>
          <a:xfrm>
            <a:off x="11091816" y="354243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75" name="Shape 1372"/>
          <p:cNvSpPr/>
          <p:nvPr/>
        </p:nvSpPr>
        <p:spPr>
          <a:xfrm>
            <a:off x="11113643" y="348785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76" name="Shape 1373"/>
          <p:cNvSpPr/>
          <p:nvPr/>
        </p:nvSpPr>
        <p:spPr>
          <a:xfrm>
            <a:off x="11050844" y="405751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77" name="Shape 1374"/>
          <p:cNvSpPr/>
          <p:nvPr/>
        </p:nvSpPr>
        <p:spPr>
          <a:xfrm>
            <a:off x="11176618" y="405003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78" name="Shape 1375"/>
          <p:cNvSpPr/>
          <p:nvPr/>
        </p:nvSpPr>
        <p:spPr>
          <a:xfrm>
            <a:off x="11040949" y="347157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79" name="Shape 1376"/>
          <p:cNvSpPr/>
          <p:nvPr/>
        </p:nvSpPr>
        <p:spPr>
          <a:xfrm>
            <a:off x="11168501" y="398909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80" name="Shape 1377"/>
          <p:cNvSpPr/>
          <p:nvPr/>
        </p:nvSpPr>
        <p:spPr>
          <a:xfrm>
            <a:off x="11312497" y="321770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81" name="Shape 1378"/>
          <p:cNvSpPr/>
          <p:nvPr/>
        </p:nvSpPr>
        <p:spPr>
          <a:xfrm>
            <a:off x="11233365" y="374199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82" name="Shape 1379"/>
          <p:cNvSpPr/>
          <p:nvPr/>
        </p:nvSpPr>
        <p:spPr>
          <a:xfrm>
            <a:off x="11055347" y="341844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83" name="Shape 1380"/>
          <p:cNvSpPr/>
          <p:nvPr/>
        </p:nvSpPr>
        <p:spPr>
          <a:xfrm>
            <a:off x="10981291" y="356886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84" name="Shape 1381"/>
          <p:cNvSpPr/>
          <p:nvPr/>
        </p:nvSpPr>
        <p:spPr>
          <a:xfrm>
            <a:off x="11333377" y="333497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85" name="Shape 1382"/>
          <p:cNvSpPr/>
          <p:nvPr/>
        </p:nvSpPr>
        <p:spPr>
          <a:xfrm>
            <a:off x="11305445" y="341192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86" name="Shape 1383"/>
          <p:cNvSpPr/>
          <p:nvPr/>
        </p:nvSpPr>
        <p:spPr>
          <a:xfrm>
            <a:off x="11027670" y="351463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87" name="Shape 1384"/>
          <p:cNvSpPr/>
          <p:nvPr/>
        </p:nvSpPr>
        <p:spPr>
          <a:xfrm>
            <a:off x="11000402" y="342728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88" name="Shape 1385"/>
          <p:cNvSpPr/>
          <p:nvPr/>
        </p:nvSpPr>
        <p:spPr>
          <a:xfrm>
            <a:off x="11368143" y="347884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89" name="Shape 1386"/>
          <p:cNvSpPr/>
          <p:nvPr/>
        </p:nvSpPr>
        <p:spPr>
          <a:xfrm>
            <a:off x="11213386" y="388740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90" name="Shape 1387"/>
          <p:cNvSpPr/>
          <p:nvPr/>
        </p:nvSpPr>
        <p:spPr>
          <a:xfrm>
            <a:off x="10952777" y="401317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91" name="Shape 1388"/>
          <p:cNvSpPr/>
          <p:nvPr/>
        </p:nvSpPr>
        <p:spPr>
          <a:xfrm>
            <a:off x="11063968" y="389735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92" name="Shape 1389"/>
          <p:cNvSpPr/>
          <p:nvPr/>
        </p:nvSpPr>
        <p:spPr>
          <a:xfrm>
            <a:off x="11121489" y="388330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93" name="Shape 1390"/>
          <p:cNvSpPr/>
          <p:nvPr/>
        </p:nvSpPr>
        <p:spPr>
          <a:xfrm>
            <a:off x="11008848" y="386547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94" name="Shape 1391"/>
          <p:cNvSpPr/>
          <p:nvPr/>
        </p:nvSpPr>
        <p:spPr>
          <a:xfrm>
            <a:off x="11035959" y="389203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95" name="Shape 1392"/>
          <p:cNvSpPr/>
          <p:nvPr/>
        </p:nvSpPr>
        <p:spPr>
          <a:xfrm>
            <a:off x="11190712" y="400780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96" name="Shape 1393"/>
          <p:cNvSpPr/>
          <p:nvPr/>
        </p:nvSpPr>
        <p:spPr>
          <a:xfrm>
            <a:off x="11309420" y="400283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97" name="Shape 1394"/>
          <p:cNvSpPr/>
          <p:nvPr/>
        </p:nvSpPr>
        <p:spPr>
          <a:xfrm>
            <a:off x="11134331" y="377828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98" name="Shape 1395"/>
          <p:cNvSpPr/>
          <p:nvPr/>
        </p:nvSpPr>
        <p:spPr>
          <a:xfrm>
            <a:off x="11374329" y="385984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399" name="Shape 1396"/>
          <p:cNvSpPr/>
          <p:nvPr/>
        </p:nvSpPr>
        <p:spPr>
          <a:xfrm>
            <a:off x="11109951" y="269111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00" name="Shape 1397"/>
          <p:cNvSpPr/>
          <p:nvPr/>
        </p:nvSpPr>
        <p:spPr>
          <a:xfrm>
            <a:off x="11243387" y="305869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01" name="Shape 1398"/>
          <p:cNvSpPr/>
          <p:nvPr/>
        </p:nvSpPr>
        <p:spPr>
          <a:xfrm>
            <a:off x="11076231" y="335097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02" name="Shape 1399"/>
          <p:cNvSpPr/>
          <p:nvPr/>
        </p:nvSpPr>
        <p:spPr>
          <a:xfrm>
            <a:off x="11151720" y="394194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03" name="Shape 1400"/>
          <p:cNvSpPr/>
          <p:nvPr/>
        </p:nvSpPr>
        <p:spPr>
          <a:xfrm>
            <a:off x="11049758" y="384743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04" name="Shape 1401"/>
          <p:cNvSpPr/>
          <p:nvPr/>
        </p:nvSpPr>
        <p:spPr>
          <a:xfrm>
            <a:off x="10952273" y="297452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05" name="Shape 1402"/>
          <p:cNvSpPr/>
          <p:nvPr/>
        </p:nvSpPr>
        <p:spPr>
          <a:xfrm>
            <a:off x="11315658" y="207187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06" name="Shape 1403"/>
          <p:cNvSpPr/>
          <p:nvPr/>
        </p:nvSpPr>
        <p:spPr>
          <a:xfrm>
            <a:off x="11070703" y="226734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07" name="Shape 1404"/>
          <p:cNvSpPr/>
          <p:nvPr/>
        </p:nvSpPr>
        <p:spPr>
          <a:xfrm>
            <a:off x="11378169" y="378502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08" name="Shape 1405"/>
          <p:cNvSpPr/>
          <p:nvPr/>
        </p:nvSpPr>
        <p:spPr>
          <a:xfrm>
            <a:off x="11228170" y="406434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09" name="Shape 1406"/>
          <p:cNvSpPr/>
          <p:nvPr/>
        </p:nvSpPr>
        <p:spPr>
          <a:xfrm>
            <a:off x="11017346" y="398974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10" name="Shape 1407"/>
          <p:cNvSpPr/>
          <p:nvPr/>
        </p:nvSpPr>
        <p:spPr>
          <a:xfrm>
            <a:off x="11238608" y="407655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11" name="Shape 1408"/>
          <p:cNvSpPr/>
          <p:nvPr/>
        </p:nvSpPr>
        <p:spPr>
          <a:xfrm>
            <a:off x="11106534" y="320276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12" name="Shape 1409"/>
          <p:cNvSpPr/>
          <p:nvPr/>
        </p:nvSpPr>
        <p:spPr>
          <a:xfrm>
            <a:off x="11062979" y="407353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13" name="Shape 1410"/>
          <p:cNvSpPr/>
          <p:nvPr/>
        </p:nvSpPr>
        <p:spPr>
          <a:xfrm>
            <a:off x="11173121" y="243723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14" name="Shape 1411"/>
          <p:cNvSpPr/>
          <p:nvPr/>
        </p:nvSpPr>
        <p:spPr>
          <a:xfrm>
            <a:off x="11205203" y="339625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15" name="Shape 1412"/>
          <p:cNvSpPr/>
          <p:nvPr/>
        </p:nvSpPr>
        <p:spPr>
          <a:xfrm>
            <a:off x="11010133" y="345148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16" name="Shape 1413"/>
          <p:cNvSpPr/>
          <p:nvPr/>
        </p:nvSpPr>
        <p:spPr>
          <a:xfrm>
            <a:off x="11201123" y="345063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17" name="Shape 1414"/>
          <p:cNvSpPr/>
          <p:nvPr/>
        </p:nvSpPr>
        <p:spPr>
          <a:xfrm>
            <a:off x="11179768" y="337333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18" name="Shape 1415"/>
          <p:cNvSpPr/>
          <p:nvPr/>
        </p:nvSpPr>
        <p:spPr>
          <a:xfrm>
            <a:off x="10971853" y="362226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19" name="Shape 1416"/>
          <p:cNvSpPr/>
          <p:nvPr/>
        </p:nvSpPr>
        <p:spPr>
          <a:xfrm>
            <a:off x="11128141" y="367595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20" name="Shape 1417"/>
          <p:cNvSpPr/>
          <p:nvPr/>
        </p:nvSpPr>
        <p:spPr>
          <a:xfrm>
            <a:off x="11212173" y="317918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21" name="Shape 1418"/>
          <p:cNvSpPr/>
          <p:nvPr/>
        </p:nvSpPr>
        <p:spPr>
          <a:xfrm>
            <a:off x="11199482" y="351718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22" name="Shape 1419"/>
          <p:cNvSpPr/>
          <p:nvPr/>
        </p:nvSpPr>
        <p:spPr>
          <a:xfrm>
            <a:off x="11267865" y="361038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23" name="Shape 1420"/>
          <p:cNvSpPr/>
          <p:nvPr/>
        </p:nvSpPr>
        <p:spPr>
          <a:xfrm>
            <a:off x="11004847" y="352577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24" name="Shape 1421"/>
          <p:cNvSpPr/>
          <p:nvPr/>
        </p:nvSpPr>
        <p:spPr>
          <a:xfrm>
            <a:off x="11185615" y="370077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25" name="Shape 1422"/>
          <p:cNvSpPr/>
          <p:nvPr/>
        </p:nvSpPr>
        <p:spPr>
          <a:xfrm>
            <a:off x="10958984" y="354684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26" name="Shape 1423"/>
          <p:cNvSpPr/>
          <p:nvPr/>
        </p:nvSpPr>
        <p:spPr>
          <a:xfrm>
            <a:off x="11138880" y="335143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27" name="Shape 1424"/>
          <p:cNvSpPr/>
          <p:nvPr/>
        </p:nvSpPr>
        <p:spPr>
          <a:xfrm>
            <a:off x="11295016" y="427959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28" name="Shape 1425"/>
          <p:cNvSpPr/>
          <p:nvPr/>
        </p:nvSpPr>
        <p:spPr>
          <a:xfrm>
            <a:off x="11081429" y="365332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29" name="Shape 1426"/>
          <p:cNvSpPr/>
          <p:nvPr/>
        </p:nvSpPr>
        <p:spPr>
          <a:xfrm>
            <a:off x="11016018" y="360774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30" name="Shape 1427"/>
          <p:cNvSpPr/>
          <p:nvPr/>
        </p:nvSpPr>
        <p:spPr>
          <a:xfrm>
            <a:off x="11101917" y="323657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31" name="Shape 1428"/>
          <p:cNvSpPr/>
          <p:nvPr/>
        </p:nvSpPr>
        <p:spPr>
          <a:xfrm>
            <a:off x="11179453" y="328572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32" name="Shape 1429"/>
          <p:cNvSpPr/>
          <p:nvPr/>
        </p:nvSpPr>
        <p:spPr>
          <a:xfrm>
            <a:off x="11175610" y="349279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33" name="Shape 1430"/>
          <p:cNvSpPr/>
          <p:nvPr/>
        </p:nvSpPr>
        <p:spPr>
          <a:xfrm>
            <a:off x="11222719" y="378792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34" name="Shape 1431"/>
          <p:cNvSpPr/>
          <p:nvPr/>
        </p:nvSpPr>
        <p:spPr>
          <a:xfrm>
            <a:off x="10996379" y="323447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35" name="Shape 1432"/>
          <p:cNvSpPr/>
          <p:nvPr/>
        </p:nvSpPr>
        <p:spPr>
          <a:xfrm>
            <a:off x="11184088" y="380298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36" name="Shape 1433"/>
          <p:cNvSpPr/>
          <p:nvPr/>
        </p:nvSpPr>
        <p:spPr>
          <a:xfrm>
            <a:off x="11264586" y="354226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37" name="Shape 1434"/>
          <p:cNvSpPr/>
          <p:nvPr/>
        </p:nvSpPr>
        <p:spPr>
          <a:xfrm>
            <a:off x="10976973" y="345624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38" name="Shape 1435"/>
          <p:cNvSpPr/>
          <p:nvPr/>
        </p:nvSpPr>
        <p:spPr>
          <a:xfrm>
            <a:off x="11320542" y="366767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39" name="Shape 1436"/>
          <p:cNvSpPr/>
          <p:nvPr/>
        </p:nvSpPr>
        <p:spPr>
          <a:xfrm>
            <a:off x="11153312" y="387868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40" name="Shape 1437"/>
          <p:cNvSpPr/>
          <p:nvPr/>
        </p:nvSpPr>
        <p:spPr>
          <a:xfrm>
            <a:off x="11006661" y="363379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41" name="Shape 1438"/>
          <p:cNvSpPr/>
          <p:nvPr/>
        </p:nvSpPr>
        <p:spPr>
          <a:xfrm>
            <a:off x="11338187" y="338003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42" name="Shape 1439"/>
          <p:cNvSpPr/>
          <p:nvPr/>
        </p:nvSpPr>
        <p:spPr>
          <a:xfrm>
            <a:off x="11245579" y="335401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43" name="Shape 1440"/>
          <p:cNvSpPr/>
          <p:nvPr/>
        </p:nvSpPr>
        <p:spPr>
          <a:xfrm>
            <a:off x="11203714" y="369511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44" name="Shape 1441"/>
          <p:cNvSpPr/>
          <p:nvPr/>
        </p:nvSpPr>
        <p:spPr>
          <a:xfrm>
            <a:off x="11255085" y="330760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45" name="Shape 1442"/>
          <p:cNvSpPr/>
          <p:nvPr/>
        </p:nvSpPr>
        <p:spPr>
          <a:xfrm>
            <a:off x="11154220" y="357195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46" name="Shape 1443"/>
          <p:cNvSpPr/>
          <p:nvPr/>
        </p:nvSpPr>
        <p:spPr>
          <a:xfrm>
            <a:off x="11217596" y="450715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47" name="Shape 1444"/>
          <p:cNvSpPr/>
          <p:nvPr/>
        </p:nvSpPr>
        <p:spPr>
          <a:xfrm>
            <a:off x="11008546" y="380026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48" name="Shape 1445"/>
          <p:cNvSpPr/>
          <p:nvPr/>
        </p:nvSpPr>
        <p:spPr>
          <a:xfrm>
            <a:off x="11252769" y="298930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49" name="Shape 1446"/>
          <p:cNvSpPr/>
          <p:nvPr/>
        </p:nvSpPr>
        <p:spPr>
          <a:xfrm>
            <a:off x="11310219" y="315108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50" name="Shape 1447"/>
          <p:cNvSpPr/>
          <p:nvPr/>
        </p:nvSpPr>
        <p:spPr>
          <a:xfrm>
            <a:off x="11019789" y="321875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51" name="Shape 1448"/>
          <p:cNvSpPr/>
          <p:nvPr/>
        </p:nvSpPr>
        <p:spPr>
          <a:xfrm>
            <a:off x="11085940" y="310952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52" name="Shape 1449"/>
          <p:cNvSpPr/>
          <p:nvPr/>
        </p:nvSpPr>
        <p:spPr>
          <a:xfrm>
            <a:off x="11071597" y="246575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53" name="Shape 1450"/>
          <p:cNvSpPr/>
          <p:nvPr/>
        </p:nvSpPr>
        <p:spPr>
          <a:xfrm>
            <a:off x="11340090" y="322646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54" name="Shape 1451"/>
          <p:cNvSpPr/>
          <p:nvPr/>
        </p:nvSpPr>
        <p:spPr>
          <a:xfrm>
            <a:off x="11096930" y="294731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55" name="Shape 1452"/>
          <p:cNvSpPr/>
          <p:nvPr/>
        </p:nvSpPr>
        <p:spPr>
          <a:xfrm>
            <a:off x="11038926" y="254645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56" name="Shape 1453"/>
          <p:cNvSpPr/>
          <p:nvPr/>
        </p:nvSpPr>
        <p:spPr>
          <a:xfrm>
            <a:off x="11159130" y="298583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57" name="Shape 1454"/>
          <p:cNvSpPr/>
          <p:nvPr/>
        </p:nvSpPr>
        <p:spPr>
          <a:xfrm>
            <a:off x="11188643" y="241805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58" name="Shape 1455"/>
          <p:cNvSpPr/>
          <p:nvPr/>
        </p:nvSpPr>
        <p:spPr>
          <a:xfrm>
            <a:off x="11380883" y="353460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59" name="Shape 1456"/>
          <p:cNvSpPr/>
          <p:nvPr/>
        </p:nvSpPr>
        <p:spPr>
          <a:xfrm>
            <a:off x="11237175" y="369090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60" name="Shape 1457"/>
          <p:cNvSpPr/>
          <p:nvPr/>
        </p:nvSpPr>
        <p:spPr>
          <a:xfrm>
            <a:off x="11217224" y="291166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61" name="Shape 1458"/>
          <p:cNvSpPr/>
          <p:nvPr/>
        </p:nvSpPr>
        <p:spPr>
          <a:xfrm>
            <a:off x="11304675" y="3289089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62" name="Shape 1459"/>
          <p:cNvSpPr/>
          <p:nvPr/>
        </p:nvSpPr>
        <p:spPr>
          <a:xfrm>
            <a:off x="11123705" y="326980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63" name="Shape 1460"/>
          <p:cNvSpPr/>
          <p:nvPr/>
        </p:nvSpPr>
        <p:spPr>
          <a:xfrm>
            <a:off x="10990107" y="339796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64" name="Shape 1461"/>
          <p:cNvSpPr/>
          <p:nvPr/>
        </p:nvSpPr>
        <p:spPr>
          <a:xfrm>
            <a:off x="11212345" y="345094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65" name="Shape 1462"/>
          <p:cNvSpPr/>
          <p:nvPr/>
        </p:nvSpPr>
        <p:spPr>
          <a:xfrm>
            <a:off x="11256991" y="352457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66" name="Shape 1463"/>
          <p:cNvSpPr/>
          <p:nvPr/>
        </p:nvSpPr>
        <p:spPr>
          <a:xfrm>
            <a:off x="11195486" y="337449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67" name="Shape 1464"/>
          <p:cNvSpPr/>
          <p:nvPr/>
        </p:nvSpPr>
        <p:spPr>
          <a:xfrm>
            <a:off x="11317970" y="296848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68" name="Shape 1465"/>
          <p:cNvSpPr/>
          <p:nvPr/>
        </p:nvSpPr>
        <p:spPr>
          <a:xfrm>
            <a:off x="11278553" y="329132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69" name="Shape 1466"/>
          <p:cNvSpPr/>
          <p:nvPr/>
        </p:nvSpPr>
        <p:spPr>
          <a:xfrm>
            <a:off x="11014641" y="292513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70" name="Shape 1467"/>
          <p:cNvSpPr/>
          <p:nvPr/>
        </p:nvSpPr>
        <p:spPr>
          <a:xfrm>
            <a:off x="10993060" y="375892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71" name="Shape 1468"/>
          <p:cNvSpPr/>
          <p:nvPr/>
        </p:nvSpPr>
        <p:spPr>
          <a:xfrm>
            <a:off x="11205991" y="373761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72" name="Shape 1469"/>
          <p:cNvSpPr/>
          <p:nvPr/>
        </p:nvSpPr>
        <p:spPr>
          <a:xfrm>
            <a:off x="11038169" y="372033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73" name="Shape 1470"/>
          <p:cNvSpPr/>
          <p:nvPr/>
        </p:nvSpPr>
        <p:spPr>
          <a:xfrm>
            <a:off x="11073382" y="400074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74" name="Shape 1471"/>
          <p:cNvSpPr/>
          <p:nvPr/>
        </p:nvSpPr>
        <p:spPr>
          <a:xfrm>
            <a:off x="11351295" y="3949875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75" name="Shape 1472"/>
          <p:cNvSpPr/>
          <p:nvPr/>
        </p:nvSpPr>
        <p:spPr>
          <a:xfrm>
            <a:off x="10996447" y="3890450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76" name="Shape 1473"/>
          <p:cNvSpPr/>
          <p:nvPr/>
        </p:nvSpPr>
        <p:spPr>
          <a:xfrm>
            <a:off x="11369112" y="3001864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77" name="Shape 1474"/>
          <p:cNvSpPr/>
          <p:nvPr/>
        </p:nvSpPr>
        <p:spPr>
          <a:xfrm>
            <a:off x="11013068" y="295084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78" name="Shape 1475"/>
          <p:cNvSpPr/>
          <p:nvPr/>
        </p:nvSpPr>
        <p:spPr>
          <a:xfrm>
            <a:off x="11248902" y="356382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79" name="Shape 1476"/>
          <p:cNvSpPr/>
          <p:nvPr/>
        </p:nvSpPr>
        <p:spPr>
          <a:xfrm>
            <a:off x="10962634" y="3720066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80" name="Shape 1477"/>
          <p:cNvSpPr/>
          <p:nvPr/>
        </p:nvSpPr>
        <p:spPr>
          <a:xfrm>
            <a:off x="11126606" y="383937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81" name="Shape 1478"/>
          <p:cNvSpPr/>
          <p:nvPr/>
        </p:nvSpPr>
        <p:spPr>
          <a:xfrm>
            <a:off x="11290642" y="367774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82" name="Shape 1479"/>
          <p:cNvSpPr/>
          <p:nvPr/>
        </p:nvSpPr>
        <p:spPr>
          <a:xfrm>
            <a:off x="10967686" y="326248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83" name="Shape 1480"/>
          <p:cNvSpPr/>
          <p:nvPr/>
        </p:nvSpPr>
        <p:spPr>
          <a:xfrm>
            <a:off x="11334890" y="405214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84" name="Shape 1481"/>
          <p:cNvSpPr/>
          <p:nvPr/>
        </p:nvSpPr>
        <p:spPr>
          <a:xfrm>
            <a:off x="11249114" y="416815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85" name="Shape 1482"/>
          <p:cNvSpPr/>
          <p:nvPr/>
        </p:nvSpPr>
        <p:spPr>
          <a:xfrm>
            <a:off x="11043125" y="401717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86" name="Shape 1483"/>
          <p:cNvSpPr/>
          <p:nvPr/>
        </p:nvSpPr>
        <p:spPr>
          <a:xfrm>
            <a:off x="11142562" y="4051467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87" name="Shape 1484"/>
          <p:cNvSpPr/>
          <p:nvPr/>
        </p:nvSpPr>
        <p:spPr>
          <a:xfrm>
            <a:off x="11255110" y="3967171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88" name="Shape 1485"/>
          <p:cNvSpPr/>
          <p:nvPr/>
        </p:nvSpPr>
        <p:spPr>
          <a:xfrm>
            <a:off x="11016082" y="3994698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89" name="Shape 1486"/>
          <p:cNvSpPr/>
          <p:nvPr/>
        </p:nvSpPr>
        <p:spPr>
          <a:xfrm>
            <a:off x="11041083" y="3335712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90" name="Shape 1487"/>
          <p:cNvSpPr/>
          <p:nvPr/>
        </p:nvSpPr>
        <p:spPr>
          <a:xfrm>
            <a:off x="11162370" y="3130683"/>
            <a:ext cx="41910" cy="41910"/>
          </a:xfrm>
          <a:prstGeom prst="ellipse">
            <a:avLst/>
          </a:prstGeom>
          <a:solidFill>
            <a:srgbClr val="B17642">
              <a:alpha val="27000"/>
            </a:srgbClr>
          </a:solidFill>
          <a:ln w="12700">
            <a:solidFill>
              <a:srgbClr val="B17642">
                <a:alpha val="0"/>
              </a:srgbClr>
            </a:solidFill>
            <a:prstDash val="solid"/>
          </a:ln>
        </p:spPr>
      </p:sp>
      <p:sp>
        <p:nvSpPr>
          <p:cNvPr id="1491" name="Shape 1488"/>
          <p:cNvSpPr/>
          <p:nvPr/>
        </p:nvSpPr>
        <p:spPr>
          <a:xfrm>
            <a:off x="11188700" y="2971091"/>
            <a:ext cx="127" cy="1073368"/>
          </a:xfrm>
          <a:prstGeom prst="line">
            <a:avLst/>
          </a:prstGeom>
          <a:noFill/>
          <a:ln w="13970">
            <a:solidFill>
              <a:srgbClr val="B17642"/>
            </a:solidFill>
            <a:prstDash val="solid"/>
          </a:ln>
        </p:spPr>
      </p:sp>
      <p:sp>
        <p:nvSpPr>
          <p:cNvPr id="1492" name="Shape 1489"/>
          <p:cNvSpPr/>
          <p:nvPr/>
        </p:nvSpPr>
        <p:spPr>
          <a:xfrm>
            <a:off x="11087100" y="4044459"/>
            <a:ext cx="203200" cy="127"/>
          </a:xfrm>
          <a:prstGeom prst="line">
            <a:avLst/>
          </a:prstGeom>
          <a:noFill/>
          <a:ln w="13970">
            <a:solidFill>
              <a:srgbClr val="B17642"/>
            </a:solidFill>
            <a:prstDash val="solid"/>
          </a:ln>
        </p:spPr>
      </p:sp>
      <p:sp>
        <p:nvSpPr>
          <p:cNvPr id="1493" name="Shape 1490"/>
          <p:cNvSpPr/>
          <p:nvPr/>
        </p:nvSpPr>
        <p:spPr>
          <a:xfrm>
            <a:off x="11087100" y="2971091"/>
            <a:ext cx="203200" cy="127"/>
          </a:xfrm>
          <a:prstGeom prst="line">
            <a:avLst/>
          </a:prstGeom>
          <a:noFill/>
          <a:ln w="13970">
            <a:solidFill>
              <a:srgbClr val="B17642"/>
            </a:solidFill>
            <a:prstDash val="solid"/>
          </a:ln>
        </p:spPr>
      </p:sp>
      <p:sp>
        <p:nvSpPr>
          <p:cNvPr id="1494" name="Shape 1491"/>
          <p:cNvSpPr/>
          <p:nvPr/>
        </p:nvSpPr>
        <p:spPr>
          <a:xfrm>
            <a:off x="11036300" y="3439402"/>
            <a:ext cx="304800" cy="365576"/>
          </a:xfrm>
          <a:prstGeom prst="rect">
            <a:avLst/>
          </a:prstGeom>
          <a:solidFill>
            <a:srgbClr val="FFFFFF"/>
          </a:solidFill>
          <a:ln w="19050">
            <a:solidFill>
              <a:srgbClr val="B17642"/>
            </a:solidFill>
            <a:prstDash val="solid"/>
          </a:ln>
        </p:spPr>
      </p:sp>
      <p:sp>
        <p:nvSpPr>
          <p:cNvPr id="1495" name="Shape 1492"/>
          <p:cNvSpPr/>
          <p:nvPr/>
        </p:nvSpPr>
        <p:spPr>
          <a:xfrm>
            <a:off x="11036300" y="3654749"/>
            <a:ext cx="304800" cy="127"/>
          </a:xfrm>
          <a:prstGeom prst="line">
            <a:avLst/>
          </a:prstGeom>
          <a:noFill/>
          <a:ln w="30480">
            <a:solidFill>
              <a:srgbClr val="B17642"/>
            </a:solidFill>
            <a:prstDash val="solid"/>
          </a:ln>
        </p:spPr>
      </p:sp>
      <p:sp>
        <p:nvSpPr>
          <p:cNvPr id="1496" name="Shape 1493"/>
          <p:cNvSpPr/>
          <p:nvPr/>
        </p:nvSpPr>
        <p:spPr>
          <a:xfrm>
            <a:off x="11188700" y="5105400"/>
            <a:ext cx="127" cy="76200"/>
          </a:xfrm>
          <a:prstGeom prst="line">
            <a:avLst/>
          </a:prstGeom>
          <a:noFill/>
          <a:ln w="10160">
            <a:solidFill>
              <a:srgbClr val="26333D"/>
            </a:solidFill>
            <a:prstDash val="solid"/>
          </a:ln>
        </p:spPr>
      </p:sp>
      <p:sp>
        <p:nvSpPr>
          <p:cNvPr id="1497" name="Text 1494"/>
          <p:cNvSpPr/>
          <p:nvPr/>
        </p:nvSpPr>
        <p:spPr>
          <a:xfrm>
            <a:off x="10414000" y="5270500"/>
            <a:ext cx="1549400" cy="723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Emap2lig-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dirty="0"/>
          </a:p>
        </p:txBody>
      </p:sp>
      <p:sp>
        <p:nvSpPr>
          <p:cNvPr id="1498" name="Text 1495"/>
          <p:cNvSpPr/>
          <p:nvPr/>
        </p:nvSpPr>
        <p:spPr>
          <a:xfrm>
            <a:off x="101600" y="2019300"/>
            <a:ext cx="469900" cy="30734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263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Ligand heavy-atom RMSD (Å)</a:t>
            </a:r>
            <a:endParaRPr lang="en-US" sz="17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</Words>
  <Application>Microsoft Office PowerPoint</Application>
  <PresentationFormat>自定义</PresentationFormat>
  <Paragraphs>64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Frozen Stage3 docking RMSD distributions</dc:subject>
  <dc:creator>Manuscript figures</dc:creator>
  <cp:lastModifiedBy>Hongen Peng</cp:lastModifiedBy>
  <cp:revision>2</cp:revision>
  <dcterms:created xsi:type="dcterms:W3CDTF">2026-10-02T07:58:40Z</dcterms:created>
  <dcterms:modified xsi:type="dcterms:W3CDTF">2026-10-02T08:00:05Z</dcterms:modified>
</cp:coreProperties>
</file>